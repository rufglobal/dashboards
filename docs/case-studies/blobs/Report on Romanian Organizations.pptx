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1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1" r:id="rId3"/>
    <p:sldId id="282" r:id="rId4"/>
    <p:sldId id="258" r:id="rId5"/>
    <p:sldId id="270" r:id="rId6"/>
    <p:sldId id="261" r:id="rId7"/>
    <p:sldId id="271" r:id="rId8"/>
    <p:sldId id="266" r:id="rId9"/>
    <p:sldId id="268" r:id="rId10"/>
    <p:sldId id="272" r:id="rId11"/>
    <p:sldId id="274" r:id="rId12"/>
    <p:sldId id="276" r:id="rId13"/>
    <p:sldId id="283" r:id="rId14"/>
    <p:sldId id="263" r:id="rId15"/>
    <p:sldId id="264" r:id="rId16"/>
    <p:sldId id="277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1372f4547139f0d/Documents/RomanianCharitiesByState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lex%20Trufinescu\Documents\Strength%20of%20Romanian%20Presence%20Scale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lex%20Trufinescu\Documents\RomanianCharitiesByState%20(1)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Alex%20Trufinescu\Documents\RomanianCharitiesByState%20(1)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lex%20Trufinescu\Documents\RomanianCharitiesByState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200" b="0" i="0" baseline="0">
                <a:effectLst/>
              </a:rPr>
              <a:t>Gross Receipts of Financially Strong Romanian Organizations (Excluding the RAF)</a:t>
            </a:r>
            <a:endParaRPr lang="en-US" sz="105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All_Romanian_IRS_Charities!$AW$16:$AW$26</c:f>
              <c:strCache>
                <c:ptCount val="11"/>
                <c:pt idx="0">
                  <c:v>Romanian Mission of Mercy</c:v>
                </c:pt>
                <c:pt idx="1">
                  <c:v>Reach to Romania Inc.</c:v>
                </c:pt>
                <c:pt idx="2">
                  <c:v>Hearts Across Romania Foundation</c:v>
                </c:pt>
                <c:pt idx="3">
                  <c:v>Hospice of Hope Romania Inc.</c:v>
                </c:pt>
                <c:pt idx="4">
                  <c:v>Friends of Romania Inc.</c:v>
                </c:pt>
                <c:pt idx="5">
                  <c:v>Alianta Inc.</c:v>
                </c:pt>
                <c:pt idx="6">
                  <c:v>Romania Animal Rescue Inc.</c:v>
                </c:pt>
                <c:pt idx="7">
                  <c:v>Love for Romania</c:v>
                </c:pt>
                <c:pt idx="8">
                  <c:v>Family to Family Romanian Outreach Inc.</c:v>
                </c:pt>
                <c:pt idx="9">
                  <c:v>Outstretched Hands of Romania Inc.</c:v>
                </c:pt>
                <c:pt idx="10">
                  <c:v>Romanian American Community Center</c:v>
                </c:pt>
              </c:strCache>
            </c:strRef>
          </c:cat>
          <c:val>
            <c:numRef>
              <c:f>All_Romanian_IRS_Charities!$AX$16:$AX$26</c:f>
              <c:numCache>
                <c:formatCode>#,##0</c:formatCode>
                <c:ptCount val="11"/>
                <c:pt idx="0">
                  <c:v>60000</c:v>
                </c:pt>
                <c:pt idx="1">
                  <c:v>65534</c:v>
                </c:pt>
                <c:pt idx="2">
                  <c:v>72215</c:v>
                </c:pt>
                <c:pt idx="3">
                  <c:v>74169</c:v>
                </c:pt>
                <c:pt idx="4">
                  <c:v>79732</c:v>
                </c:pt>
                <c:pt idx="5">
                  <c:v>145065</c:v>
                </c:pt>
                <c:pt idx="6">
                  <c:v>169224</c:v>
                </c:pt>
                <c:pt idx="7">
                  <c:v>211195</c:v>
                </c:pt>
                <c:pt idx="8">
                  <c:v>255961</c:v>
                </c:pt>
                <c:pt idx="9">
                  <c:v>301386</c:v>
                </c:pt>
                <c:pt idx="10">
                  <c:v>2255057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E-4992-8C65-89B290B706F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42960208"/>
        <c:axId val="542963088"/>
      </c:barChart>
      <c:catAx>
        <c:axId val="542960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963088"/>
        <c:crosses val="autoZero"/>
        <c:auto val="1"/>
        <c:lblAlgn val="ctr"/>
        <c:lblOffset val="100"/>
        <c:noMultiLvlLbl val="0"/>
      </c:catAx>
      <c:valAx>
        <c:axId val="542963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42960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Sheet1!$A$2:$A$52</cx:f>
        <cx:nf>Sheet1!$A$1</cx:nf>
        <cx:lvl ptCount="51" name="State">
          <cx:pt idx="0">California</cx:pt>
          <cx:pt idx="1">Texas</cx:pt>
          <cx:pt idx="2">Florida</cx:pt>
          <cx:pt idx="3">New York</cx:pt>
          <cx:pt idx="4">Pennsylvania</cx:pt>
          <cx:pt idx="5">Illinois</cx:pt>
          <cx:pt idx="6">Ohio</cx:pt>
          <cx:pt idx="7">Georgia</cx:pt>
          <cx:pt idx="8">North Carolina</cx:pt>
          <cx:pt idx="9">Michigan</cx:pt>
          <cx:pt idx="10">New Jersey</cx:pt>
          <cx:pt idx="11">Virginia</cx:pt>
          <cx:pt idx="12">Washington</cx:pt>
          <cx:pt idx="13">Arizona</cx:pt>
          <cx:pt idx="14">Massachusetts</cx:pt>
          <cx:pt idx="15">Tennessee</cx:pt>
          <cx:pt idx="16">Indiana</cx:pt>
          <cx:pt idx="17">Missouri</cx:pt>
          <cx:pt idx="18">Maryland</cx:pt>
          <cx:pt idx="19">Wisconsin</cx:pt>
          <cx:pt idx="20">Colorado</cx:pt>
          <cx:pt idx="21">Minnesota</cx:pt>
          <cx:pt idx="22">South Carolina</cx:pt>
          <cx:pt idx="23">Alabama</cx:pt>
          <cx:pt idx="24">Louisiana</cx:pt>
          <cx:pt idx="25">Kentucky</cx:pt>
          <cx:pt idx="26">Oregon</cx:pt>
          <cx:pt idx="27">Oklahoma</cx:pt>
          <cx:pt idx="28">Connecticut</cx:pt>
          <cx:pt idx="29">Iowa</cx:pt>
          <cx:pt idx="30">Utah</cx:pt>
          <cx:pt idx="31">Arkansas</cx:pt>
          <cx:pt idx="32">Nevada</cx:pt>
          <cx:pt idx="33">Mississippi</cx:pt>
          <cx:pt idx="34">Kansas</cx:pt>
          <cx:pt idx="35">New Mexico</cx:pt>
          <cx:pt idx="36">Nebraska</cx:pt>
          <cx:pt idx="37">West Virginia</cx:pt>
          <cx:pt idx="38">Idaho</cx:pt>
          <cx:pt idx="39">Hawaii</cx:pt>
          <cx:pt idx="40">New Hampshire</cx:pt>
          <cx:pt idx="41">Maine</cx:pt>
          <cx:pt idx="42">Rhode Island</cx:pt>
          <cx:pt idx="43">Montana</cx:pt>
          <cx:pt idx="44">Delaware</cx:pt>
          <cx:pt idx="45">South Dakota</cx:pt>
          <cx:pt idx="46">North Dakota</cx:pt>
          <cx:pt idx="47">Alaska</cx:pt>
          <cx:pt idx="48">DC</cx:pt>
          <cx:pt idx="49">Vermont</cx:pt>
          <cx:pt idx="50">Wyoming</cx:pt>
        </cx:lvl>
      </cx:strDim>
      <cx:numDim type="colorVal">
        <cx:f>Sheet1!$C$2:$C$52</cx:f>
        <cx:nf>Sheet1!$C$1</cx:nf>
        <cx:lvl ptCount="51" formatCode="#,##0" name="Romanian Population">
          <cx:pt idx="0">63350</cx:pt>
          <cx:pt idx="1">15892</cx:pt>
          <cx:pt idx="2">31391</cx:pt>
          <cx:pt idx="3">48812</cx:pt>
          <cx:pt idx="4">48812</cx:pt>
          <cx:pt idx="5">31074</cx:pt>
          <cx:pt idx="6">29119</cx:pt>
          <cx:pt idx="7">10568</cx:pt>
          <cx:pt idx="8">7761</cx:pt>
          <cx:pt idx="9">26259</cx:pt>
          <cx:pt idx="10">18412</cx:pt>
          <cx:pt idx="11">9224</cx:pt>
          <cx:pt idx="12">19445</cx:pt>
          <cx:pt idx="13">12994</cx:pt>
          <cx:pt idx="14">9419</cx:pt>
          <cx:pt idx="15">4701</cx:pt>
          <cx:pt idx="16">8955</cx:pt>
          <cx:pt idx="17">5948</cx:pt>
          <cx:pt idx="18">8183</cx:pt>
          <cx:pt idx="19">5184</cx:pt>
          <cx:pt idx="20">5560</cx:pt>
          <cx:pt idx="21">7121</cx:pt>
          <cx:pt idx="22">4087</cx:pt>
          <cx:pt idx="23">1587</cx:pt>
          <cx:pt idx="24">2121</cx:pt>
          <cx:pt idx="25">1892</cx:pt>
          <cx:pt idx="26">12167</cx:pt>
          <cx:pt idx="27">1033</cx:pt>
          <cx:pt idx="28">7790</cx:pt>
          <cx:pt idx="29">1622</cx:pt>
          <cx:pt idx="30">1673</cx:pt>
          <cx:pt idx="31">825</cx:pt>
          <cx:pt idx="32">5045</cx:pt>
          <cx:pt idx="33">264</cx:pt>
          <cx:pt idx="34">1795</cx:pt>
          <cx:pt idx="35">1016</cx:pt>
          <cx:pt idx="36">723</cx:pt>
          <cx:pt idx="37">829</cx:pt>
          <cx:pt idx="38">1600</cx:pt>
          <cx:pt idx="39">816</cx:pt>
          <cx:pt idx="40">1309</cx:pt>
          <cx:pt idx="41">993</cx:pt>
          <cx:pt idx="42">807</cx:pt>
          <cx:pt idx="43">890</cx:pt>
          <cx:pt idx="44">1323</cx:pt>
          <cx:pt idx="45">247</cx:pt>
          <cx:pt idx="46">490</cx:pt>
          <cx:pt idx="47">804</cx:pt>
          <cx:pt idx="48">945</cx:pt>
          <cx:pt idx="49">960</cx:pt>
          <cx:pt idx="50">164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4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rPr>
              <a:t>Romanian Population in the US by State</a:t>
            </a:r>
          </a:p>
        </cx:rich>
      </cx:tx>
    </cx:title>
    <cx:plotArea>
      <cx:plotAreaRegion>
        <cx:series layoutId="regionMap" uniqueId="{8747E595-67C0-4EB6-A73D-1016955BE66C}">
          <cx:dataLabels>
            <cx:visibility seriesName="0" categoryName="0" value="1"/>
          </cx:dataLabels>
          <cx:dataId val="0"/>
          <cx:layoutPr>
            <cx:geography cultureLanguage="en-US" cultureRegion="US" attribution="Powered by Bing">
              <cx:geoCache provider="{E9337A44-BEBE-4D9F-B70C-5C5E7DAFC167}">
                <cx:binary>1H1pc9u40u5fSeXzpQYAAQI8deatGi7aJTvesnxhKbbDneACrr/+bUlJbDOaiW+N761SzZRiiwTZ
xMPufnoB/N/77j/3yeOufNelSVb95777832gVP6fP/6o7oPHdFdN0vC+lJX8pib3Mv1DfvsW3j/+
8VDu2jDz/yAI0z/ug12pHrv3//NfuJr/KNfyfqdCmX2oH8v+6rGqE1X9w7GTh97tHtIwc8JKleG9
wn++t3dJ+E2WWbh7/+4xU6Hqb/r88c/3L857/+6P8dV+ufO7BIRT9QOM1fmEMGpwHSGKGdJN/P5d
IjP/+2ENY3NiYE64iRjhOtXFj3tvdymMf51MB4l2Dw/lY1XBYx3+fTn2xTPAob/ev7uXdab2s+fD
RP75/jYL1ePDu2u1U4/V+3dhJe3jCbbcP8jt9eHJ/3g5///z39EXMBejb55BNJ643x36BaGbx24H
sr0ZOHhCDZ2bRCBkIl0nL7ExzYkOX3IqKNaRYCb9cesjNr+V5jQs34eNELn5dJaIzB5l6b+pwpCJ
QQURghNDIMOgI4UR+oRSqnOKBKVwDjNegvIKgU7D8nPgCJjZearKNJFl+LD7MTn/3pIRMWEmY5jo
JsK6wbH5UlsEmVABFowI/SQwrxDoNDA/B46Ama7PUmMW2UO4y94QGN2cmNg0wYHogA/iYqwxxoQI
zE1TxwZFBmE/3omjFXuFPKdx+TlwhMtie5a4bB/bd59lGf+YnX+vMZRMTN0kOgZbxtjRfzz3/ZxN
DAK8QDBCTGqSvUYdXdsRmddIdBqap5EjbLafzxKbiyCUP+bmDXBBE+BiTKcm1zGlTB8rDJlwZOpM
EMzA/6P98ee4/E6a05gcR43wuJifJx7loy+zH7PyBojooCnCEKAmBmYEHMhL34IJmoAGYQRUWvCR
Abv4rTB/A8j3cWNIrs4SksvHLKv6pNm9afhC0USYhmGC9xDo+9y/MGF8InQhTM7RwfOMnctrpTqN
0MvRI5wu/zpLnLaPX8tdFe/eUHnwBEJHjIB6UcQJMYARP8cIwpi95pjAlQ+8TYxCzNdIdBqfp5Ej
bLbueWIjSxW8s3elTMI3ZWhsAtxM50xHDHP2C0Pj5gQLRnVCdQhrfnU421fL9Tc4jcaP0bLPEq1F
AijJ8A3zAWDtMKGYYgO48sEPvdQkAThRYRABHkoYOrDqH1r8nUq/QqLTCD09ywibxXkGOXsCunws
q8f+xwy9AUkAdCD2NEGLDN2EJMGIJHA6MbiAAJVx0CSCf7Vzr5HpND7Pn2eE0HZ5ltqzCe+D0N+9
JYmjE8EpNznwZkQhnhml0wSbQBp0TyWwSXX9l3TaayQ6jc7TyBE2m8VZYnMXQk7tTXkcpKFBMSBF
AExaUNNAEGo+5whcTIDkGaA2yGCUmAYcfx7yvEai09g8jRxhc3ee/O3jrgqgLKHeNPzhEJBiHaJR
XVDCIYn2Ep1j+GPoBgMuzk1jbNleJ9NpfJ6PHSH08TwR+qsMB/mm9I1OiKlD3pNBUgDtEzkjeDCe
QKLaALNGGZQS+Ihgv0Kg09j8HDgC5q8vZ2nWNruq2t0HdfWo1FuyNjKBApoOqQMGLBoyBCN4OKAD
0SnUdxjwuhN+57VinQZp9FQjqDbnqUMfewm1Uf+HE3gD8ga5UNM0CKR3jjZsBBJG4KEYpoyAmeOQ
MR0leV4h0Gl4fg4cAfPx81nq0A2keaDI+/j4dtDobAJeB+oHMOmE7sOfl+ZNGBOoS0MVGwmwf0f9
es4NXiXSaXCeDR3Bc3OeRYRNWFWyLsM3REdMQCH25ut07sCEshvnELUybACH+CUmfY1Ep8F5GjnC
ZnNxlqpz91imMlNvBw2lEwQqA//pxGTC/CUghVI2WDzga7rQuTDRqFT9CoFOI/Nz4AiYu5uzBGaz
K/tklz28HTK6mJj7dhpmIrBqx5l/Ee4YUOGBeEg399WfcdL6NfKcBuZp5AiZjXOWyHwMq3uZVeHb
Zgkge2MyDoEOpArAao28jQlZAgJHIA964NLgjZ57m1eJdBqdZ0NH8HxcnCU8toQmj93DG5ZG94pj
Aon+3qwGibaX6EAdYcIoZHiEwem+n2CEzmskOg3O08gRNvZ5eptNuCdqUu1+vL5vwKH3RMx8cvR7
u/Xcqpl0gk0B7QZUHMvaAN5z1XmVSKfReTZ0BM/mPInataz/35R6oJINXZ77Fiig05BSG5u3fUEV
mDSG+sK+VjduX3u9XKeBGo8foXVtn6Wh+yvZfd2lb6hKOrR4QMqGGEjA568VOYh5BN13hELzx5ge
vEKY09j8HDgC5a9zrfE0u7dsMIQ+NsjQQJMB9EQBZT7UB56bN4yNiQHxJ0Cic4I4Gpm37ePv5DkN
y49xI1S2d2epKmtZh9UbNxiiiQkdBNBjyKGGTYUYkQITg03DAmKhp+6d537nVSKdxubZ0BE867/O
Ep4VTEx9H/c/PPO/ZwX70g6EOgTKOhgKb9BH9ZIVQNmNCA7tuodm6bExe408p6F5GjlCZnWemTXn
Mdm1u/ItE2vmZB9+Al/WESH016Ibg+UH4H+AsQnKgQqMDNprJDqNzdPIETaOe5ZacxEnu0C+KQGA
OGbfqG4wBOsMwKvwl1pjglYhAat2oFlnrDOvkeY0Lk8jR7hcrM4Sl7/KeJdVb7okB5oI9r2GEFti
Y2/O6AgXSHfCIirGgLMZJ9Kdr5HoNDZPI0fY/HWeDaG2hAD0XoX3tXo7Z0Oh15AzCF0wMLH9erUR
PBx4tQ7ZgV905pXSnIbmxeAROvbNWWrOQrZvGM7ASgPEwZZxStGhBjq2ZjpYM2DV0CQK4P26BOQ3
wpxG5fgIIzgW50nLbtUueDst2UcyROf7fhqGMVQzR5QMgv99qxo5xP9j7/I7UU6DcRw1AuP2PHVj
X3ja/5/nb1lHA8sEGWVoUIPOTW5AF+FLxwK9ncDA8N+SsVcKdRqdF4NHIG2uz9KAbXZh9oZcmTLI
be5Xe0J8f8qxGOaEACWABnfK96E/HnHl34rzN8Acn2IMyXmy5NVbczEBKzphje0+iykoOyRcnidk
TChNC/A34FSEgILAeP3a7+U5DcqPcSNUVuepKPvW4c1jF96/ZZmGTqDBGfoCjO8NM6NWW4yMCYbw
BXo6INUMq6aADzzPyLxOptPoPB87Qmi7OU9TBl0Bb7oil/LJvtsMUi50vyQajYNLCGtgkTv04hqw
Zmff7gks+jk8m98LdBqbnwNHwGzOkwh8fKzUu6cG4uMUvUHGDJqd90l/8PXQVbOPYkZUAMGWHNCN
+32d+6+9aK8V6zRIo6caQfXxPNPOiwdI0Px4i/89RNBao0Pbxr6vCVYTEEgvv4QIY1jsAe24BjQR
QLf6LxD9VpzT0HwfNoJk4ZylWZtDOjN8QwZ92KkGGDTUzPT9/htkxKAhKbPPRMPqAji877kZUbTf
y3MalB/jRqjMF2eJyt59zndpDqsI3jLXTPUJpDGhBV2H5RsU1uqOMgDQBM0gID3ZW/tqkU7jMxo+
gmk7P0uYrgLY9ejdonrbvjRIn+1XD5oQiB41aOR59ihBtgABOYAsG8SoYPaeE4PXSnUaqJejRzhd
nac6HfsdnF38tp02wK91iDYhyUyO8ebI/SA0IcDrTGzoAu9r1S9xeq1Up3F6OXqE0/V5OqPjEuY3
xwkWTsEOXhDjAASHFbm/4gTrQXTItCFYmnPo0H2uT6+V6jROL0ePcNqeJ06O/eNN/vckbt9MCI7I
AMJADq5nFKVyCJOgyANbfX1fsTvSoh9b872T395Be2Cdfv3njcZOo3T6KiO09o99f3774UFH0Ztu
JWFAB+F+QxyA5Htv9EifGIFmAqhkHxdSQTfIj7fluAD+9/KcxujHuBEqf51HVfSfX5znUeuLM/9v
d5I0oYYD629gBwIdsqSQlXuJDWzzAbk4iGdNDDsWwmYtI20a7e/492Kdhmg0/MWT/H/aPPLvN5b8
uQOns1M797B157O9Jf/56OFxYUvR0dDvvOukFTzO3eLhz/eMmTDNP3cE3V/jBWH7dfvOp1GPu0r9
+R52AAWlAxYB3aLQCnLsRGghw7A/RICHwNJFWDMPZGTfpvj+Xbbfy+PP9/uKH4TGsJYeEhhi36f4
/l2172mFLUcJ7DYCC4k55P4O607wz21TL2XSw8ZNPyfk++/vsjq9lGGmqj/fE3ie/HjaQVTYOMaA
viLoU4FE1n6LGVD5/H53BasD4Wz8f9Sgy7yo626btbrpYommueroukF5N/PzoLmVtMsWNQ2FU4RM
OFrJSgurMJ+FXn3deDK9SVFy76dy3XRmMPX0bBsagVMETsRIdpEiU1t6tP8SaiKfBWXSLDqTzisz
v22F6C6yqO8uTCWM6TMgTjwYA649fjCKTMi/QSwLO04awLWfPxjN+jw2g7rZ+kRPZ60Z2UTR+4GW
bB4oP1tLzgMHp3U0y0rNs+u6Euuy7fA2D+ijCoZ8ZXbNhTTybkNwks31WlNTQRpjU8a5i9qyvuRh
QG2TtvEcd35jlcJLNp7wHpq4Deeoy64kr/ENT2VpY1I1rhflzSoUmZoZKPumZNCuSuiXtHqqXC0r
2oXfZNFKr9toFauqtjte8Vnfx75rdNhb6UF76WmacCqv0W/rzhQWpCiDVeCyTPMXWS+0a2PI9XlG
+8b2/TL8zZwaYIN+mVPISgtIykC9ADo5R3Ma8kAYZq+2/tCraVMH4dRsaO36ivs3jY9slg/9Uhso
CBtq4SzLoy9Ktg+C+tUsNAuyqlQ+TbwYXTRNrc+VVLWbGQ2ximhWdiW7jowkvsJ+acFEk1toJSms
0mOf/EQ1yyYxWqvJm2zld8j1qRgyq40GKwtRexPDRqZWYETXXRJkhpXEfjhLghxbnKRySzsczArm
lQ4oHbY0KZKLhnkOqhsVOQXmvtWTFt/oHObSHC5FYKR3vc+chqeto1gebGIsL/qmXvI8jO2wH9Q8
IOwqDsUwjwKV3hG1LVhdrHU9uQ5To10+fTRm2C37PgqBpvw0Nife8X0FZoQHZDkR5MigFg2xCtnr
wDPl5b3mt1qeVNuMfY39Qa5EXOowdZE2L4PasyKPhKuGMmPTNTScxWXgGl7mFiRYqaKMliRj21pR
tA5V5uqBNjOVYxYFgiTmP8lpjMTkGBoUIVMOmyVC8zyUzl+KyVDn07zysy0iWrWMYrbJjJS5LGhD
p+4N8ze3I2A3X0zL/n4mgh5i2MYHsvT7fXyeT0sO7/9QlIHcOpWGgwsNPxYq7i1NI8zFJabbXsWZ
G+qDeV2AQlmIVo5h1nJlImX5NUVX/ErvTf9O6ShdoFYHc8a/RkVtJSrU7mSQNJZXevlMeihzK7Pn
Gzmk5TQnfLAq5BlQSPnH+dsL/NxIw+wRBCsRYQMpA3LX4weCGkMY+FkabmGXqS88CYIVD+Dl7wQu
wVz5he0bMXI5Z41bNbm21sESrcqhJtPIKK7CkPhOgwJXYRik92ANqxxfHj5iaj7iTPGFHoIK9niI
nRYN/qobMmVXQTkldQmWHcPT8Wxop21N4a0q2mUhytQO0wYvB03HSxQWdFqVPNki7hWWN0T8o5nK
wA6CZY+9YIujmmNLJaJ2UmX75lCBCcirqZ+3wvJY3G20NrGxMpGbYdItMc91W6vqb6pCwVYrkbI9
cKhOHYZ4LYSHrbyPh7lvJNXKk1lr5VRlsJjln+ad/foiQT4U3KNumJAogNznyxcJGTXLGPO0TS9s
5XXEwhprPwhWfmoDDQxvExG7LUXrkKB/iLGIHvUUOySChpwi5tguY2pcBFqEFnGrNTNFuHcV9Vpn
hftzm8rudK1/qOt4S2N90REj+hJJ0Vup6IOLOOj7yyJJY6tkCViizKA7ij1umfkVLQRzkrIy3b4Z
uE2K/jLK03Y9xEPtMGpqCz/D1y2J6bQnBZ0Hg2jsoUDZXGOomGa0o/MwM1xNy9p5N4SFS40s2fpM
WY1Xfm7iLr9I9Ly8o/xDSaruo6iY2iAMlfV/mmBgtb+82vvF5/uODeA6FLwKEJ3numqUIkRloPSN
Sr3QLnCCV6ao8QpVHSosP8SzZDDE/HDg8NEJz9NsbX9OqWl9MX0agz3tPh/y8tlXz05hPMKFdbj4
09WaKo3shve5c7zu4bCXRHCLZ2cOhqbZWSioA2+Kbh2Ga22ZLjSSTJ8NPBw43vIgYJAibwrbitwd
v9MPEjzdvDdjAMPjNVpUgXJOPtPT2d+vix9SX/TLowz7WTj89EzY/RQeZTocOd60ztOLCDu4bOoZ
UwKt5P60wwkeLYV2nPnDkcNHf5j+w48UVDYutgH4+Blu8OB6lb/WdG8VwhLcOXNCWdWbBoPpa8xO
dyMt96aqqWu7BR5717Dh25CoeNqr215rvzWS4kUd6+uIDt9Qpwyn6cMbFQe7pFODE8Td1zxFzInq
JrJbLmK761a1ifJbr+bbqCKxlVSGPxvK7CMJga5KNmyyGrlhif1ZnaUrcPi5VeOkmUaZ5urE063A
k4aVqzKz/AJoQuyRLSGttPvuQ6uBO/fLyAoTYqnWqJ3WC0N7UJ5mxZxavqDJlHiltATqrtsMzGjd
wDVCwaWNokdgZ4NdaIPupuGSZtyuWmJ8rATZGuFDETXbJubRJtS1BcCmprFRXuKGXNS+2btx1HIL
qSy3U0P1Dq+1WQpq4GSmCGdEl1eBXoNDMpopqO8XmnwRaSkd1ue5FTbCZnpFZwUNcjuisdVI0wSp
8gguJuxcK0srjvO1jAvDrcLAtEyKPw3doFlCX8Y63/p+Faw0hVIrkb0L2+LU89Io3SoryZoVfgFf
x59iD1lB1cQ2TrqHiOXXhJa1Iw1yFfnlxiyUcAYzvRp8ChNc5bPCrIJZ0iy1zLvxzNxz/C60JWrd
rG7uedc5ZZLFM4UT5Xay0C90+iVWue3JXJ+pPtfsQO8sUZV2pxnZTPgGXkkElhE74C/DRZnPtcJY
lYFhLMFjr+JaK506SMJpJEqHxRjmgQN6UXcfFslVyjNtA+VHt5dUn+e8m/pYQ4ueF5WjdfCCZaJs
bU+t01rWVtawRRf4uUUHG7bwUnMcMXDvQbEuWD8z+sZb1EUUgVXPYKbV0Fu4i4hFqsB3hjoCdpOC
KY75LS4SaQ3EzywVWmnSlbZGqtrlg+Qw+aizy4YsSq4RK2213h5I94238TLp7iiLHgxZT2VXNi6j
0VXmy3ItGF9KFPe2bAsxLdrajUjzVefBOtFYYmvhlQI/bzUxXmdFfN0gS0R55YQ0iy3c9sSiydzT
8Eol7K6LguKizamdB3UJkDWXZWGUjoJIb0DyOtBzYtfSMFy/zLcaI7Uro7Cxwgq3G+6b06ag/tL0
sNtE2Y3e5DMkQt+pZF5aNaLSUWFSWH2XMUtRMK3RkDwMtBEWyVXrdsoecuTbecYZsO5mW6cqtmiL
1r4+WHmpJTPUG1tGUDmFnbIsLAJimbHwly3up1nEvzaafwEGK1mKKr7ray2GyC7v5xnRl73XZy6L
0TL1CbMpT0BJDf8DlV4HqhW5gbdLDU05OpCNqd+JKUTraon6fCoMv982NzxKLvQ2cBEYRKtvM88e
BhFblahbl3XRtq4osdOallbEqpuigXgQD3itcdlaHQdV7rJ8PgC/tAxT3gLZmkaRedsafjTNErnG
qEoXihSf4R0qLD0TYq7HaWGxNPetoh0wOGj2WRMwfx1rYjfPYzKlMvSstE6Q1cVrYcjS5UmKLVnT
awIM1QK3nc0bREKbaIXmRKZ4bKtC2iBh5mghX0E49JUlqS33Mx0yY3Cp0O60UAfrZ/gfG05nEIp1
dj4o06bDjIXRpitEazc+R2AgEyeSAQRKfU9XLAM7mUBUNEQ0+pCI0G1IX11WKHKiki7qMgoBAL2c
GUYeO7lXx5anTHM6NJXVqUjatYq/xE3TWjCRlWHEdqI+BlW86OJaWCWng1V2cemYtdr27FIWGll0
XlVZUW5Ubjt02AmMD2ogwtV7CBpVaq7KPq8tWNpm9yjprS5B+ozi2uJFoa2ai7YRZJXmNjcVuw5R
MvPBHtpBGfs29dLBImV6nXkJMFBFaxviormXeNkMsy+12axJ7cVWnOk3jIg19wDhQQUL0QTC7j0z
dqpwuCYFl/BwXWETibtpo+9AwZpZUoe3MRhOuy8rYsWkmAXAqoc4zOy8pdjpYn+WJpHVmShz+rLO
rTKCX0ue3xUxurJyOXzOzNRisQytzIywrenGp7LotgGYzjwdZrVH6inn+bSQNLDrlAkrDJJ42sat
Z9FQm3VRlVqe1vWQGxKZi0Jz0cKG6U6t69dYSwJI4EiwAEQLnF6qm1rTNWA2WuGkWsGnpjJXysvZ
DBITlzzqrqNmmEsZbFDjPdZZ/IjrKrBw083ZMKQ2xt0nlOHMwgECvaNtYYV5wKyoqzeF8kuHtrWE
2GqwFcs+GmUORhpecqthjWOUEDUFrFgE6boyyykYmDDX6X0bmvO+9/AnwrTGhVpEu2p8U9tmlUT2
4YzDx+HXeMj8C2QE3cpjQ+Mehu3HY5iYe+HDvZth0K5UV3fzvEn4zI/96CZU6NvhGlXbbzTZ1B8L
8KdTmiKybE2uXfRaktnD/hqZ+NCkifpqRHHoSIaDbadktU5q3XN0s9Q+N2npHq7Fh7S3OPjwD0Tr
5AJCsXRWp61cRUGGrIEnO67l5QNJ8cqAv170SaM4cwXR5BrSLu1GQ0HnmKhOv2iGPz2cClOfWHXs
Q3okaHqI3tp4EQxD+aGk8Ooer9Zsor5K7gnXWjuBxQIXKBNqKQKtmWJItdx6ufmJ7e+L6njTeDz4
1NeocjvkB+u2Vmzjx+Aycmr2XwY/cVtsFA8dL6TV10V9DZRn1UHU7PZeY86bBuMPqPaodTgN0Y86
zenXvtKQrYdZedH7HV6yShXTFpXhHSfi7nAmG+g2SgPysfZF54a8o6tUq/xt4MQazRxsNtqXLJWO
LFj5IPywtKANJbo2y1Kbkb4nc64M7QMtCLYOz0IDUBmUVV87aVK7HERwUXNpLo3ei6cNKhVE8OLm
MEE4KS7BXRUfE1bpLuhBuyriotwy3kaORKTcSdnZh1NzI6wtKiW7ymMvmRuSNvOsDourRFeA7H4S
TWC7IhDeTmOhaQus0S10M8UrTUs0txCS3XlmcH041a/9qzbapw0KJNwyZ3KVwnu3LfVUA6pW051K
zO8TKbTWyoasucLeUM2FH+Rz3Cp05cmmOd64bVI7r4Vp1T5cg1Wp4dS4z9cVKuhW9V1vByiV9y39
qA0J2TVegJyiKdEa9hpRWwLZweMJmbYqdZp8jeAvWTmaVnrrRtOCbQ8y2l6vZ/emhPiyxV9TI8gd
Slu56WmrbxqJA+dwi9TuGnjhYFVK5CRCDRvP4NWmrY3UKaKefxWtdRSlrCG7qri5EfCXujY4rysn
lQJ8cqUna6+ZH84CysdsBffayk7T14cTkBmJXa9dHeQxvArZWR+ibZxQtTYrpjvtMFS7poG83/6Z
02BobClNb9vnOFqjgptOppj4wgGswxmQhyhtIdLiAownWwU9iVwle/Wl6qrjUzOzTW0IOvFFAuH0
Spk8dwOweJ8DeCsP16hgb1cbJii49AVLV+neNO2D+89GKOFUkGNQAA8xveoy9nWxHBJE3J4mwees
r6eHZ/F0wSwijXkYaSHEBsWwbMLMdOFl6j9FHZ0drqM0hq2CG/EH1pfF0gefOzUMLfrU+NnicJ2g
g1RCEJXdh4po/rIXQzFlEagX0IPl4YzYV7UVgkp8GIqcLkiKumkkDbsmXN5J7NusG7pdKGLTYagP
VwWT5IoV6L7V4m4HyoMgH2B4FyIAto8CSGnw/QBEkjXkJdltQnRvDsv91dQLSPsFV6vDQMKizlWQ
11iCP09cHQXV1BDZ7eFgLkUACdTc2LZMqG2Xs/R41SgertoW1TdRWRkLViTUlXHY74wWyI3h71RX
ptMaBXJhJqi4JZDgO4iPDNXakNbSN5nvdRc4CZl1ELNpui+K8fi6rnR9GUoRuYfvsyCHIFK1n/Ne
AjvJIjVvO0buBk7nBxGl3vtO6/d4HalQv2R+oI5XNGIRAtdLxIcwMsiq6cFWHy5peKZDkjr4JDqF
Z5lWDjNkGvEnFFLncMmmC3pHDCFeaaj0Pqg+Cy3TgCBNE5V5mWdYWUVV4Mu8CvX1oFrNPjx7lwcL
SPMMdzJjEJ/hjk+jzhw+5wiofd0Pl1DmqC2DerHb5SVZhhFNr2uhfT5KReBF80LZXqCQ0Y3QoC5w
OFAFwzb2eXbbDEa+UGYMMW5XxzuFrIO09dAyt6hCtggS6VuSeJAjJvLqODtVndmln1dgyz2+ZUEV
HK9a4vq2hcToNcdtsuz0pD0CmGgrAo7+i/CLeqrrGbwynTRuRRlCeAoAa1jD9uEVq/3Wuzi8dj0s
7/1CohkiwX3XgOv2cdwtTUpKVwdKoDzBLZkntaXqJF+UkfFFw1E+T3VWbGTgAzXJ9GZmUMk3eWyw
qeD9AJawAa9aX8FOynIRcV1ZLYJgFfZMnLWIBlZp1okNzE9cRGq46lVJN9KsXCRyc5ZBBAsu5qvR
x9olCeng6q3B7KZqqWN2Ru9A+eULFzmUZ3CIIbIT8lYKcxFGbWelXqEvu0bMywxiwJArvuE6RNU+
rYlthlB4G0hzrSX0C6Qx5kkk2F1NAt8mpGnmtaHINOCgoxXLOzdoyno5qLhYeQXPjx9+SiKLQz5p
D1q25CLkMbxP8GPHWLqsG7IquyKYidBLl0/fj887nHz40HH6fWxX02DmZ8PqMOxwgcMZQ1PCPQ4/
Pn0JZty0JayZt2oaaRA70Vgu48ZPLJpzu9EqSBeIqt/AtaTdGVriNnF2l3EK+ZcQIqBAU8NMCnUX
Bp9SqHABIU4TpzSafFnVNF8W+4+4RsB18wY4fxa3S+xV7bJVIUwu0hwmBmYJmKJpYuy4Qv1CM7Fa
yjJR1kBl7jZ1UoMT6CJXNBec1sbxhKaP1RLa0NQy3X8cfopXCJJTc70j13HS2qwKqqVCj1LT4IGC
MJfLw0dvFtbAzMCCagyZmq1ygzrt3bBoPoWVL1c8hADAS6yKV61LWXGRcn3N/bKaHaYHtKxySdxG
loxLzzI0CBiiork9PBxkR/NlmlopysFytHJYKvo1VnBVDSKVacbDW9zkcO1K3aAo6OwqhgGqLWGu
MEKDHSm8DrHUpofvDkezCii6oedOUPexk3WQpOdlYWUZd4Ao+LnS7YNggR6ZjswhipNJCk88RJoP
oM2Ajt1UMXytV9plkHqNK0mzpVHopDWEltB74uIsrZZC1NUy7/VqKX1wvDJDje0Ztbf04iB2/pey
L2uaU1ey/UV0AGKM6OgHqHn45sH2C+HpCE0IkADBr+9V2Gfb2+f07dsvCiSGKqpQKnOtlQnQq/jH
8/Hj6nFv9Wn9XMWCvOQuHoo6sseg4gcDyvCwBEOzpTBVoFh8iWB5GDaodq43nEmviJfUK5ORm3K0
/eMQNcPer0Gk8kG6fWjSS+LNvSqYSKsCLDQIkTb3dks/vbGI7VLdZQdN8/yEYDGyMTvVPu9PQe73
p350ACFHlpRx5oKC37i9ttWwvzyct0FNkpPnqq+TMd94WqkyG3oBeo3cRWPT7nud3Mulo5vQTW/j
bUb6txlpvO7nVg/mDBC/NzU7W0fj1opkOTQ9eVtYnlwreUmyIX3wdFefl1DCP+RtdhxwkauZxrGU
Jo92fechTudxtOUp4xsWsGFfpf3BDMlEiypMynAU8z4OxnxLxmC489jCj3QZ32w8LGfLiTw3Jmqf
lrkTGzbT5Bonmuw48WQ5D3VcgoRMd5WuyGkcAnKqnC3y2cG3cBVCYywNZT57ZA81QXOfDfGu6QAQ
UwHPuu1Y4c8vNJqqB6FzviVS6m3sy+XJa4Ay4nPaUz8AsxU1Z6dgBsPB424p5BQEh1bJ8FRH+XW2
bbpLlgrmJI1rhEOdlntDxJkjRD6tjXLkITd+gHA2vGQ3A1ZzmLtfjfCCppx03uN2vK9UsFc/z2wJ
B6w6eXp4S2pva4QD2QBAJPU7c/I9TPl0/BRnItjNLnyoSdidUhMjBM/4oSYIdLYdPH/M65EVUy3w
A4VBv5+Ivig7h6dfjU6gEVj60BWe0l+qWuVFo+emrJPsx/efDGaAGyUphnasNy3jw2ltADkNJ5a+
5Xp0R4MJerKW37NGxjsZOntah5q/tsacQ4eRxm+LhwkonZtlQQNMQ3Zrwpl4Wz91H6gAJw605kEF
zMdMpO1GDhUHHGxqqX4852lJelhDL5/HU+yR0tLFP06ZmM+xchfBdV74YQXnKMUy2sl8+NGsXbyp
IJVQKGCPD/g80ZM+Trc7WRtFvHhTNc0N7Kqr03JrWjrKrWoGWQR+Tcpm0Xd69F/yHla+rvAV1gaV
in5uVX9t4WKkaDpw+YLb6WSTYDqtW5Grfu+uO/w23SietAfaJfq0NiRnWFc69UqjkO/qIO9Pa6M6
2LEKHtuP7jqWCQ/Mek2j0utMf6rIiMWAK1PUWdoWMAevA00WUKBkLrLbqSKEKanJostYda70otQd
lxGRZNC2Z5T8k23hFFUbsG6ARjPY9tCfAEODAg13y6TfonEBUBP5j5VtCHyJVp+nQNaFnWEv6I2D
9ayF3KG/EaX4rdYmgbdeaJ+pHz/JoEQOED8HSnl7KtY7EXhT0r5CuO57h4Zkw84x8dkfYn6OR7rp
5mA6DDc7tZqtAbNzo4EZggipHgCvDQVYD7ml9eROcRS5E4QuFdiAqSn0kvsnzhU9CmNKhEgw2irF
VAsbX/3s5wMvaDXIYzjxZuMDVSsjRUrV5e1p6JutJBXW4jrEwz6ERBYypc2uroYXSUN9mm9zZTUH
69YfYzTBg5jbDowrnovB6nzbQm1w5YviW1n3dSm0aC7gCnMDkFkXXp1lxeJTt0+Vb8HuIhgLdfQi
GtHtfMeze5eEuwFh7mdwMGqjUHkWwLRd8G9U03HqvEsHTvo6ODYAAqYYJ/SQpIu4EKh4TlVndszV
3adchVcGivVFxb07ZyORG/Fcx7l7asyS3zXQGGjijSeegxAkNbilCJR4kdDA7GdG5/upa+cysV6z
qfAqIwCEedJtTTiBppFjDSw2jC9BrPdKJPWDmoTK4L0ru6kVBaTMb+FKGt9B8TI9hkB4ty7r/M0o
p+kR9b8QRgV+daiTeRcuXvOg+gYocUIeqqxryjAHddOzukgBvnzA6xJsobqbteYuLGMxiksAnVgR
zETvklCKS9rSBexMFm5GRfMXOfJvvV+117UHLB4uoIZRkTwXpcnj6N01UTl7afBpiLxkS6IA6otQ
sXcXddt1PG1HsAhhHRwTIvq3XvV7rXn8lE/6Yz/TcJMLAkyps8khnCGACZf4pfXj/h065uDYskBu
BtqYdx0s8cbRBqTQbW8m/LKLpStImzc7o+gcFTKovaOvsTan49y/p0l1gjuff+miAP8HWbZCabH3
fVsDytkxNbkneycSbu7XhpiWQTzh8iPvBJQSrQ4+W6+HeEDFL3SoBgQGcDxMLOeHAXQ7Yo+3znrZ
G5kNOzSTuIJIGbaersMHetua2aK2NXP60EcNpk5sxcmIaH6sZe+VYZzM5bzMegPtl8VPbbrSST4X
I/chc2uX6pQusEBymPujX8fhwTTyu+oHvxiatn3LRwFugxmAbdHibUIC0RnKWo07+A228LFWfhnp
cy7GA22J/+YydjJO1CVPaPeShk4eGzf2JRRcwJP9O2O8GF8ixTISJA4aObNA9ufstZbSbRMhq0Jy
gaUwt+ax79RwdoGuvhNh1dYYSIm2gRmOU9+1bz0IjoFqeR8tHKIvR+6SvHkCMxW+sJrYl4TBNPCm
YLPlx94N5r7BXSTprA6W2OayznSGioRn1uzSGVTXjHPwr2Gpa55kI4crCfvr2gtSiPY8vwNzk3aF
R2hdkmqp7w+ek9F76uS+X7T6MuXA2aqR07tRuo+da+cLaFFg3zFJjyiKHD7iLSPh4zIul5gDR1d+
JBCxpLB/HR6ynEv7AO1TOUBaUQR9P21YlcyPJF7a41iDbauI2FQaYpFmBqEdVvA9q7EhH0KAlUXt
/DJtg/pLZuBKVH0BXnv4CN1VsnHGxKcqp/oFrwt+iJMu+0RvUAKgyvYCgmgoU5Unu1bEPqiPef6a
yWSbLfXyMc9HKKJkrTY0I8Om9bXZedFsn63qYEG7hX11lG2yNk2+e7xzYueNE93DPctOurVbGLL6
IwSQdKeyWp2mwc8fh5kjLnLvQU7Jaxf7DAQiFoKw9sPXuOp+dte9YDhBksZwFbWpuufEwTi7OfoQ
EbPsu4pCsnLrdr37MPYBFHfh9A8T+8vdWNOCjrm8nyEGOGc8h4MbAQGOEyXugVqqMukpuFI2AzcB
vOsnX3MF+h4Sj/olqkAEgCWZDxSJkU9L4N9oGN0VEVmml2YfxzT6h2/HLxpk8nvTzOMG4h11Lym8
JJY3XqF6Bh5nFvzDxPodtIn8NWLuoy80LzA/ss+hyR67LOy+T4kGNVNVdbHoA8CfihVGpEXcxjDL
WgIijUVViJma04yci5dqmeiWwyPYe+kSbmjqBVvixumeyeCjZHQ5Roux12hJN0HC27cWll3x6HVM
kulZYc43JLL3zKNN6c1ZcMRDFOHfyPS294XaDGawpxk1h87taJ91J1+CjtgtJ8snGeqaFHhJXnIy
lj0ZzwSbfhi9A13a8R3nfBB95ArbYWL0oIrLLl2qcrbAt+a8RYiGrPn3RbusiEwpDEk+EDD8qjm6
zg/uSWf2ktb+rouqAYBpfSCAkg6AmVgZJ1N0aMbGv62veutZEW/rELgMqaS5ByuMgHEMXRmJym51
E6bP/RzlhdFNcpKCgNOLdXqyYqBHoEfLnsj4yoVff6wpF8UivS914IGj4w6xK529zQyL/NW4b5Gb
wMFOpL0SL9Jl04/BneHDm/PCqsi0ii98MJ/6PuifJW3bU3XDN5Osjz9nH51u6d7YOHiZglCec6uC
pwaLZwFrKuH5NuR1WdLPvA02Xq1tkeClAtulCukRBQSa0nDO92YBMJfpzh5HZG8UvM8RndlM7kGL
YBHz6XyBVAa4AtPpHuyXvkZDvhRx5F05RNpb8MXtU9uTfpdZHZY//0Ebyg2h4UuijNtkuUClN8Z3
UCN7+3iq5THTt1/FJ8+dYOToC9me2wo8bhCYDRlj91QvzrsL7Lhfe3EyViBYubmaxkICsjR1AXJr
E6eMfBOL/tYjuWGn8O9vqWEOYUT6eYIkdikEXLEyberuzloQGV23vBoH4UWQsehjPr42NZ8vyZTN
EFQa74rMPHWeZ3OTEvlno5Z/Nr3ep97wHUzGw8QrCAs9AteCLe7s6fki64C/Mm9Ozx7kc0Xd8Px+
FkN+j1k5Q/wdaFNAs/XdxdIveR0tB9BU/FmqY9+b7NTPSXqivvdsCMVTaAwQ0iRc7nQjrk2MUMy4
pi6XytY7MchlF9ZdWKzBtFGDPVcyPE6TyZ9l4EEAw9jDoCB7cElu7mCiUp3dyQlhVXu7Q+ifvGtX
wcHqpi2fXpU/D1eAF9mdsalCXDHGb31d71U+L4WrgvYI0rjdLJ3RW9bgXBt3+QmXexX+9M4QVL2F
jpKimpqtq7r24415/MzqrtlEfEq2s5nhoSkQCLgbeY3aaSws8IWTN812H7fNVyC891ay8HESNNsJ
wGOb1nB/P2QxLeIp4YVNzKmJOvOW+MDSqapLdZsmo2l0EbLOPYo5/uK3KrmF8NMjJPbqHMG1L6s6
YBuqzd6O/e3Oq1dKHNRF0LF+rW4epecOCQSwW82iUmePhHRp0Y/j+CXDwpIMeb0FXiQhDwrYwzLe
+PvK2/jhMrx6Fd8qoxmWugqI0qJpSWD/dnUj+CU25DlKwbIkzFvuQ4/JzQQR9oHmrtpJcB+g8M1n
NYEEGnr1D2A0YNWCVF2mDN5SmLCnLmvZRkZcH+JsnMqGwGAvSSzPkdJzMRCaHj1f6oNBPXD89gPk
Yos3LQULHTlEdbRpUy3f48YHxAK8vrECa35i8y8+Fgu/puq5Tfl9nxp/E41Jfs9CYvdtWo/nWTN6
VgFN9oEGnxoO4LKS8aPSHQV5q+TZpcHe5BZrGKMfYppO+MIVVN/eRgetuTJOttJHxknRkbF5CHk8
lPgK4J8ChEK4bXwp8krtYqFvoI8tF8EWX11uAWAFT6rj/hMmcO8KYcGMRhECv6i/rFJx1dT91mNG
bJJlDGBX6mpft/64x/oBWdQQ9mfS2f7cMqzyup+PFAL8PTyOqgjyUG79RvalwJ5zn7n+jFj5zkug
yars9Op6ee3EQI7wTZpNE4WA+XhNznCzsLqZj7Xt+IMb4u7sC+8q61DcZUJarHBRfQXypQoh/foi
pNxHyppzwKpj4CvvoaJLULgRU1kCDXvvBTjKZnizdMckU3c2I/LO65bgaOP6YR1SIoCcVoVl2Mr5
rg3FC2V++jL6NoC8NH8fWZ88su59dHsH6OSJMw0AOOnC/ei02baR2GYaOEkaHGytMWHaZTOSvtlT
D66Oivch6IpPJAHjy3X8KU6G7om3sPZGqeSL3wUl0ZQ+izkNS2KRRkPZJz6M+a6Lk+ZgqXXvFrok
3ri8VCqSR8+LzLOI8cCC/jhkOTVJoWMK6E+RDmqX5hm/BkAp5B+doYQp6PzFDrdwl3xyNKBQalTV
YVpyd2JMXOYRfo7us7SEL9N/tpAVj75oILFLw/NQuwWJH/gl+Dy4dySeLAWHngIEU+re4bNASFn1
T0NENmFLxSNiiGYzNX2+TXTSH2IAGDfsgF7XhjmC6zbBuMmpLfvIpi9rIwDtzmFfTEy590lBDNVx
yveM1MhtSXKk4Hj+qaoHeTUVluOogQImcFYcpK39k6imcKOUaT8BqXqwpPrgxd4BsfgI1wqmgA8I
X7Mhk3fNp3CGueMDZZBTZXpnQOdAkCI9yLZGuZ9VzvHPzuLFLiBqckQCY+cVWKWCu6r1FBD7CLE6
Uy9eLvTZB1rLKaTbFgFNLrz5xAYzlVnbt+fQEwhUqA8N+RSRo4Vor7FBcJ0Nwkwt0w6+icf3ENnG
eCYRt7lJPg5JZK98zC80cTVCSg2RmQLh7EHUkqbQZtu2UycfwHduMNHESE6RYPCuM3BUADHzp8zY
Mpf0kyFp/jbotD1JuCPQiOrqbXFxs3tDkN8gu0U29xCYbMc0nC71PvA1vad1J17jmm3GwJ+uXXhj
A5UJ7nsapccuaz4EfR3cQ8dyRt5edyRD0rymTXBqXMdByHR0y2bXAqzg7IubT5bvpyysXrppnl7C
RSAMEd/AY9mrF1PziAhYgd/Lq42rPMALSmsk+/Dumk4gXn0zEWizBlAQvk3LxqTsIPTcFzAe8mBt
3sPBQJMYAXCMuDMyg9QlFj0/wAeCKto5wGc6Bj08+fFLbe09bSL1OQ8zAvEXBCk9fW7JIstxEPpj
01IQOGn8nYBmT5q8hSMaw4uP833XZPykYh1cAVP5VwWq5Qo5nj1NvXexTbdtAEt9TEcIaztbs7Om
1bsFJnwAgwe4D+E7MOcH1iONqSPqpbLh8Ei8rIhVA5Yefqjye//z4GXQ23ngjIfAh7gNrOkxzlJA
Rp0ibyhCwXZs9gD/izh8u70fvnBzKp8nFQCqz8w3tsjXtIVMZxzYgvDVtDuQ2tEOuF4fhNXFBGP2
rNL2Wgu1BWgVn5wGSDb384HFsHQFQA94bz4luxCozr0bfYqYwLwnRkf361Bdm2zb6LE9xK0GZohV
UzK/2mJZFaVtJ6CakFle5jD+GgHSKvXgvatucadq6KYHFlH3EMQt3eVIAQRzM0BEBDaZxxl0/86X
b4j47pCq1G16NogD+Ji0sBBeHsC+EyAfNLnwsLtPIYGwWUivE9K1nizwDGQ0eq/pYHeLiaMdUtP4
jngkvSYDO0Pg3D4lMSZT4+lN6EUxoC0JUmQGONkAVD1kQZ3vkdsYbjypX8NFYvIt6qFDZsoWr0aG
jc2C14Sx7kCpgMMQaGgZ5vYAVgxixJ5VW10t9Cqj/GfD8j4/iWZRCnaq/ayUl5zXxjMWYgjkBQJy
yeUGcmzACLp7htg/eEwHLQ4+k7JoqUxU0SMOhQCCwWt3WfQ4c3AHvX3kt6ZTRedFUCClXbKxYFU3
QXCuJ198DBpIG+c5GLfJvAQnC28FUDfhUHF6HJqbgRZE8eYALjrYyqyLy9614T3riSyR7WcPowfY
cJ68aW9ml257IKlI4GmyUzPV2S5g3fOAcqhnQNrZOac13xi+dFsv0apYhNEX5jXLs+Ev0c3u0oBl
+1FN/QukIQjkjQ1Lz5pvKoHMJJrrZdNOrj3FEmKNJDPqAJX6KW9vKpjms6kUvc7jKgadh/uJYWJW
/isZB3utBKRXogu9oxfQp3nx0junh+RltpjvDIliP+LqsZ6XEow0MGpo4Gz/Ke/G5aNLEIPGFeG7
tQuByCXRCzTigAgKXzf1KXRBdN+SuYO8dInKJm4/EGPJwzR9m6ZgeFgMRSqDhhpoAAR7RSy5E0Gq
kU41S0SnebdB8dJDHNXVO4/cuBOT7x9DNjxgooHJD/1xUw3QiyZ9le6D26Na67YAp7OcprEz22q8
Edisis5ubdwdUJ/uZEGt6qKGnOcAve0pEaF/pyZmN/3UvKlw6koIjcnHpFsOaiHJY5cgcUDro9Yk
+RZRCl3xwN3TlHYXeAf5YWI+5LZa8FfQgfkdu8nJM9Kf4h6+dRbl0VNT5VBqA9MTpD4pwFE9r4q0
4tBCknbYN7MDxx8231hHEfIwcyf5FBV4LsZjAEDllA5jQZD//gTdNC8DUUeHtQux17hJkZr7sGTB
xbUNNGtjT0qRYa4Qz79Czay3QEqTcpylf9X+6F/lFMKicyyJAaHm2Q0flReypzA15lnDRfZo+LFJ
fP+VJfgpqNf83FrHvDHri0WRfWo9yCeRdPVMZH4FjDJ+XGZAXO08QtgU9GXj+jwpqIbJCKBBQjLq
AAqRzp8AjD6TqXfPrDMTYHSBBIAEguVhUv19bEJWcLmQcjFj/BplEGvOOrEfcEsgxhjXnwebvfaU
PjJM9X0dL8AXffswLEg/Ac2CsN1WyVLGtcu+3LJkQ55CoV1TeZQ+NE9+A/EO0LjqJTLQTod1ckpr
6e6Ij2Szmplb5oCWRyTZ9qfQD6qT2EkSTRcux2aT2aH6bGMObXybfBh5nO60Tb5NKZDfYJBQvoQQ
YHXS954AIbelvzTiI4SL7xTk5LlZcIkJ0fgxsZAn6Nyjj7CfkNsLpPFJyI2AUYIqkJ2rn9fGmzXS
b5Y8PYWT6jZLmi+bqU3ZZW3YAIKjq8nnFcGtobMMPEo37TB8D2Eijx19sLBeB+G54cCBv4JPH7Nt
lYBmJp631WDaIK8OkAXJOg41e6D2UGJ1RVcpkLqjHcFnCQ8BXgRg26Z273MP+FPkxfsE3NchBuxb
ih40XlfnCIHATB6yL8hByx8tAK7SyEztQQeYLUwaKTVeP3AOyDm+wcNdNIXFmhn3s8bBw++J+l91
OwMmrO2PvP2/uv+1/65vdTfMf97O+jX89y5O+nnRW3WCv3X+pVLC/1AL4em7GaT9H3b+rVDC199r
qPyzNsitjgBeLPtb5t+/1En4o7rErwIL63k/KyUkyX/kKEKLaghRHkL0gEoEPwolBCg7D8uCKgl4
HeetHiDSMH/WSUBFLRLjBRzJ7c2ot1Lb5keRhAC1afBOW7zTJghRuDYN0/9LkQSof/+WgAuvH1eH
Xg9vJECm4q0C/t+zFGXA+yaYRPy9I/q6xs6uk+GmrZccOXHIVJ8gSt6opc/3614/84Ife8MbALju
lVL83Pvvzl0vtR78784N8s+M6npDoWA+r00mZdcC+v5nH1OiO6e35o8xDtj2nwd65pI01mGpX/rL
r0a2+e9dFinvDM8j73KC2S7VBVmPFKgUut3c+NtpqtN9mHTRe5jab6Kx0z11C6T/9VanPd+JZZo/
xW0HZ+oWKVO3i3NuYdL8dIk2sloqwHtddV63kjavzk1Fk7741RcVRCbjyAGI+3QbpdUMloNwusmQ
J4OclgChEiqpBOe1XyfDPWIZ/0srGD/MPGoufKn1Rd6aunIpDBIynv7YsXbXJmHIcRat8EyxbraH
nE6IgW8XgnzCA8cNuRil87hzZMmQhdiPSFyusrv6trUgrgB9F+tNG+y1IeYt9zvvwSJ/DgAulmfX
jvoO5IC+qzyBJu1mAP/IWbZ2okj9iBRE0y3wpz2x9i4ALHNHWy96DjSDMmwEqbLWRkBq2nSF7PK1
U0gS9Gs/Hp+E4OYEBVeaxOZp8KV9wn1Ars6Qw7iOrc1trtwWHHpcuwly057+XyetF5LxeCA9fIXJ
EXAiMRvm8yr9+NWsY22Yut92rGNj1L7+/M8zcjfz8RBBEnrfI4/9Gem7MZRvCdKjo6R+dmYOinHC
WgdSx+47YWFYgxDSl3Qa4Yl3yHp3PNk22aKfQodILfZE/S5kiuoPLh/PbQMGW4OCLPlk+Nu6Jf/a
Mkjw/DH2awuvWwoPXNbJNpA9K4O0ifeAsYYaAgn0JyQC7qnK6WEMZuAeSw0u0EzQ8zvRgN0f4fY7
P3tC8lxfjJ7i32o3bW1Xq0+2mpGjFEHVHVsEWJSIaFPZudpBkR0Xqq1oAOAAPAYeer1rAdTf1TN0
zH7a67v51nTpFCMrqG93644eUHaAeYM9Xm2hbOzar+ngAB5LqGPVVJdt3nmnW7dpRmgodLp4JzLo
T5ieuKG/un0T9Y9gYQOyqPMSWwKWS0TBmTcolbGx0DtCzwqZyTr4Yz83wZekVfUhVTHb6tqDbhyx
QLaPva+eVe4KLR25UwCgMp7K5Q0qAjjLHaNZU2TUQsUTtzOIajE/5OABfzRNtMEZ7PcR5OIVuoNi
uopwqJOudFE47yH4YI8aQVgRQrn3lU304Djgptj0d2nT7cXNjqwNrF51jm92ZO2q1Zj86uMPvK8W
6K3THnkBFsUMrnUfpRssN8sHCmVzYsLkW41krmiJ2bvK8mnrxxW/6KVXV4bksh+Hjs2CrGWl339b
Cn+u9L+X4MFrvP9YXXLUqUHue4LaqgkWLP/PMh6BYkOd1Nl3kTB5ZLngYElviiSvhUDJQj8ki3Xz
z/6fh/7W/5fNP8818yIQebloC7bTfx06+oQ0V3evGOOvGlmxyijk5c7VVt7+5rUJEiTwVJ4SlwZZ
aOuQWtnCdTO7neGQS7Jdj/t12l9n/BqPwwV8xXrG//4ZXdNfu2Zqnuesh6Z41NMjC/v+UiUINuPE
tp+pGE/UEfqmco8do6xSO9pn7efxbBkVn40CnW2RAHBAeRnz5nnqqMB9TYt9dnRpHrzExk+qHq50
TocPcxzXhwVvM9gGqR0+NCNia9Wb+l7Fhh56iiwIVBFRCPTn+tNYmblUvu8uY4MAQglky93GTeaQ
SaqW6oiySc37MoC0v40POU+RC8/DfaVE/Smw9xOC6g/IXfUO49BH23WYjtHR8pa9UggUzzZCWY5q
AgJMQr75X56+DGX6QCjfCkXdPLcoyVE+BBYvwlvM4eHgUfy7b7NwkhmUhGPfeCAIGAosXdwXy6fI
X5IS2cPwGdqKPA1LhqVcI+aReVJ61JrLYmbyVFPvfcaEBaqk+WaGUvfSE19cVNv/3FrHvEw9AACh
hz/G12PdkDhTrMf92s2T7gGUJn7xf3O5dcw3fI80ZiiXwBa7YZguvgVXK3pgB0ov9INN+H16m9xx
FT90SeS/r4eGNYKg9dBxAfvz16E6lek3KJJutTSC96Sa9TaA0GKD+hQULLQXeUvbPCAd+IgpuZuQ
kINaAtjyZSTA8Q31z62/7/3zOM+xnYMq5ce5v/YCsQtOYT9EZdbk/sWbl9+bvA2OnCT98Y/xX8eK
qvUvazeJ9cU6VR2YmOeh+HXIr3PXsRhi3XCS7rCeuu5cx/88TeX+kyfCaeO02FWLnF+weCJ2R/mZ
D8mMHHdms+kLdKnXRVAIMriwkPN7A5LfWVvYOO+fAqZuAo/mNeCO368SkL96y00fAjDtNRwVv1/1
ILd9ay/ESvX615H/X+ch+f+3q/z6PIpPWHt//4S1d9v3909fj4wbmR5Fi3RAHrD6mrX/Tdl3LUeO
M80+ESNIgADI2/ZWLXXLzg1jNYaeAL15+j+BnlVrtHv2i3ODYBWKHI1EA1RlZgH0OTAiF7lww6Px
maPbAMkITISZO+fO8Dvu34IjXW357ydZ/KnOBSFbSikUj0A0hJKK3vT8+SAPUWyRqKLWjzixL81U
eQ+eSJJjnQbd3DzRWBJ8b7HZfcDSJ0ah7W+/B3/94e+muJ/Lkox6CfF9ELH/Kd74Ufj8ngV/xZV/
9ptsAhDUy51D8HHXXo+0z57qcpnEHAmgqLYRqG9qM20Gc7eZIxOIryO480ButDPjvF7cc4JiDrCJ
vbAkFsVllipINfjFvtSCYbmkNvhyNF4YE6zX7KEBJdFYkFFgFxoASxsPudzH7NvUIKkZjGyflU19
6kmv5k2c5t9LhqxzwIdvOZbJy1sEZz8Ctqs7j28FpemscTgWWTdb0f+xGtAdoj+/jvVfUW92CUHr
QrT7/vpXVO0oBd5B3g+QTBwGYoODyoTZGErkxFtiPRojTTc9U9ajirm8gEPV5WIf1El45LzCqvDD
VIGNHzjpg+usjxrHgx+OCxvfGzaV5AAWaLiplQ3RD31Etc8cGd9tVqrAWt/izFEf92enmJDDET72
IC4ZVkjWAwE5hb8HMyFbf8Cm8G+fCZnwkUU1ABMKwEs2q/R5SBD+voyJNoF+OvrX5AqyJBB6/JcV
F//nkyJ0E3VovbkMfbqE/ht80k0LgdW37CGiP1jRhPNaS0oZXSkz8DrGnWoOG62NxlW4pE1c726u
ssAfJos7upxi5oJNkbp3aZ3NEhrVR3ds3TugT3/748TNlv7ouPMvE+aswc+wsyXxsml9q9nKKdYS
WrIDiYPkr+UQO1smWX2qNbCR6iPtly4fN9fYFNovJ7dNIfPWkaeJSP9eiHhf9Yo+0XT07vUcWL2f
5mptuW7/KGU2grtjldu6V8neHCX9+Pso+zi6zd6Owl5ApZDU1fq/32LQ1vrHA+ChiRegZ56te627
X0QGIxEBnDfa1Y+0KabaXQrlr6poRL3fK+8VZFu2xrq6BJjSM2TCxwW4tv48u9o62syDrD/uelFt
x8IDsCiPWLceffnpMmbCxMYc8mJQK2xmgaqgXCIn6w0KlmepoCw0Q4JkhALSrArp/UCK8lsfqBD6
FYV9sYGTQg3MCo6lshMk9Yty6/GIHlN8NJdOn1QXmhfJfIRQzDd9xSgVYGBVBzcI07NHo2rtWoqi
aF7m313bXpdDP77GXR4AkwFkh5Px4N5EZBXvkU9PgMYx96y+PQe3tQ/C3LN9OaoZo2G2MkgNM3ML
lKTVeLCumEPqs37wB3nNzrqlH11I35JF7Hv1yiRrPyIgbJGiDB2cS71/ZFNUQAwpiBe1No0vzkS+
Kn2s/YTZcYYfdoGd2oMJND7LT1BzcpL6wUzcrpWbjWtB3JlTW83OLSMUTb3irg0H7If1kQCE5E5B
i23voKD8xW8izKQ+04TeTmL6zEqf+XFZE2H8JozEw/WyxvXl9D8vW/vyf3yzvX/c7Ixw12PMQ3c6
vPLpl292w2M7GdMiQE9pXbETXM7aqcQO3cY2HaiofG9MSFdC8qBKpoWcsCcEag/TXwITLxJifg03
QYMOMpG3cHNJY5pLeoqdwOHOV3HSjHexC/WfWROgFqr2xjP1dLxLjVuoJFiFvQ1cED7qZHabR9YW
gisiS9eTE4931+nfV3GQRZpVFdQeZbhUlQc9q85qq4MDmC1qw/rQDLWVBfs8XBrDBkPo8Cn4Fjbq
mcj2/D2oo7FSuJxxXQ+DNsYHSNBgFdSZBEyxGFcKa/YZaAPyaHxmYMgsoHCoY7xeHJQNTDyPmui3
7xYY+c3vKxifr5i/++/XnfhTwtMVyAbYLhRqmaNbQlD+Ze/f9oEHlMQ0vA8VMpz2rBgAHeXuwI74
Pj1IBrbPXDTuL9pF/n5K7O6CdFW9SVHoBjYKphk69ciLqTwbA2i8dgE5w2BlzMgpoO6RsAdjtUHR
Xbo4+JWCVABatqXukFNyr/v7cUQlpe+tvdm7X/foGRBeqwilrfktjprdu98Gy9JnqJHvzMcn97FC
SFUGxQn9hYESw2fTH/180UCvBul+dqSZvJikphlUmt+HHQSnjBWMYgD9R0CDymRBk4rf4iWACAAK
NO7OTQa6MEc5H7zHcqwOvd6fGr87pu7OB0v8sfHUVz/tAVeDHGs17x07DP7XF8z9ks8REFW2Xeyo
kdLBRwciCV+WF/6UMF811ntap0sIuiHTYVVeuXBkO0CUCYuF2/LAg2jenQcIEtYLMRAndGaWCVAz
KBfpNP2ONz5z5gS46133HR8HfdXbtf68/vUfjRPxS+C5Toe8fsj10IlzZLvl/XUZqNeCyKrcPKGX
p/cqOWhW+oBH7SGFZNjFt8AGq13prsPAZ5di4skeQLcS4EDMDs7ALvoEFzXg6wlIouMEACGzui7W
ZrkKaBSEKQE/3xgzzHGLksyRGwOQjoK/Z00x5TZriilm1tbBX851Urt4knmfbyc1/ApGkt8DUF5c
ByvsfkwqdbbGZSaB9uq2Cal+5U5d3EOXY1oMPqH4n+SyaMF2BStYbwaSrk7nIxnZqRztdg+6p1qy
OgCAChzjKojo6zRB2S4s5ToY2miB9UJ06UoaXaBRsAQMyDoZ1wC2DvYmKlr0LMGype3J0m9a0Nis
uJszR/ooHfreSegjxcJwhgRZtr1NDKnvHiEuODdhN7+5SNsU3acJpH+nGSq/WD8CIDDtuwpEc5Zi
gZ4oeW9b/HuD5+p17CRoMI4WtFNqfA1aeeKt15/TKPof3zbni3yqfrdxtC2maCfgQbkW+c0/nwOv
ROl2rLl8r8feWxRBUG2bvL1LhhFqvEBTD0eo2w1HcwQ+Xr3lVX2H/RxILCZYm3kfgMXk03NmZ+Lo
yzjfKN+Pdo3V50eRTHwpiny44MsCsYA4zv8S+QBZQMgNzyotjtSl5IcA7HdW2OyOICd4RBK/QIbL
G1FXwoqknGxw/3g2FvcFUHhQ9lm3eUBmUUfS+CcpgKUoxiifT/rTcxs46usHTw83H/jeMxtS4NCc
9p2lj+Vdc5Yd3xZBtcmBCX6hSQRMo3LZlmUWfWm4dwgI5FzbbOzPSRPs8bykz0qcIFmTHvCjgEP3
MXhTNQKb0TV7WWfOxkxUfocKEQnt9XXbjMLTY6bqYH3baJu9+c287bs/Yo3LRHBLLQPWNdtaheP+
NkydGvd5lm/yvCEbSkNVzm6zV1tEKFgBL7ZlwHucJt4vIMZZHqm2jKvBK2pvN8PRWLghf/s7kFRX
Y2IDz/DhMyGo4XyDxkm97pHjrd4TCrHlvhn4lhYc2y81hm85LegcuctxL8e8eHG0Pp32yyCQ2zFK
kiUyc9EblTVyUdCKPrl5wR8ct3ni2g8wHaqVwIOvC0sUKCIBf9TPgnJwxn039PxSUBk/NRJgf3CW
XAh7aMNkjNzIiz6MTIeF3aewMAZaFcj1/14tUBsl7T+yA45eIwii20vjM8P5l0L0QPsCFMWJvucR
nhdI34N9rwfLm5JVOQIjdPO5gFF0M4JE+DWmyDL7gCePfZxlYr+YJh5iQMUMog/dSpTNJbKg6g4E
KhKjehiZPQcKbri7uSBkZs/GkhQbIETdaxiY0OmK27UHaCV8tE+dBSt98Gl9D3qDA9QQnaH0H0tu
2UvIUaCiq001udUmvaJfYSZjgXogKGbA9sIEH8E5dbZ7NFYaTfIxZNcTjSfn3SZIEnEf+vH3xM6L
fc6RdG7BA5+ZEtioNyBffLb2QXbhc9zNZzFUrq+1ti/ntdQDER5IR8D+w7c2zdPnuuuspUMiLK3G
MDjyCbiujKX2G0S1t7bT8h9/hqYCqzBXh7Ky6xbxMPRrr4oEKi9ddOfpoYRYzcG2odIBft4dZ2Vu
z8yssXsPAEmsL7dWRaASaXx+x0BKtdJmTiNoYn46D4qKYp15wAGUUQS1y6n5BiCO/ZxwfNMBmQfe
XpuV6t21SKNiacyaZPGSen2wvgZnQTQnGSThjBla5atgUXviYeU8R2k99yj7CYYriomMsssIWt9R
cefVrOaMC7W5Pfa38QnKVOIQpu7ZHSXqnGZD5oDwM1MOckm3ndptW2ZmSYm80Zf9mhXYcjsAXbjz
pwBvnwb0w10Zu1vwJUFDJQDXqrHeUz2EaOCHgiGOJplKvO38xc1ljkyYiTCmGYA5htZ4AKASqu5A
doWttyYBuKpSxvErl+CExNM4HdM+DJ798RSJLn61AxbsJwgdQGQFJvFzdyE4ZOWNKZti3xUOVMGr
5C2o+V+pM4pFyANIHUUyf2oi6Lhn3fjN+GPtJ679r36BV9QutqCjasqhA4cYkDFNTdRUQ83ErWx6
87VTs1FQdrBqmx4DKGyt8PGzUfSGeRugrfHbDGwG5nmJlgJmNkTuA/L6eroqSXKc4m2gSnpM/KRc
hoOL3gIT9Y5AmrNZ2PdQQC20xG7Eg32HzOSTagPkGOLyzQXfbZ2QrFnVk63eSuIeY3zZL54b+dfT
Jx325XSoziyMH1sGdwkB00NcQtH6Bn+gUiXQsxB0Z3xYCTinenLwdwBoYizAy4V6TLDy2jA9ifYJ
miYgzmBXjpUkio2LIbYqyN2igGV8aNOICoZ4QsOAP8IK9pr2WCbPImX5D+54npDck3MHPNFFSoDV
ZrSNLrZfBnqy1NiHoOOn//5COExnDJCn+7uch2+D4wEixW2HMs6wBflz0SVyCHZ2Rae+AfjdzXOs
v6BiBFHGGY0djNdjHjC274Sy5wANunNmpq4BZuo6VEytkz7OZih+lgDtFtk1EY3ul+Xaw725NOtz
iGujFYJVZ0uzeued/D2bdLl88PGoGvyCwTOYI5BPnyrRxtub/waF6P+eNPEGE3EL8+3+KZnqsyTF
DHjE+CkF80N0+fSKHi14puLcQoqrGl99qMXOfOR471K/v4ZZk+iOOSidc7PgwerCXgXMia/1MeO7
rYS+VDRuwV+WU1/M25XxnYqvVYzbRQFZPDQUYhJgwt+ZumQe9w+OlfYvaEsDDX4Qww++lfoHKxwj
iPMn+WtNq7u4RoK/NQniImzCc4Bv6cxRTXlyQW659MTe4as9ApDM8k09VqgXaNOEEUCZDsrpIMoR
jCXS2kN+f7uXwzF/6tRg7643M+Vq2NAcGyITYoZG3/gRl09tL+3dzX+LNde8PjQWk9frJXKM5/UE
2SfsaNIzMtHQvK0ZyGc+S85mgLDDtyl3x72xgt7x7oP01RjmnEgEZEsbKHTcfF+uMxRoe/HfDxDT
qMEvDxAlEIDzATKiOi33ZdeSDmmdBwBff2siku+Ql4uuQP6hHvN5is3HgtWsqEEMBLr/36bNRKPY
Ww0M9d4kXBr/1EL+52yMFHzTBQm8CBq+SMYA0eoc7WA4X5M9aWr/LKUID13lsc3osHgeDAProe3c
hgtaKrnowVXdlEn7EmPrA9ok9MebafJPzO0dgfwhffEKN9kZH9d7S/ScQC0uKNfGmkYXnUyCCdim
Hi04zqOUtTsDrtt98KJpaX6onGCbakNDZGmyRoFsoweUqudchv3FREB7FgUcCFtvjQmhSm/X66yA
MR2auTPwivt15k4g87uAMmO1dMfVON5NZYM8oxNBFj5EV6V55LUFX5gpSMh+85XnbsCmmcDzCqMN
NJI6yMgPzjkSdbeYkAk4hym4+OCHOOdE+2TgkaNllu0idXx8I2OU0rPonkUEZRM91CXqS8aPTd+9
sabYhhhM4u89nor7CZQq8+qoZTitOhC71k7Vh/sW2urbqAgemmyojway1pACAry+FmvTr3QzWHnw
kKaiPhrrFmEgb+asj2uYiDgcRuDggey5vRfNy444dXRsgh9f3MYUHYmOyGsY4/bKNO9HMxe0P24v
S3NUuseu9ip+pz9WyksgSINa3Q77RoBhEtajqYcEWMbLBiSHQPMabJY8txAim+VNKf8q8+YejLfg
F2/eu2LkQEE4agnyN/lRN863Alocb2HKw3mBgsdOEWyoiSYvQFpVHBMBnUOo28lt4aQPHpS00eBB
+8xE4V14hDVgZ1t6Az6EkOPvSLi+5XGGIltJvzviLniAGK77/eMACgxXDxiBt6nGEScr6tI9tzPv
COkucM/7CnmollkQlNdO3wGCc1FC2XpV9CKGjCdjO2UP8SxqG6jK1S4LF5ad+iuzOMDbp3pIxlNm
eesSILbD7f0n8NtYYb0HbRezXujqcxN51lI4gFn2cZo9Iv7VCdz2vY1B3ukcFHuY69c7YSu6LCvU
kMBpnZkI2YIj3VRVesxbtLnggavmaSnI1vIkPrqeD50G7Fz3lR6MeRuq0obcWBZtb66Wp/2aAnU+
PTtVjY4fAiBaF310CKqR9wMq2feelXBsqSaxhgQ8BK0gjtqtopLbczPt6kAoFkFH1w5R4ERzIC+G
TjHtqL9OsmraQV8N6NgUJNDWAf2qc113XrNAvJSCfR8mVvxUKZ0JHzC+2RSO6NtQDe+pBSwFaetg
MSKDCp1GWV2kFc18QvhDVnvlRSZtvIRGdboykzRuxCmw/JWZNK7QgfBGg+wVlNhxumVn/Z6FDBv8
XreSmPrsKYOg3RGKt8VCgQVer8razpdxjnJIlKG4YrscNRRzaJxmSPX09QgEHjlTBYovtxhj4nXL
1547WKCXgnMzG9wKSoFx8jrIwT8FZe6fOn1UktgCcVaNaHIBs0/lsAmq0Jph9yLmaQByd+sN4ysB
p9UfxIvqCNTyBlVD4RgEBBD1p+epsKHNw0hyNkNoPbUBOIMWMpRnaKgPe2esvt3maQXdhV4NZGF8
xK7/8uSQYKEg+nFYo3kGKiWhAuMDktE+J6Bl9ba4c5xRa+cCX/kvESq0nRV6RbxSbM/OIeoAVOdB
jJWw8JOl57DSQMlZR0rHWt4sPQd+afozRzFjn8k2uW+Bmbs+b2WGDPGAisB1uW6Ax0Xd7QMXgL1A
5WjV5VjPzKvnVTWBumvV3dl2ii00BK1nUH6HQ0kzZ9brqET1kHMpI7U0s1B4qRdRrYAuVoAQmEsT
mWX3TgMdHL30N0PXd3JdBcnvnyAJab5uwhT6LalHD8NEzm0uQAmF9jTUSjlKvU7v1WczoF4K/WLJ
lk0AfRIDXKlqVMiiuEGmV+Nhrs5shCJXR1BKDcIEnzBuYW9G0uJeaXa+D+b9KYm2xnNz30Ijh+X3
ZgK9HwYdCv1CEBQVuBEb9MAhS9SKasgJ8+xnDXCZllISOQizDm+aJ5ahpxYoahNIVeAECguUrzkW
iZAK0CAfmsU7H1T+JzsU1a4LvU9+qC0laG0m3yFPR8/4+MztjPqPJtMivQDKtb06GysJxKvTBcE1
L0OQBAWHtpQ7M9mFjb9AIS5bGzOmvFknsSALczUOvulOEAtiOF5QrzpHJkhp+qgVBxU72C7S8JVw
+KyH9MY7nr2HzknDJygDeRsFbvvKjmV5HHU5BLvpdV1Z8Q+RUS31mbUX0DCtdYtOWhugkLpzNnnt
zIQkKbItQIF8y3oLf5EuAniN5N3/qAWZ9pnyj90YFbYQ6NwKhTFGnS+7MQpcZ+j4KvsGUv2Md2V7
71CrPkNWId2pOgU/CXW/s/EpUTt46Wft2phmYqLi61mD5WwgW91YFwiyQC1+7g0+eoSB4/lxAGxF
/kDtkCyRjQIkQFBoIZghyFmJjkn2X5Nl1fsiFBAeI4LUe1sPJsSYLmiwv2duJ386x1xnGKu3/158
Owbc8cfvS+A7BPYPcNBApv7j91VXdh31Oe3fSFfkqzx0kpnh7RpGpDlSUYbPemw35yoWydb4IK0l
jletGdQBaqjEUAgKa2eLBo3HHA3IDmkHwehAhtiMcuf05agjGbn6ho+j//+4nlSrhoWQ/takHwZA
8CxykVgz22Jjhm6S7k0Vy5ipOySfTDN7C76d20hIyXwJvplhjX41kCsI5vbgiIMnpTx5Y7qB2GR0
MQPy9VBW9CldIwELPt7kFycu6NwldvlepaOFzjBFA0JxRzYQB8s3keem2BdQClmIjv+AMlWNv/YP
jn5LuqFRslMOXslc1WrmDVnxCql0a2lFg7M2ZjGIR0uK4qEgKEoDnXdHfZq/xpmsN5HVgmpgzGSa
ZrwPxmOfdOMzLX4m+VS89llR7Cm6e+KGxqXBNIDuJMiQOzM7uujMFhXVUxzbA7YT+AnMxew8Dlfm
J7iarv8ova54aP2iPNcdu8vDCC0nWRJvWwDrFhVkEFHSUGDhQ8Ri5qVl/I6H4y32JL1QO6FbHjsR
9PmS6psn3q1GRO9fTgxa5+W/73/CdWn48/2PFBUnAlgQqFkR1zPgqE/ItAlU5tLy0XyUD1iLPLuO
567qKIEgYwjpwq4N9pamPEZd+RCFobs2lvGjsiagJq9njQ02DTLvgIFt+t7NtyNPsMeLXCiiCdKi
LSo6TGypVnkqS67uJW/nYZWNZ+MqJBjKnQWZJ2OaCZf4F161AAzqkwTIOQeoyD8ZywxapwjkLmRV
OkB+0aIKvCUxoYOtbINpOSSASmKRGc3RyjE7MFSuX4YYJWwvH5+ApAu3ZSJAaO861mg41DQnrvAW
5iG+PvLmUY4buXbdah+CZQ21hDBfJz5aSbooel0Hlbq63xXLPk1EOsScIfQZJrhQ/N2hAZ8rX4Ef
14UtilN+Wu6bj6PKzBgbgAfPg2q4+D4oH4BvHWgN9l1j8/sveYAb6d/kBuJxNgHFdjBuowpwSxk0
JCxRZYNAQ+SBYg4GiPUcJsE3F+/+k7Ha5pS50nvKSZA/2CI6oexkPRMIsOxt242htwjFbZCU4jVH
qrXugU49g4BTnPGuTh5q/EGi1GYXdKBklzLqJXpHJuXe+HJo2ssmH9emK7EVWK1W0er2fkY8BV3B
v21zdItBZzGszvSAbd9dhCQz6ZwBLaj0Ji5C8gIiverJ1NxNld0cuVELnV/pA2k+KsSFSCXf4pgE
A6y2kgnLA5DsnZixOSQNCPTuYJrBbkJ2Klz1oBG9u7FisdaBSINjBU2yL2FJCfbwlR1nT+DLp3WF
Zpp6AI0bgkHjvTGQDUTaGZnlZ9mSaYvmprk7MzMi1tIrroO0rT7Lx8209xo08QNW6zzUAo3x+uze
WNAlyFG/iPXbKEGjVQw5uP6rCfwqLC/+9rkqwlpeefM87aJjUY0/TAvnlCvPWFB5pk+JNX2yUHO7
WnVOyFOaBp/mjDIFUq8Qa1R82rEosXfmqOmH6XpkfOBh0pndZwDotxlkq5mndlQ6Acptoi2y2fXY
ccFTzJOsmEF5imy9chy3A1qOHYgXgI9njcEd6OzT0kLd8yxzSGK5RdQ8FQwyXUGPugW00X8m2E9+
h4gPbuehAQMgTmZuF2PTUVfVDJTyHA2Ws/aQlxaY7FH9K+CN91r40I92lZM/SbDEoBEDMtJ/v1D/
wdz10CrdxuYRL1W8TDH9BYuT8iAq+rIWT1GDVobm09urtpxnfZLtTPp6sMBUVZCU35lPr5k12n1m
1kbjoOvs7VwzS9iwbYlUD/92vrmcOSEiQBizqiLjvigH4LuaCNKAf9IHeAvIPTbDYPhfk1jQsewP
Lolr9PZr+ydVBRUUN3j/5GLT3gLsilbGJ9eN1cvkxdNuEGiIZUxkCu2lF9IRL0nM8lAASl825XGC
/N0LY3JejmW2blnjo2l3xDfg/pRr1hGIVk8MTY+xERybCcJ+ADxfkp6xTR3a5TpsEvFkdfQcgyq1
CZkWbRjKnQ3pxTcGwdcF+sk7R5cWZB/56LLsS9495zV/Nlnuj9C8hrajCRVdAHkSHer5w4vsFTo3
oD3u0fVAS15A3HppJ7JFA54Ii712DL0jQQn2SJveeyf5dOZ4KN9tWv4U0cDfqMqhu5IH0wtYa6BE
ct49oUuLizUPaS9ZUoyLskWSwraabumVkXsqCjTGAjAYMrCVstdDi55CvHfFBsp5/s73RL6jlhy2
ou/tvVeW0OzkIAP6sYzX7aDEnUqYBYESdGAhgAWjBNi35yKREJaKveaxrgj28qToITGmFajzwXmN
BVQfatWjS8g0veJ/Un3HAuAoplL8ZH2+clsZ7UIUbTZlj/9O5xbZaZRj+VCo8n1IqPPmhK69qEOn
3KU1iJAOugEYfz40Yl0BCLUaIOkMtUu0uM+86LFvTwMe7u3kQ/ZOgSoNplQdz1HUSr+7UJqGtFP7
cyy9cNbyVj3FQRauCLMouhcU4dELWQ4RuTJ8SXv+3PtT+9NKk1XbQlCHy4RsRuxp5pKm7RnC33RF
W7vbC6BZ8UIM1aqtInVBd128LiOav0PRf+WoqtmjoV02F6ny9ij8i+tgTI4tOdYgDM229YSDJjLV
zBzaeYJDE3Q99PXptJmKfYqeRR+XMUdeDGUMYUP3glh+vRh6u7oL7JjsoExFViEgbo9AxxX44LjF
Txq99ZC//V5gnzgfqsJ+IOVUbKzE9TYuxEPuIQyOR68U5XsdVnNzDho3/mqJLZ9U7qarFrfenlEw
s9FcAFqsDjoCyQDCTujCjjYPCtIgZvWhB6pXKcZftdPF9MA2rpsfVUlokCCqDwhIEZBPuV7j/+kz
FzH/AhoHvObotDTnMXpDg2YSPrYQjrlrcu+eWFC7NS6Olpc1isknW7s8H1rmDBjktZmE7FIOWCWK
Acb0yYh8HF+7wkZbjXroluDM3dFsak68sZqLFrYKsxRpLKfL0DSB0WWns1qgTiezjvj1qaS0vZA2
/BTWjoDl5f4LtBTHjUKaLvd7oHgJ+okfBgYMpxmMmacj/n6MoUGi0SB3ZHiPDhGg5iJfaVxWz75R
20cXT+ObOB50wAAgFq5PwCpD7f/7e4I8w58LdA+EEQ+QQJRW8XA6jv0FgFPSIp9kUpAn1D9RjFnh
Xat2/eStOfJuD6X+kE++vwZt87el526WnjORjf6sD39E/vM8EwnRVihI/P0vfJwXpxbaTFQFOg10
AcopQdujvOIf7LoDdtjj453xmGEEKGptJehK+2Wi5hl2ASZRjL5o9sKvil2UMjAZdJkODzhabFXB
xlhmcOuYoXEkJBwdyEClQOJ67bzzId0aFWhgCtwSOIDQXBVjHOximjzEWobVuMwRhCM7SLBDYvw2
gexWtSpy9GBN0GzJzSdyH+pV65iXasFTqwTspGAXyLvae6wf0tmYk/cKed5HtFH/OTUkeqqcrl+N
ReCgG1DK7lyXRoCXhvVWyR6afQOED2jDzkLl6pKqYp3mXL7woodKaIvcoDGhhA+J/4o1q2oo1Ms4
oamq5ew4OuDcoQ1kvkBOigB/Lzke857Ju7BaTk4N6HRtWVssFqCCnYMEux6n6S9G0BR2TLtmicy0
99QqcobicP4971BCGSQoIYAG8U1GUUn/lwhkN9FKFw3v1yDyOKtJNShqkDyHStGklrmy82d8y36A
KBL8JOStbdr6PgOz2N0E0LDD1kmhwZzI2H2fSWeXIFOyBOmCvdrKWkUDy7+jAejvCPz09k6TzpaC
o3xVK6g2R3mKJbjGhyKl3s6zCntlogByAfY6trweTac0RA7ii+EB8n4HdJEsQ6QI4lkDQTMs+hIG
5Y6e/Aod9w5p5vS9Ai9Yt6gOXjyFVgJYlKaPYxc7iwD/mfss9ptVAZzxkUVQ4x4aQFnGuIv2wcDk
RnrSOyLdmK0SNN97wF8MogwUBeUxzHm9whp8OtIS7b0kkXQb2tb4mg74BqjBR848qI4D+Acz43eD
elrQaECYfnENaMdxC7PTEl2L9RvMGgtcrWG/w1K0Xkb7jF/4tKcvLn6FEFGo3kLIHSwz7kWHJimr
u8xJg3kIgt67A+WREELjsW3L+dSkPpBRPtnVaH+IH5aUL6nM73Ke8u95lv0sLGihibJU/2vpy77A
0PGq8h3qEgfpNJu5oLv9iQRpBgiQZa0cn4DW8c+V++zRFi9eyGXsWAdBsjRLy7cc4nMzbjXtqetL
+jAQB9Ia8KdTuuzGfhGBhzGnaki3ZiNizLhmn00zy2WzL2P14E8eujo6MUR4ISN3zqoUvbyR7Xij
+fQQG1yu720VE+Wvmqu/6Jh5LxYonvO8R7cHFH9+NU1to0ke+herVo3fIlGcaygGXSrtj4DcXoQu
Hb91hzIJ5Km3kXo3O3qZTvaq1xrAZr9v8gIocA3HmCi25ZlwIXUsoa9XMpqs0ZYGK0sQx1Gr9Irq
dzJd9M4CrIHugI4CIRZI9tAfjB2Esj+EA2tRlRggevbnhAnhiuMUEwgRymGZe8NT4/J7gyQ02EOw
3LODdllAmD9ESmSQmPB6qO0T++iJplwKW2+GbBsdYfx4+NHEYK6SkP0SXnlOAs96haAAm6dJ5dxP
IKvj/e8gF/dxOiTcfp+O39z1dK417Ku4O090DE+tG/QbEQ/FqQYGfSZDXrxWVdygPR7P11ZVF6+R
4G9o7QpxRoj+X3zQZo179AtvA/EESPzok4oRuz+XoG+oG9nNSyw3Lg3yV18qvkeVuJobc7DGC/g3
p0QLAhVVcCfQ2ekx7JsMDWxotzD+EJ17AaorH2kzLgofQr12plZu02AJjpX8/9F2Xs2N60rX/kWs
Yg63ypIlW07j8dywJjLnAJK//nsIeY98vMPZp976LoZFoBugrBFJoHv1WkfA4+8P1z7VQVLcLGpj
IV2uBtkEKSrW1Cw5q1w042rQs/Teq1DZZLmh8qKM+i2EwdUxqMZiD+l1dshALtwY3KA7I+46OELg
0VSD3gW+jPTGmMXDQ5p6/rJ08+Y5gd51MWha9xlxywQOutH4qvtzDrgsftZlsxkvZP/WFgZtL1oY
oz9L+EbBQi1IwvhO+x3C2UejR37yVw+YYi8zZkNDXgDh7Ht1zqYVyGz4M/ehtJHRudiMuSj+t03m
5P48zkvqcNWLXL9U0XjmLCJReOFOIjCpjTUQbggpzpprpNvAUTamSEugrvwiu0dPDfYs44NfVCru
Q7+IXomFaDwohuQ29VLjoEJts8li3Xl0a7LYEdQsP2N7yd3v/Ki1CqFjPVceXG0qti2LgcMQQJcU
VKw3Kz0dXyGyvom8tD01agIBH5G8BYHP4BeQUyhQjV9K2b4WJJdfnC4pV5XbTXeGg9D7ZOjl3vA7
c5MgYX0DU0q0ScNGuzFqLTqpbQXB9BAmL4ZIP8ED0P0E5bLpEjP8OibwdpT2GJ4pEOJJU+XhLqh7
494J0TGpRt365ogvLJkpN0hzQ5wiWaZgD6W4mfOTYq5XkAYQQW9npjYihGAV00IdLfvci/a1Lj00
Ktxx3DhQy27NGYjVorqtdor3NKaiOlIEEy3V1ow+d0UMXI2fx042vQl+9CYQD7XftveiSB712csr
jHSHjBikNHOT4B2RTyX8nluiQ3WP/4akpHLlCpKaotEh0xwRy/8Nthq7fqVAOXUnuxx0A3c1EuDk
CoybNBkouAgcb2uWDU8GNVXQsOy6p8SGCFmte/GlDcr7mF9HsCgh2UwSuK7RobsZjT741k4ahf1B
ZD6jx3FZGCjJdx7UnxBVN17KFr2ODtbwtWwiNNItFYU77WLlzxI5HOD/vE63//Tusw2DALEOgh9S
2D9VeGtiokTarpQn4eUa2CbDWI7V1N+pEEkfGlH7G8oliycU7Uid6ZnzowQXGLTcxFffkbrG/Zjc
sizAPSrzp7JCea6cqTN/u2fQ8F6mTilwhVh19p2ntuZqkgZm3+WlUDufOiD1aXrTEvH9WbfaYYDe
9Uvb9OYyauP8bCa1vivYd+yCQotneWHWYEoRfMmoyA5YlMtBPQSNREHBaUzgJvT5SVBaWfTkBDEE
kGTnQwivnhJB8nd+gkjb79aYTB9t8zhQLs5/oZUBMvdxo0TFiQGHgWob/AOB/p+rD8I3vgmc0Hky
SO2uEqQmS7S3obUMp2QLUKy5cVVBbaY8rTvSke18uFhyc/SWslOkDZnIaXSXQWaBJLWnk8S5SDiM
PPuAifnQFMIaYY9obROCaBNuoA4FioF8GiK1OotOt+9uNKVyjugu9usGao1nqEqQlJ6/8Kw8QsZg
/ZCDMiVikBN3G9Vgzy8HNUnAbRm6xrOTliz10ztdL8MfnRAoujfcJVVQLO0RMAylYF+d1p4+o0ba
LKllsR7UEX0TBHDtUxubyo5iNXWfqEl4soALbMxJKAcvND+FaFWvU0A2R0J03g340HijZLNADbWh
vCvF+NMH3tya/EDA44H36ONnkXjWGtbht0EEwqPLILat1e9Bo0QK1FB11akeXQbF85XmbdPlSr6u
iCfVt0mRAADa9qaXrZEqC6NPUxt8pSZMOwojiQ9TGXssdokyIuBTrpthCHbmHIOsDLVYWNXoXWKQ
0Est5v3mc5laK+iJVWCumv257H81M8697dphUxNP2blW7MzdMBUX58BMPmdO5kOPRq1u0+gv0Bj6
t7JLHmTTy9INgff4+KHfbHR92cE5DC33A/IC4w3qHzUMRdAeyrPrQfYlAXzW6MPxhHJ79m3qY57M
gOPUR1ttTu06Nnha3c3to97b+rO0jp1qHWvvMaiHZq9nifGSTN6GJJ39qA5OeF+H4hG1RpJgZuPt
NPTZVsqkG2sFzbhNUdb5ThB/X8m7VnPHfOeNbndpSmsG16uvjVurbH9Z89ZsAKi/IYxj00VTibVT
Bf4Tsfgfxugox8YbnZNc4IbaJnLU6nRZ8+qujW6d2ev9iuA0yxlEA9ZCjWFPa0LQ1SzV2GUGK+gK
wmMZh9mjNcXv+yd2fUNuZY+zv9Vl3qupH9MRhH8GffVz0oVrU36iKCv3LP3dlTB6dWdPFv8BqLQv
srZ1T20SFs9KG6zlPnPMu3KfER9eikTvHschLLelCx+zTBT6SQbNb2J6x4Sv7CWPz6WqjZ9Anz1d
QDBgvYzVZCjqhrWxc8j8Tjm5CBSs/LitPiOVdg7mWGcflwc7y61XkcD4b7Auu6t8NCI8pWm2UQC7
MXpg+sIFq/IDzWUzaX7l1Dq85sUDwWA0nX6fKMrHnvemHPQCmgHvfPKqdV5VivtkUgHsy5wjcgi3
zj+nvCFlpEdasJHWnjLJqhi/oXCdj+zVff474e8vWuiUneTYWUUE91rjvHZZvW7SVvueFZ268LRk
uk9ZJAEEtN1NGgnvOWv7J+lRZxEb1ih9bsu0QtUlj/Za2lUP3Rx8kx4OxBOl1Y/IZQdUz8x8I5KL
V6gU06hhhtSHFo7s620k7oRjo9vXOfFzNkS3hp5WZ/nyKWgxoDzLn/Fsu7ZaI3jX+j3O9/kh/vPb
31OdP7//Z7gNmR+NRN2fuZAMS2mUQB3Gp8k71Iomun2UgUnyPLOHpTuGfX2kMEKeIcbHBgitkWgV
N74Clqz3N10O7Q/FKRRtE5u4qczBJXuuPiVOgooFj6rtaLbxxvZzosIztFiCjOOZ46aFtzuvKFiL
IDW6sXmyfnJM71PuJvqdbCEzuTDy+ClBGOKs2bl/4Lldr4LcsV4pz/3hAJS7R5lSuU2mHu1wKsxu
R0+piEEM92HbNxT/dT8smGpfayJrYBf68SU2umgZ1ekZCTFxW8SULEeuW9zWnuPvYk00+5rdacYe
cj12Vf846Op0TKPuizYrj49VriMV3Qcb2yOrUPKu++HZzcLgu9slWqzsKr/9NtbwwGVmVvJ9BMZK
aF79VeNuz/XSeTFH099SDpxv7ars7kO7RGtl1F/TzFjJvBKM1eFyFEV4duLqXihhvB+GyL7xc2pR
5IHXJwhFlI5ZZ1InNNdV9b+Q1FaheKLux/scFj5Em4Za37jOiHgDH3FJyGBcG9ZQIYPgm3c1T6el
8Ct34woQBQvYC2Bt6hLnwfXVOwMY3FcNwAza8dBR+05ZsuEZN4XqvoRWjuSQGxWLStSIT01dvLVr
VVvyBBAvno3QYG2G/feA2uk6qES46IynPje9X1av3LMp3rVk51ejQ8XCiJpi22roy2ehu01MRACL
oRl2tqsc/KnI19oIm0Pa9At11hOZ8g5ZMnBxm8Lv2IHn7Z1egt9rAB1+6xJxdkm2/iTlRMzG8ZaB
D+8+dEHtIQUWI6v9cPijLDAfp56yhfQ4wMV/Lw9VpWo3SgKEb+5KFKVeRpmLiPGsYCGckfoDUX4e
3PJc2Xn5BKz2Sas9JBddTX0uFO1TEWjOrR6XzWm0asS3IMYtszhmC/czVrv8qEbBg0dd9z5wMnTm
6qgwjwoBaG89hXb2KmyixmWn1hvZVEb7zi3ZHtp6L247ux0WULPnr6aCxGytduGN7nUnYJou+GdY
xGQFTehxBkP4j6QMZ8098dYvjQlBTMI1s4tswzb2BX75fNX74zOZkfyuSuPnWQLsFq0X7qRJaAfk
unpUNHhSAw3PtgRJfvDeFfcZsqynYXB2VmqG0RJCLQJ6JhD02ajO4lb94DiHckq+kWPEQ1BOv/ci
eMku7QhG3MVI1eTCH/J+XRJZ/sQyplsDvee1Njdtw/aWqqd1+xx+5k3koeoq2kaB/sU28pvLqWN2
bJNYcblLMfcmAS8oV1eWobgt0ag95M14rsbYunOzdsvuc216xo9CQHuuxu03YVr9eWpRNNcLt97U
0etUk9+N2emMXdz8EuajcB3xjFqKd6x8tKCcKqWsIukoIol5pEPh5+9U9HcWJbfzOVO68pzPZ46p
nTMe+jeySxr7osm2QiDCJ5uAm7JbRau/JaSEi8axnupE7feisRGCn5sOEoZE3pKvsZLbT3ALi4es
Q590bpUFFZtR0HfrQR2U4zQfQJO9naH012/70P567bq6XX09KopJbXD13yMdu7kBxfur8kv3MFRN
vHc736MkdMh2kakFJxFFzTasjeSWVOK4MUqjupvc2ll7GTwQQgRnjzfzrsiK7AY+4vYQcvvvuqhw
jwZMqRt9VKe7oWqLtQ/446Gb0ANITaE+lel9XVugDtwpu4fXOt71Zl3v48Br78aoi4h7pfWr7ucn
teJOT1KwBVrefInrzliC1MvOBmnXHUAqddeXXbKsYOdfa0RR96g/xlDBKfMrA40D1zG0rzYbC12t
7Z9umT1qrCGWiAaqZ4HyN0wU5S+TorKQZ+Fr0PMJUS0vzlYedbt6bG9dbqVtortiO1hgZVTHJbZg
h/qLajXfdDuLf+X2CZQmBAvczGeb3POrExrlsuq15gFukG5TpW1xnMW9vJicoB8ozZkKo24W7Em+
VcWwDIs6/amGbLO8nDWJ7Zr5hvLC4maaDOukgyNZhZ7QPptiPBEDcUlUehqP7E2j2hW6dta0Fq5a
HQhTOggni5/UVvCgJGvPjrix77Omi2+MKIDJL+vHWzRP2b5Y1rdYKwPKMtpxp4WIX9kBSyQoi+67
MQ++e8DkFlqejQ9jZgoQ5rW6qfO+eyE8QYIEj2heOLtVkd3rAqmlbmh2qECke2fy7L02xcWR/8tk
O6qtfeeZlbeKxExXNcTebtSj8ZiXwPGHyPOfLNNszqjWHBIqU4UhFkZFujcY2vQUQcCHDmLdriW4
K+C7XNkCaSUJ/eogNgcp4raQWgH9ajp30cFp+qSqff6g+gUh09a6seo+XRpmL/ZdpwVrBDXyVwox
fpJ1Gc6VR2lHYYQ/0GUBvZEg59Er5TLSicOOnmrv+6gftwMSMg+BLhB4L7rmu+3VkHl22k+FlEWl
Rs5zpSIvpWnJqzvW5arIDe+czQcK7MVCj/mh+raiKwsCQdpqqp1yHfq1d5aOnmebWzdGu/PaB7Mb
9S0WD5Z5FumWWoN9di9zXyZLbW0bgGroxfQyKkG4dosyPykBAUBqBlk/90Z69GLvi5MY3iky2F+H
zeNkGNFSn3QIaz2q3Gu0kD1XO5UUqCwn+LWBnkCK76WNvs/7dEQwkgMizGOWb9gcR7uSncLKtDv9
BbrTr0Y9DL/Iz00glWf12fi5VlB2bFqvWAti3zwu02A6KCkPalOx7geeIzt1VOJVWtnoBsWBs/MT
JYekMed+1dLPAGHS1eQiHGKoiAmjDtosMwNFjtg2BshjkmLjqqNzLKoO9RRSco9W4WQ72Xc9aAgn
v7k0rk5czQH+xWoERsKmeXEb0Sxyx4w+9ZC6o8htGefEC9migoUAz71F+5USAQoSwPdABCn0SiA4
055EbbAFJEL1mJFnWlCUPexln5YZ9qKfWoqKFfccG5Hzk1wUKgjL1g/ch8BglRzp6ldVQQQN5Ol0
MBUARgsf7uRonEMTlSJYCCaflSZKX4UaAlgHDjQDl10C4OEBVHoPzZlhL5PBrdc2GHqkyEhIBll0
VMsh30dShbRUlRUiHTqpPc9/GB3xENjBidpoBJxROSLAknRbhFyKe+JplCQjak8dW0vZuM2qiZLa
+tkuxvg0ENcgFNLWz0mJYKeXmE/8fuynaaSah3LwPyrEnZkt5loKVrGLW1UIZq1lgbg0xFXj37bl
d9mww1BdF45IVo5TT+cEHqWFobUDlQnGdL70wfax1VMX7MXsIg3sFuBIUeCAoacUcbJUrZwF8Mya
NnhOdey69O0M7Z1kDW2kBSeUaFrysPhcTnkS8btK1X4DZT68iBaUk4pKaXemeT7SZRz4GXj7jkor
A26Rk1XbvACy+L6tlITbn8ciK1jnXpsGyFH4ZvZWbTn3sq91i4OeNNOuiF0dNiIquzr0jjR/gA1O
zeFUqcZbsk7GWR1HCzXtMLhHsq/ejs6Y7hS2lpUeTFSjjXMI4Q4E66q3VJPXNMhNr9SpxYnN156i
vlPY/0BZnkRrN5YbzyVwW0aJc2j8hrXYfKYl0OdcOmVbHlpkoKph3CCB1q4Jm5KiKKmEFEr66iMr
+gUxgZkRRWk/8bzXlm3sB49gUaK1Gdf+na3yo4iSr2yuSMB3NeD9zuLVMjflQXg6qFrLIzpAXRsm
fXBshLFWiGnqZ6N5iMyGwkbVhnrF5wuGEgHmZNWr071v64L6DU2JkKshHmAmVrqKJsW4l4dqlk1l
tdVttEB966tb9MXqQa/2Q1qbFz+habck9GyEzi1vU8I9vOoczTy0EZEWDw7rJy20mwfRiIUKCe6T
6fRrL1GV+3mh7neN9mKAWD0SIPAvTavMsmU8CqSC9TKu4dpFAaOE/n8LBVNKLrb47vpxgXKAEGhq
EWkWrTncWzBpLEcvRaDI892bpFY+hQhJPQgqJM2ubp7QRKyfCtBIpdFqt2Wg1E+eIaxlD0c1T1ia
qLD4W60nNOO3/q1VAKqidMu/zWP7hzZN8UuQxfU+Qo1oVXlB8mJTLbM2RRPtpJWKCLg7Q7MEvYIV
mQlYbhPlUXVN9YH3BzAWugenp24xLOyFzUbzxlEmAIO9Zewso0GAzVdtKqaSBsIm0GPUgdvPGaEE
9CtcdUVcH+uoatuy4PWuJI5FiCWEvxOY6FqO1b0+2JZa2a0vYztAZ7ztifPNzqzwmk0xgYyX1qQn
9meOU3VpAtPihTUO6kY65yIlv4kE2cWK1lS+rjsCY5exw+CvHBLaW+ls9K2+qkPXv1hTu+ngt8iq
nXRWI5T4qp6UkPwTkilUlmRYky1iPDvL8fq7Hur7TRZN5dFNbkCfRE8KipKaKp4Uzemfsnr4RBWV
dyrMfNhVPcWbijGIu66FryzqPWqHlMi+9LXa12qCV/DS1UNWcGuSbPbVEp7bmB0zQPPw4ApX3Mk5
8nrWhbPzaOvmwzJzcsESL3JWwKfTmyCg8Juqt+85wamvZRkiB1EY1l2GBvcuGtxD26LMh3j6c6cm
wQv1yPoBXQsYr70hQOi1bTfE2seNtAIeaJbkCL2DtBZm/Yh8cH8OItf41H1tqizY6WGhrkph1TCG
2PWqoW5128QkOdG0gAYJhfPeWqOW9cdpOp+aWlbpy3cO707NTEMLbiR8EFgPPkWYn2z+vEfPBMY7
eMEng1/bvZ8WB9lSLGHeoR/6IFvxlEOBmovvslXzR1O+HVWkW6vw01TDHeQO5OjkrHE7GRsfZMoq
thXjbvTVt4Op7B1FBHfXbhb8aID6wbN0uvanswRgOJIp/mAoglidpbTG7dVZuhCPYK8Dj5n4fTm/
Z8No1Zr2TD38JhLt+OpOtr+aWkDNo5arJ1Un3AV2euXC9UL9e40E4qyCIg/oKr2dpYblcnvPqtsO
+ifSqv0+S4vMWw89BSUfDNJZWkWnBO+sFPsgv2KLhqgEsdfLrE3jLtJmArjXUVRMgGWc8gN0YW+H
mKXCIZ0P8uxquPpdDR/8/oXLdfoJQDwasPOFr+Nk8+pzvdK/cPkw1XXs337Kv73a9RNcXT5M3wQz
MO+D+cOVrtNcP8yHaa4u/9v38bfT/POV5DD5KbV+RFozjB6uf4Lsvzb/9hJ/63I1fPgi/veprn/G
h6muX9j/dLUPn+B/GvvP38vfTvXPnxR6h5rVoVEsIQhhaRfNt6E8/EP7nYlUFKPy1H0bdWl3ZoL0
9jzVpX0Z8G7YX15Bdsqp3o+SvX/pf73q1Ucl7zytr5b3M/1fr89mhq23MGNW59crXma9XOd63fe9
/9frXq74/i+RV0eX8WxVokct+49v//qpPvRdmx8/6N8OkYZ3H/06hbSk80U/9EnDv+j7Fy7/+1Rg
6rvViMLPwozH5rYbQiRzQcQvZTPsZ8oAM29A7mAFo2Ut1cr1V4rbFPo2bRD1a2qPFeVslo7DOIvX
A145UqSOkGeBZtNKmoN+bZooloL5pYJOdvWTl95UHqvAUi/1rT4azsokqbSk7m9JmgHo5SzXdhFz
k7puUs2Nmj0oPeWpNUyJsrxqvOnO28Br11UKzkcyF0rcJv3qR42yN+EHXuZZlmzJSRGPUrPiAVTm
zqzy9haypfxBIfpytLz2LG3Sq+LO3Xh2PawoC88fpJuOiugiJNhykC66r7JEylmaMqt0SMsCDJcZ
a4vrRP/y6rrbnx1L9wmi/sWVvRHmJd3/FuQGEbjcFacJJNaI/jeCZ7KN2GS4HFLvzXw1mL9dbFPB
pRhwKcTbMDlWHqSf93sWq0rCTWFSvKuVVLQYdUwWQJ7KA1FCSEqv7XdOieueQF+O23djQJ7+4f6u
F3LF1F0Ohiqg6YPDH5U3+7bXIudWnqVoV/R93p0+9LMgilasT/kNfRgwtOGxTwLYGv6YQ3rIQ8n2
FhYou99e++RZmDr9jjLInx/65SRl497U5WQfpFF2OanYZOoo9pUmLDCT5AkRcrL4ihB/t2vv0i+N
sl+eXQ/A6+wb2ZwkAZ48dUmm+HX8NlYOa8zIX0VG3aJ5lg0bIAD9Moon3VvAr9ecF5VGkARRI4Vf
LRBqwnb2sIm9oj2LQG3PtVY6B6d3n2TXtR/6rScra132GrjKQwYceWObQb8c55Gy73INOdO1U17H
dYLxch1pUMvpc1bUzVaW6cozeKDu3+p1P5TuQsLnlYuL7XIua3Zl9S60sKAd2pUHL2dIDvegtoaR
QoJdZc1BqRSbc19R6/84bzWjVpfS3W/rfrhpNR1J5KbPkPs23mqnE6XzXKIbVEdfD0bZQNZJNF92
vXP5WHkt7UHsUo79ztVQfCGHy0Js6AsWETz/CKcRszYNCqVR5rVvwhkUgUKk+iUrYAealTSuHqGt
aZAGi2yp7z+AfpIM8PlGdjqzWij1rxYBkFXxGxsEp9FNbgdkjuYIIHfKQ0QWFeJKaPHkAfbuDF25
tr+Q5sGjSYXz7NeSDbv4AbUQa1hPGqjjyuZ+ZijYRG0dr0J4wcMlSMEcOEgWr4Tv1felGOt72afN
fR1F3UgOEaPdyLY0f5hnUOO7pvODfW834tirVn/0BBnihWzHUJbfuPpt0RVDvroYCD6BBxic7luI
uA2Je72HfzkoV9cZujx+m+tDXzjP5+u3H7ptNVK2ij7cd27yJhX67r3ypiJa+9OSGIL27g1zee2Q
Ary5+Mj2u5GXl4zwI3UZAHpaUuEHP65CxjRLoxfha8U2n8Xm5CH9fTZKUblrW5p7kVxGfOiXTXbQ
/Rbk/+dGdO60IPBJ1ZRHEXNmRsrpesj95q1pBu2iAyZylEbZfxnbU42zDKZ6Wl+HEVX3V31ZacsL
261JwSFlUAIyQNOIIkDAWrVWnObVGLssOLS5I455nLMxjZpqH09ptU+M1FUfhEXsQB3cfCl96tkx
kRUJowcyuiPrRhzyVna5oV4sWYwK6EEaTc2Wnm7DVzw4047XnHZHMat+J88ydED1KepO134d6bZj
pltwF+HqqYBqF9pQWluHj02JH53XA2E9/hJQ36tI8ebMwGyOTA+qyt9Xk33NfMmhUEjJcLXrBwjr
vDn2jXm52rv+PK1Ax6CLJyZ9P6VRtSVOrT56XQZRpeLbP3TkPMIuE9/cNhfLmqL+s//bNzKc6YOv
cD7XXCat4FMONFIAXQM5Wuo1hJPyYGfA1yQu5sqOiEiCdHjrKyisKoYKhZ15xGWwnEeEc1CvCt1F
M1tqeMy0lZzRHsKddPk4ZJ6b0toI1ndGSGthVatUd5zBvgOznq/dBqJh/uvsH3ZInYiWVF9DO4bX
w2rSu6pO0P5FzHBjUefyJH0lXct/+qr9ZJGmAfqg6LWycDReSbJmoEH9g2KYhOYMI1YNeNWkVVYb
SKvjAnSQVjm26MhDqp5hevXSZ56lSZ58Uc9qH8TricBX4KeuTWmtZiUqac0KVGVqE0BTo8Hy63UL
00+bO4hKqOCZz66Ga184W0FwaFs7plpB+smDgI35YqB248dEhm8SgiTqdYC8xIeZ5CVG2E5ghGZi
6Xy9djp/KNBXzakC1mQ4Zrm2R+B4kT3Er9RBIQejvgZ8ASQLI6iGRae9VpYGyKocH8dCUJ+nJCmZ
8EB7dXLVIfmp+qcgnVQEEPnBzsPlrHmb1/uBeO+/m9UfdLgxFAV9HxaPe0u41lbzeyqzwWct4A/r
j5EeBS9hOe2Dimh/68bTU1EVy2EmRqN+rrjVO2SjgtmLokXWzjaCJNLqJXrFn8KU0iqnpCpPHKU1
MtV3U+ZjTqKYOdy2+EFKISXD4BUg6J3uQYVwfN+5ob1B7Mr+pEzRrXwPXz1SgJ/7MnKsTdhYkC6b
sFOJRT1Z1Vauk6c4Mm5MJ19+WCtTVMkKfFJV48aK36xvfdISNfU7yzjw+llcluokfHZG0Twms3yj
kaaw6JjNoVWFIm5/N0mKBid5mHJnT3F0ebIV9OyYqNg1mhs9yIMHwKNMwOLJFtwW+qky2xujN1EL
ycZs2Gad6HnIMmDi/n9wsrRdzvpb2wIqOhRFWvVQtp1zki6j7otb25221wG6PSU7nqBU1csBvlpY
yxb69IvP5bpTclcWRXiZxIDe8S4cSXzKT+EAw0e23bcW0lceQE2nK7BNYmPO00+KWy4HVBEelXSl
xggIFV0jHseg1peRQPhW9g0gbo+gon54M9+r7KoKE6qgTD05c5cAnb5JaptV5Nws2fQ9GNZnaZPu
ZkwdqZdRstOqvnkYM/8V7hBx4wWBuBn9ARS6PJUHHu+Kgq7Fb4ePXtVvi/SRTb9og2oh21CdRWvd
mvrLnFefrIhHf3kdLee16vHtc1ymkO0yc55UUQfbDy52o/JGDbzn0KpRFOo88+D2SgR2cFI5lYdr
W9qlpzQ7UGW9ecq2ffW8mKQrCYlxqQXwjEgnOYc8u14SbQLFWP7l1aQne9QQ1kGQiareDHcOBIOr
eNCStWz2Xkhfbwx3vTs5CwEHxeaDwRfpj5B8y/5jfzEcwjLTbuq8Tm3kVJhkcB/1sRS3gR60gJMy
Z+Oxs7yH1L5e+PUk9rIpD0nnPqhmHx9lq4pj7b6zhlWO2sxdMbc8MwjuKcy8Dqlg4Th1nbXzx2aK
ll7XwjLgZV81yr+jJRwvE7eIDtmfHD5feDBDsWmiDJxSVS+B94j72lHDRwoBwFX6j/JgxHYLgsjy
D+nc5zYAVadJQdxlbpKt7+7yQD9Upvc2QO+BMFgICcouStGytTP10MbO/mBv82NfOL+u/pQGAu+y
UbebHaq+GpdBH4472ZzasgOMZkdL2VTc1HjIy09Zkr5dDVakivCl7eyNtE1A3RQGQRt31i2DSzTm
L4uDFRTrKJbNfVFhASK+ts29QaEcXP04+LOD9JJNeTAiOwZHUwSrD4ZrE+0WcxNaNhjBT4bmopMz
GgFSKS7JpgEeewvg46oVzbQhCw91vRuF92rkLuKxzP5klWNNJHmkb2q4waMcT3H/x/HSI4Sc9uJx
vcLv60vjdQ5AwXD5AkL3oPrfWCEcXkmNhN7Cpnjn5CrtmsqMACIBS3yv2zg4xDPGeiG9OztylmNo
DGd5aGFNPZV+A619O55zmyKPLPazrfxMUEwjyWDVx0vLJY3WKNawSOTX8dsqP132F9aUkNi7sd08
VsxfXa4m1o5cdUCFU0rpTVLWB+CCcEsBgH0YwmUazQn/uadQY+9gD/kvabo41X63Tis3Wl/HBKJI
F2MfvM0jDZAZ/3+c53rt4b9/nq6f1KVhwVBWpZZxLBp928e6tW99g/VW2vfGcayYhqVXahxT24gP
AyXAyEIaR9klpPXiI90rinLWWutRSzIPkZ5ybtlUBtQjVlUA4VObVONadkrz5YrSfaAIaU3xVb2I
3Ch5e0qXIzifRWka4w5NjDVSaZG5JKhhHqIqs4Bu88xvA155SEzQ9uTzXdqJ5Yzuuqzadve2rvGH
aE+UT7nlBgnu3C51N0PRGnAd/9GnzgbE0qjMqfVLfw7zDmLJswuy5J973Sr3crzskgM0fj4rfinQ
oszjpUH0mXu09VHZxNlAPYcoj2AlquOkWeXxr5rSIF1GWK3teqK09r/7ypnSKPjq2DCi1fZjqRjK
Up6ZgFYuZ/ncV6YKSnG/rf/shx6sAiqYYKabrj9wY8mmDoxXySMAs/M6TnbJQx32wTsZ7hRoQeob
0LZlwUlzAorPyC+bZgbGeTANAMzxozF3+1mXHEb20kvZtCpK7+FIUgAwT8WLrhGEJwrknKSVFf1l
jok1zTl2wseAYqUXDgm3rck6BoULOytTdVuUzkPj26hJXpsUh+z7AEKTrdJ4F2sAWdl9bJvWEYrw
4TxBk2KNRncDCdp49k0OTaTAgl1F+srpSx5eQ2wnx8l9GyBHyYNrpJehsiXHD1YSrx2gNKvSrVJi
nd24LbTIuC8ptFp3JXEy07KQlpz7fMVsl2VhNxcXaRiZYAEzW34o9fFnF1jagdCwcQ+p6UGNQ/Wk
da0bLYuXkVqx+3Y2jV2rnDR72LWG40UIaWfjIVH0XxdPk2It0OlmsZTXvH6YNIDrOwYWU4Jhv5H9
aeu1ywqJj+1lquuHkWb5AWMnvXyQ63TFi+Ylzj6P9QDCBDZ2xryf/H+svVlzo0oTLfqLiIBifpWE
5sGy3bbbL0RPm3ksoCh+/VmVeFtud+/v3hNxXggqM6tQuyWgMleu5SXasAXUH31bGrb0i5vRkBNw
t7RfpHBgvhEJ0vo55rbEzXGz3ZaB2k+6mPA7hdb9+IQU2jMaKrXHrpL2puqtetsVbf4IJr/vDMDH
H78HjAkEL9oIaRmiApI6+mRMEHkRGaAeO+bKaYqPQ0sNKZi8FHwbkvfT3MoBPL0Dxnopets8FRnw
QGPovQDfaoT7yABdOpp4wPLV1ppEmia1TsjtmieK5mO3ylpTHKrun7yyrX0MiqcDOknxX9VoEDVE
Z2jVgkQMVuiYjwekhMgrVQid0aHlaJKaPZ/HTtKZe2f4AUkzB33RKo6WozGSSD1aoZt9KiPQtUfZ
UKANGgdzMmJtOzZI2E94jiwHuym9f/LcKg5AA9dIfSZFceBARC0zNzSWNIl7uR8kfZ/g3ap0NesE
rWZ0rQuJDkClkK6GYI2SFz8Oe4iQ+29eWx/a6wRpgBMa8J6x66xe+iKdFkaVhM99DziSMVTyOWwS
e+F3vHwOXcgOVlXkQ0WBawvNRs9ub6KjCWUDf29AnXbu07bSNJyHBlE9gK3mw/Dmpb66/79z8zxK
lq7AlrxT3Z9mD3iM2SYG3hV89+QothOUz4Bil6gZHkTUBGQbAbmcVrNbTSmGyghatYKFhq7AN1gb
eK1Wb0Gf4gUZ2na/six94mgxuOpDwy6iaPIF2ctisFaFDhi5r0C9aH/Gq5nxEk5Nt8cfgEOppMi+
oruNL3jkh2dgAaf7WuuuZI9Y0azz0LKRGMNFEt6tewtwog48m8/Jqxmn408xRZArwG3tOtTdtIX6
SbPVrSK6x3YQGHqndH4mr6wD/wlFgt5MXp0UtDBvb9bgm0TnEzQdV6CwyNED9S4/T0a0GuSBlG5+
AhrPvZSNpi21yMbT7P0sKpEqJVvyfnbzzmfpWJ36EuRYSeRcY7y97vBdNM90QBO7dbbTEKqNUA5c
fHLQUKbhta4Lb0extwjwvCMTZgNzOuTRPcj9ygejzdMg1AH7rzgax1Ktrpf24OY/ujFdTpYcXyOo
iwVTm32M4KpE8j8jiCcqT5NlkcRQ1Y00NHyUoNrcgN2mwK9I0+NLqDYcPPbdla2DE2wWUY5pc+Kq
bQj5wwj9DVpiH3xwhvYrXznI6+cefjR5e5Ja3aIpRO1pPkxTa6MGPB54e+qULisbkPA1G7++lwAm
7oSnsfU41doTMlhzhImmn0UhQTzkpGiJKlEfNhTfOlTAv6H0bBzArNvdg0dRnsF9vjVLfOylXslq
bUsmVhRLB1PPv4HCzjjQqOmTCT2VwxZ87vwOm8vlMLUoS4YQcyNV1Y4jD1eZyI5MvJNfXFauqAUa
9KjYDkNOZUVdzh5zjYXnOPoJDYrLPDYG7SEJpQzAul856JQBLS4dYkfX95qtDsCaF7iL4BTYWouh
paD/XuDeiEqB8lC46mn/r9Mygghki3ZY9L02crwm6n4Nsi8bNZzcxrYejQvlrynsyvVN0nMC7hbq
fg20AqW7Jftn1U8KKVNzPOQythYTWDhWFEiO21J0FmV8k74v9Sks8y6abxQ82YByhaWrrrBXXeeU
d3adY6NpZemmZV2+4izBTlPP0Tjf69AZtdrvoi78NRv0CVIEEDMmoWOydf4wLUdt5Fdy/KdNV3PR
4YfW1FsMTclbLpa9HI0VFR5vBNFz2fJDHTOGetE6FOILVS1n98wd/ef5XN60TEjSzZzTfdU766Hq
v3jJCuSXC5uN+UnIYYiDTEOrp1v+McxUl3EpkKHLh25Do/fQTvUit+rwbqcVaUR2iniPJ7ulBJLe
4+mSFOq/Og0ImGqQY2KXjENVh07Ah3Za3Gx0pvgzT6zyQWNLMbYHXkL067/N6zyBpiCKFFkTnUaR
uUHVZB9jbit2IF7boBr1E3oJzr5p7PP896AhWK/QFo0/wO1fhCrbHEYmr3RRBXifOg/J88mGjO+3
MGqbhcGEHvAOdzZiF6i5+ROA+uESAVoMDKuxIA4CHjXF0bLAE0pRNMmNBrAvKCrzPyd1PDu9lUqM
xIAstFWi3a3OJDSkIFO+yGpnPNE4gjzOepAoJZJNUzEfA9F1HeBu5c6zyY2csIHKIvJvwF6bIB5K
f1movO20Upp3dJi6wV25gkfBzdaivQ4lRD1aFKVuYVsMXW+hhMPogGw1+FZb5LzLMQSDoxIOi53M
hCj7KwV8MPeDsQadbbEk220N5OSAe+KuO69BDqc0/BOL8KqpLtW/Xw8ooHw9TZb47MA7xw+UXofd
bfHGx8+gtnp8+Xy2BYMSKGGUaCtIDdurySr0WbvWhZeQLIc4ZHtVAWSiADqk7kcThaqJACvb88Tf
17ot//tasupe/CQ19h6LF65jv6nIpEYFeXQj7N90bboKpEhs8q1dr+fd/TAU/t1QxCpHBS0ZEUFf
NdQRPY+RuEItvjTeol2049xV2Mp8jr5dj2boan2ySWv070asT6O+Np6TIn4es8S9jgKve01mxjsa
UuuOP7kHdKHxE/XwFKkfXVPjQAMKisFMj15G6zFRfT9kR3S4yQagplobzWDLHtJ5K4Pjl0MzKAYd
yG+Xui2lLuUiiQvZbXwYo6via9iiz0+toaPz6ihwmcJXlS09LNeR0m/PgdO/i4vh3E65PJCJDjVY
nTbQw2Ygc0QYMo9AWqSI022ABzLNbfbNaKUulIQhu72lrURGjzg6pQM4HMNVZxjGgrYpZKNtCZ3d
bLcZn2y0gIWq30L3qj6I0QAKyBD4wj6QhqFZ1N21eg4lBkUnhnbXN8KwSraBbTNQZA4QF1xr6J9c
t6pAOmV1sUabQbZuVDX15pUR+zEaQNCgpJcs0afkBp9g8jQkb42S4+y9weQJTo8qbTzP/eSYl1Le
bMI3GdqGyG6hiwiaRk9TDaau0ACjvzcY9lPYs1cIMpUXcvYdW4Akjz02RevfSxZvyBwXEOIzBfpw
R5Y4T2Ol812p19mKvHbEtSDyU9TR1AVCaB/PF5iXHN1PF0Ax8cMFEo97a1CZAvWKNpfuaMfZEkOk
XWgIrXuwuBlsmWfDHgSe3rEPZbLidpJ8b9DIMTHwn0IIzloLVjkgtaiyL6PWXikAAEoXZBeRebnN
hDxg/L0xsAn2Q+slnwp7DXEXfK1ssNbnYwF+GIVZGRTY5XYgWwnhFfDelpub3U9asW4AlESeC+Jg
n6bSUCMwpZqLPl3oRb0vLO/TBF8mu4/aetErfQo6OFWPRBWdtikgWJ063Nxkk1MUryaBRBA5Pi8x
r1O3KBQjC70yWescbwfRD3w/1IAuvdsjoJGO5giivdW/p2g5HCb+IabqknGTdf73IRqrM7iS2anV
1jQANTRknh28js/2ptiQnSx01qk5IuPshHebmzmCoCQ47VBk/W3RD+vd7L8tGkEQayh54rlLhs4p
taegDYgdes5mHLPXeYtChRN1+LT/QKPwC0S/gKdVTuDL2DpJR2SLf4911WpNnLzOOyDyzvuZoREr
AJq8Q2oWDVI6ZfvAczTw6dqEZpSiccEj3LiP0kFnOghr/oGEnffFwP0TOTwjPE5p2x6YCSAk9IvM
B/zNxSLWOv2n1l1I50vNsRv2Nic0tPDIowTS3FklA0PIpSwq7IqR0X7tcH9eDCBxubR8AJ2HHmH3
FRfTK3fB/QC+SLnMObgcXSGrFSoq6QXQ43HneFLbMJdXV8/wG+x80Idl+qBbVuRhMhF348DZy6dJ
RtdqYFu1qmvXgvfAk8zdWcKXBVQn8AKJ/qDWXWd2aT5l7XjOpZf/yMwMnZR4e7sHv2aLHlNExJpu
PrViOFP+7G8R72v8ZwSa2LxliS7glddnX8BLUdwR0KEPdFS3nmzJWzSAxY8EqKhi3dmP4NiaYQ5F
bQLqCTWMtTmCvaoH3+6mNsthWVUW1LYVEiItk3lRmt+taFEJtCQtShgKNHa686K9IfsghWgJoMV4
TdFdcRfpTXmEtgF2IBAnm4ckUk+8sQZMyJ2AYUW97pBdmdpUL4+0xPs6ZIKg59JNNQN/ZtD3OwA9
ovEKJB/RcXJYduFKSK+P4/JHHwMx1fn+q5z0cJVjozVH2J0+LGKAdHwg7dYOT9FA9Z5PBR0Av1R1
bsABGTlJ+dOb0QYPNmQuNWxdaDaKNs2CgfNBPZAjZ1WNE9JrsiguRQ0uUdI175t0BKDqT0fraNhL
KEeEjNo8Ixt8fIuVI0pr68hM8BCfRqSqiorr/OEtvyNMt1iPKFCT3t0qHKT+rcueoRRa/ECmT18m
vpzOBvBNRzSwgyLsLaAckqDNNeD5tNTbyK5f23rnHhwZ2u4K6ZJsXYJIESgjaMyTO9GYe0jw7wH9
EPQqc7Te7XKGJnb6lwFmHZhA/z/3I5g+bnZw4wRWnsXPf4l3lJ0lfgVkIwcXWQV6jzxr8StVOUka
617ULlA2tiFoh9yFXxvjwnKKDpKxjfnMUXlpOyQhkRw4x21fL4hlEzwroLTSwHdIQ8ux/vekxrAA
zivlCUmqCvS36qCBpxLwQuhndNO/NuVIIVMGRRgB2JPuBBLsxrXhNceUS3mN1aEc7YDXFdjd1YgO
APxbCcdLp7L4Ra9fetSKaQRKR/BxANkHSeTocDOlY1scxKB/JRMdnN6vdp7OunkmT9p4V7b2L0j0
9Adwf0LGqB+zAeKgVb8EEbqNGpOokW9XRvJQJJ3N4TS2ouJXmes68DLZeMSWyQiaaRALwloaAt03
eC+Hh8YUQ2d0AEsaeAuy480M+l4AOOu+f5vQckhsN5N+yZgLKSOt813ckzWGv1zfhoFsIm+VZqZ8
5EOMPKrtX5kOLFc81mAPdQztQM5J6DoaKiG0Tl4P9E9biFaHS/J6eNScHOl+Q2exfLTBBf0AOYCq
bdt+WbXapRHgFqPIykZ3diNLfUfrsBY/HW4LGZCX8V7sDfS7gg0Tnwg4jvQuZfWelqUIICFB2Kc1
9zRKShBRYsvZHGk15Kx6kNg3EjRaDvRGLejh2caAbdgUsy8hmllR8EhAEwUl0q3AF3lngkb3hK5s
3JrbqH5sQI6x0AWU2Sr80UIkfCLIBfGVHqXjto9KAC5UThXbaWOZJHEDVjwMC1bF5gJohuyEhxL4
WmoLzTaa5a7SLjWWeVj8Fhi7EAEIm2Ktlw1UgFUJTlMluFCV5nLkgPxh7M5kIqfDQWCj+5ZYUwQ5
nB5ETjSfbLdFDLsHRrfoz2TXuSYgSQPNLPTrG8e2b8ptHYfXcNIsUH8RpVVUMBBZGeBIncL0R4Fn
OchVlCfmPk6hBZOtHWgHL8gI7maE0+kcCurKMuh7lKUgT73y/ee46uTllgKQmoW2gDDRtpQ4IEfC
rRFC2Lxd4QZr3pEjZxw178p4BkFGvnerqsSNz2cbq+j9c91B16CwEwgqhNO01Fs3fe6EVy3cqQi/
NV5zFgIJ+cU4vdbY8OGvWnXoIBmaX5lVPNkiK197Df+16F+WX7AfKFZxmfNrP1RICFi2cfLicdrK
yO33je4LqPKyP65cjdbHK9vqylpcn2tZIc9S5a8o2n+88tBnT2ld6Mu0tIbLlJRrkJiBjXuytI1V
Se2bKfA99/uMgQy79QJQ/PtH9PwPe9TRjY0pUv0uA6HZ0uVN/WLz/lmBtjH/H1AbodI5Zd80Q9Of
o8HNVgw/+rsoD7UN+rfTfZKl/DR26RTY/lQ9unEIwujYMr5DSOPtYxj4GFoYRd97E0nATx9DTv4f
HyOxvOq3j9HixeZk4j152Y/4PTcC8hUoQhSPoIKtrmaH24oaWb6OA7B8pSvLM5nwtsVXPjf7DQ1p
ejwBq0TDzhzn6ejrdvlSTUVjAHrMQXTsTlayGszYfggro7hiqwVgQmc/QE/AfhgilYSBCNKBbG0U
KdSv4roCyfEDEEbF1QnfpkMSDPXExEY2wer1Y99ZbweuzjLA3x1tALpUjZxkmJBbyU0kTpUH5DxQ
7TH0nQ6WyhXpOlgGsgsogUxHsMFCU0//QWaoi0IqRkWRTg1FlZOUx7rRr3hvCZdJXYMPUwqrPQ6K
QYUOrBsGvB+DDDoB/ePu5oA0AqL192g5tkHVhVvIdfZLE/mzHRXv8gzcV2CY8ECGCpw1ecF57e+o
8FewCXK8HuhlnTAMZuDAJOJ4EYbC21SJ0Zor0ns3lBGaCt6GhN1JLJ7OyMvA4rbolLfpgJ3pRQfV
dZCEXabYfGTEUqtG0tEficKWfGp086lI/T3y93kQGJ4ja7M10UgGWFgobBlkHTiU6BVwfhsk45jU
0AlRL4tUKqfDHG11Jrp8UZq/HXypyUDWePsVsbNNLc0ESCGRrwB2rercz55l0tZo9YOduGmzxAeT
RZPPdk8qhjEvlK/Kfos3mPULr28C9zDkXkbF2E6HLmPoFhF9gnQbbDdvpOIKt5sAdqDdYpkX8Tky
8ODqOoFOC+mOL74fRqvRLNieqjtudTdNkj9/ihJuqmqL+xw7+KuG/7TedFC48BLXWnlljAKnEmYV
Jh+vjcR/KZU1BoY9G5XXRlNzr7mlmw9g2Qk0PG+gmWL3Ry3Hfo2Ualhu4HWOxWgiUjo2kH0pAU2P
+YG8XW7vJWgr7qMotmgNMg+QFj3GBdagJU3kwYBHyopFEVcZFKz6+KGWTQP6HQCVGjOJHyoQ94Os
xVtOI9hnl405QNMwDN11Yzlv3gzbappKpr/NVxHkdNFgF9jQpEHvQOt2tfqn8JnA3K2s5oh/Cp85
y3U7bo/knVRlnLyojiM4Br/5zUu/JhrGLvs492/B9FvDXS07ikOZuOOydHztUYvkH2dyZG828X72
KU5LoeU+8nbc8DIzD/HogXRHfWmBg7iX9Sgf7KEzD3Uvc6ga4svZgu7bxO7lg52+zOG/8SIFF+g0
VMLRg9pxkSACiclh4jE7SNY5K0jCmwuy3Rx/GyKXwJoFzbu5zXJyVl0MhexPDkOtn+OJu+o8ExJf
mhFf6FBU+SP6V10gHv810Rl43fwlOOXzoCK9TDLWKQdtiuOBAu336CQG2D13vt/MpoyS2xUKt3q7
gmsDu6VY4/wli+I8oBm3YEcrHiJR7DQNLJvoXkoXTTGm6w4qn9CS89ium/TmrKtKrxYX/kHvATFQ
lV48afk9R84JMgsNdFtVBDkKbu0M9JDNk9Be3K84xM2kMYVnyJF2Cy33669djXKkzYr4UIRD/Qw9
stneSqgUQZDICpqsbb7WeFc1jKq6N8sQbEWFBNJY2Qc1HR1Q0W16A8nVh8jpnyByUa2gvZc9CB3p
Fjojm1A2qWx09v8mTquQXih1cE2PY2wsfXMC3b66o9mbaZDdi8VieZA6MMtkzfLCWI4Cd5Q6NqFf
EfQTSLB9iPBoIMhbtzw1NiR0Mbnm2TYq/T4rxuwu4ewnmSnKSzx9U1qWfFFRuu9uzAJ4mEqzHvCu
WR4MGzcB1OPtB7JVcbwa0eR4NW3Tfkgh1LxygbreUARNsCTSnUoA9oFsasLggL11zgN4LEoA4ssC
sHbHz4BLt7twaFkQq9SXC7vd2R/tFbZFryr+b3Yx5VCfbcJFPMb9OSuFt87YUAVVGRdfQGNobqFL
6S/jsCu+iLhF07IbuQvNxzCdQiQlatBjUrBhgs9nKMSZnFmdTvcZSMgivDoJ6Gytiqhij6wXyVW4
ndgOmePpSMM53b7GwzJfCCMKd5a5MWzOh5/k0CrQXR0KNnb7ORyyfdCbgQgV0FMNWFimejxbSdU/
dytntMSzrvEOglNjvqBhVPeKYVKDDKzyQpW0hrgCWlloWIxQMIts8YDKtH/1eudEZvx1wVAUAeRe
Zy2W9KCCVkAIZkte15CvoSW7dZZjf3d73CI7kstFggwJtAA+PIbpaXt7+IZjoJp6PwSQLyYFFjgn
yLzMz2qayJCDTkCGdLTA7o49pCHWg6qyFf3Y3SdTuO76OLqQqdc96B3H7U/ykek26Wb7fVI3Ts3B
6MVPiv+/nZT0QIuB7QEfrece8qTuePHTCFCPmguz+S7b6KCleNt8KMOueiyz8B9DvXU1bpssPLxM
nkAnaM5D5/cheW/ByFjx020oMnScGXnUrHxtF1qqs3g0vekOo4j6jIe/jky3LBcid5p7QELY0i5i
dvWYIdeQlW6PIIIb9oJDLMd3PX5BftlcaQBMfJkaCGnIqmm/e0284wbwtosKcG7wE0AotDC/Q3kn
fnGYy5YZym3zkoOmaB/d8m1JMQGw1Av7bUm0lB8jfHeTjosXrWIDqBlxJtGDt4DOgXgpOa5JZ0LZ
/hpXmRNoYn0Qli7HrojXpA0WIq1yclxQXDQgTg5o2PYthMKhtUlKYaQZVhfMPb3bSVrMQQIDD+Ms
xbvgySshG7zAiRXi+bOAVMd88tH1P2J0AH72w5SY66g3+1U8ueEu8X354kLOuhdV/cSNKj3lYIhe
jND1eKGwJMm0HTiCobNpuYuaDf42zVi4idGsuEJjshUkosb/dZ1P/cqscuh+0Fh2Vg9aEcsKRogK
QRfUmQJTdzfAMv0MbRntiLceoKvuQmfv9puJ7JNtzPFEcU8mWwFGRtjxVI12ZCcTOf8/7Z/Wx3f8
w+f5fX36nD4hOt7XFsxe++hqWxuaY+EL+e9hAJGtZP2lLzPwvjfCQ+miTL+3phtmAbDtyP+0PUhG
1IQ5xpxSCL2kLlRhUtyl/1zqZnlfbp6egtLXGQsohCs1BKuy1beI10vf8PI12Ug7oQfz6Vnk+sIc
GHix8Sg1rcjYoTSqz7gx4eXWwuZef3LBMv8lacy3B3Bav4XNMDIV5ndVfwJriPMl+zds6sY/Vvs9
jKZXYYT/YgfffnPCxhgKTJeutqFJbzbuNeGJdQXaU6B/GF/0Sj/mHZgtKJJbZrd1HNMDVyLDpkTF
t1MCqsO4BdctxUjNdhYtB5qOocYyx6grgH3Z/nAFfTWH5yKcjqCNuKNoWnb0cd8y5+KQzsf96AK1
YoVasc2hg/mk1yhJhG4YnWgIqr9NW3TJgwZFuodCmiupelyz3GToeuLVgobTZJhbkDHrszcfYwBh
xrLckpeWjCG4caKhWlLm4OSjJUvQ6+R91J3sKAQtiuYjWREvGeVN1IG3BWDikIM7Ui6lj+oJmnhJ
tKahkcXiwHRoFg1NXD5GqBs9WPmcSqGAtgHl8206542+9N0+MDoTKoVR6l/HBq1qTKmF1mIA7YTb
AWjcD2B/+DNCeN2hHfGo/xQB5BTS4qrk8Zc1XOzfV2NiQh8e7ywFC4DEQUrFMS0cJ0W7P6Tamoj0
Z9vsB6k+SPabFiywdqkZG7uxUJVgYDVFHaw5ujREyWQeEsKGMDWxsGfTDVPzPonQOhT1bqIRhb5P
ZGhHOMYRWqlTVl36PDtAftB9ADTYfXAZe0IbV3sCSawLyfLGC5DfHgNydq7mnyRSVp1ykqks83Pl
5gystJidJXYaoKW+XdN0T+cGdqLt93m2mgQpjQ3g/ckdmXRvwEsViJ839AnGwesPMfSAF+SlNRhq
cKXOhiuZRK2hg0i42ZY+AtS1m73NHB0AkH8/EUh/oPql3ZOl0wuoPk3fwzQZdpSA4yDI3UxNX88J
PJGY3RkP2is56UuGaixE39P4Sl+wOOvQ9vH7dF7U9Sp2GOiby8zbJXgOALvr7Tq/KR5tlpaPBd6T
zDEbL1Fj4jtuM2tps5hvyQmE9LQ1QZSwpAnv03G/KkDiKt3Ac6r0bJoPBJpgeAitAOmdwL4Dvvus
QVG5FWPyHTS435we+j4gGvF3RQw1RjfPjVdMJD9NlLXmrewUoJlypekp29kKgm9ojdyiLG4o6AW/
oi5sL8K6zdceWAsEZJBe+iwxwXaao4KRKyUpJeWi7EDWsg/23+NRMzwxv437HVqXR0BYMyAVVObv
Uw6wdpN6aSYoaNwcH5KFLWUCXQFWzTLBPXwYKnBpiPAKFa/w6hiosuD12N8MkLG9giMAOX8HrV/C
848UwcLUuBv7b5O07XSZ+7Gj6MN/ha5w0qWt2IFbtSTF0hq0pN200OxTV2gGhuRtD/XucEDTm9rZ
4b7kQMYv6nY0bJm+isEK+yXBzgOvLX+G0aNisKGg7RfdX8MatRoBmd/D1D5mXo3sdFGtt/jtorRa
P4BRecgEgBMQJtt0U5YdoAuWHwpDszYSKIRLLCrA2CvDe+hDpK4bZldfWRJ/TWJR/2pS6N1l7hgv
zBEQ6DaufvV+81Vqcfm1aMoU0jiZ+yAZfsy1FucXCFS8XaUxxo9XcawkDVAHa0F//NqY+htrDJSm
xQGYLeKI+WCGNuRMK/M3G01SFBxeZEBiw/eCHLm3B4jEVHsbJRsI89jWA9ki/tIJa7gXBh4Hvg3Z
4XYCF9YtHtJXgDRyHW+prdFe58Pz0E0QLa2sO1uOzt5UL6sOsBtrI5MpytgTv6DYPgLt+rtxFo8n
o6ki08Daj9zzflaZftTBcnI7cR1jtvj/nvwWU6W+fEq65pXekeltmV6U5QCxeR7qO7IL37vEpgfs
Qz597SPIDtzSu5QGVnaLQezccqI1dR5I8VRHUKqAVISxSlBnhORcOp3NkOtLCrD9p6xrrGVcolm9
5VG+5JMerafEts4aELfzwfBZfPS5FQxFiPQWOShEQG5pWeJHtibbgP6/lW4nEYTpen4ZBOhCOjsb
11XJ8fdrKg0JSC73eGmUL2DPdSFRaWv7Xg0ZWzf+6D7XIK852B7U+2KlHW0Uk7vsOSj8J1crwYRV
/6qlqb2qEy+r304M8ONmHIIgtoHqYmnkxlPjdd0q7rl1EQa0BbI2KfYoGIDRIZz8oGZQRUiNsFzm
Nch3IiVUV6qz3gPaG0AejHUDRb901I3gv2MokA5pCraTWEXfFqOzuPhWlp2P7ZZ5pC3nUMXTHdOm
I8mQZSmTd8pHO0zytQzfFrU5fff9r3ngQwHL/Wi9tpBlWID4KH6IzdBbSw8YGwEawxNL/SToG248
VVr/rahGqJkn4MHDW90P0D2bi1FN0ti/kwC+HU9o6EnBrKnpT9M4zpMgqzpPaisktAA30cIhOySN
rS3zSaRL5JyyQxSOIGknTxem8u2UXFOmI4FiF9PeHFFAK1VbZaWhETwxILwOLbDk6Idg0NAK3t5r
Vlovq5rHr7IQF9dGr9diEN8G7nW/0DL1T+zZ3pObm+Bh9kbrkrl6Bt0nHu/xl61PmTRZwC3PfWAp
f07CaDOp+hEdRCV9YGti9I3TODdRLs7scW9QBepDzLs79mK5p1GnQ3G+k/60IUhQNUKnfGiR0ZsR
Qgo+BEqWv9u4AwYKEqWmYIob3+cS6ojWo7j/XM9u8Y7uZd0R/BtoT9FdbXXLsAyW/giWdGBuVJKm
tAAKrGwHVGUKHa0ONCmEtlNws02pfza01wbb7n3i+TV2ybo24m8YrebhKArnIkWRonM38ZEuAHFS
og7kAJNduDDtMt58iMbb8qqV+XC6BduuIvbO6ocPYRByT4LRLlpwgT+DIMY/8aq2zUWHfMDON8Pn
mrHwLDn2LSvA79eOCQayOQQ9V9MiTUINdxdZrIAngqjB7f40srwGmXVAN6aO7JbsrXOZd8VKqGDy
hDkqcAudAyCY8jn4082PVi+YaYBsEW3piu3QUfSIESvRl0mnOhEf3lxkFEZqAdUHbIaaQhp4H+Li
wajiFQXaiYH2ILN2zR2zxGybVzBlvW0h02bFi6IuIDdhGNZdkk3N1k66fFeatrxMEIKERlzafB0h
9+hqkfbLE83WqZj72rnFuKRJhZM2W5EbYB7xe3kxseQ8qdCdE90RrLLbIkfkzJNC4Nru/FQGDAp9
i0J1KjiqU4EO9dgskbTyT6YlDOBq1NYeXBsx6K/QegBCxrc47JrAXMLrBnhzpHwW75P1KhEb6KNB
3hjlnAsww+OlyERzYg4U6jkrHIjvgAJFT1q5r3z9SiNHmegMvCX5tndUe4KaSouQo9SibK3XgN+5
YVu+reLnebdiPTKpieGFSVBa2GiOGQMh4e1SqC3h0wBBs6XVRpluwzTlZw5ShcDzRBLQL6pSPys9
KR+g5MaONGpDvzuVTQ/eP/jo4De6CBwgLoK08t9s6Fy9hpXmzb9FdNWWp3oyLxRPP0WQx/MgikUT
3BYSIb8zIVt8onWQHAb9hnRTJJlAqVIr/isjS/7hInXv7AHi3TwEaz3ZuWO7S6M12KGNyvELS+NN
Jz3jay4MKFmXrdxQWIYSem5gY99OA9v/17IT0+qFI0DDRcsWoSj3JsECW603t+gaDIPCnro1sZDR
MEVu/cMwVkOiLNPbJgxu3lAgKaGX/0R4LHwZoCm05xn+lTS0YmTLK8dDI4LyprbiiIxr4BLVUE+B
PeSKpp+GKBkkp6zusnkYSaGfolr7Na+Eisc5jcpvNIq4bZ+HTn9yp2n60pW8u2jQESNfbJjxXZv7
Z/KNQC7etdIEZwCuCEaN5ooXrG0IgpUviTZpwBTJNfmKgRn3DggDaV5v9+2D7JIl+eopSh6d4p8a
37yNSIF178NyeBBFmYGWKx8OjiJ3AmzY3KbMqqGlA76oOQTdNI1p21capWXOgAFMjDUNBwMY7jLz
zzSiSSVe0BdIEAwHGtKSrtdf3Sx9lIr2JB/a7F5TWduyjq0NXjAGyN3E9W5E7/6ZQlCUic/QoNjd
JnQF1zdoBACCQi1Ch75I+LxIVDTDzgR0eQGGCR+l7NpZpI0PNHNtWdqCaXYMkS3ur6x+Cu/qvArv
0C2ZbxPIGy10imkY2uzKuj+Tlw4ULPelHzl3c1DW4ubS4jswr5v5YErS7Sza3ibdrlWqyxgpKGz9
rLRXaLgChsSPdHaw8cd5fxcoRAK0No0/PP3HROZB7yIJXnf6Ju3zYeugW+j/sPZly3HDSpa/cuM+
D2O4ASQnpueh9l2l3fILw7Js7uAKbl8/B0lZlH3dfaMj+oVBJBJgqVQkgcyT59wHIXsL4zH7LnQP
mQMnf8xAl/Y3h6RyHr0hLyYHvHjbXTFg06VmSLFZunPAI7OIODTthREUZyfVrGez3ox+Fj0XZV9e
+igATluZpejCbQLg+AbJKOt5HvTexGo9RiRrHPPj9GbsTQ/3SBTmKO+DPNKng/QBeAvbASq/6KjU
u5XOIPPuXLDhiazeW5HFM02sc5I83/qpgBoesz3Iuqb1mtVm/FhnWApGTdC85YhVaaZt/6yRxiqc
IX5hDYIaKfDZ2GlLbA+x/D4YRYViOzXch9jNNHx09eoRKY92HadY7VcKC8EVPqKubLwuHXmhlqOD
TWFsknppDAbwHapXut17bxCgXL5kORBTaujHeM/txUb3wGAagcIasQAUwreqRiW1QKuCG+QeeXsX
XFHYC7SOqX+V3QP1++B2W5mWNx5pYKoGNlTcMvYPZRoNB0eVVZSNKy5MnVEz4D7uU789GSO0tsHC
AX7GMu9O5EYeoxbk20aCLHYP8JFcuiwrkfEctKk2wE/jfBEZenc1Wre4APuiAc2K1Cnvihy/z0KJ
k/4aYQWJdwtCQHCYp/Z3p3brI72cZBV5F8igbZsQb/plZQbtBkx61Wpe6qkBvEubI5k60PRtdNcC
SBrh0Trm/Vc/LfYg3tF+GMw4Qbh0fKnBLLB0UO9/A94sbcek3u5QXgrUphrkMNQtxnq5H/swvxl9
WyySQYTnVFWlJhHg0R0kgabWh53VTNSrrMsOwgKX4kwyA1godH006YBdVRcH6kjx81rnqY0cv+lD
yVXqw7kEQ9qz/Fl0hnwOzD4ARy5Y0bzSs55r8H9tYqPrN+QE1tb3MSYv7Wfjux2ku64U0a0srfDe
zCwA41Md9FVVHN2ndV6d8MR5oc4xDIszKKrPoufpyRqSdAVlXAgsqqYn8QZc0CkdfC3GI0z1DH2C
HgfCnUqoh6/J2LJXQOLSW3twyksK/OiiaT39S1j12iovTbGnZoKMBdQxu8fEUFsw4GwXIZhhvvhx
2QNbobt7J3TjI6pO+RLLoYVM6vppzILwrGuDBwJdwAAgJNustNwNDrlqKrdauelBGZ4Rr4QmWlAh
GQYU1gpUNuGBmh9uhpoNYDFwoxGoYKxeUdkBhq0i/+ZxxNRVxDzWqw5IK+leek/kJ1TE8dWHB1IS
KAGIu27JlYffgFKePKBJlH8Lyvc5yEOD4hy4iMCRjAeSftcgmbYeS9SA9Hlp3KGU3rhLa29TIUp5
Qx5ZFFtAHHj9AtEp8Ow6MR8XeNoMe3K2LdRk10MFzBWG0ohKzYlwZLW2827MlgXXNn3LXkxoau0T
0DEtGsUMw0a/OFITIjXWI5P1ezPoh2gToVR51Zc13xUCgmG0V+f4q3d13kUr2shTLzVptz47203n
HxHUiReU1WrsBlTBsWg3UeVqACln8lDblnvUgdqasmOJD0quHhlWGkB2Sp1VQx9tB2CAppnmAX/O
iUgRVAlXSYhlj5kC6BZmbXL1ErzR+tG5LX0BEzAEx950v86mNuaQRLCzbhk0qYyXTpjVq1hrks3U
LoJRcZZH1n5qGz5evmUuLjRFnvHkOvQS+0M1GHi7af4UJbYgqesPaXTMgi45YbXzfhjdGGCfP9th
XrTHrDqSnUY0vmeBRlUnqhnr4iiw+dj6EAx2UEtp+Zq5IBtTHfj350sBUNR6pgGhM4TRkUYF0i6M
svuRDeyhrwGTGaIbWWvsgSyWNu5BHyGvtTK1ll4u4kI6R/IQyEisqhpKaJVWcayoUCpZl+CQoqEh
pGQPKMbyFtRESaxx+TdXcqxSXiNAXCpk4T2ZMlRKj2V2bNQh6i205RBmwAyN2ZHOqDu3ZQ9yYqsH
b+PHmIDcqZ88i7EAn8+fp9SvVW25hpRWtLXTIFmRbvg+U9VhBX4nK7PSu7MEAP/M0jRZpbppHXue
/6j9RJ6MTr4fgtiWJ7JxF/x6zE6P1DkqDwm2BsTRPlyop0cFHSidwauWabdzmmpsnfCoD+VL/VFZ
biPNQCZKU9FBa0BRqbyoRa40cAybaeCU0fo11zz973OR/eOK81zmryvSzKYQ1hG12Hh84mFUJqi8
JQSv+9HEdsd8jBs8VuZeLCc+N6kXCfEwNauzzbTu3Ju1v8er7dCYMRA7ZJtOXQBU9rFhHMhGB8EL
1DOrA8oMQFL6HDbYQYC3q3aGRw3wezfWnoumzF+F5T67+CG8ggp6OgGedDr5rUv3e+cJUhkH1S3U
yH8zxf+4DyTAUOUF/u41k4ydyp7bCyJ6yMI03FTQqZ3YISwHyi5FobNLgz/5yXQfotG0nv82yHfN
amKH+NdBfVxYz4FlR6dOoPhSZlp/pUMTOSm0MpezZUQg7sojtSBPQiX6qis2S1EYWyPCHpV3xvBp
aCqXml/m/jRla4CrQ+9VUEJdQcX0rqUfGtvEBxEs2WxkKBdV4whQg4pi3aKmfu87dfo0aONWlCZA
rcquW4k327sgf7c7YGzbl8DXPbEce8gP++z/uz0vUb9G2asp8aWyV6C8hCbzMCXLStDWnqRXPcz5
s7Q1y23L3H455886pDARhY3czZwUk3bwkgZ2fyTTZA+XuY+KMsq5jZqfnEKreJgvLfHA2ZZlOCzn
aSq//Tw1dQxGOk1NE+mgcr5Kbi5HAxWCNR8RGEwBSbmkBedLraoz1AH0/mXqwRNq2KOu5TFTNvKr
TB8KikCQbGmGaSxN8DFLB3YfFDSpST8OWJ5OM82mec4ySrZ43zhH6gQO7C5mqTy1KONf9ZmDFbda
yEwrD7z4isFGalaZXPBM7/J0AFWXatJyhYkAubbOT45k4y4IDgAKv6HOyU3Ny5EK38w2Yf6cp9UG
9/O0NMjTEMyKuzrBPgrLIJq2BaM1ddKh+ZjWr7FVGAqsqvpGY/uiwcqO1jNuABwENWk9Q03uth0K
kZCamJvUi1o23C/JyQ2w62lRQbz1+/Gb12BLFDh6ewKhONZ41HaUkc7oEPkCErFJtaWhPljW8dpQ
Q6g9z+DnIPi32uruD/s086eLDKkXLRxXdBuEONp97wT3pt3qXx0IsXo+i75nMm6XVR+7Fwj+NifQ
eKCccMi9b0Z5JgcGVeJl7oBTvuyL4iygI7KiDr61oDH1CmXncsXLLoKib5BdwhHYA6S2ou/cfGgL
Y/xmoSh9BR1boZbN/hYpYsQeagh34p07fM10u15EiRVcheD2hTqwBUBtherQUGI3dRQa+Jd9E3UU
fXlwjBDUikxBoPq6uyNb1zCg7IZ2uCsRGdxYgdbd+Glo3hiVflurRW2MVBK1ukYLNxoY86EIDJHH
wHHMA6IqeypqmQtdqAl1Z3YA+fnUSf5kp8OA1NKBRXz3p11NC3Zo7ZAbze6Tv7LTBZJRC48oyJk6
/xiO6l3kj/Vu+nhzvQ25ARIpjmORbudpTWDqz7HbLUut7s+cI6HTA5N/0/p4XaPQLLqrEw+w3xyK
DX3liaVhG8WzU1co4+uq9KvrAgXQdeK7l4A8SXD5U9pilSSZA/3QOySDYuxS0npZeJb/E6kzwLjT
5LWP3lCjVz7aUg7rEI/GU6mL/Gggu7oZXRuLSpAPLILMbb5bZrDUxjT7CQ7uJ8kG+9nTegT3EXm/
cE3X97mN0n0He7LbWLjtsmt04+tgt/uOG+lP3RkPcvDKrwBtQqAL7IeOrBdh1473uinirW+XyaF0
6uTGdsNgZXht9xVI+u1QJOkPfQi/yDQentquH7D7NMTJM6R9wp2dr53WyZ8diXCgcrWacR85bngs
q4gtiyCWoMBm9TFyjfG+qY178HSwr9BohpqTbzcn6IcVd6BpeyU7/hhEZdqyOwvQ1t1WdQggdeSu
NA/FdSDADC5aJqJzaYTY7FtW+1qxNY8j8R3gGshkKQez5sMWNZThOjYTcUXxi7jmPgq8EHAoEK9n
2dWA9pq7KDJ84jG9IRNquDRkpjvPChe9lu8CrYk3nQJ94F+t3ZpuGi0QNu4OlnrvTR0+qgVGP79S
K+R+fs7M8DwPSnO89YcwAonnx0QCCeMVbqZ4oxFEBAvq94nJxwmNepG51XciexsVH2eRyOHYZAvB
FOXbRPw2HcmHDp/aRR+MxxpYV2m4B0jYLBgHi0eeWpcJszBCGgPBgXhDGIdAmPUZBRpP1EkmHhpn
02rf/Wsg3JEmC9hRq1y2JDoKO6++5JFt3JkImp3+Ym9L8dkem80Xltbv/iUAQEtir8Dv5ovnx+Zd
H6CaaopkCb+t3/ldkQQ5ORzcoIRJoFK1DPwLTdWAe8K3r/hi8scWkky7BiXcm2awjC8jHryBdMJX
vMJAn1In2mmQbLyBSrULogwUJKuRyOnmj70aWecIDAW8mEaSA/NRBEYjLSAqbmQM0XHn10i6pu4A
okgjWejqX2qAj8gBKz3UXgTrLKjsOyDE4w3+Gd6pSyLwDUO8emfVVoG8QGhBLVzq0KO2QK9qmcl3
SBdthsIZA9QkhmtwdBnfYxuVhUDMxk9s1LuVZ3bmTd4F2rYd2+bAy2Y4Ic8O8XEnL+9KPOZRnteK
FywjHvwE4N5FeDfKCoxhhVMoVRH7pdZ0sfzbZxul9S+fLSj0T58t0jSI7KraLyrdCvs6W9ZW2Bym
4izVBGq+OVDZV21qd6gjqfdFlyTdApFVUMhRuM6tnHJtRWAMmIwcadu124faAmlsgV1r42x6iJkt
w97Ht07GOo/wjg7YaVQqXr06CKk7mzqA2LlT9Furd8RBAyTk3HHZn+mMDjLOwVDmc76aO8rSf41q
3V9kldNvrDiw9q5ThHfuoEraBlD9AnlyQoln8Uweg22ZyG9aj6j+6ZbQYw8OPR4l1pzW/xTjn07J
aYQTpQCcOGKbrg+x7Qcb3YDgLnNc1KD46bpUsOLaqpuF0QAZ2AIW9MAZINJ2Mn4hN18HzSkrCkTg
Wuw1oqhpLo1yawPU8qnhf3PrcedvBaCIkLFy5GOVZVuUciOvhztvY7Jw3Gaq2aXFMoZuyHMiSv2Q
mByy49qov+is/zHEnntForm/AZs2KtaVv2V4fFlLB5krNW0mxZb8h9h5nzZH3Hg3ZqhsB7U2GHY3
LjBjS2QXoz1tbalZ6HG8nza+qhcVG9GnJmKZ0T4udWSiS1SXugRcDSLWLgyjZWtPePqJEdoVL4mW
b1CecX2/ItRpjkGDOE06ms0JRSagl8hAVH2CQKdvboICReW503cb6qeD5kTfYl6Y216YEjUsOEQi
aM95XeYo5U8ZGGRc3i/IGOX1u4/FpVwWdY3sr/KmDukEPfgvobSQFEjeQmtdnmXnA0wIfallk0Oi
sUuA5kfqHqdYeTUbML41CxehyX5Bxkr10JkLpMw+L52b2V4YJqg/pl5prYwCQMMeKwOG1/ixphsN
t1B4bhIb9xydhu59YaUxFM4QN6cDclRph5Dur3YDfiEBXn+yfBpJ7TGJDGiWL2mueQyEhBCKVwcz
c6y13ac8vYAerNno4AK/FIZvnXX5aCi4Fx3ITGdj2FlLHg9iHWGl4mAP4runMciW5JKQbfBEBf2e
0F7PM1SR/ojdSQiaPleKhQZVsoOnDnQWJKwRYFLgMGI/563J2oyVDfiu8mKODaXzetiRD5lslv8a
TVPObfKhZp5nzF7OPdxw8pXBIShZdUgYdSJ6P8SIRlaol0c77d0ShEPBj8mWUg+5s8rJN22m/aQI
5KcgZRJFUPkJQZ7eAM1+wt7xczTzj+AmDXZZ8KhF2hNQ0NbZ1MAP2FnhAKX4IT6XQyrAvSS1WxSh
mcuyCU3EeNJgAcZI8dYHyRogRQHsRwThGuaHP2RcvuYBb75UA/L2Gg/1Oyx4XHBP1jr+j3myx0ur
BQtOhWp+J1lzvFxxPzCB7yLuhtN0qllSOxgV1lQiKVFJpHrowDsgswbQ4vXYDTaRiaI90GG8AHh5
C7HO6t4dC++EYsFqSXZNgnwxr8LyJvGt8eqxHusXNSAEVwAyRjk72qgvfnBzyOl2ungM8rFa9GDk
O9Fh6LTspKvDbKOm7GS9ZKm5yUcAwjtRn2se5I8eULB3tesvdbMKgWtZVVykj6xv8kdEXgFvLOQd
OQZ5egFKyr2hVhVXb70oh2kS6NWBVjUNcR+qOXO1ocWDqNtTMx3ZuAIWyN5Ss3ELpAcR4N5Qc4j8
Gruxyl1Z6qLgCo32yG5YS+pFJl47lDnoLajX5W10bhqsUKlX783qBiGDW+rE0jVaFGzQd5mmWSPY
lpMKBRnVocHiAKGkLPHP+G35ZzrTuuIL+LK7nWnkbFyYpd8iAD+ACd7IsDHMoMyszugQQBXg4Ec4
zM2/+c3DaAS50LC5+d+far7kH1P98Qnma/zhRx1O3cl9a9z7IUSWNaiE5As6nQ8g/mCr3Cr6BYQS
0uPc4USgpC/z7NcQas/drppxbtLZnxdIG2QkDQcsh//1NGH58cHoKvRJJuN8VTLyqrTzBbeN21FG
2LupDzEPoebkQqc0pCjiZyhvlnvNivJrA2lIhlTQSSjGTjoUAwMKRPOL5WBa77aOzuJko0HU6Dyo
OwDYaFlvKpmgVuJjLI3IY6Dlesc8z/ZRR+32mOJJRFedOwbQ63S8Sy7CDbEyl2HL10kRecvpih8T
I0qFwm1weHd07VQK7JJLI15NU9HgUL6kThfeTFOl0ijWYaSVk4uneRcLJERbMEzIA5e6PExnTtq+
n/3FRi69azspbmyMo4P4OJttXE0zz0ods60ES+gytnHHg97NuytaB9xUIZjUqemzxLuTJiS0u8S8
CZVHCXm1Xdiwdkmdpe16dzniLVnZ6edpUCehFIgiHkS+ABEVshY3rmVdQJNSvhUju2hcL95s6VxC
BycCFteP65MTpeBm8nR/71T9IwHSCYYeKCw6IgGTfTaRB9mzcrxBlflCH7AhSFl8BYGefRtHsXPB
A2lNLTpoI9icU6t5a4cgQaavASKv8Mp66XIfLAZOFhyr1Fb7+ZK/NB9nSWy82+isTW3+EoZDutDz
zHmZeoOtbnj3iZTJLWMsuQXvNT/VzXgkE8QhktsGQPwbH88yqOb1wZLc2vY2BBnTlbzo0FT1LrHy
7kytPoqT20rkz7kjwKShZiZTX4OzgmtmsJ9tbW5VSzfWky25UEcqMxRd5CjiIRvNGZaQEw0aO1nN
Vw0caW2THgzU83yBlZp7x+iB1zJcfOA4H92jzZtbGkZ/EnARJZRKi0+zGyVoeOPpI8x/QoIdZQf2
r8tsEn517T0nPM2fTDp+tDBAk4iaVHxh5Fvzyl9oGnc+/VWl6QNGaoKuilzo4I3gAKmN2pj+KprU
aT2I7mWZXM6X1Rvh7rQSuPX5L22rVjvobvdl/uIQIAXvv0z386frBfNu8uCF5pr+h15fqKjrcDM1
x8I+gGGjU8U03d4xIZKg5Vn/La6bBzPNkocYko0HR9eB0FV26NlZWt5cRqzDAf50600DKqO9mxX2
owTRHTnp3DSWDderc2QxbaWxPFtICPDdt73x1DWDOHeqxQtv3AArAubk0jPuK95XVxekV42bGPdk
ag1QewVZEB3J1rdBscuiXF9OA5gZ3PfGxpfSABMnIHpYV7fxniYHJ25yQFTEWFCTBnj4sWjc6G/J
1I4IJaZ9W21pclSbZKfYEj+okz6uFhlHpHCDm+nqjdUBbRbxNU3mOkl30e3iQv508OL4W544xola
PZaHW98xW9CJ4A8atT64BVJlRZ1kyiGRubArvz9QMxkLa+dECNaRC32EDpVx+nhPBs2BxotXjvqO
PgBoPfRDIHtsJbGn6qJnPbLa29F25LUYuze/87wvkHYf1lAEHHZBj2YotRVIt4DRjD3vVFQZFPhQ
Qf0FPIU2KHGz5li0EaBr5u1kbqHAJ8sSfCGI0Szfd9ygUNtNOL0Zm58g9XFsRbH4BNSz4hpi4oZ1
p+FjF4H/TPnrQBevspb5Q4Ek207WkPhBlNZ7UA6U2sYa8NWuv2oIcr7GDADIpLN/JlZ606SD+SLj
ZoAeqCluuRW1W7c0+4Nf8gRxikQHa6DdPyQDlHEFBDq/q+HQKLV/RhjuZAgG4yfqb3wrxU8j1VGS
oOrII1cDs4WRoPgsDfsnaFSAyxn22a1T1eep5yCNiIDa5MZRe09uqI54n21QbvNsUfzdJ6IDSB4P
oPlGeYe2yIa3zAmBLvXMZ8gOlwAlGtmu7pvkqWztk1MY4SvqedJlAXj0RTqmfs6NAak1a4heP0Z2
KcQoaGTOA8C2LUtfaXGMBFEg0ic6EwFPprPuL7a/+QW6oeO5WaSf8mwat4YjmMF2n7J6U46NDfca
G/me0mtTr4Ms2ZppJcpMPnJ05EyzpGW9I3sfpwsxIrF7Kdqi2HLQDzybWTHxWfHUNdaJ5VZ7oJAg
zpvmE58V1tKwxw0ItE1Pe1L+LuJkqFIDTIENOXiUzaIz1wo7vwy5Bx7sMkz+k3a3jOXCj6R/9BLI
jgAqk+SXbGRIuBjdijqQJ8wvETQErVU89itgqPzj7OYPLNwMQeosexvVnB2AGkeZte1D2JliDZay
fjM1RxCx2bzCRzKd9kF2xggC1/REnXToHBCGoajrllo0W58Y77PZRvc+W2BpwaaVokHEyzWTBXFm
QX7o1LlGdaFWraf1LvayaklNOiDIC2LOoL7YpQfApvKoQSC2tJWUCNn+MsfkoQb8PsffrmKV0H4t
WnBPhoNd3GuJcSRuBh/qpLsEtVbrXt0U0OiLVCy6uykh2n1vd+NRh/jrGg9H5xjWQbhs3NE+1Ulu
PemgS59o66TID2ChLFYBUHNfyM1PS/tk6MHWNfMWRfX8le6YuoZwRYmYxW2j682xCVp3pQdJ9Cqz
c15a3tc2Ae3q2IzRQc9Sca8GUn+V5NDQMQEXsqKE75MU8/Da5G8BAj5h2HSvyJZ2y9b2wmviGgbE
XEewjFr5CBHl5N2XQZFFQo5RrAwkT1sw9IL7w9ZXPZ1Z2Kp2QroIF+Bs6lVnVviNNT1U3F2UCakD
SDFlsK0B6N2yxkZSVuJJ1GAZAX5/Z9x6eM7clg5S64ovbfpnhM2wqjmCrvS/TMM2voWynNLgujJP
Z19TcO1CTLH7ao69vpRJ3EFLL+h2DW+1nY5M502HkvAl8nLjS9n3J+LQ9gTYO6O8+6qXKeQgUX+h
dXH2IFB6j9JtnAVVAdlQPJIftFi+2+ZeOhO6Xq87UYEZyMaDEiUa2YE+ss/T9MTL6tv0idWfwguQ
fZFHFsodFAviRy8rTnmueQ8xCJ8OeKKou7Abvip7quNtYYahfeAOqFJ+t49IZCxyoy53ePz1Zyz4
+/PIeAd9aDvfJmYRLUq9hwgB9ThhNC6akoXbvBuga6ZBB8H1VFBLNWebk6TDDti26rZVhxrE+she
wEZN6phtee3Um9I32yWh3Ajvhj3wrWNzf0/4ttmuOfG41YEdXqRE0zorW3lWdYvcWr0WEk+PQDPM
G5EwbR2ps4AP72dk+1svgKWgzwFWchvj13NwkTrY1KNTPFaVeLMQZXyLynqDQFz31cj8ZAX81HCR
rovInpHXG5E6fGmKUVv4bmacXGJEoEAxtRkicljnBAcy0cFRUWQ6Q5oCWq7FCCFagFc3sSNRrawK
7gjERTYQAED/xuJnBHLyi6cev0KaL+bY6LvYZngkF1qf7G1dw1uiTKCB3taBDTEdI37zcVe4Jmff
Ci+MVwZj2cVLdPcYjnm97qWQqPVGvTjUPN/sOvs55G3z4IZRs/X9PNsHGYNSmpqMPEYLiutRzb4h
tB+vfGcUK0d3hx0oBAmjTgdPiHLtO8xcU7ND8d4df3ewLbblWQa4+NDcj8JHaX8SZXvkNFBgCIWH
WyiDvNtK56z58V6EfP03zQrfwqtWdY4qFe+IUF8Bsthp94iu4VvooqBYUe1/gtTVDrleE68wqDyB
SLG6DRGMmWzUpA6g25udtdQcECC0dms+ogy8PdhmobipXYQPK0hDzE0OAkV8r9Y5tgIgpF3uLRPF
MA6p1ideV8G9w5r01A6JvyRGb/7LLnMrPeWWkmdCBH4NLt8UooTFAret8Qq+DQnMv5leHckHcL3g
H5GyqL3X3QqEQ+pRO4Tvvm0IRmPLlOFdaIC8WvpIZGFvOH61dSjz9HJ4hlzMu52AGODInOzkP4rY
XwfaiBqDpkl2dheFGyQ5kNdzRzwXkSsHuw2KQpI03RlJ1nwhj7CJ7G0Mcb4FFlvZcqKebzS93/61
TcTzyJehSoa53s7koIYLeQ31M/pKZfW5Sb2I+Hd7+v7LqPuX3j/Gzs6tmqp0Nbkdg/HQDUi6Qgq9
PPaIAGxEZVj3ApAwyByL8S33b4q+839YY/nTYq77KFMDO8ug909AgVfTGJkV2loMqFSi+00f7Gob
a2GO2JNaA0m14OnUIfVGa6nr3+aa6bmuugCZxD4rIe5jo/K641kNgeJBvldiz37QZMDavM0ebb3W
8TvtKnDTZNYmZQAXR0lZnFEEL9aAPZVPlWN8p9JGjX/HYyt5m8fo0RiuNJ+9SI5/JlWtAWFcbuam
V/flBvLI4SZ1guDEBpResf6Z0O953kKaLvSHi2u73cmU2MhEpW98q5PJwerv9d5YIFtQAiGCWyLH
ChNhYbs4kQxNpppMNanXalHbSb3YK5qP1Pu3sQkPkbnIBAhUNXHBMgHrSgjQmmXvHkupY6mp7F3F
QRgwNC+ldHPrp0wc9w56tCsw3AbZbRioAgYZncDUzezvAjXEK9Bq2DdaAdW/QXOSxyDNqzWUpMYz
Sr7SAy8Svh2L3LpaccGWLePhS2uKuyzN7Z8o7Ae+0ZNvYflruBNKwDfaxASRP94V4EfwEIrxshNr
Wh/ogf6Jbn+ym7bgW6eoJvUhbzCzK2q7j0JAGGkWJMqKsNkyGYIMd4Qg0dxhFDYEP7QrGGzARFUA
tY/gyqJkUXekZjPk700qPcTb4XPv8HuTemMd5WH/6dh8BEanFNkK1LYnVjti76kFFtCIUGRzyyw8
U5sOysXPR7GPEyc6GVh8Ep9BLLsfPsvDK+96+04fkwuRIViis7aAjcYb8hqy8Qeq9IIr1raTF5nN
wYJXn8JLrVw/5gJ/xeQl6oJvpFtba0QoARDuK/05ssANh/vavxVhDT5uPPzPqJFBDspvQwRdOus8
AioOccTaumvyulnmhui/xJ71rfWc5IdZNhiu8lAsLbFV0pM37kFotQ+YDkG2APd0UIMbpRuQJmmN
6Owb2rdU8+1pQdkmRnbK4/AbLdNog+CiynXhWm1yoMWaZ+M3iGL4Yk1sXsTrJXs/PWsVXhWK+Yvs
TS9R2qHsducuZ1eyQ6YzxYvBKxcg7B23KJrJnh3IiwvDDV8zH2XQDrjYLnEadhcXBdSAGjThawxp
AKaDe8N0In/7+8jEiMaryKxngZXNGRRM4oxVrzhjBxLvWK89uVYUHa042gRmVt6nadxeeeIA0NJB
GbRHzGVZ+bq+o16tZc0pCNyvU68+8LcaxR9HLI6wa+G2BslLRMjIlw4grtuwTmg31IpKj6/++Y//
/f/+7/f+/wQ/8itgpEEu/iFkds0j0dT/8U+u//MfxWTev/3HP23PtVzGbHBYMA/sI5y76P/+7Q5J
cHgb/ytswDcGNSLz3q7z+r4xVxAgyN5i4QeoTQtKhG49e2d5ilUBlfR3TTKgDFdK5w2pc6TPxfdW
W0372KALkyMqVrYJrbA6xtodoGYsvfAxzLYu8cpBLtVehEMZbSeVwSRqfmujjvgSAggzLzPihMUr
ZGMyCISAmYgOQeJ/tpFzmaUrHb/xA+SJgZ5VByay/mypQx831SbHQw+MTL9600p+AZl+tmOtjhU7
y3gFPJLbTi40lpxpAqgp6Iv/+qu3zX/96jm3OX5ZjCEHze3fv3rQ4+VaVzv8vumiYYckcADUlDGu
M1srX6oESRO1nOhG1EGXrl1dyYOj5gml2jpgYn/3qoSvHbLQ/TRPpyuaDauXECvWDozV4UsaVeYq
tpLu7EAS81gW4MkYkJt6GkH6jK+XvylX8E8D461cdR9KI0E6nOg2M6rhRoaxdbBtE89clDQ4/+Z3
6Vl/fjm2jqgvvh0b0BDOOPv9y+ncpHQBnRf30yKdFwx1+bn9hAxFfgtF2fYWpfqP9DiMaqFt6JFH
TeUFuJa4HQpoFZuh9w0xYLnmLBNgTcODKRQ1xBoYa76Ysjo7ao2Il+KdiPX8mWkFJIOKDq5Dbh9r
5xpqeXUF0H6DhD27zxWbfgluW9AdJP6RbKAMS7ZNAf5H6qUBVdRvmOLlR9QMqrVVZKNuz8qWCE7F
+9ERYO33BUoeex+cGVaXVMvaRxVh2NxDu57d/+FrG9eam3sXyh1/LO1JYc6UzDuoTpKfG9sA1Ukd
gh5Y/uonw45+VJ2XPTTqgEhhUbEYBGBoZBFvFy1KDw+ZV4gHUxrVRjPGfP3/GTuvJbeNrl1fEaoa
GTglwTgkJ2s0OkFJtoWcM67+f9Acm2PZ2992uVDoCIhDAt1rvUG2ytHDkF5HF4j33l/jjUapiY1m
tMkncfm+tZenstpuZUOlifB/fCMM92/fCFMIR+V/E8dsGxqyrS8/p09PKp4s2oSUTPBs8orCPk6M
l0FFXlnyDKPqi+o22ne5CDOUfjwFpj9elNBliabUWEHGyVm6yl5dYqV57NUeVp7WblmWq3Zxe4sA
AeK9U8WYyyTVnRwkG2Tx/1l3nSwQib9rGgeUzaQ76d4eZvVOGI56J8+MMdGrVR5NoK1IFIm94cSH
W/M/+lwrjLrb/Y9nz98f+8uHiQCUZQjLcTWE6Fzr7x9mEtZCTTPhP9ljM5GKzdyVCn/hQYsUF9B3
pm761M3fC2Fu5FpX9qjrEJbeYAwo3CI8SxqxdOAe9+W+Ic+wPGfr5en66QDJ6Nx3eLnRQVbj8UHQ
SQ0JpwVzvq4TFXlXTWSPqptEKxlskQ0iUz4ayM5ERAmQdVeMLl/HZYmWje+mjxY4l//+VFz7H18x
3bCFaasakrvC0H/5VFhRGUHeptaTwC73rC+GGUibJEDYFpdbqYkaWHHsjeVjZM2p90l6ucDQQMol
yzr08yDGOkjJS2ll357AwY1W6zV1rKDFnTVrCQUsTOQ5sEIO7swFMRgHO7sr7bdbr8YCnWYLrBuH
JTRU+jGiGJES7GWxW+oGB4ZSOOn/qJP9yiXUdO289JN1U+Ow1DaU93qR917ZwWw88xjGV0QLYpS6
rOogW6IKjy2/xoZLtn7q7RpNg0Gu4Z7CTlu+AtM3vk7lNtaaeZ+bAFWWelGMFs8IgoqoprDjR7Df
AYxvOqu+ccdnbSGQlBCRSd2yU1pKS9sw4aCUtoTlsAgLgxx550H1D5h7l5eujZCZn1v/zsnsr2ne
tU+yquDV5aXkMLayKBvUFAqVUL//93dEM//x03Hx23BVzAVc02AXvrR/eg5NruB1N+nVUxiqS9Q5
f4ubOvqRD4AO/dESD2R+IuB5AIDR1wt/lChikN/330vSSlt8U1HJsK3o5e8j3boXbGCmk5spERxX
tFisIa6JSSFXK4tONG/Cspuf+9BGVSTIt9HiiFcWSnFGJhao6VJkh9HuHXtRuVmKWY34aOWY414W
IRp9TCmLWCFvIqBmG0fnWy4ZQZGvNZtottpP1GvY4qyM6vpKHCJQNR9SA6rblXptZghJ4ASmXqnX
uM0V975ufqJel8HYbLoh666XkNeZIOaA+9YS+13T7O7R0tzgPunhv46QeN71TsMpXIjsBELBflGD
6uCHpfqOqki75Znq72S3OEb/vCTXNbQOeKeeHYSst4z2+21aPZiJAC/D5bRlVwSE4stT0xkzuFGs
G6eqD1/QXDfA5xCtq+3mMDVkBKAV2GvUL6LfWT7lq2yu/NeknzXPV8b0Pgcbuu+KXjvImcyWDOBt
pkFkwZNbjpCT8cnq/XGtYRpHcBpusrMcZL1Zt9OmMfVurVrzR51skP1GRulC6Nc5nGiHiVVz7wRE
UHKjy74hAH+UzpBt3N6Z4+y+A2K01rE9hfAnsE+121rdjxEBe1XTde7Ayb45UXNs/PwVMkNyL3gc
Pk5sjPC8wODaLPoX8lwBdnZB8VJkc4NNQNnvZNGq0u7Q9ADHZRETZv2hacQ27vTikQi76hUitZ+0
qkjvRWXv1Gm0n2TVGPmt52v+vNWXOs2oGpw7rt39Ic0vWpkfZLAW0yDUDVPrIANGocyQLXXtaION
7gWEcBZLDtJt70quPka1SVCvaA66X1c/ey35rsezA+e18dds042HStWbnZE2CnigGbkGWJzbMuqK
p3+bJ00OY1ZWOwIW/abqscTLo/KpXNgowCBxSV6IKLlSYNrYpDk/KerkwcQ4QPa1Zp5STlSRkx+n
r05RePNUTK9xAkHDqSyVXAs7dla3BgSNghfpIm5opqUHsWg8DnVbk4Eb+iE5N3FRrRtVuI/ok4Y7
3SkjHGeK6ZRoROeBJNrPlkaiwCpC5wecqk2aBcbPoHPv+paMjBwOHMB9NIIw2gFomrf//STUf31b
smowhC54MViqqvJM+fuDkDBU1Wqj0mMYrxJiHXzSS5IygNzUgxt26h6pMCIisq7HOyps+5e5tSoM
b1DJt+xSfYz7nPXAUGW/FXwrAZcZb7ceYPgDEtV+tLcXiRWps9Ihssr+p3c3UlSlWwxs5RkWjhjj
roOmya7rCB308bozpuTSha32IBsEGZCH//4Y1F/XpcvHYArWDct/liV32J/eB/Y4gvN2RHf5wLTb
7sIk5ScvcD5GxIswgK7N6GXefvRpoHvGqFe/PgzkiDIF5C9//WGJnh2Zsnj937dsqL+sc2zVUR2H
v5zDw8P4x84TpqmK0WAUX64L+tm3a5TQg+gbMeF0CcqjtpPsKtcXuz+r5Tu+VoFS/bM6QLfxWi30
LvqG1catdxO3tmdGVY5G00aGOTPbjV41Ey2XIt1MYYNwMCkPL0/U8EkJqo8zjBAMb+igeeSBanjT
cnbrl2OR9z+246pO7uTvn4spNMdmXaxrBAoMx/k1GCIwhy3sKGx2aZcYxw7X6TWAE4BQgxl8jTIX
JTXwy45dQ7gzxgjiD/UASewtkn7kMaM8/OoitItnjmldVELXrxnpNdktL8z8LgjZvctiYaJu3MSD
QBswYtE1tuWRxMsPMDvxz6y8sPbgwZYHOokN33lfFGvXBJi6J8NP220mqurUpr19JBc57NramB+g
+AYeTwTtbZmnb/3o5zx/zKMpCAZa5KTK8qIGIc8hhAj7C3jtsxMkxVHjS6IuUYYOIaOgO8/Ka418
w0X2ktWyOHXVvIdE+13WyyrZKA9TX/meyupxfb2CrGyWKRt17Fddngc7WffpYo7d7ropbu4+1WV9
np1aUXnmUGFbKIfIS5lwiHZaWmef62QfxayLxUqrZ9/7z7vG0ZithSPcHS/s6hAIxPRSCEiYAarQ
/Jw09yCNaeYpLjWivonqo7bWKf2dLBdOEazbQI1YJE2b1G8szLnmZFqjw8uDyWqzZ7sL7fNs+PeW
EVJaqrrUV1dNK0wsJ8yMNEBg3ClG9vPWYzDFT7SUbZ4QRsKyg5Hkc+xDa+PWK+dwl4nQ34b73pln
2cNIq2RPiJU45tIo6/TE2BABCR+uV8rcaZtN0+xd54hYOMVzfG/Xu6hJEBxbxmmNk29UV7U31xkK
v3rUsUm8TWqrc+TBFyx3clZjLv1LlAZHxxRmsYZVhrFB6U/7VFyv0wa+ccIB5E12l/OMZIdXLXqM
R1n0Q8dYyB/AA5dbkIcqQJYhtbSTHBU4gbKvS/4m8q5kna6BaidlepH9IyNC48FXQ09+NtPof9OL
Jjo5SIzd11W/1ULDeEIv0HjSZxSVsCVwN61lhvl6xMge44/sUXYhVa3DhMLUMtK0YqPFRrtze0Rp
sYxPhzTdjrMRHQxFK7+ks897zE6/A6RrPKsttDvMK8cnpe9/qJWffAdewxspb9WLE7jJPYscayUb
cmv82Ve28hj5RXKamzb15AUIsN45Cyqu6KcLim+ooY/8KeRFUv+lgGyMiOeY7tJycHeNoZRfcXBe
T6L2t1rawFB0yQYo7d0QV4SwO2JKa54u8UFNbAFVl4+MAJZYlWMkqrXPQ8xXg/xRtqpW1HsWG8id
LIaKCywG/87rVDXf4Yqt/sVxO/GMr0K09TXiQbJY5bW4hxm3v/ZtR2i+KM4XW7/Rf5Oz2aWt7PBq
Ndds5tRnTSG1kel3su1akwOozwBOXW/VUdr8yNIXx47lzvWUZTpaFLBPGgyxCOt93PMSWovJ+ezk
fXSFME66kX/c82A596BS8+s9L1+HLRT5YiOvmpoAoWfbJiG7XGA5yPsmbDlc7+u/7lkOGhvlH/cc
JDW676Rv7tt83A5KYu662j2UpHigMnUl+ACl5w0lT6e0q0E/ElovI9vcu7LFUQpIb3mKO9i1Zws3
IDadAPOvBV6wzDEAzN36kfOW6CF+xLJOoFIZnuTptbbsNbECseXnSuKFES8APXmOmwpaQI1YGKTl
9Bn6XvpcZRgbDu6j7EDuWd8IGDkbWSxFoj0xWHaUQzCScrwhHPKtrGscco5dtMZRczoUfbr+GMa8
TdgC7+gq5Ju1Pn3G5r69n1Rrd+uRVVPHP7Mr9nKubm7dM58Ivu5VWd7JfnJoHYy4eomxOci6fBTD
aTLi97mau4OjV6lHgDDeGe1oHkWSZ+dgrFnwjZ6flwcnKXBJEnm2SsNy+iOct2luNz+ndP6NjZj2
xSmIUce1nwMtRj9tbgz2J1obPI4+ciR5r2XfNNUh5cggcJcsmFvte2zq6Lm3c/YkrzxOhXmM49E6
oDC3Kx0LlRpttu/aOPxDH7SKbJuCRqLlmOeIt8bWKAMVUhbOy1NSuWvhkzpXmk1loO+Qkqz/7gTi
ghLzkkVj8++MfMgx+eYw0orflS74rcIg9Ks1imRtDJP/3CBz6KHmL2APzB/XhgxeHn+5btQFziOw
ethXYTh8AWwKT1YlMf236+H0DC2saMqtO5UIYSOiva2RkvD8FCeWvFdZt029+h1+18rvtebdbWBs
h4iP7QVb4i+uYR2rbJm1dtW1M+OXo4+9ep9HCSkBOZKQlh9W07PvquXRxpN4Iwdk+W7WYucbDIUU
n5WhOYD2dl5m13qQ7bMVExpUq+ESlkR5Iclhm71cKXMD9KIM+4WfXXsYRZhsK632v/n19jpQd/qN
1s3FURUESvCK+3q9EcCXKyXng0tYV5410gDrYpkQ/MuxiLr8y+yE016DUbzN2q57T8ppJTsoOjQv
LOCyOzR8qifXwcNIXqox4QA3rBoeAlLpJwshRU82KGazdXlqvnWObuwcFC93YTIqb4XBX365Jkpp
lTeHTkomEOAIVrvV9eMq8OdeAZsIniwFoxN/8aKVI+oY4AjxiPd2toLdOJf1HjOL6ctcYNexfNBJ
Bj0fHcXsbM2KC5Ir1lYzr6RXch6v1YQRRERael8ECe5T1/wpSVQTCj5hEYsM2KInIhvUwH5WRjwe
l7dprcTmU7kcnJS1XaXHyka+PiO3p8H5LbTG5vpCLbNo3hXIx6zlINmrBwQ6sZw8y5I1di7mDQOv
4aLQdixz1SNEnJUNuOI1NRTlMQnKO9Xvg7fRLvhw4AxeQ1p1rYKWEdm4ka1WFqSeQgboIGNYABJ/
pqUjLrK0zKiRjH/NlxlROUOfmzCYWXHdPznHaYhtIdyCExBG59SZPavTvhq1/WB399rSAGUKLtKn
ZmUs9zz0rcNcxlihAe9xTr6p/Xk6hRZmLfP4e6B+G4wAzeiuz4iluHqyDu2wXTu8I3eVLoxkjavf
Tusd/dJAW3iaaxGe9Uzcf3TOFfJGY5d517JG2AmiX9VimLJM1uTYWYr4MY3c9IkMK3Hj0P2js1La
tM7JNlrb8DWTF2qM4reubNUNgGaxATarI+hkxW9poFibTHEL/FEoVgPK3n6YlCdZHHVtD5SJVVTh
m8/5XG6KKU/egrAmIL54Q7GQTt4Q3Xd2tfA/WuN0TDyEf6aDbO2F/d0owvpeDlWCzawLgO9pVT6w
h3+V18lyozrKm8qW+WEe//tNydaMIJa8KQWhSBYLSbXzp1mcJFjwChtcijl51JXPTubKOZddrmz0
TwDDQPGJ0y6dbMlJv0107STnjJZOZpbNXtUGm2ke16Bb4mfgBPOrDmg6aSGZypIYCpZoiHrLkqPq
B30WybWUltNJD4rhQbb5rXuP7JNzL0taIJ4rFAqvJcB5b91oqxfZlgfZDzU0o6v4tMConBC7MZyv
lxB1uuK34Z+kxDQ6nfUqdydwBcvN+V0B9V1NnTvZmvOeX6mZQbhftmIjzm8qBbDZBeLVst10nYlz
a9XJgQxL8TJbdrxLFKF6shikoj07tf/VFlbEtxi7y2BCtEo2ipZLFXrjHvNGKV7GpC+2eUykV7YO
vp6dmokn2nVsi9yGk77IrlmO4jXxXhbuy0XDbug3GAekJHGZyIXIfwREntZDc0l1FOrTJFM90rTN
xaywiwXbwWkckqqfEP7fXiur0KUJd4uHOOuNgxbkE85iyxwCPEGmZ1/rITyMM1BnNPbyZ9UdsksV
hReBk3wB5nBmw6bquNIsrWbUtHf+BHDJz6riWdbhl/TNzDTwPEtV5A54jy8boUlOMKmA37Wi4enL
+FEFgeOHeATKohyhldsw6cWTrFFD1nqTmSZb2RZOyfDQ9dO1u+wxjPgmd6WZ7GXRIXqG/nv/NNvj
NxRX2pOsbhXQcXxB+6MsBk1lQFgBdS6L8jDU2ovepulZXsmdQelHvL1gvnCj8iBMDwsHjy9K+jAY
o9joous3PGmqbd4WticH9oWqPA1/XP+1TeXO3gRnGXQXs8yxrt0nabzTwil/lt3NnPyeJmbt4/ad
wGAPZL65CbZFa2iH0LqDNQZBCETbuv6Q2AvAV3GOtyp5loz2FkDYeJalaxW+DWSfxnEHL/NjOHLx
OgjkqV9DmD+E5WhvUgO4/ASY8qGPnex68Btn0e33j25XoFaSNaimjWP+0U93u2Hb2fjDuWEZeUMS
qGfSou0ZQFnmJWMa/uYfZLTy1i6M/j/b5XhezRmbv7TYkiyxvYpMw13XQvGWJtu3otRiuRVhoKBi
snSG7UZnlt+vt1Y5tgHd59WuGA8OiZD7Rld/ysyi5YQofdW1tZOZRVZt5wk9+6eWVajs5cf26zQg
extkg7u9WvFo6mvfRe2ja7jVY6qnXySgoowDZ2uXpbvteHWS2VtNFuw8uKrF7ibXlCp1dgrZtiRJ
FJaASf7sIqWakjGsPBRVxs00FMm0st38Afm8+CBxNtc6ibaxxrbxrh5hWEeDMyhHhLQt4fChoccb
zgbIzxz+BfJx+qtsxakKn1zsAdJkCLZjQJyuVAZEGVWtEOcwcTcqSZYHfTlMiCg8BFn5Y9Lq5ChL
st7ptI+hsk4ehKWM3sSm7d7UkcyN0Di+m+ymfzGTrtm0Vdhsh6VoKKp9sOIgWsvWwojd+6o2jrJR
VpV977m6UB9lCdsVVF6nrLjDyvvzbELdRkFtPWK43D4pybnT8uFRXVy0h4xMrOu3YiXbZJ0VKLgh
RQMBoaW/rHOTc1t32qmPs8ttoDWNYiWLvwzUc5PsKoOgFQ2EKeaPK8kBcZb7+0JznPSSs06Au68S
wgrsvaLk2l3uD9Y/zljhb1XbB0TUEj0ikkaUYgGzk2Ueqt48yVI3KuYd/grfZUkeQI5P6xjD7J2e
Deg9907w1BNPXQbLafyoVZZfd+T1TYJ48zJjG5rmaRiU8MkKwdqkOVaC8xdN/pNi1JE9I7QclDT5
+OQhruu7VNeVsyxNA3TMcVC/yFJtD/2pLpx5l5KAOUVBiDHhckj+OjMjt9u1SfUue6Rq9dFDFqc0
XZtGGeNuZ7QomcIlmXE+XbmILl+GKnXvxdKQLQ2FASYSXVHY3sXg3sNZ/RgBafLnXGqwPsz00C+Z
bl2djUcDEcVZa56yJdtt82jfNyVhFNlB1g2LpowCpPI6qCkU49F2t7l9tsxxbSVaBOY2Ny7yMLgj
bl5YsW57fHnY0NMQOgtedlpaDGhwo05ITfaTrWDUXnrMvfZSoCl3LZw1LOdO6jO5KlLtK9kgy0ur
4ge/AR2Exh1iSZO7g/Z8OwuUKfTKpU4JaDUS93Prrd9YmCc8U36Ew1C9E5wdVwN//gvpO+2pIqkl
62uszAmbNeVejFH1HrJNysbS+tJ3LHhQcmTLvdTfhueYndzVIHwfWg3hkxk7oDc2EuhoL2f1UifP
ZJ1slf2Gvg5/bXXc4WNsUfv12h1CbafMOlyrNkRrB0H3IziGjay61cuzwmqDc+cYzc41k/nFSP2z
gtfD78sJyLtBnuAtfq2xawxhr47WPn+JLu7Co1KrD6nPHiKSfzl52rgzni/ONBAg4W9qLQfZoM9a
eHT/HOHwL71cGSU2/h9ABfTZ04qx3Q1Opb7wp1R2QxrkniymDYBVk7DNShabMWGbxkohqCOtW+uK
th2GOAaCwlAXoNyq4pd3p7S6+iInruOKwOpSDC0mdnNi7T4RXuRmJ+cBnapNGWrjxV04JsmI06Qw
A6+HPENG1G8N/Q3hKZTxkqxcq25qvClWTrRWySvoUpX+VpfN+2Tq6UNA/PPlXwYp6iS8vNCsc447
s6LECWslLwgA7/GL8SJ5Mswebyxrb+mWuc0ULd9NQIWJj/PylUW9MdhZLS9fWWyx5VzPWVg9TlNq
HLXUVdaoCU1fBdo7674zsxMhl/4NaFNuIL0ve4WlocBacsevroP2K7pB2UnvFdlLDv63XroCpSBX
rZBoSNK/GcpZzlC23cdlZfGXy9KrSYdiWymD6k2all1uh1hHVqwU51tNpvIeXwHtWde1WZ5kAyYV
+QUOdXcS6MN+zTN+y7xnXjGbsvbZVJnbxBDm175uvHSBvsQ2WvhB2TqnGEHR+7HHOfuKiWGkX8fJ
a1q1HyNVP7uOlB3Sv0ZWWqZfR0rQDE6Fj1PR7iMsD743+W5E9+hnjaHhqip769VE7GFT9EN0risl
uauVUdu6plU8E2kht2X3xm/d3K3kqKSY3rtwjt5agvEe4KTwEhp+eVRN4ndwKZOnuPHDdZCl1Y9o
cBALIHOW+LxRlbL5OkduhfRHE96jOtgfnLp4Z9GfedVoEIvCvwfZoMn5xoITaGYX/Vz8MhLIU+95
ptprvzCjB7X1tb3jJNa+0FWSRMC4cXsdxnfDKnBD4d2Kz/s7+niXTjXdi1+pxUsPEn1dYjWxV92i
eBGkqmANuvO6NMLyZZgGcd9iusfvrniRPczR2QfzlD7IKqt2m3XsOOFB9p+D3txVmZp6spUgfntB
ZetRXkpWOeHo4djSPcpSG+outBXsMOTcUVQrWwtrXhRGuRkr0AuwlOU32XcssvqSRSbE4UjR8WSJ
shdCV5c+zYtvegTU1kAZ5lg7DhDNGW4AruvfJn9CFLIz+FJgCfG1FD9kd0UF4jI6LOxlEXq/XbTD
e6F31R6DtmYrq7HD9FojzoDkZ9qh0MJqIyftFfNY8GN8sfIWZpduHIAiJU9JYWD/YoARbuwem6Oi
93kVVryriSY/lS1glXDq4QrlQ7K2grrbIwalkCBdyv+fg69TLVf71wnUADPJuC0Q8ViI/y0EcWQR
XmMVTatOLc2VrM/VcfbKYNCv3ep8/NStddLP3SwWSwfBOvk8RdJZmiTi71HSuqvGVpHdb2fjTWDg
miMr/EUIN7y3rCpczctDlPVBv3OB+G9k0apMc5UQKDjJoq+/9oHVfgn12riMWZCQxmSy3jLhpHYo
5cX9ysqm7jdI0Z7QcoIT4GPuYtV1vxk6pmQ48IknND/67Zi0yp3vVt0dHGFnq0el8hhP6IaFUIW/
mX130eT4OUFNaIjq38scp4PRbgeEPrGwLX03v9jl1B1QQ572sd+099mkIE6Lo8UXEkR/ZHEf/gzE
3tR07qNStVcndUZMTfjtKQtXKY4rdQfAvDu24YzpZ5+bmwgJyRexPCjYvY8/FKtBEpmYGLaD/T7R
hb+flDrw2kbTX/OodfZlRRBCFieQSftESeJrEa9Mfa+5TXItDgG/0gwHLU8UsfGaipFsuZ7nvF8p
tmY8UrSKa2ebdPW+wo/v2mrVQbu3iQhdx4aFzTovDXGsW8aWFtmTZlJxEVzuCpZIhvuY0l9bMxM+
YucIxAyXVtcto32gKtO1NXV9ZRf0qri2zmns70ixg+lfZq5tEiE4S+vXVlPFMNjU0K2WU4WR0Hei
RY5TFnm3qbu5a2C/L2PzcZh3munjvbFcV+21cYcLGIyfqTk0Ttnu/Sl/xcJmHFeQ9ZqzPPDn/TiL
9Xu7mcfTrz1ktxDm5IpEXrqTxabEqzYPTbx3FhfCzNCcszu3wFVK/56Xr26jsWFF2ypAQ1NWyn7y
EBTxDzsCoChLstFSkDHssmEbL+NvXeOUWFQakwu71cmzVhMvWo4z5m3uBoPPOyc0j03k88aT3fwY
6maF5IonJ1YzHj6rCBJyBln37nYxv8DFolKKh4QN+afrwwRo0MrJ443se7uYrSUH02nK062+C5Ts
iATyF3nl29xRrjlrAmPqdQ772bdVGIeLa4c8KBGGHaGL2fK0kJP+rE7T0GxXsqzhuPDXqUkqDRkQ
mOu6knkCgMXpeiq7tmWqrMIWWzfZ8h/TtWm00/yA1MJyyWmZxwo6dkWybEyKg1KFq23U2GFthpyq
O6juoQr4lsuiZSY2+6awOAvTDb7UWIHJenV09ENVC5axwzR/VRsYRVYDahawrPGaEQ2Q9Unmjoc5
HOGYyclxdyFHAjyNGAgLWpVUgDyUbeye6uUgi21rVlvhwzeWdUNVkaQmx1+uhCYMIlOxfY7t1j4n
aeN1rj7f8RI2iI0tDZZv9xsCX7xXkpx1tuwoW9QI97+ld7iMvdXLM9dXP4bJ4nVsHZhHo0C680eV
Nrtp0pQTkIbUMbKzPExGhO7RcpBnsi4iYeQBp63XvzSgWA2PbRkrO8dKv5tEWRx/qZc95FDS5P62
Zrl8veK/XUyOVWv3BwHEJTJH6Dcd/GkrFpe9m4+79HsvpQ9fCjvhYAViU8virc+gB2ItXGXYaY0d
r0zVjPAlroODXWbpbgiD9EvkJ4+SmTA3fszXov3cwwXT/N89fKVqvWluURl1EaJ0u5bgVRvkJ03Y
G0PHsvVWZacxHPtb+Tai1pJurxfVGZZFdpL11872JGyvzzBGM7uufUCyHIKEgfHDSOzEJd1X23vc
jYpVNZntw7WyzJvdoGmLHih1xXJo6jTasMcWnpzm2qDa2JAkiDLPYnEDWiyCRmUS6zT1u/WtLnZC
276WC2kBdGtSVVQ5V3KkrPzULstNg6TCL9P9a8dxuQPZIg9yRkt1PupuRX51vNhlHyfHjh13DHhM
nkvGZVyVwVSeR0z9yOwUlbiroDgIPaQoWzq/0TovaGsoevyVt7LSqq3FW2LSYy+pkdDUh+apigTP
Ei2yD46bEC4Z6uRRc77KNlkDcDHe20Qe17c6y8QOIsohZamJWT+FYAWeiifZXR5S3WXZLhz7eg1Z
Z4QiRnsibPZa4Qx7NRNgYLIsPROMS88NsY99iJhA5RfqwHfX4ShbZJ9oHFtgvT1ywEtv2QAFT90W
vY7yVJZqx8JM+ubFz/CNNSsc1VwneM7MaHxXM6DPtZm15KErvM3SAIBEjpH6VMHNZuEYPKDHiM+f
ApEvYeu8GjJj+h2+9houwxCs0m4Aa6S7YJYMeOlp1L0oPkm8Xq9RgLBRcBZpEh+UZd0FBabY6OM0
vpQNmOTIQqBddZLDdSb8Mgmu+OgGdvz80iy/+HOGFmdb3ummRh7XntKS7NCfZXkmD03UFHuj0dEM
CoKz9deB0BoU6pHHWhY52k44zbtsvNX/0nceq3DBtv3rHLehYeL0R6zdNnLuW708u9XNpROdItSX
lzv45Uq3OnkzyYyCr4OZ3V9dndyIdpWVo9cUmM0ZfVH8zu1A345O1mzqeAYGnj26NnxApWidlzLX
HkpcfO4FidSXplPn1Wy36V0/ZO7L7HeNR9zF5jOg1WgGa6uz/N9oS9FdLFlnBQiOnCnuaxX7kfC7
bDRRnHny+bmw5j7ViVni5hXwU8fCm6O/qKKSgQLLIMvyFLXt4QiidaEPjO5r5mMXnY7DRZZgBD5n
uRjur6XQILDljA/XkmXvs7kQj7LkJkRILOjnuW6/AWOGfTq08708aABhN7mvCyAK1OWV8dFQg6jE
ucNxNq0wOwui+NKCNscq4Am1v81QQTe/j4Nwl6cRnuZ/zQzH2t3kOuhLFy9HWDOZsUHCynpoAd08
GIUd7yfDhqDUl0BLloNOVOSc4WCu+exGWJVS1+nBTq/nkeUpJdk3jgxtVVsRrGdcYh46vHdiZTyJ
aBq8jMjWD8RcKtX6USPY5okk0066UtqXqSetJhsqSMvYP4r3fjChAs6Y1WeKs5uatjhmaP6jJXc7
jU0guKR1m3kdB1pxbFULC6hR8Q84AxBzhpdnmXX5EvZpQcYsrw8E98qXjAXOrsZR2ZOtGRy1cz1k
XwhGp+26G+aV00XNU7kkVRErmVemjRlgH7hoy0O0wZ2iy8WxUf35ekjy4XPxhzJbGXqxSnBHVAh6
w3Lmz0X4qSgbfqlLl36lk+NkKoeoc7vh2WLua+BAYxiS8ZiycGOHooZcGcWPqllDqKia6kfTWy/u
KPSXpBuNfWIb/jYte/9NAY0+AqX5Uc0oV+b91F5ikennkWznuqrH/H6MQtHsggBCUw7KC1mFwT+o
TYLlYKP5D9pyYNdUXYaFDxUT7t+AgWWR3gyYj9Aou/GK/oPwdXyUc8hDaEWAwIMt7EZwaaExY5GN
Ip6hT9/0skSwkUQ65kJdvIt6EOF+b4aXGDmAS1GFSIc2vkUk4v8oO4/d1pm0W18RAeYwJUVFW7It
29v7mxA7sphzvPrzsNzdbjT+yZkQqiIly5JYYb0r0Pw6IbZmYfZQnwyyfL5OKLbVPCoQN52mxIC1
7JwPI46w7BWtc7HRp36bhp/21h0RJXQaNnCQKkHjw2COjxqSSYyUJoWQTVt5QINqhlNcUPjZTsg+
edbS2Obi+c010GGbACs7XylW5+b1MMRdx0x+qkv+0jWN8lpD7Tp2q6nv86ZUPkpLCeQFC0HNu6HJ
zAf5zKiEqiMTPEireCk0lfruvxIFeitntsuMW2pb+g1EctrHhUIQxX/65KM2FU2wwRn7xVtGpGjs
jMZldvlh8lx5sNpcv3rVq2wYFQOEX0D6O82V89tplyELWXfnoYkQbPf1rGZ7fmzUo98tkXOQJ+Rb
ieA+kAQT41W+hSs7KLqVoRPvC9Hht7HWYp+CPoBzuy4Hp+mcUF7mRpQIbNNj3t3O/n8/yxqT5m0g
w0cx9PEJj5vxCTUCjhEGcbtUkh6++oekpFC8ri7bQS6TJ7JcVR+AWE/ySbKf/xfvgH7aIC7HuFHt
BmGfXPubaqkf0psl9Q7I150/StzhAq+59bvTKfZu9ODXGbHoTx3BQ0eYWcbNqrt/PZtP9AP28F8j
Hv7wcvHjp12cNJJzNocTYREGlETkQn45zMkT/TjfyjxTd3quQQbu3MdFw5xLGhulo36I1cR9lC3Z
v3XJq7xVRIfPwq9eVhD+TFvc60WPnpXiBZKwuMvDSrLPLm3mZC+b0EW3NN5mOTTpij+iOzx0Wr/c
rLXAD5Gqe4AyZz3Jk4kzL3vCfMtQniU2db4UJXEu8mxbYAy1wOOSJ2UXSguotuZyky0rAmOIuoeI
7U2p77bY4nxLZRghlO5yCOmBbH7FHn/mpcj2vF3TNUofyGhk1XFnJLbacndd3B91hTxMlrzrXVGL
bTMxvy1bS3apuv6O22j+KK/v+MkeSBtn1tmucKERPY/CBMDnxTzEFHg1wBTTSWPRkyspSywBZ0af
On9eVJvVo5k8UpdSd7yh6Rl3NJ2Frc+4+Ty3Yw25Us+CpViIbVNGzOaHj7i3vKfsbDPYPDtIhPNl
odqaF87BBF3fu45n780q/6jTWoGkbyuBoDx5pBx7wk82efYiBncNqds/LkC32WP0q+mmgVWCOV/l
I8WCbtTU+ADqNl9rqkwFKeD15p3rBeBPzNJAsSBnTMmTGhGa20Xmzq10UNxsY5Ifnfl58bYVkYdD
bMzfx0lhqc6G3q7Bm54gFsaF4cz9P/vQ2H5VOLW91KoRn2K3+O6N8Q+Rxt4hSjTvmEUK2BbbYWbJ
hF/R+mYlS36wNzaD282ntK35X7FhcRPSbk3LX3AleqoRtO0F6vksgn3eaK+Dof3jabrrqzDCduYQ
gXYqjt8aFIjUBeLPFA/BOHH3gBKURBf1pD9hPaE+eZ6KizZ1QpLcBQIgChEhpGcH/WI9dzsqHeE0
DczLap5eZmiLvqj6xwE4Pgax/51ZJU6ljdGHcaU1+7pXCn8yIZjq+RhgTwjRKfmu2cP6o2+GAzF4
p261bkbdqhevg9vK5DSGXtKWvpYsf6PhR1ti4sve9w+OynwW3XfM6g6pV34bC8gkej2g6KxedNhq
/tSSUa4r3+IyC6y2YVppelKshPkjLz+wj9obfDKlR/ba7HR/VJYJO8t8Rw3QnKEcszshM8Q30xHI
QFGmQF/LHIKV9Y+e6CuEb9aUXlKJgAu+o0kM65IJdinILGrq7JrYMKvXmLqdlWF1P1fDAbboD2Uq
y9ch+tvgxHpo2u5NAR1lnbBe6xkAqUg236I5Z/JYnZ2q6Vf4mPwna4O5D/ACFMnpT57G7VVbDDK1
8tdhHLU3wzmPMCgDJRKvGrqQXYVAfjczBoB4midSqq/mOp8roRLolBXXqSc6SEMiE64ZXwaF3vGQ
wCc9J/HJa/rQ0cngi6qWpBVzeh60pGXx2TeHxMa7bhyHJ6gfO7NdJljI5lmrXMVXk6SAaTfcnbWi
YLlU626IyvYs0unUDnBzceyhNAt9XRnU4zShMavMEuIrvC7cz6n2Jw5JHDVlon4gdGzE3D+J7Kvr
QHMmfEUMjX3ohwQLxkQNbBiQAgX/cV3RMZgkyfhaVGpntuVuMA0KS/eoPYFh+yYhV7A41HPqCWTG
TZPoYbM03XnI8N++yYcNurfc/69zq67SUVb2eOjU4VTVAF2wI3mWfBVNnv58gZiomTTS/WJepwNi
jxLRrNn6JIbP2DGs3Vl4ib63BvWm6nVzhki+coclLqkb7I933QLJZNCXP8xVNjKZ1XvuxGZKzsrA
Z/aLz7aORr+Mg6h2iDLK3d8vxAJ9T102cGS2J36p/9Rt5y6iwdep6Z1iJI+hk46/6o6vR3jrU23a
+MDWWABTga/KzWt59G5tniXY0JLfaYvXMlmbMB8gIrfDn8LB+gKiroP7Zl2Hq5K4t7GNTsXqKvcI
n9hoSS6aMbyVVl/tMcD43pe5EjpRx5eHPyAmMuOjaouREj6Faq2r7l0y/hO3Zo8hXmIfMpuCSj0N
+2hsy4D3m12KYj54CR9IUWP9oRfW+NhUfFhaLl6Libq+3rB1icQhS4v9CqB8tEX3UBQVDjFZ9TbV
aiC2iBHiDkkbInqLima276vooa0xJ8i4GVVtfKoj7SPRHaCarr2o7DeCYR3HEOWidVZ0RYDZZ+Yp
F3gltH3zV2hV5RNtbKjtX8xeUn82UxKuu5zczfi5Lw3tiNFrGw/WDiPdyunuai7eG1NNfM+Y2fq6
xTVx7HjfGhM2tTHc1NYrTrrGIiFzs4++9VZ/yNwlcLqHus99115sX3glueFF7e4ryj3XAcpiG3f9
tbQG0FxcLfDkQofVCxVrw254A9NPfTFaH0YVo8gCcroJ1TtOOdYZbneulOWP52CjZHnfrakgRdKY
TiWVJz8RlIuZnOdgsaDzVbrnBsDQ85GdV051DVOUvGgu6dQzBruzuSeDQfeHLTDSyLV3dMEz3NX2
wVxcb5fWIxEMGeJUMaUXeRiFlV6ojl7yorXPUKAKaLzj3c0QWIAs+YWt+EPf/k0N692all+t3lMD
S8wHyNiXGhWis4Ajmrbb7JDTf+vIrAydMn/Fndq6zkz3ft/m7bGOu+KpWODhKcnwLIbVN4ciDwsW
dTsdYRbeSilBUdoEl7awg0EjoLfRhYGvjJsd28KNH0g3iTCNMZLL6hXWKWKldhZJpp3TyUChmZTr
pUqz6VjipfsANdw4aEIsj2NSxCxmkbVCj2n240S+HrUmLazTzHkq+jgJ4/axGZD1mMKmmEqOIBYM
LInLhri8BA/ZYGNBBn2mUjc3ocRbQlivtuGROreK5q3rjqNiY1tfpu5bT9E+aB1rwLQ9wap2gAZk
LCT74LSuflsbdk5aM1YfSkNN1Mv6+VRbprVD8tr5PcPlx2yh9CHX3f5AVtxDTob7AE+V8LhBGB9M
YAT0IdX6mO1hIApWqEQ0WsQwgIt8xPhq+Azr0wd4Ohu2rBk/NC8a/QKW1Idn4ahjrW77EVcMEdjh
NR9IyGa8mXEKixXjTG6dfsXG0AOQcKKdbKZi1a+lgopoTj7WPqsDdEkmnO643zfmzCRrmufEZk8c
xeZ4JWl9unb8r5fZbfcQztgrMwHtaq9Aapk71iNrbRAl70lZW+W1z/jIJjMYbd4lTjUZjtDzhNUu
3iJDbGwoKKYwUKOg/cYEsdmzqQU2lPG9qiod+RvdD3fMKTFjMYFUvLpT01n2I7YUO5hCdkCokuGP
mpHfGmty/EVkRpgBAfuGNR70KvOItk6n/Vpfx6xZjkOXRteV/0VJ7Qc4i295EokngNTBx9qIKatV
1BuO2hjDleuTbS5M2FW7BAAJsOswgKYwxU5WHdMhQMzQ740tS3Mo0wBXhOxmT0N18lYCO3EIJMqj
Xv+phoq4imo9NIS7hUvtvUMO3g3tlCJ84f6PVhi/S+MK/hUbbgi5tf0KW9uxwyhLYj/KAVq7FjsV
wcN9miIZEhFWUdqUP9lKdtW3oTvOAa7sYmh3AxaUCnZeTNwC4QOAAJaekRUMXuH4alFRiGR66NPI
fplqD1DdKvbdYNT+VAFqVF7s7jJyxPyOynLYJbW9W9x2POP3YD+mQiN5PVvhLXTAZZrJgFqyhL45
VfpQGg0kXeNhweEsHK0lvaDtaA4s/C3e2Q37reaoYbwglC669NyqeAzVv0xnHcjzEtZxxNEkSVIg
5MXRwr6PqkMVizww07fO1pqneJl1H0TtH0ZvKsyTWM6l5Y/LWPtJFys3u+6G62zPil9Srn/sxCQC
rH/5x1XvnJDgUFbAPFnfPoF2Q24YIP5ULUaGpUUOs6NpGJxjnejjbeqqWnZF3rjnJzFf+45qI2l8
3jmOXII3C/cRP/DDGCu5P7rqzQTQCQ17WXytV869V70JYTsPZa/8aWe+qNnSjEezbsqwW7LfnQF/
p8WbmgCWp2po04d8nGZfSRfHnzGr75n3HaTnvqfaxZk86ChcIkJoxIhSeogisrtwgBCO8seczeli
RtC35joJkmG2gk7wOxlqvTgrYkQCagCMLnN1cpeRgAm3ah6wrrqqLVsqA6qIQbKeTnIDZFlWZKKw
L+3sEQwys3jS2rE7ILINk1lBstaI9VhYeQe1sn7tu+pZUSG84dPcHZyu+66JXA+MVjO5w3JuPs+8
rcOMSm6NT25M+M2GiQ5jkoW4CrOCj7Vlp7L7qL1EnNEoqVSv1n+6zoArx7Jgx02BhoK47mCdZ0Js
Bu97HpWm3zsjWAduP3OOxXBn3yiVztcZkiHWN90+d+N3B8+TcPZ0QjFFHq5zbLMZHvmAxlHs7ThS
Q+Hk7+TKzLsGyCzEuVMN8wQ2YaXE+HXo9UM5Y6vURUxRhW0avoOz2F5JiaTvi7QPRJQcwODyc4aD
q63q9oU1/gOZiT1u2OmToWnKoeZG8qPlKYfAMRWpeO7Yz8YWhWbDpW4i0JX0TceOVW11Vvrs7Goj
ng9FbWu7FIKNL1xcSdNbLGaL5U03BgUMyZ3lZM+JJy625bZhj9MqdetC3Y/I8Y6ro3oofvHKYAxH
SjNmxX7AP3wd7ApXqBRLf2y599Gihp3jtj5y5XwfeRYjSSTiELOg7xr2LWEzdNNdK4CFCtQ3ja6T
GOV5RF8a+Ec1UTrvyBC881W5YCzuD+DPfC8UAhMWY+fkcGRiQDnY+k5LMEaLL5oeFdB8ZvGegM+g
cw0UuIGQ2vs2GFlS7BsLI+wGJwjY4VX/0uRIuAwKgR41/3aGQZ/P5uKrrKTNgYQpxp+f2CxMF5Hm
z0rUrMGoatGj6Izvtkkdfh3rczpk4lQuDNemAp2roppROxeHXSbS0wsRrjuNMLOgaTSMdaoI6VwE
Tynrzr1eQvKac6wB48aP8Ok8qAp7lrGx2s+DtcKCMKuChB3beo68bN2j0SRTIUOQOqwKO/W5SCEC
eM2J5MThPE9iPMtHX4fYNodzkUKdQlPDTO0At8NvPyxl7h74cuuzkav12Qbv2vdrdV3wjD3jrLOe
04JNm4cuKZCv5vYUA4Z8PjQUGHEou4BeuD5Q/1VoXnvOmvK9dQsAlNKc2uOaFGyRPVTNbr7gbjss
58kYsMR2OiJVba0ofMsqfT4E8zQqW65afZiXtTwzi5RsguYotIbq3U5gBfRjXPH6QC0dca2FWQVK
UiXspdzoLA8sX1mHJtnVAnbfR4rantehxXZpsg4tw+G5VTO4iwnLUr9pq9c06391fTl8flbykfyY
ktXCQnuJVtcHeBSHaAs1lPsM+cjdmlvCG9/3rq3LmTfNwZ6j6WzHb4iaaga6UMMxnt0FVVnPSd+N
Mi61oFOb7NT3KwX3dadN2bOmeCmh6PxjFN8s3AxxgmAF33VRFDBIbW+guY1Vd80UhgucWIMkW6LC
T9QoOqx5c5y6BmOFknC9NDlNPbpEhcUaNNjZOMt3gJkHdWFnfaNsVxN7YLhrIB92WlKz/Y0MP+kh
UWIVgvz7tSo9tlaTCV5DrtEZooN+FmjMg9pBx9b8dNf8J7iLyycbYUU26pbL7pg2UUqkaSbiJL+r
Wp+rc7sdZFMeTMw8+JlvX+X/dToiz/y/rp4cr9svkwBcLA9aPQVk9n5nczIEnYm5WGgrJgYjZXYc
m8KjqMMFcU2MdOWmeG4vfuu18DOF00C54zDC+NsvvwXRBFQAZ03pH6J8SE65UuAKfhtIm9sPyfhc
RvVDxjhwxmyZoK26+IErWQxQ3iHTGogqXfVbh8U4cLjihk7WKj7EaMoJcbq+RE1RMnavxV6b4meH
qlhU3InvfmtV1ziMG0ygWlZxnmPcBttWvywaCSkHhAjOfWi5h73RhS9ZVK+elEHiYl/GCCnH6aRU
dsat4y5XseDrZTlKx6oJnNHDvKEZ83OkCuyde4VlFWKsCx/NCS8YxfJXqs6+MkPScg3dz7zYvOMi
WdZ1dvaq9TdfNjEnkFZP5lQS0ain/S6hRKZPvXedxGocAJVrVGNByhZiZ7VddVMLRI0j26hA5HXq
D3lc3ayUijN+SHi/lweE9uuOKozHVfgGGzMGqUSl6O6afcD6by9RmZoBybrlrlPW5iHDOMPQKuW9
ZpjdO3PrnnLibZ6JYKQmba39rzkTB2ftiTDvzbvjiOrALVAeI3D096qMcExIlR9DZNYBLqcjjFGR
XxWVfU/njWGdJ+JHXCdvIEkBQc7m9zEWz/hqOn8KAZ7GvKCXin3LI5YvZZw2fquS/mV29k+QeRcs
gDHKUfvhCFjyQmkQjcvQILQCLdlVcZeddIzLd05hrkfMMNfDSulgB0vT2K1K34UsH3dVPaUHtdnw
Dg9EqgRp7cVgXyH6k3onxpcSPYmRVsn3SKltlOAUE/R7VqvVJl5JQtWw15duUr/3nfZRTn2DyTWC
Sar91GGI/Ejd1MMHaCp3WPdmzyLNCsSt2cIgFfZLkV+aop4u1obeLVB9J6Ntjt7YKm8kKIfCM4BU
UeztoiEP5ziN32AK/hTkFT2ara68GqqlkMKgTqE7FDAbrSrZ5+3sfm/Br1vPhVvfRcsF4DPe5SZ2
SiMV5CPG7jsXQ/AfnTcZgZM52o0dgHFq66Q7dGjP7onZo3qnEv6nxYXW8tLfLbm2rKc149mr8nqL
sDCPnjGKZ6OJgDYUUf7K6z/YCiTUSJPaX1vbu8M2jvZx4iAYblaimtZsvQEx/F70/rQuor9PXe8+
DxhbJCV8ZvKK2wOG0gxHsv6d82bPsuadUUvL/a/252l5peyUbXmQl389+6vv/3wJedpeIznOR3qh
nGKQT9QfWzbu58NqIjVXtuUjOd+MicpFsv1fD7/Of10u++Thf/rk68i+RevLnaHWs8/eLs99KME1
k+r2UHVYwgCn/rvXGE0WBNv5XIGyGxLr9a/251M/j2KhDKhYyj7ORHOWh3qbZiezwnxMts1u+Xcb
E2RWkWP6UC16/GJpKreDWxgBJKL4RfbVhc3onprTQfbJg4o2XU2m6OGzq7Czp5hh7OtJPQGAJxNT
+M8+eaLs1pb6zmaZu734Z1+qdFsSvHr66mPHGeCJbtwqM9fCxK3jg1XjWF0pjXVVa1O9RoWXMPXN
/Y/W1d4LiMh3XVXm8xqJIrTJsXmulpXtU7z4+N1X3xMYF4eUHMEjhRFUy6gTyWrbabo37sY2B0uJ
yke7GrsHM80PLnPshUBIlkhrlp9Qjh0ytvyXEufPA+Yub2WbO1fkh2qosO1iWIntx6mfU1b46mM2
92fMUIoLIbCCZBaI3LCo1tDwNJvsjAL/uGr9IRzcC/mgvTuA/mPZt+p3/NbKnZjsMlRX7Yly88AW
c8Dtr8rmoMMk72C2FZUeFUMmTUcox9J7l42j+tY4E4TRPtvUFCBJOTFDJBnFxkda/za6oWOnDKFx
iK33dTLrXYF27iVPMCmo5+onWP5ykV1trA9XLy9OsiUPCIXjfYf0eyevl339oL951tg+yNaYVCsV
pvmx7xcPnlovdlWRTS+liEpksMkUKvE0vci+pGKxCznqKlse4Y6XpCn+YEPzrwvWGcdjUEk4KNtr
yEOh/00mSzzLl/HqNTmpJOD5XxeMA6kBptLmJ9nXcN8+9Ep09Tpq+Eu1m1HvPmlroZIFmS17x403
eIJhW/bFVvJclFRQZZdVjbBu8+qXHNdlVzKtS6DWmn6QzXTpqpcFVPzzFUqSlHWISpLzKkmu0EGf
0jp1jmnH+Iply79Jt5+XdCvrcy369tX/v9cB8ZfQIQ19L1/v68JRS+4z1Th2NsUU4OBUPWIZaJ6M
efPPaZLZl33yMFZq9dhvhzhVoHPqy7p5PiHN+c+Jr4u1bHWOta4+fXXJR0seVY9ffW5a/FG9ltVP
m3i+23bpY6VTMhZkvn4++uqzlR4SQeud5RUKFabPy8q4yY+KDhmm1zGvTmuTTA216N9igKAwYs2w
l01NVAWm+gO6a8fq3kQUbSSfDSvcLk4mURxTISBVb81JDDXBs/BMsGpi7yXsN8PL4bdVJgjz1jQp
qh/1DuZ+Pw3221y201EorNjk2XzusmPf1ssuNtHKj73tnKOWRYmdgc6piiYwScvtV2cs2YJ54l22
rELL7ludQLYSN7JfDdPCJakvnmVXNcSsJop6fZBNGFNmQBTg9wafh50+N96rlYwKlmCJElqe575q
LI2OasmiTjYrrF7wX2ORIy82GC6eUDBc5MkIRsfrN52f9RhMi8F9VddP6vaiWc9yt/e88kFeSLot
a7plIGCH/Dtf9k3MPKHocKHy2N97ST0iomHKm+XEJucmV3ci4M6tjNOPyEUCw9bXo5N3e+GMOdzP
ODmUuIW8xtNzXbfF3lPIF86nzfdysu+ABBbFX20IK1hZb0o2gk7l6rchzpjdl7J4s7R5YZ3PKEf2
SM5a3HAua4Lc2dmaozJTbPGid1yFSXKY8RD2BvMgW009ta+OcWJ0TEKbSEQHVtDZ0XUP+VaGo3EZ
ibduBsnKG0pSyGj0o1bGTiCoCWwonxOMMF3CJDeHPTDWho25LOeL+zIYZWDqRXz09J29qVDtLVZE
HvT8aJjKzSjbb4OukOjiNsuNN40NRzWDV+fsXRQDWWRK8TiI7RqpoY6HIK5Z1Y++HJ+iqFFfCcST
jBu/Nb3oXoBrZQ1rdVVp+HwWDXbRdpCPxLbGsCvzMS7j/LNLm6PkTHL7S9rlv2rbNY4daQhXYeEP
t7DEvRRN8cHau/vlmuI6zoX2h7SGfeZ1FpulW7esPgvykhp230OXsDLfw6P3W7zxr0XZ+jERC29m
2p0SiLy/tAJjOOUpJw3jRberCwav5b7SwGlLJS1Dd0prit7JNxZ9zWF0ETKI3hPYnGf9kzlWLUCA
nfxqxQ81Xu2D12kbO790d4sKRlimoiJ/2QW0VWHG2qv+vKZT+ToN6aYuzMVZNvMGv1FIEw8o7+2n
aFioQw1Tg1bDmJ+S1tz0ZWm3hxWcHrsGjxBLKY+kBpEFkNvtEdCvDc1NVs7O3Hhh6c+fX6lBUqDY
QYIKU4VCP0Wt3E/1PgG8sX1Tfya87iVeGYEMhtp9HOkVodElrC9Fq990pydtqCifLXZrb+Pqas99
p+/lOaxPvctAFLM/278HBuc3UzjevahxeSdp4W20jIUwZrJ8t3MzRnBgzYRjbi0Vv8WXZgS531oj
xeKXkkBX2Vraon7pvGwvotp666uGzNayOMhzg2epz07UHj9btdk899NKfmGmYmuhH7MmX6/FdujV
6bKmvQ5cQ6seunE/uoqNl5FuX2ddc9jzLoUPooNngOw0tjOpxRyzLMWl0Fv7qk4aZ6OlX0MzSUYM
a7e2PCUPFDBJCxqvsvH5UkXTWRRVK2DUYhLHaSyAJTtB7pZrtQLBEM5hslltf4AigM2zN9ozVQvo
RDTnXufq1VXX0yCW18+mPKO19XhOrOxa5OOHWaXVqQDxuo5j868DDphOSDxZE/zPiUn15kedt/J1
bW84muF3s9b4EMixFtleJekBg2Y9xTDAjOKbkbnzXoyIKbVcjW/cSYgE7HFdHrYoHNknr3NJmLnJ
ptuYTyjuQBm253/1r02HfVFrK/gyxi1LuUjbiSUSKE45lGlfQjBGYjnlNUXkrS8xGT0xAoqhc9j9
a2GVb3XUiKtsed4SbdRKgq23k1OfKgdlslM20uXwqtql/mgTHwFjpIf0whUNtFQ2x3fZEC01JmzP
1wfZ1HqoHIjx8oNs1kuZnqLJgzm8PRMbz+K2TsnnH5ZdtrUESZvHL7JlFRMQ64QnimwmRIiHtrkB
0dvThW3VZ7QYti+bue5YTy0SXNmS76+P9WNuF+2TfO/FxvOarVQhlnF73xuxaNG1OpTNmoxyfpqE
tcumZxfYIKUYQW3XyldLovEpr4F4KSxTWrO0Ug2UpmvPNsUCgOSlYaw2q+6o2lSGYjIk35y5Wvw0
jp0fEIgvLY+INuN+6qz1L7jF+wIS+r0ekItQlBd34qKZ6lka+kQ91lcYHPmxruzo3BuruESRkhyp
Q5bHChPPm16k7zn2bL/7xXkxF2K/Hbf+XRaVTXJvNp+1mmxcN4V9A/aT/D5RiO9A8NkYaLGbXvO5
TGHixPGFEukhnddXey0NHztO6Bt1bj/261CtftFo/Ly5U8e8uMmDYtv5DTSUYOboh4PDYzBmKNDd
qaGeFjcjhCuo52joVDw2B1QsXj9fIMuvp7ZrfpK+qJwsrVheraHhZzc/acSKvxPf9atc3YAC/eO4
1NFe2OJPMxTZLUkTfGtzR9kj01ffayvVWLT2e83V7TdhHyiJ5d+MdZ32hpKkoavkl1jxfrFcV89m
m/wxk+rnMAuT8k7jHDUYo1TZXPKXMBqb2zTHgQnxgyeM7J+JIlG+WC5UpIZipcONnTWzt9MF5aUG
IsBLVR1A5FNKfmRn92VKhgjuxFQJtG/NGntHy6PyCfE9DxuBPabpQFaa4MJ33Rg9WP+4qL6vU6m9
GGp3Roje+FSh4r1agYhZ2F0CvMzgvSpr89YxbvP8j05whvFc9bZ7XIoB+8MZgnIbgDMqR02hroam
qdmjndexB4mM8y+oHuo1BwHb4a9k70q73OJI1xPTIxabdvy9Kdz2vupM2nTpN4fCPeRuR4CYclDM
WTzMXvprKcnumye8c0ns+7sig6l73SNULu4CaxT9M8Vb7WARPHyOrRJUPqndXVyqxjvMz5+TldZ/
TVwwqQX9SYahQfwtAOurGnOIqR98FZO6EwFwEzE4WvLUwFKRLXlorF7bI5wHHNuukIeo1mG6zN4l
Qqzygo2KBu0vPcKNCFMs/W+jZqr3hdJq6OnUumXTwkjxWqTeo2yNsAvvk4EYe7bHB9lloD44OInd
7Do30+7eaPSwPCEQbS3ZpRkWhm99np3lE7bZ52QwM7N2SY6VFm1un/VwXyIorWZSP8sW0UZxmLsR
SSzbyZmdDfXq/ixbnq4N90TJYQg44/LZpxM1cRq90kZFwxPkgUXJnluDlMrtCbGrLGHWZCpsBK5g
VZ0+DTrVh+2ksh3mCeBPQTRwklcAdU/nqMIF6uslYzc/Y76afb7nIpmqIPGW+5ICdyyWpt+7iISt
shXnvBDMdFWf/rV7G19p1k4vjrBf8ul3TbTqK5hmsBjWTMJFabzWc/1LZBhNyHNAtGqAOaV3hDFq
vtoasXjK6E2hvLY09PjckHYSyLOTSqWHFG/rEJlPzPc1ZJh2Kc6eYAWBFC15kQfMUaqwyaIqzP7T
py8JKeuNh3m3rScvSzzD8oo8vL/NQy4S4+5Wg3HPVoVBH07LSTZTxRtO2go9RF6iTbZxZwJbnCL5
vL4kViCYcWk92tvTm7jdQ3ePMERH29Yog/MiD1naMdp103xy4tR56fFGv86pgsxch4BWmTHqaIJN
DvJiEEHxjJcce5qoLwNYv13IBzSHEJv/9Xrt8LcqlChE2Q8xivSNF7R0Oklp3fDZlH292e5ajflM
tsjCrA5rA8Hus6lHPGstDhHEjZvsmo2Vct6QqqRDNPFd9i1rdNZKbgzZantlPPZWW3EFf1QeRnu5
1ZBDHj+7UEESjDR5vuGUyZPjcpv3eGfZi2761HapFBtT/CIPnir+H2Pn1Vwprq7hX0QVOdyunO3l
1O6+oTqSc+bXnwcxs/H2mTl1blSSECwbhJA+vWEvZ9p4E6XetatbUNr7TI2DaD1WUxS4LKyVOJoF
fOVjQyV0VkXhbqnTnOi3I8t89Nq8uisBrLLfFhaVfSU/iYR+hIJHy271Uufq3WsZyP0FRR/5CYf6
8FIq5vvSIGKdgvJGVe2XOhvXq7qfL1q1HYIVyAitjd4cLmoQPta9k9z4BiY3ttBPLSSIkyjht2jK
K5F1Yv9JqfX6+KFOnGZU2Y+ydr2NkhcJIJ/UuovELokSWhACYKhTl8sSIF32YspuE8FRfS5DN392
o5zwmhMGe1GXBCmxyhCIuZ9m+XooXHlF33ePorGuYfWZoVKs6cB/chlXpZhhdus1QflcjvlTTaDw
it5r+ZxFiNzqvuSuZeigeD10Z6vRW24AB33gUxs2UkFKKWb5LA9l+FCF9lEcFFXYVSkE7yvnqAxd
fhv0/myWfsvz7LTXSu/yk9OXDaigwUuupZdv03wryV2+qSqr3CiGNwI8cnFslzTr2kZQNMLWjSYX
qy12YF8qzc3gw7cXN2+vRuuh2O6zJwUv4YfbhDvDR/AgMljpZMwAnFwpDn1g/hrtFARbeZRbD+aE
5IPpllt1UzMHWVfMPlIHmxo1WY2ghNd9IEEkdfmai90+8DGw63Uw6LLUnUBMvCqlFew9PggEuGUg
6YCU21Y9yyNac7UiaWwuwE6ypX3cq2+suxhsQC9sck2+JU18xNNYuhRNDj227exj0kKA07TXsOpC
ln8262TQnknr289jYiingR1t4h01wUQtWyXpUMOZWsk9hqyoE7N9O+AG4ORttKpHvpEshq9ye1f8
ynmcRPgGSAzmUOjwHj3tolehvJNwPF1lwds4ji/sCG2CWsl3mVnb5zbRBmy5puySDB0K8KZWnBEt
+wLCosfMrG53ueVjB6qq7q1Nf3EZ/4TcirZC97lbW7rGzm0mKZeEuWpi9PJdi7lyVyTj2UBw1vMB
iSQSzn2RCidviA6V0pWnsnHLLS6E3aayLO8S2+W4kWv1i9fjHwBiqtl6IxQNeczvBvCPe6Hqr1IY
FIcEtcYLMongSvimbOPKqi95lhElUTv4W6O79oqhvQAkODQlgox1Ga3TMt87Se8cU20oNjHzBpZW
ur/SMGVal21zMIoJEeg1ylbvzGgHQPgHUk3fJ0/Kg84u+Zq71a6BwzVr1NmI4NFvzEoCrhfV9Vkh
RScBuBZaEqzYG42vvWbCtpF/FJE6wKvTy3MH0OAoTQEPrbqLGbUyTauZotCNGvZBYh9hljRCMiLo
avlVTb63pnSLY3i+iKOs4/AOevnPaGvFif03mS9hVKK5Jp+GrFCedBgeOt2e7V6z7CLwN1ax1lI/
uDRp4Z28nhlGovD+Dn62ht6ZI7fXTb03TwhZWS2aFFbwit8rE8yIGKpZlOXeN4cfti7bl96O6jWh
wNonFDqDHbDoYm/JtI5e6+MI4UGmUVK8r7JyipR8gQiQrrsw+FUlOWbLgX7gW95GIFaQtyp33NA/
ZYxFTE8Ynt0HTDnqwngkMKKuQtBlGzesnh27gmNmV5iIyVp29EvGwVDS12PXVuu8ISZQpo9omsqX
NgiUSz0llo7voQUJM05Xvuq5W70BqecrKisUyWoYe41q60WRvQaUtQsy75fEzgNKDAGKQoQyfrZG
l7/VyJrz0T40KW5olg2nSfXYA5F76KkO0+OrVwHkGe+sSOo1+55Frt9wx05WuAG8xqHs8/OWMUGo
NwPk4ofeIcBeqs3ArrD3hLAKn8+6AKHkyg04fD289CAvV7gvMatgUdhEMhwevSZ4PcbeznQm9dmi
/eXZboJAmQa80VZjQAx6CvDQ3fsjjn8qhPlVo0Blqn93kAYDYL/bygHOV5oWUWdrpae1vEZoOtvK
WQNCuZEwYFFkCflI9GI8z2VjIbefh2J46n2zuhBqTNZjMyCKltQPsJefiDRXKwM9+aMzqKBAVdc4
WqZ9ktzWOUmRa5+MCadThM33ynYuecAwq1cSw1hcFIcRhSWcOL91AFH3RdN8w/tAgxNselspj4Zr
h1fRxSJ4nE0EYi9Wn2PLPoN/GJhl9y53sPvWs2onuuEBXwrDrao17qrKIFEkYUGgovZ0dt1y41DY
RbYyIrPeA13PAMU5BqAbPgY7yMwnK2VTSs3Q3EI69jk3GpsoT6ZsojDc50Ot79uycN5j5wUuUyPX
7s/RLDdw3vmWOhNERvoZaO06NRLvpOIrv1YLudqwUncOLcCzvQEOFNwJW1KSy+KtgXBvGRlBD1nf
MGe8Or3RPcYdGkUWJcRkom2tey9pIpnnJSm6zJqLJjP/o1lCEStH42a4zB2dzgDHaCcAPQvH2bme
66x9B/U1haFvzZJ5pcoer6Kra+exDNk2ZfbxK07VbepFwwn790ODUNRdCb3fxuQQBVXngm6x6Iys
zvgQT8kknqOnvXKR9bK+d2093OpwGrkpOblX38uAqW5Rxvvcs2R/HVs8RjBhR6lm/dG0MTMPI3iL
YhWdQz17NLTe3PVpwPp7Slz7OjoNPLRaCbdVc4+tKjr5LA9OsWsFGy2DAAAbOzgbpn5XPQ32htPT
o3AN7EBcEd8Lt51U3kd8DgnssThrJoEzJTkIDJg57UhDFQaWqBuT1xUIzP8kUsN+UYu2aeZgl6H5
SGq5OUiNPnFqwiz4NVjInk8bAdKoblUXd1AMt+BI4CnpwLH2WtBYg9cNrDhdziU0ckFQ+khHzc6V
PjzK/thD7XDNTY8qzXqYisgUDOtW52HpsQ3QzPJjeCUN0pOjArrI0bMziIxDN8BIAa50a/TmLtX4
P6V6GG1UvBjHtcDM+ROB3wB/trW6IYVTMNq3PlYUpoJN8uCwNXcKq+JtBG70itcGaMPsu98F8auc
4hLj1L/szKVziyiBNYUKylFlpRPToSzHVq4iGfiEAbBypI0rWqMB7jGpFKkE2NMFKTCUqX4Sl8H8
8CUovfSYhDlDdt9YG3yfgYewpQAILhvXGYppgZWZvBfmWmfIu3YKlN4SoIDUAKyKKn4PyRH3GhJg
PUSj/+YjBYf46G7w3HxjWT0E9wlvBEB7Eyk8XfR/Ywn1rfIP65r6XHfJvuxLPpOgAiMLZ2Q5giRU
w+Msy6Plf83SXPuChDyKnP2TGnnGIe6kp5EgwERvlfeFPhkPhN/kRjuETu+zW79xwtE5+oFxC9lK
W8cqskq1nCL8p4EYN8+2rg4XJQ5feplVKlbyyCj6UIYnk6bCRdcmqvg9oEBvswKEl5TNzmTDGyxX
bs7CEfHwp+ks5RnYro00tjSwENAZp5UJV5/GbbXJYtN5hAVgPcjDywiC71EDjGCmXrUrwuhLzsQA
+coAaGXOZqoojrGaMOfDxz5MJWkfNbbP/EmLgb8Ym9RrtHWRZ+0BdkT20uhldehhi6xFUY2sCrxx
aWA7KVVXpsv8P3VjbtTc+zWY0rDPwng8I/zx2I6AvXXbjB48pFwevEop2RlGCtNqrXhrlGaxz6GB
ax7sDClCYi7hz5uYGnaHVLDls8mYeStr7JMtq+gHjTgHo/gmSfB7Byz2PTVfMC2rj8mEmcknXJ0P
wuKoWw/BhBsttUE+AozwJySpSAY1eJMkzd2G/6kS9aJ5Mr125Sn3uK9ODZ1ulWQxqQB6VirIaaUs
vI27GzAWPBj+S1iBFHCf+8qLdx50XrPW4BZ1/TNC5agb4nk362oIjJDADSU6CwY7tFDyngQ3xIHG
jSFJ9j8Gu/JO4LKMcctklb9EZMUbbRRwyQ4iG41EkGBh8e91ZQba165VFIRyaT9MkELmsskpa4Fb
exVeD+4qkpQpjkCtBxZry67KV0tKN5HsYbT6S287UMzTjaumK4rcgk80lUgetwKqKCr7MRmSg2gZ
WDV3BllE76/z6+kiopXiy8PKtJJ4I/7KCK1pNmARPptc/fZeJe+FwojlrCG5d0cwnD+b6fn1emAd
UtSoxR6wSCJx/0U2ZInMlhbGd6KYJMXezyUV/5npb0rBfXp4ZxzET4o/AwNfPyg6xEnaYouf+i9x
Xtx7cMynxzg/YVEp8FKpy66LMZFGl7o+V5s9Uit4MgH6mLG/ojdAu2WHuh/ifiur5XeBBxZJB4y6
KeHXEU9FciQpOhMzosKKGePtais2vWecly9731qYi1un8nmiJhKiuzqqnsWzNyP7oSPusxtLjWHd
6AL09pi6s72VnWKL5V/to9m2PDSwwyoQ6srbiMclnobI5VilRiuRFb3A8FWXfeVm5WRtesLX0QF9
JrJTAhGBviHtCyzDGVu6aASIAMwZx1p93H7IirMtHClAIttaepqzY9yChjKDg/i9vqqIUVebsI6+
jL16EnduvktQS1eZEQ8bca/FXYnqjPV/rSC+MmEAxDMRZ4icqJu7gyiLRItxDKkaH4gmoo9d8yQe
/Nw1xa1ZeoM4UhL5XBVg2DfiVog/Um1L7k/tZeqaCDqzXKP4UU+2IchdzvdXT612BHil7RJmA/S6
Z6VIa5i2/i4dITrX6vCkTkOH+GwnoWntR28ECYwd30qGzokSboWekBGl2f/64Q9/g8hiewXZXfXV
ueX89FCTSUGaaOpGDAHi+94gN34wAWT1TzFc3vnmznCKD2/NB1DF5zuosY2XBbAmx2qn+akybkPb
/yY1ibxd7jCD4Em1bCjdy+Ait48JJpY78be0bvEQm6O8Q6OxHddV4l/qTpWAeUzj0PRaizNF7l/r
nCYfEQ7wo43oCW0Y75jCsHSZOoLaI+2kw7Feus/UwCxGGugqfvXecBA9uG+M7jCkBsuSYptaHcZH
9gSu/NffNbP46PpghZ1UA64wAVKWvjeGV1udAIxaZpaTvA3D2zQsi54kiktdRvRnGpEMdbS2rlV0
YFbiR8uTGCNFe5Esb+uHLjpnxfGxcLqDU+lr0RPmU7AV2EtvdcUGgRgLWbBXexS6j8sbvvRlUSeK
3tQL5bbdVYD09r4V7MQxXXR20WI5/3MXFGXx1ERuPkeU5+yn46L4qW7utnlhmn8NPdjKscEf60cP
rtwqBh6TxYDcWhOE8/ThUB2Ipp7KQnVQd/hQsE/PvEA88c5UMQa1HtKxvlvMDVgfXlQiFqOcYdUc
3VNAKV3ZnI0Jqzr2+T3t7Gan6yNTiUqVN7KXEbtpEZhZscG7E7yDIZ3sIvWxKzdekD9YSfHhwYtf
Ff1gfp2WsqhcusnSV0STrIvrQ4v9oOiMIimn4Vrk1Aj6kh7CeRJ3X1wkA884gFmh27UutPq1eEtg
tVMrsh9qO1t7Tw1ElMS6ZcA1eAup7qspuBQ+N6wJpfhIHBxqSDjhG/pIfQ1a4O7ImGzFPRaJeOzh
ND1BKJc18hD/SAf15IRaspPH/hzpOQJlTnMQg4zCqF3D2c1Rz934mTd/AbT6F6T85CguKJ68yDHS
1xMbxgy6X2PnPGIWZ8+YZTcyn108z3ap6BHLYCArsnXkvOXvU+te2bQDxPvlLuaJxUgaTZ+ZxE6M
jWtAFxKkEngB7+CSNWbiDvKjogl7a1BONHRResXYzjpmYrIFXrfYD7Z1HADmsJ+7hx6JRnFgrhMc
w+bZ1byKChQvY89NVeZBGC71rdQibSeuL/4u1wz6Y60+jFpa72Rdu4unujxakUub5meoDcGqzzKU
/qGQ/7VAWwYOSXz7RXme2LE8zXGkYfkAxn+rJGYKO79OuyuC7PoBaFpxEqydLmiKE33hT+4nyfx8
xZNYxpjlwfCB/h1Dz9QHp9wYEKSRxbA0HE4yXgKbEXyDQuA255aJJyO6tScTezSAB7sZviH/GcxF
g2VEX57k3KGn8X65CctRkRNN/u9LMVfrYS9dxfskZgrijxHFeS6+lEVurhwDbD+Y0CLMICa6UmMe
ZDwWRRPxs/OUS2Rx2ORVm7Psa/8Fq58/lOLv/DDLmM/NU3sNLODChiD2GHzoxfyVzRFC1+I1GTPk
YNbeoH9Da4V4st9Gh6zyfXkrms9Zd/qCBoBBGi+e53Gip4oZ3ZIsdcOYsOWgoBSpABObJmHi31mS
GSUpyh/msvNfn489TJxrn6Hr1pKvgKfvTHapxjV6vRmbUD9s8Yfo5Um1VfkobraY1Inccu+XOjaC
0Lz2IIAsjcWvL8XlXJFbHuNyYLnep3OD9LVBqIMxjDFTDJwNQID0IMrizeOORyzjp+PzHz/mSrYK
pE7+MI0Uj3DueeN3D6L9UXTXACVdQNPTM/CbBskN0VP+OSvOnocqQDnVwc7jzWcqiAdTZFnCfeKE
CIKHOLocWNaA4oBIlnai2Lk/O6VMj/NfP/XkmeyxvDPzfGbuzKLWUdOG/ZP/vHciN7cS2c9lcdJ8
1Q+tPv/A57MkhY2N2nxRRqRmxbiyzB7Euf9UtzQRR+d5tsguiXgeS1HkxHn/etUPyxnRWjT89FP/
VPfpqp9+yZsGfIzmysaH0Te94ng4s1dRjPNaVbzwIiGUAjkTGhGL9ynMtiRL3ZjgCQr9jjZFrZGd
G4nhVlx8afrhiMi6ugdCiC34uUeLl2V54z+9VMsLtLxoom45TZzxr3WfTvuny8+v65hO5P4sBO3X
b2wc2pjWTnNh8eFaknklu5Q/xCr+qfmnunk9MV12/gVxnU9t5l/oIueiSN0fuXH8tRgaxBpU5JZv
tBhDlqLILROypfGnuk9F0c5tEQxofyolkghRZkLk4+Vk753prejCc1bUivJIKJtldVIkO9XJnpfh
HTAVtPGlLI0TjVyUxcjPXMgjomQkhj2HjlzPqMe1GB6I/iPJWqEM/BddbR40TJkYghhdsnyEhIn4
20Y8SZEsw60oiq5giUX/0mbpBkvdpy60XKb3qpiQhQ3Tq5NHfdNYajyuxfo3AmBAuCjqX7y6C3bz
Gy9uypLMw+pSFrfrX4viwPLqiqJHIOWv4VuUP11B1I1JBHZCiXiNlsF+nljPx8XzWc6s8Cph8ZYc
DQIj2hQh+bByXJqJc0UiJgZLUeQ+tROD6FL34R8XRz6d0jmFtB21K6jAxxIqBa4BogWRck0ByTF9
uHIc8epnMXS5SZQkB3Fn8qhNk8MoW6sqsYyDeMLLE53f/Q/BzA9ThaWpyImHH2QtEb250RzkSi1E
T7QwQCZFRSu7G52c7RjUXJThJl7ROU4pekA/qmH1Ll7kv6Japextsc5m66RiczBNk2OERDAscUhr
IikrditXS9k1PAn9M99Y5ZPusDUaGJAxIC+RD0NVvL2uumfB2TbYAAhktGvEXRXPpUygMqlF9pKH
8EwEn1ydHvBYI7pTz/HMT7df3NQPj2heus53XaxZRHZ+zQM2J0dHH7biLoufXRLxByxFcWM/1c2r
OnHkM5lzaSkOL/+S6vvq2sRab4WNIVZxXuq+NVnY7zWEALcqjFmKUM8QIM2O+Exy1FDZO9MsZHqm
o44DzFONIrybSu85UJK9Ml1DjsrkmntlvRKtxibpD9KY6xu5TQDpdV22qgJedZE4ia2vTQeApwKm
6BJH9k4OfCPdIhmE4TIr+y1RSVDDg3WsVK96gJPFXjOisRDPEwv3olC+xG7/MiHanzxkYJ/g35Qb
VON6VDkoiroEwaMkYnui7FGBCM0ifgodC2VBvbkOIVoIFrCFncre/t4x3PExLqqf8B0Pra7kb32q
46oVu9/SnCl5iQ/8yfVkkOJJ9dI6o/HdIVrPzq7rseGg1KjjdN3Kq8rySzmC6WVJnr+qcmyuUdQB
XhUg2yVnky2ATih5TI0C/SZZ3hRIBKMMlYPjxoixuPXTEUJJmAl0OAr4kbKvMjO/jUNU3EROJEmW
WeiepSnCwgThjSz0NnmB/JA7dF91Ns/2tTxJ+SVyoWFHghLHZgoAr2yXlVuYhaheyxA+NRcjURkF
w02dZGCCnLpjPVxl9gmkBttrDsH2GtWvoR2Cx25KILoEj64cfUNWUzqKqjzBpBvdRVS5MoTPNIPd
Gst7rFDDfpTZCX2MJUVZD33vsYLgQGg6QKtik3uZYimKh+xq6LrmpkSN8zBOSZkA2zPpW7CrabEc
8NUkXiu5hStax+6MPmA21/cqujDu7yEKxttcAs2B8q9Fn1vOLwLDeUBlJlgXfr1C91TbWoqhb4ah
StF4A0yfaYp+Mi2gzsBalY1qqlG9wgoeGQwcwHPHzy8FVLtLNSVLkf65jzJiqB3SRibctFw9paMe
a2tF15STSLLB+7syawtpPTiw3B0/JtiMqMFL6wIYtc2+/Rp16bvGVjq4cOj+vFs6fGaQiaAVsgKV
mHb8zXbnFz+N1K9DFYFWQBDnxesTYNfoYD2MCnvJxhAZ58JO25PahvUhjsPsxiNQoPzX8lPVS3Su
JNavsta+lKgGXe0geujMooL6KpVPYcvGkYXY41YUxQG2Ql+RX0+3Zb9qMe5YDVPzUIkx5QvBck3n
sYNNlSVBu2XM2Hw42Ui/WfGon8WlykpXbpbjHyCH4dSZIIu244NTbJa/oPaiP74/RvN1S22sH6qm
3qYysjZrF4vl1kueMSocCdpnFWtlUz9DtKie4J63N0LHR1HCaLd+wrQOMlTSI9Y0tRB1lpZ/Pimy
X2QbPS5cAwFqQ/shYjFlJRh0F/TT2kvZEVbOY9ROxAELJYsjMpgRaDZuhapL9R6xTWUtiuL2JLE8
faosMGHT/TH7HqBLMU30wr3Z/5n/nThK3b2ZlXDOpvuH6jSIvGRw8Kenz/SdjnKKyIqk8EYY7ktZ
9La+RkLyQ6U4LI40kDs23QPAGRB4XrcC14WlQl4wKKnle1l6/qE1Ow+Nd7/4luc7cTzs/HIXq6g2
FaNkEbCWbNzCiQceKy/wLs2UdBG6J7bm7j8caNsYO5k3zzXDLRSG8Jz3CR6GUyJyok5nlY1lg4mi
WqgEFX6D/9JQnDK3Xs5ueswB/z+nxHYHvkJW9p8vUzcZIrf3/pbLRAPXn/460Vr8yJDlanWJ64lH
wbajbtQwYFGkvAZTkiIwcRXFwXVRLAzcDvK6HBJcnw7nMsrlq6WRyOGgd+bD17CPzMmhTVTFzwsH
T4xBkk7WmwEUH2UpcfTTqaIofrhGdfRgIQQ+nyp+7cMZiapvmxyAxucD01815CFkx/uYme8x9qQg
l0Y7PtdDEZ/tPgBwoqC82STsM8rsVmyjzFee5dzvLrZa/kh9RX7uzEx+Vv3y1jDA3tibhumC6CBf
v1ZD/8sqa/VsAi15sxMuxWZOfo1RM3gLCukLfGTvQRzUc+/qZqH5KI6BFN7GEOqe0qllX75FnaK/
KG6QvSrRUTThm5M8y1UF/fLml/FwaT0lvvZTgrif2q30qCRrVuOKMRs03lQUbSCaspHj2r/lqMO9
1CZ2CXMpfkucEh1tRavXoqi1VXfQcE3d5LqBIv7KNJr2CRsrpIuMXt0GECrfqhZbBBm+3n7iV74B
Bcs3ZuLqhx7LzMfc7F+A0DRfjfz7aFf2F0Oy61OSB0gnmWrztRoBUsiWkT4iooOWrt/+8Syz/gpk
S92MIS7iZuW+KIDP0LCtO/Ce5EK/3o5Yw8IX/rsKWuRfBz/VqYYFKjYZL3nnlFv82nIU5qzsJZEM
81TFzYDmdpu9qDCmn7B+X4mDEjC2FxAYX2DyyldRZboV+wt2l+9FsUdN4qg4Q7QWxTK09ceRXTpR
EldsOvkqo/Wmwog+e8MILiEzfO1cohUDLbp0UWEz0ytB97DZgMVD1hNp2W3hdtZJHGlr19nqSmfQ
73A7GV1GHgRjgrdWLto1HJ/gJIpWIJvAFIL2LIomRkT4QKruRRRHafhu882/idLQJo+M1+mjFoLv
cXvv4AeddI+TWr4GLjRi38WuqkuLR4A+W2Qn2nvu1K9RWMtnwArdXVVrXpUQVfkisi+igahHF3GX
S2VyE1Ui0VE5CkwIDGWjYria4R6bmN5dNA+hoz2m+r2qsp3d2AWGheUWGfP8bA5Wdg4ayHKTWHB+
lmSSqilsZGblYRM6LaLjZlA9+IqFFfhgvKAQFn+VjcLZopuZH0QRjg6QejV7y/UeSUqtBUswNVPa
wV2h6QeqJu1xV5ZrgOJF/BUUdbKHjm/tVPY+vpqGdk5tyXjW/cS65pEBwGJqVg/y7wG05JFPm3Jl
WqfgRkTOnpJRid01EbwK/O7fdUsTkTOk+nfRqsr+n85XawAwjRk+lP1Y3XqpAC6d2UjfgerS+RL9
TmX3Ve87862yevSBUjW7JL5momxcxCDiuvFLW9h30bTX4ksZaM57WaXyxi5D4xrnDgYsZYlaCrqw
r9CRfkqIX23DbG0DG7rIOS+V3YffGwWAmKHZ1YOjN95JMq1oH8S+/IyqSrkSl7fGdzl3qp8N+0bA
iPQQHcZBOxCzzVHdzY27Y6I5zutuIWyppKsoKTOUcdGouuSMqRcz9zetq4anEnHyvw7MbcThfKmF
RwL4GRn/jTx6crgRx31wjxdxtdCyqTQL6ISFpR/nojisOkrU73i1g7mlp6h3Q4+MvWx2cLeXSxiW
fjaBl58s35C2sZKp2FJ11sEA73vE66a6KJpu7cwoGR4HfFw2bS1Xr7yNMtAf2/rG3PmONo/0p3Je
7C5iStpnxu7+bNaZ/hNOImKROuM8vY+XNoksSCreuC2LoryFal0edK3oToFdG7j7ujm2BI2FPhZg
VQY+mJlqjiyW27pfQ69/jQJd+i2BtJx/KEkVpOIy49cQd999SbLeFbNKUDtWxmffRBucKYr3AIXa
3ieTqLgsufG5jUNjTzggfrChAoFxrgziZwxkpjv6XxmAv0E+lH6pHj7IoJOYYTMJjzxb/52gjKw2
7YuHNUdVP7UNmGV0iqsXp2ZN2LSF8gBuowGeg8MSvCtrQ3DNdQ+qquFB1VuTpIEc4xanNMlZ5Cyr
ZAsQCYRrEyHrgn/Nk2J1zksaO+/KEEpXvXUc7gHyvaUflydRbDSU51IrbI5q2CJMpTAvOzY5ULes
sp1XD0L6quh8+doWufsalONX1fDUmyiNEwLcUo0H0dRRrHOgGO6jKPmtt6/jPH7SM9V9dUf2EjOj
es41y3p1972bWF9DPpX7upfrvVV33rdM3ZddaX7LQWRhmVOUh87rsnds7tatEdhPrCMvmDxkt9KV
EM/3IG80ra+s5rrpQJCx44yz7sRk6feIHQ28RAivaYH2W9gdGoip+ZbXvC4NKq3UNoXZGLsOS8Fb
MyV0jGFT4Y28EUVxgA3b7FaNuG1hWX0G7MQve00BugHD0RWxu+ymTYmJFO/ZlrRrahXjE1GA9yYP
hm9DMAE9avgc6EAhuRer7+HYDd/6MjDW/VQfTPX/3d5Gcmlp79ou1wGetq48G8G3v6+/1P/b9f+7
vfhdtehgbjv6Vk+NcN2xYL/n3VDeVUtX9+ZUh1xGeRcHUha/c51oglBkdc+nuk/n8uVEzkpy9qHK
N1EkxsS2dIpK3tEzkr/qZOyjnVTfLc3EwT50nFVZwjfw8gcpqQ0Ik3C+eqXsvK3Fu75p0bHZJL2S
PYik13leWfumrpSq2Kp+JF+8AiIeg5QooNAuX+opEUVTkyDdz+Wk2LQs19B6/PuoqF+K4gxRh7bd
OQ0AtC1V85WWcsygN/b2Q87t+t5i/4EimfM1gs9Ep8rTo+PCJVV762kwW+e7hgAd0UKnezBsG8PR
CL2VLJYDdl9hE0M8Pla5tNNUZ/yCIkO3b7iqEDx9g5Z1FL/hJ8D52qI2rjhhOze3Udjomq6NecWD
yl17BTdi4DqgaTu1qvuTWvpodk+GO8JRZzbXMfwMci6LL3FAJC1a3VsbkBVM9NY66rGeI65Tu/fE
iqQ7AtHNRj042IhF44imi4Z2DCLklr5iCgIvJuzLvVQk7Z7FH7L42p9Cr78hMdJ9CUKc4KOmbh+C
qlUOclgnR7eP9ZvvqXhiSPn4FvvxH0CHyR9O9rGDP0m6jjoW1r93/GT2Wt94tyKrqns2JZrM9NDP
kEucGmjqREWqgGwYdX5TYnjxSCbL287JmptoL5ph8LTFNHLAAA1xmmjyZAcyj5dsG909xDrwVavi
R0SHMIgwMEbTGrnf4YNW3gyvifYF1JprlECq0Hp9vFg2yGLY8ebZSrrgmCFlfHb0wDgS9shOzjB2
p6To+6MkB/k50TKMfdw2uESVi8RTZ9mXKB/wei0JkgRN5O7CupZxYJDLne1kPURXRJcRgGof2Z/I
t3FoNXcXtSd0g8EOMuKABira9nlssPrB3Ll/CQzkkRt91TY+QSkvk18r9qDXfi9rb71to+WN7ukX
vGfaVREM/dXFhwoJ6jTeFIMfoISFfhzfJggfbjz+iCp76+JH9s7udYWuTTBx7cfgGSzpn8CUxx9S
pP0g8Au93PAIlHu2uktqPs5up+/b6Qp2iH8HOLAci4eeBZU5INIJxORHBi5RbfTvDlgDloBJd0Yb
tX8sMVKf1PhHRNfKq2MMDVLIvAGsjPJDUikIySDe199C1FqYlPeHVJeCF1dyrJulwKYVRvC+3kK5
M9zu0Mbd8K6brJ0UxXuxM94UZUgzZAPk/j0AALj18q49iLPUMDqWWqecUkvpNsQSsxOMoJCl6oQM
NhwMOdx6NVfpA4KIoonIfag0pyOi8vORpXmfCH1CfmC5jqgrChseGht46wTHwJuR11g51lLz1mBg
eepdOUG+gluSoLdN3LKD6TEVUbRztkOd4XM5FVV9gLSkG9lRFN24VFawE8MVJg+Q5EyLRcGUqKmP
31OuD/m5d6ICBwtyIlnaiJyow2mc1pUKRKlLQWP9P84bEYzKIaj/17VF8cNPW/gIHJkJrT7ULaeI
3++DfDwl8Xs1+P4LY667ykLLOKou3Io21Z5lx3L3WudL6zHlMVtOFj6aRXYQJXGSrjnPdZM4V8OQ
DkgXjTenqaAU1mn9pe2tYqV1lve99qQXCEXOL11RdqnNcIAO+NpTUjWgAaK8TRL+IZjxgDpI+KMI
ypDPTlW/T3b368ho8itx7rOMiPsVokBxTZXC3yFn+j9snddS41C3rZ9IVQpL6VaSEzYGmsyNioZu
5Swthaffn9T/2fx1at+4nLBBKMw15xjfWLxMqM3tzwvbqxRY/3mfIJKn6m1fHV6QyJDcvH7C9iPb
G38eSmuyPXtsmVn+75f8fx+tTBl+IT18ydGoAsxcv+TnA7aH+ageGX6lN4EzKvZlmCICiIgOJfFF
kTEWEt2+F5Ac73NrPftqFQoDETv/nsPpS6RS7hxtWgW3tkpwSaqC+v/3cH2OpO7xNllvtueQYGo7
ctGYgqyv/rywvW97rmnVYi9GUgG2h71llLsELEwwpDPt/ab9nWBccCu1fdeiGfubrOcXu2bR3s5d
+FgupQyQiskHfUihYdpTcecYQFVSIG63synHY4WqFoJjgmaf2KqTmbswQdaz+GirybXM1WZfsNa9
V2Ht0jGge52brUJjvSqe+e1in56385pZEFDMRYgPMkXfwi63vmozvFFpZEaQcPA1ZW1GKf1c1b0F
vo8mAwON4e80u5ewLKsvo0s/FUGXmrMlAnpUQ6YpScMSoBZMkJ7FUozPYTt2MM1ZQGyvTnZcn+MC
K+D2akmE5yWUS+dtr6Z5XJB5CVNue3XurfzaKuIjWz+JiUd5l7fN4/ZaKhx6ToCWqMmTu7pXlWtK
khD3I3NJ7rZ7241aRO+Lrjann6e2e6ShxkFKjs+/n/p5VbUL+5AyiPK25+wuBjfpdPhOgYP6P+/7
+R51LG47UVk34aLz3iUllQon0uOUuTUjopDhiZZrZ9cZtLOKjwrPeqId8gVUzPbCdjM5UIN8ZX1P
qyhzs//5GS1Uvuqlhmz3vx/zX28x7RQP2fbhP58mienwpT3Xwb/P3V4O85Sv+K93Lpai+MRhicCw
XIxg68crY4tFEAfrf/3g9sK/r9x+wbhQw70rxMu/54ztN/j58tnN2AVDe1BPXdwH/+ff9PPu/3yu
9l1EcBv+/Q7rVtju/dcvu/5y/36n7ZV/XzrUxV0K2BWr+MHsHfVcrW/b3hCKljbPdnd7ZbuZt82/
3RXOALph/O0yEbpVhnFPtUGc2tTddlnS+C0BFlGC1Szqyk+z6mYYemgapXqy4nA52O7wB1nuHOSA
FdXkS+oZ0ZHCIo/ChQ/mjsMpzvvvtgjdPTXT2QFhmjR6EmjWvKJs3S9LISI7HTyl5UQOaFaAw3dc
eowd6VZOm72wzjxiwnsWnXQ9yWEH12N+asMGcfHwrEUTH4bNDyJ2dpVqd7FT/JcNqicaOruc7lYl
9M+4Gi8KU8+5IhJxBsFQrwO/SmHokOH3PeIjZpnqZudE0R7aPlPu1ZQlb02e0X0TngW1CPFy61Pj
JLFJ5dntv+c0Qly8pRqL089PRXTygqIFuURuqnK/vYAH7bNfcFw1vcTKuTx2zWOXi/F+pBDq7RYW
esmSfFyQjAAvS/lFomelJmSFhBxiD5rBhuzQT96E1VS46A3N/Cq1iQSw9WbOw4d2xMdfVGc7Gk1U
/9xUdIt9PGbTXq9gjW3PlRAYDgspazRM/99zw0IhAdJUPzSk6FWOGd4V6w04Cre2m/veAteU93Bx
JmqY+2W9SXKjPjqzPXvbQ84gxn0KjQLDUPfvqZ/nO0u8JmZv3GxPOUqjwyWbFuJCu2q3PbfdGHqo
MyaC2bi95b9egJhnzN2/L96eNvWK+e5clafti7fnwnj0LLc3gn5umVivv+T2YpKp5dm0ABCuT5m0
1a+2rQRjFKcPVb2rMATf95qWPDAz/zslTXgaNeMWEHl+mQirut9unAXWP1grc//zXD7LkhA3yPyZ
qqQKlsbQIPN6uMnMzLyn2W/++9khsXZLFZJ+FPcdKVoOi7YwJ2NoMWvn8O8xCUnNvq1y4aPz5fW4
NvXzWjynnXO3uFQHcmmYFTWDuHfdTLkzk3O0PjCS9D83k9m+D3Qtb2aRr8tC/D6k/yHM+HnflEE5
yhdOvdsH2WplkV2R3BN4N1zrag7+7VFLnURojXsPKnJ3V7VF9CBokj3oafVYh9F03t623VCS6R6x
QPVxe7i9V4OyHpgNyvHtp7bncFTkWBKyW9Zwk++qkXufl4Z7D5d7uTGM4SMKWygh6/O6XUiSpFIv
TB2c/9vbIGCemNzHt9s7qPzu1UQzzsnC/lfNSX9UIte6xyxq35Mg1uy02CHLYFrs++0FrQfuqdYM
Z7aH2wsAU8S1ySkYSd5QIMfGPaNkw/Blwvk3k+bl570xvVPCzDr7kOtNundmFBPgLOOHGjdEQDxL
tjNsyGi+3Tfh3nANyOHwWx5APScPou/whhoZ/YOJfqhj5IQKrVkm2w21y0JaFmme+jJRbdQRcXgK
YSHhSuoLAQ//5976EL7ea9mT5Ue2hov+bo1WCQmHvtnuEddcML++6VeX0LBKGLd72824CSXXGxa1
CCe3J0HXDgdXZ+I9pQBfqvkp/ie8WnXeKmV3+6bqC22WnlXsanz4uaFGxuqwPS4214MUxatYjUfD
6qRp11+BbCKcR9bmPzIbwG7QIGkKwN292W70pp8WAo7alb/xv3f13P1KMh0GRleCfdxelnLBIbrd
TcHOgPzPUsYcgPMZ2kHZ+7fFnJkIkgzOSOpYjBC3rfjvZWAv57Urc4B9QtwBDjPsC2KnzIaCxW74
Mw/iO4QWkVfNYSL+KzC1x4hcx5tqkG82m/WcEAe27zXxEc/C3U2rqjbjYyr3zBmn2G1/78/W3u5t
/wFmWPFORGwrhZS0szroQZtF4tgT1HZjGVV9slgkZE3aeoo6HEZhPef81aY54dDH1KHyH2YX0Fpq
cgcg/aKYQdpiYl5NaeWquLbXf9Z2rwDasGvAgnDdldpNB9kiaiwGXUYNiS/Lp8t/bRgsymw3y+1A
KNqaryhFSL+fhlsTm1+iiJWdYV6qsZ1uutga/90YIpluQn3dcsX8UWh6c4Plt7lxywbo+Ha3dFyp
7ba7W/Tqdm+7yeywQe3kQsNYtfPVGsdSGw0GHYqO/3PHql27PCUFIIDVI7r+mdvN9gf/PBwKA7KM
Rm5muHqYllWjuG2OavOcbnf7hYZXWdhz8POf2fbTn4fbPVcbibfCwMvJu4ITyI2xyv5+bsxBxIdB
mOds1d5v+8F2k6wPR0Yc+yXpLttTdWgS7hA5VCNbrIHcEg0sRfL/lVX1K9e6lvRRo8QDtrrG/t21
B308ZUC+MMmzTVc+RCOIMdhutodpAoVYS5S/LSXleCYYsveWzpakoijpdLadKjCI6eqrafaigmjd
mHzqQHUaVjG6Gh7o/Xy7+fSk1StYl3qE3NiKwDms9DOj851eSHyj2W1RNbEHo4xB6VLHFwstzG0U
Dj7z9s4b5+JaaFwiSrcxAxfK6lltep9TRs0Inc5i3QwncAPr0nZRH3Df68dlJEHIcsiktV/7ti/3
giEMKvZBksXSRfukJ4hSlJ4iC+YjyAQDLricNNI7oWuWP2uzsguVnlgYqe9h/4OnW54NkZ/KuqZ/
RyRR0on3ZmzILJzzPfilZGdi9Kv64RJHrepxccSZHFdV0GHIiIcL4Ff0JCkjXUVl9BqlNFXwUvlA
2ZL92KwZ0b2BCpcWBcNpf6n1kXxjpwtqEBWdQ69RTn87mw3jSJeoFH5+ke4lmrPUTwjYCstUhWtK
RGmi0a6WKuBbI4WOT2hmI/+mIY5sFSWVPy2mcwhh3Sh1f+z1mI0Ahy4RFltaxHjFu1GgixlfXGdt
XRIEST3Wfdtcutdzi6bBjrGtU5kdDGXGCKyg9x9G5UBFsfjMHz8onuOdM+PfrxUrg02ETMdZqD0F
3hwHPBryTf7wqHTnY+Y8TCCQjkw81QtiWtIzHBIY1JJ/dI1LF8/8EAEMdiJHJWtrEDCncD3Fyt8+
JFumnW7XPUhPrf42j5c/Ji/6ZceFsmGRrdjhtdKHr6aAjqRziPraKAlrmkfmjbFNYo6aioCG6KXK
OhJwLXxiOLiDnHaCITCFL5ma+1a/IkVgLXuT3r+GXC8CKK8euczkgxaMcBy+y2rcBCbEIn1UOTNE
L/N2aJR9EXXhwwxxfWmc33VOql6kRp+zVPa9w0Jw1GSwFoDSMuIzWrm96cbfChxWr5rIJtam5c1t
aFjQgNSUPzYRiXCNjORkaHTy3FR9gLjg+MacB2Esn2bN2ROEi3wkRoqlCJVpKyskJfvKGm3YL800
BHOc13vFeYmVsvTMtAh3bV7Sn5Hl3rSU6rLEfODY0xlMNO0umtIeNOV8GtRPVv6x78623A3tY5cR
1dqS10U/f2e59bvWS/AsAJIcg9DjXr6gyDWAHaWxT4pn4VENav4Cf9VzCUz1+nkqvNSOj6ZQVE+C
7LJS8QJIrBGIJMF85dRHjRqUKekrDsRQVRuOmhGZvDa/Rq78DKOmBepUfafL26JnwNfy+AtxbhF0
+jMRis8SvSRTF2ip49kFmbrONvppcAJ6bdM82LTMEAFbof6X9g0IE+s9Hc1rNTG0z92L0HlboY23
hkr1zzk93UlSh/u6u4TLQIBsOR+I57VIly3j4/yb5Gz61U9ZOXxoA4Hyaj/fi5TKf1hWXG9FI5Bo
dAZ9gjN0CWRyQDMM2DBin/DbagAIln5KNpLX1oQCK4ZyqieKrFhojd8f2PZqkNs0/IkUOBv1vi3M
8IFsw37HaCf1p8Z+tqYiMMqBE4EChjbP38i4zwPNZeDdtX3idV3xil4Uk2PPGnrKEvKSUG9aLUHC
a04syuhp1yn5CzD/B9Bpjte9SgsCXZNk+O7Hk5Po35WSfReJ/tU1BmGBLWR+lTUUHe5DOQ7z3ikY
FiQaWnYnR0cUz9GbRhd0KoD9jXP1qKbNtVkbVeW8DmL/GJ1N9MLILxwjle2k8ODetbtJsVa7c30n
49RLKotuySrUbaLpVGlcFAo0QhbwPlgvnDWtyE+1U1skdzZCDK/Oq2uRVX8Lwz41jfXZJSy8JnEf
O3kRCDU/IlShHxT25LWMIb56Z7zpSTOLQFUHDQr03WCkEHlGmQWWQhq9rvSzp5jlFISG8uVANopD
iRA9MXaCUCm9t63DPLVPxLwxhi7EgS7AwVzoZMblczmpe0Gq996JLfTDaFYSk91Mqd5ctUpvpB/F
zsoQ+yWNGNp4/jIvfR7An3mK2+WrmqxXvZofpOXrhdXsrWi6XUBzZhbkuY78Sc2ybisw1k7VwRms
dCZqojtlYYhM2zqMiRI4CVn373NSf7hR/mTVw2Wy0DSq40vc58cODU42sU+kfbcHyQaaRl5iwIEI
2gCjtbkZZDUrcKUNjJbjE6q8mR+brhpp4s4w4+BDAw0guyIyP+Z++iCbuvDsXHnuHEA2faK/d0X2
NYLTM5rpHX/ZH2S76GKNwyKT0yCKpxkbuZ+r1a96AF6ewGGSGYpqtsejIETsUDEGQPNn0DvqlgMD
SGBq3SkahgcyjcgQdOiPj739pxMdaAqusGRsE/VeCpC/AJQ9RYxEXqol2Kb8ovflQwaax9OW0dwJ
1z1Mlnt6LzoAfdCGTtVk9vD2M8TyM/KImBxN0tjPhGJUV3zDSPhssOk6R2Qd0tmhK9ybX2rRXzJ1
fBv4pVj6vSaIMCB95i9uq5w58z0iLqu9YbDZ9NFVI5m+MvVDn47HqQr33bEby33HZuEkwcqf2eHk
MdtLqP9HUMB2fU3oUh178tTUjmCxyb1kFazPwciYp5T7MeHoHZ3wT54ToZyhTyun9tUa+ovu9veD
k/vkOTzUffRhFqwbsZAR3TDm7zaeeviklfQZzZDyIIj+XNg3mAiAjS8pG1ptpKKZdo6hIjAeDoJ1
xslltVwVV6JHW+qARKVXxeEyvFo9TeUldyYPDs9dnk6d19gQAVWB4MgooqfKyv/U/dR6RZ+PQeMO
JEZiOmxj9SRV95dtUETOMeTsMpJno6PKrofwY+g57pZB31vAvO1O3hp07yCnZAGIO0vJmYY2IShR
tFMgd19hECJ0imihGfQOW2mwkW02I5EnCyd0rQgG3XYx/DuOJ9OxCIrHroARJTNF3esGzIauTX4R
AN+HsO25wFFJPrjf6jQMFw0QGasx8+iE/ZMiZrCb7vAhekjjs5Kgexk+2s7dRxKkaJeQUexmbpDT
ImgZcOQI44NSVTh4KMIakfpNREdgUNWCjnV2LBbpnAiZfLUT4D1cwQdZf2s9tfE8cnhW8HXS5CKU
ioS5EYZiyu7SJL80Tj8B7iRUTeT3LElziZLqLyGjsSe0gbGS8Rx2DkEl5W8Ncp2ztLgkNBLBwsQh
n7O8HaLmbFEsRn15lS5DQ/JFQF3dYiB6odZ+cRha+Ga0ZkXo09dssgLIHDldHZdLjTUHmTOsCYNc
zS0CpNIOjmrzmukNR8foW+2i3pmymCjG88wTDjWYlaPbiJK/kn52fzarlZBlTvDepvHZrMadppsT
hRWhGYkN28Ea7pVxqk+Jkt0bEQU5mbSlbpYHg85U0ywjBW0sD5i0jc4qAhpCz1Yc/YZvBTs1Q7MX
aw1HADuN8pem32dSZafQMiaSgXumldeiBmMG4l54OWrb42JGbdBBxHTH1E8X87YdXLSpwx9TuSFq
+ZIQzFrShAb4iPYuq3dYGe9TKcReLZt3IAs3Q7lAfK5WRPNHIwiunlwNs34VP9fCphJCA+XQJPAa
NaLurBIwk0jQS+eAaMkkGtIe/dTC3GPNuELMz3QAASnHmcx2S98LY37SVevSpByBMVs4E4RKMJX8
Y9qhDPIe4nCxizXrkFjTxzLdoJx5zlGkeuSCNLtCYzsRJX7FiYFsZGG9buFV6ue1BW++KpD5Vm2b
Dz3kTe/Oira3CDzyXFN5FJXYSwC360mq8uCgYoWaEVAfVroc6R8ZJzbFOIMOfJex8Vu3lHkf6hJY
MhZSiIYsT/McvB0Voemy91cK3gEKE2ITY/wr1Ph9EsNIyoy/htWXnjXR7jehJnHepIVoghfU1YfE
UXWocnaQkXLqKS57iW3qnzRc/pChXJ9lxtRaZ3A/E1WU6dovgH1FgFQGA6WhBWpWmesP7BJ6xIGu
M9h3soMw4dJq03S0NelQB6S1D2qug57Sv6VaA466PysJe1vVCq/L6+c0L7EjWTeAMYOlon4ee5dU
X5oUnpXHh5HEcaidy9VCwl6L71lzv+piSQOEbDW76fBgl+O73Y1fkESPyzz7lq59VFNiQkseQfRi
vgin1oRPMpY+cxC1Fo8ysx+GzsGWkRa30hkYoDQqg2z3PTV7Eu0L4ynsfw1CBdUNQ5QEMRJ3VDsM
pri8zU1xEZrFoRv15Dkxx2hV+65m1SGrcgziRL0ncORZl6RiukO5j+L5VxyaEi2g/cBAhQCXNITZ
vLw57i/HUhCJ6CuLr+gnv+9TCmwKTPB1UZDqVTBDsSXm3JPtwLwhPih1eVvmz2DzXIad4ZF90m/r
2NhNqcZKTGq8VU/KnaJbhu/cdBHATpp+aBfIBncHNCelvRsb9U3Jc0Ytg34IJ5h7U0gYXg4GrbEH
P5L9V9wgvTeNE/VFV+YUGKPtmVSVrL7GOzU7UUmbUIdzUqoS19cqafE15CHkruKHaHPLxtB8x0m/
Zzt+i5lTzvNQ+IqEDZi6+nyy59dKJPku1A+5YCBd4kPFgxrtLHJgKjG8ZWW0dqhZ+Ycp/zXXan0u
CMxKWo1OK3l1yiHFRDpb2fM0cfU2SfXe1yMlh7R6xoQd4+GYkGjXdmEof9chGRlZXF/7KN4bBIns
3Xk615n+O1cw7MYp5PeVN9T0XyiSnhmIV3sFjYrXcMTvXMVmbehyKI1jdy3nvQsFeJ5pt6PnaoIw
i6CzVdgCG5wIOVOttMP7l4f0QpLkuwrzi2orQM3TmmSh0GT0lHTHGMCGh2jJ9tpK/x4NsFP5s2bZ
5SGqtA9bU472MtE/cVHzGPV3VYE6hdf9DW/mk4p63Dd6fF1ADkP2zTKfNFgoBMtdGxPhej9xNeVQ
xHBYfiKJQfot/5JveQ1dIpYTzlEaQeeFtF9cbTrPLTASOHNkyRvtnWzFZ8k/CyTKQ5K5+kFZI5fj
er7kpgr1PSmHfZKwTlOp/et6fOEYRQaCqH49HVq7NpoP/BxT8CECfBufiBV6zjRdCUjAOrxgJA29
sQlRD32702vjGK/0tp/sYqDaRJhqLijOiK7GOnHOM5dlKqeo0KDg5dhEZEuvt2mR17yrlv7RaGip
CjQTNGx/VWw8rxyNByXPaBkK400yt9SiUQak/6w8FTe6xKZ4ihbrqOUU6CIilI+zExUApD3WsI4O
u7UZDITGkIRpWN27cfRQ/+HEGzL5GXFWTrF8yAUrNavFT5OOxKII9S1uCWqY9Yo8qPEJAGm+R8N1
n9rywlgBo5+SX0Ue9QGLwMu4kltn41H7jErn0x66l05lx8zMF7IvHnWrDERETiERwFDACZKdb7qW
owVbFwrxY2eob0Nv/lZsSV8ZpVtnkF2XqjRjUq7/9pIYOCbkqRmuWQMHnBMAMrgV3qy9h+vi1VGi
ywKpEKT2JdOthcZd91U3076xlZecSGLPjo3RHysKb9VEzRCyt1DFDGXlYhUXqmeK/KYK+9+lwEIR
DwtQSuRP7fBo5+JsFFbn68pATVUiv1cBVE+pogRizecdXG2HFZwo+rT6iov4CLjipk3ivZqZ37HT
0qdqmQKSpEqUYnLQ5/qaWQSKtk1+qiWRqYNa71CFf2Zah1xUJ6HbTHZpxuA57dG/hSXgYHPHr3Ae
4js7KREJj5dS0eA7WVrsYXoMR+NX2GOhCMO/S6k86UQJTVYVPynZB8zE0lx0X4lU1Fijfp1hjwVG
r33ZQ3/S3eSxGpms4wD87sN1Y8f5x6zJ16zEV03aAvSrir85Ga9zNt5WKfK8MPqkhPgkWDX27Eru
zXr+GOrVl6dyIVcKF0XgUsEe11HbUZuvncrpwBQvDoyZ1qya6ATA63QT4g/XJJEi68pLkROnVJm/
CmcUTNCV9yUaL2oDQtotb3VO4cJ2Dn1VOX4xArkr+10yJm9J3gr/b2PWX6aR/w7rGq2lXj0U0Bp7
u+DkYrWkLZk9eLzzUo67kPx4VE54tbX6jM/oUVck4nScv7gsjvMIljAmGzRNVZp6QynZG9GcL8II
VGaqMLgivCDl6Kt+v0wpSYlJtl8i+4yD8tMSzUe+LHcSzhdjNeuWI+TVyqC1KUPglhUaTCc66G3q
2+OA4FghLSpdrpiXbqDWLofGNHYmeAOuPxp5lLnv6BxdclHlkUwHKPrIwCdnALLOH1Ub7q/Jpnlj
00/xDCo69uLy1shfBpEFBKjet3H/FktG4OsuuMxETCEsUfeRxY6Cf+K65OGBjvhbaPdXOrd3IaB8
Vgn40PJG25FCdM5F8djH+nsxWYKFXkxZi5/KcaE8iZ4LY5k8blKBSKUpQ/O4PrIaeyRU+63u0y9W
v0+4QPsT2HwylZcwwPfyZtaXtg7fKQ/QY8SUKCGN+ovCIKfVCFsZZjPbOYV+RGVEWy+dDUqGJiIf
UrlUdq1cWWu+TgW93WWw9+Rll0FlWiNr+sndFwsomkXk2bFsb8tKYUDAB+ycTPli3evNeCFEEjrH
aVHwTRYgKwnJiiYnupHJyKIRcgKzfcWvU5PY4tk8zF2h3Sg5E6wGJwKTCJuFmhOr2DO0wzy7zQl7
XOK1MxlMk2YUv5S5AxpvZ91he/jvOTD0Kcdll4eBjYUDEH+tc63qCRu3i4osgzX9aXpzRAKMmwAL
y55mv3HnU2VjScfk9GHRR9YE+lPbGJQjf89+0ShUBxHS6QNiz9LmZcnb7iCp0NuRa5hsaUAm/SP5
wp9Dn6/OLq4+izKehCbdgx3+tcns9Odc+0RHxrWmQ+6WqiIi5zh/VwaAqpVBaW+N2p+wdDhoqLCL
MPxtpGLwaRE5AdgA4RpAnNWSv8nitOQ0N8m4lmyxco5tNHyh/RW7+pfskG/PnITDITxBYgaQTseq
d/VXNwP6be7rWblt1q9L1gmMYSGfGiHfu84L/DywhyXJEkvpyzm9LKr1q6jv6lRIL83HxzJi+pw7
zqmtBS1N+y7TcZPbznc7mUD8o+Z+NvOHdB0duEpB23Bqz0KNRr9rDY4IlxR4XGU35GOUQRM1EzP8
PqC4HjmsjVMpBYE6Jqu3oxHFAtgEyg7Vgkig2TVM1MywITRG7S4167s2lW9TsQYtTqk8hEbxd0yW
7raHtBHR3lZNVspG5HKBnQ3mA4axc2P1LZntWzf6q3cGM9mWPDSHBWedOCWnx/SxGF9CI4Eu5LBG
iyMj8rBYe1MPy2GqJt9xU9bOtjl6zFQPaaJqr5nL2Rp2LKtbWixTQT6UlpzFQPfFkuLKGvvJUovX
rnDyndKKBKFF9AZjBAu7ox9wM6k+Qg9Og6vo0CZ2iM4hTarBX9ueO6ljVtf5H+vrtHVRCIY0s+xA
kCk/pZ8NZmF71bE+F5z8xUirMpQMV0CoYHFn4j72E2s4hdwlp8wdP7MsDUeTfNJygICqAfJFVjWy
KhpWZv2dpQ3sl3I85jN9Zi033ZMuTn3RD94cMZjqFppPtp19DjT5uNpUilcieujyKj5FqVwLaP3d
xOLi0a2MwJ1M7b1aFAxWdPN3tY6ewo+GDouvZQq1a3/p6Fkik21vIqyBA8XIQ2ixV5YVzc5BxXci
rxJ/nY9Gpd65pQklfWbsYa2JNUNDxy9ZhpF5GTsMZITs0MZQKijvvKnNhoeGzPSgI95oBfKf6cvf
Rmbj5wN9mwmihjbS1qSWqk+pbCB+cEWIGxH6zZCot/2o7gtqSm+2cU4nC4nlQr1za2EchDo0ewiR
p6VJbc/Kyl2sE9iyRFwcokh055F+e+YgcE+z6cUqEZmq/TNTM/7/5YL0h45smHTpTV7RVmfdCqc2
tYhekXtYDFAkmjK59Dbz06alaV8bk4IpFh5k7ha7pTe4GI/dG4ieXWmu9WeFNW6RJzPjTJon1Utp
LcbR1ivUzKKab0S3zoRa5DTEb6Dhs7OWujYnTxzvxk7E7BbKKDBgdzQCOdBYZlnmS5G3hW9rZeiD
XCnRcuJ6rVOfyLYSANR6SN7lE1+RzRzCRt6avhBizVNoLqZIX3uLbRtqvXVMkwwBE4c9Np+X1uIv
bky+Ej8RnZjI4rTGSMZy5KvpmgiLs+IC6nM6R9WDSguFPar0Qv4ruzjrwH13Lcs9vlur5z1BI5Kp
M1WWzaxnZzl15aeRPAoW7sQLF0SsDqI8MCw2YMTsXXlbxYS34JX9VC3R/yr0cCfT+dUYcV1KWz53
IV5PZEDtoSSIhlN0fzclC29S/gpSgmjrRL9rwxoC2xluImaoNA5dHTBKNNM2t+pv+M1sojm9l+qg
ED7t4ICRDrEbJcaEpkZPq9Oh0wkbGUjYLNmTzRDcGgcSrv/6Vsw9p5up1E+ASqqFssJknxO19j1F
5qeq/5XT8g16hnALQOFmc790lgoZJ6QPHX4C3+KnhW7t1RwHBSND6DUdJhP6HsooryMzZosUnzSW
uy5W3t1WOLtBawlcS7LqlsmfvcsXh3Q8wUyHsZevalQ6rHMw91Kxsq49APYRPkyMLOCyfUqNcL6x
QpXZBksfUSLJsaNq2iuw4NEhP/ZKru5b5x7GBYWhOr/ISTsunUpXeGqfe8lExBp7X4/Kzp9GV6NQ
zBd+++g27vr33GJEZvzVZXLvsNpnEcxVUcoJqRHLgWFiAB27CjX7scU3fheRR6JUhFkT7hSMnfLd
VvLdiMj1ysPbbEBbKYbv0aGhX6e04FFXPvU0Bch7c+H+lhbND+NZhiwPU+gNOww6n8rqXovt+TzZ
RBcUafqgiBp6vjmzyy115VVIUQJNsuazVyZ+V5d/VGP83UuVisUajxrnnsMK3R6r/DfaDdIroZ8y
72VlrNvtL/6ilL0qTmm/mPkhBoGL2DDIlPRYqAQ6t6Fx33RuelN17NtGE0RsZG+uXeSBDMG1xjV3
cT+O19rZGahnA2cSpG0Mn/Nc3XGFTamCDU/U2OfaqkQHUu/ndDXs9qw7CG1DIL/U3ykmK5YK6aOu
uqEfN7Re48pMuEfjJI+q4a60cOYqX/Taxw8lOjJ9VUE7iavsGLMtU/ll2yubRbA0ajuEdZL/iqYu
h8hdurtkvTHpvhUoaW+2p6y8IcqIzkOdWfy13RpBE07HAvkjmlydcynB6o7iQvFv5RzUDefhsNae
0iFJ2Q/U1w68RKDpuu1HxtGxLDMQi/saJbHA5UZPu+qKcdeGLGSKER9E6rVT1ZyaqXuSdr0c9NRI
drLNrxOSMWbHTOeMNm8OHDwEGztDBkd4YlbLJI4SjnMsLn0wFXSHd0bbDVdZO7/ykg1aLrlX1Fp7
7d2+JsN773DRd2qYLD3jDahjd2040+SnzdjH0+9x0KCI24zl00F7+R/2zqM5biVd03+l46wHfeHN
jXt6Ud4bupK0QZAiBe89fv08SOqIkrrnxKxmNREMBNIgq1iFSmR+32s0E2RhXn3JC5RcYHSxFEqW
TmmdEzJii3zUqzmL1qULdbAlxYpmzmS00b2F5bBwzbbGvnAXlU2/Qvgb5KJ7ckbv6JnsVdiWrSI1
9+edFBGPUbqdgv8Ai5z+jSkX8SjLvihaeS2aiDCM6T3FA/lPneeSh4J0KQ3fevyDQ1dTToGhtYs6
TbyVFOOMUCj2N8sAo5nUT33dujMdGeS5NchzqxqYn7XxVe/tTalhkx1+s0xu0DGJvxY93FrZqln7
SZgYpYO377T8sYwAU9TcXGr1AI9j75QgfDzXX7pBiYpHo84sR/86MU5YiKNOUjmqNndV66CCvI7J
vyxbz9w6QH52EBUflclm3Mslsu0ZH4Clv1YxZEt4RBnB11Xv2ojahPGDY5KnVi08itAC2ZnZcG41
sgeG7n72LyBQmFXmbjcuGxXoflsehyaK18AytkPrnrELgfpCLCJSeqA6FmN6w3BLUuOtHPujrjdn
VqnIFvv7yKUHd6cEIKhaRXrD3T2tzsijnM3Q11nOVgmRE21TGPVW6fFBT/p7aRiVYwMWSAUHvMqC
TVKyxK0d7U2NtGaWmtVNyuqROFfEw4DPTYWZWQB6Km1/X5NLI+b2rOp1fVAwiw19e1hJde0sqjGb
O7rP3RJcY5QZ5h5zfVaukVXagpnkUR7JKvz+/EtsYifm9hqO09KbZzTPkR691KU/cver667ge9ED
zAvxW1+ZY/XF0whChuFEpw/JoGl4PKmZ7c11JMqIMJCxNfiY27JdAXxiht2FdfjI939nvZR56Sw8
4gWEaQn6V448kzq2VYb31lf9XaVab3lc3+yhuicL4c7VUEIn38I4y0FRqnDZDujKhN4hjyrhGmzq
QLKxPLBnTTIWbPllss6Wq+0RSntR3M6eFyk4sSmbldbQ89mpxQtsd7ZtbyL+sBu0YW3xC0q9bJ0w
cbum9Elrgm+Im6VEnot+ncnA2qC/++VbalU3fKaIRqfZudBXisuTkzkddWVnk+gt6sfpixrZYNP7
ZWMHQOpkPceXAd5pPtnPSAMAO1d5tdQ3Epr20h+dYw8kbZEqSCMAvQ4KGUyv4+96Y1RmYeAf80zC
tVJLDiZstSgtknU9GPIS2JzB6qKbN6m5VrreQ20sL7BgKe5UBkZhjZ9/pO9KNqUejE7cHX2I105R
M8Ovhzx887NiEp2qt1oq8X/jyqmbRHFY3rIJmzzQhu5JGX1nT2Rj3ld4j9tGoCx7K33w8/KiNRhB
IFPN2wgWXQLW1SZaDt/bOJoRW6GCdPk8GGSMq7TogKbeFfg3on99TsaqJ4nRY+4Ecmpd1FK+7PJz
PcrKPk3aVZdK3qKIWJTl1SZLFdatxISDNODb69Ol7Y/HIGECcv0iXcp5vfNsjNs9GdsFEEeKI1VL
J5agK7ef4r5clm3FEqD2LpLCor9Ls1ePhF4RYkbpeFKwkAb12ayLsy7Xm8SJh2WtsN6N68gkHqRB
FopRZHG7S+1pL7m+9zRmTXwCLdJh3xwwDpluQHNvnTc8Up4JfumF/UQGZd1jAwenZa+xKfU9lhG9
p54hrJz9Tj4HXQPaQ9nmXpysFMIDZmJeetWZoDwsR/MCI8UBrGteqreqDx5AWLIcRYfKqFuIGql5
Skft3tXCO505ZWVbzToqx7WTKzuXJzlk0XmTkSDDmnIZhkQjcewMg3KmFr22AEZJyfZY7OTgYqqE
qDlc7iDz10OrrKy6ZlVCsNHBs2CWS/FB78tXN2xfo4pcRTjOlOIuLpqGHw2UPzf7pPrma9Abb02b
odevLjQ5zteI35MvGxBWKNi1m/4LIVkS9nlaEjyTzlo2PviG9RRa/UZWtW3hs1SVavWA/A50Dx2M
TsMD0ajsZnb4pujSspBzHhhIQ7SOvjIKnrBy91KmyAZGL7qm48MWbQnqXk2LSFxcZ7fRdRblMOpr
v1YeHXxYi8L57DcTIj7wD1IHkAKgHS4QSX8wEnxPM5UAd2I/yqi4NW52RvCoBXnV3hctsZjagwyb
WeYR4hiGdm5+l0BkmDnjcEgbZxGMBi5KdCFjctDQSSHNaq8Mu7zTjOS5rPAqk2QLrX0AaXL74OiE
lzUHWoFh33e1woLNWDDlkoFGIwEYrv4YYdAJ3QR5MUMrn1O5WUigVAtcQ/tAPZuKhWcouoEhMfcm
dzfTI4+8wG1MI2Om+yncdKg+bmFcC606GWVvz8k1su3GtG4mFdolbsxqmYLp6WyQj329VxuywR7p
lFL6ipIDVo/EVmddiYIkuFTV4qvtyJfHscK+1NoSgmduDJSc59q4bpTmKZEJgaGKNDHS1xLE7sox
WZSwUOxgq0xpQPSkAmQnZG8gOMDq162+FLayakr90FgWeig5zpARczaCFlZGQLOpj12u10clC5oj
AYiRtF4nbYCPdLNKyvttUun5XahL0R3b6ulcVGQV/Ed0inhsmi5akK7vKfPSkKv192Y6Sn27xNaw
OIsq4ADkIQz988cgYeeFzON2vzTGKr8jDlPcARe7z2XEO0SVhr3rqXDkzXuHqVeMgemKd+svPgYi
kA5Lv1OlregH2Lq/9gX29dOo4gC3ZONDqCRtzTsTdZVZ1XMQdgYyLn/VxYE9VxD1OYseaHcNoF1C
AtpG1J31vv1+YG93tfW02/1Wr7M2QEqnI6H1V3+lMFGx0A/kSdXTR3WMtdrJA2EkBhX1cTZgPeUb
F/Yiq1wt3EuIp+dD4QKcyvKu3omi6WTR5AE3LoM+bB6c0ov3akEsMfW6hidHbV/xQJjH0G/qeWr1
x05m8hWXDqVTzT3AeltRDGMnXENs0BfvA3tud8CrkKDZ9LJljOpcpLx3FS9lO/mNrIt+FK/UBVg2
jq7tEZCge9cUyYbttDQXxQDm6bFz1MekkHgfsnzWCqW6F+MoXEkooywOYiAjBdRXpI67Eq11aMwH
ML2wauLsKg5GXJSrqOSnhVSW788bM0ProkuquWgG0ZxdecFgU+LBzCw+9UmC0Qd1RVLrY5yoGnr2
A+maIIW6qmstOBNi91dZ18cXUvATciDPr0jUWYvMC9q7CEnNRYWqwv1QFubchX3zwNqrnHudGT/V
RN/43RndzR/Rs7Niw/qU9kY6i6Um+6KX+RumstAly/Rmt2Hytc9TaIOh9pqOANljO/tW96woEnIq
ZDiyeSvnTByjfHF7VjSz8kC0CkhuggqNbobAD7AmZrnT0nvM1j65kDcSEXutHovXuLSuFgj/l6AL
P9upXz7L7AlYvVXOZ5Xc7SwK42EV5B7WKI5SXDGTR1cztpiCJsNlUedFOZTKUWLx0xbFVTQonmIx
Sbj5UhRFQxkQHAq9WGK5w1Dv/XKvX5pAzBaiWE8DZJZqL9veRlHvx2vg9ZwBnyaPZnRF5s/H0pJX
kqagQjz1EeM75ATXfWG0729VNKSV26zTipyW6CLG7yUZnH/rk+/PCvBsMNI3YxthF0kK9IxbULJp
CiPEEjT3j/zMpGUt9eE9IgbBvFSM+ksSSyfVyDuPHPF1tF3/W5EYzwC8nVtnqjYWyDW02c6Kiao4
xV5KM21vqZ29YvPa8vtPVPLiWvupc9tPRoaUi28sYQ/wBY3ReE2t3Pzcm2o297xuvHOUIFs5ZoLc
TlK1O9D99hrXZveMrWm10IpIfgJRGCKY5F8KObpLR1U9aXmC0IJmdqQmyAU2kV+cuHFIFHlZdIrY
Oq01tBaOUaTH66ZAJSVOSXAlUTccI0Or11oKqiDVSf43upIclWZQ1yjbeEfFUc01PxTrEEUQATIm
XH5luxTQyTqH2r/RjNC/shphSadY5lcv3qErYb7W7MNnVe0Nd6JrYIwSUZm/uvZt9VtXDZrznYzH
97qtDWbfJroHPRUe8D5bdy7apqgtE84QdQQ8122Rd/6ywy50kZcyWT+3uyZqhbNy6I5LNRi7qzhg
L2vNNeQkVqKoTP2UFiaup+XGOmdqw7g7JJaNqo+3VYOif7/ODwkq26pb7kiCv464+SFURaQfrP+l
zh1kb+ApsRu0NxkuKmAsO8jA8BKuGqrCC0A7/VLUdZntXlndg9FHcZOcEP1EndVpi25AnkmUOt9N
TkiUbURJDAQ/zdmEuOcBZ2YMcTB0w8W4md/QRx14zpJUrqlumx/9yH8sVKTtzqIqd+wUSbdyk5VY
qPdxXC9ktQNdQQClXkmhzneHHaS/hI0IH1MaI2JZanW2eCwABJgqiU1G8/dyVZQI8BHHfe8pigjn
E2qaDh9DiIbM8OqzSUodzWkbGZiuOivuIG9E4D6VYt4EN+b/odIzTHkjKYT4xYWioziIBniopIOn
i8cxBz4eOebWmzaghV9qp5b4z9lLCmAtqAZ+IWpYkeQxsouaI1RhjPBxsoaEo2alb6maOdfAg3jj
FMTTRX1iOffIfcj3zrTcLQpoMZLf0D/N9lmOKpQx4DbtDmmxFPWNz46oa/IbWRwLcaIee9WQ1GVi
YDmr+J20ryzuppk4rQecS9O+RcrckPaiqgwjWkX5/VTUfrS3DsS1OJG+/VYvir/VGaqtbJMiWnY2
MVR8r4a9rw7fD7JcXYOG/3XUwYsnvmV8UkLIB3Ie5V9I2r0aem4+S1b6VCtKvdVNTV/bSugvnURD
9QMN+Cc9U0ifwfBIVZv51FPQZSrj4IbjJabGTJigMqRlpQ17G5Utdwi1Bahw5r+0Pw1FkbwNOaKe
TaV+8oxKBkGa2ezYO2nX3Taq0iIrKpO6n8md5m3cJGVrXUPtstXkOXeUz/iTS3cIZmf7VEVmMLBG
AAl9syqSPL61Mkm0QYqVlQSF64vpzhkgWTa3tvTynVKU8UqGILbNGi95sodhSzAyfVY6LYP15Lr7
xG/DO1f3vomXG1Wbb7Dos7OVJe3J9cgy9NMF0/sAQUlOKwQbmJqevkZO8iVEkvQoDlraN8dCb4DX
GjYSBxK79AKA5FFTA72fiT5wOadTYNpw4PT99+KPIUT3JM9vSRJnm4+hYw1YsC619bIpoAb0/bhF
t8U5iVIaQUCzWmTvRTEsQbEAT912dnWySAjW24oICOgwOZhnhVTehpa8apjqxWdrJG8d9HH1nMXJ
DZhH9xWL5mPDevStak0oWamHg302zjIbmsBMYiM/haMdD35L0oOQsT19otsn8MRreMqTuFxmFSjM
qUo+C7CWXoviR0MUSwk+yOAsW8Ld5+BJarER1xCkPtimXzirKgfi2/VmtfW1ZidK4iC6GFM/USwm
dpHeecTLausa9LK0TW14XQksdXbpLSIKKuSrRTA1iz6l5MrzOCYmWhoGfXisfmVLL+3eL1GVeF6q
nnF+78z3dFJwljBKw7pCGGKQH6/xfn3nJiV3Fq9RASnY93ndreY1OOw7L0rSO3facgRyCVbnR51d
NfUiIgQGdAdJOJgr6qWUbftQqGF5gMtyY09sPMjQqtAbMy95ZSEpG4Int7gRD6LRQNV+AQ4k38g5
OMG61fJ1aoF3jWvNewzczFrmLeIIatjDo4LeiXlOC9WtT8yHMQZl42Se9LYiv+a+pS1LUq2sjYeE
sZYAZKNDb2j+Ig9jCEQgBe6JZi57xrpohmbcj6VL4NRS2WFCsmNvjqi7ptfhTLRaGpnOobbcA+l5
BEaDID7llVmeLBBrpNDL4KWwkl2ZhsZTqeUWnAoPOZAxCW65RABh6mD9eiW51Iqguu2/gBd5v9Jk
xprnQ6VeyC0RcbeK+KGLYSgh4BlcQ9dFN0qpM1IksbXuBlPdhzwjgMMkDRntMDswv9XrIZGtk87n
s7SiSLtmMfZ3gSxZD/0kWYQe76wodHtdNe44zJLJg6GxBuVIqjMmcInq1lSVguA/5tPhvV9d6hne
FtL3K0RLPQw4JHe6iwUh5HZy3EsQic2dqTX+fW6iWREg9LYURXGgg26ZzR0r+4kFhPDQRwdRRwdF
JxxIBKTbuk6j40zbenszjctj53fJMkri+kkNwq/iq1a0b4HR+a8h9yrB9AGji+kaG6mivT5dE1vE
FMpQr55GbUofdO6bnr5fkzqxMlPt5Ps1hQkuJYrTPZQqZ6/Ug7Mn5Ul+q1NJSBRh6q0ing0lbtg0
paLp91MWwdpCaoJV3BdJg0mBDo8PV91ZxX+PyjM+6oOHCMPMkG2O6VTxcajjAANgUK8PI0TaZdPj
uF4FvXbIUjVaBkYo3SDJnzvuwlcjaC961Wk3eAspafHq37q6SXMWS1fd7y+5E3zv+tuo+ijjsZ4V
EWHEZ7VMtUfZLfMHr/2pELTPSmuq7y2K81PL79fkTt6tq9IFhDIWLc7ildzzjIXxT0JU1pfiNFIQ
BAimQ+6EKEzaZxndrn0ZTfs1cZqiQSvhqfprrSijDF/uRo2QtTNIu9Tw9lBG9HVMqnhHVl7aiXqI
7wRPRaWS9Da6yFNvkn5OOhO9GlNpjI3oUIlacSoOhW2QK7OacJajnPG9v2gZFO9L45T+fmCev3j8
NDZxT2BOSYr04qZKehFnrEKfapKpu4/63vWUja2RuBeX/toXtOn3vjXavTM0Dhpkh23vKA4GQp/c
R4m+tIoE7ZK6gfstTj/6VAPpjt/7iGZTNhBraTGWCYAZeg8S4u/7NK1l4tPTqSqB+BJn4lB5PLuA
J/mzj7pWtYfi+FGOzDFahQk6ZuJiKI4oNf02DuFKkjRVZTJd2eTIfhqDhZM1T4deBl+Tw9VCrq91
ggtCBunFk/30UsSDBUfc1RbOoCY/N2zqFgG/j9pc06wFmVZtIS4UB6SV00u1KaeeoqLqwIeZLDnW
8DQSnGZuI+nGI2YIxUwUoTJl60pDaUkUVR3KqARX8yCKgRkseECqD7mjqpco0R9EdReg3VrreMiF
QzrcKoVUL1sIaytaJUM+46Q5XjHK1u+rdHwf2on1Zt+FTY6eEheR8RiW6AqxH53elhKjJpgZknbq
8FW6qS7OJP/+bvXp3bIM81dkkvrbx7sVQ0a826RCoLmApb8WSugJj4tVnXngoiex9Hd19ElP/aNY
VD5MNAcIjWgVDWMfM7OLciynn2MlTjeiNCTFnqkSik+sLJ2QtS60wCC4oO3WLyri2cu+sgagTH4y
dxEqOGUshbBOcg3SDyXyWaL3+4WW5oOdLuzJ1yO4GFIVXMCbeWwtumuE/8UBAfl9I/X2TVZ5+cHp
YR05zqVoo8dqqk4deDZlRDq9biL71tdaOCcQHxxEa22GeGIM0ZOngJ6udSx2+k6ybyWksVVahv1K
XKWqHeHIJgxPjhQ7T2N4EC9pS618QOmVDOD0Um4YksgtU2ktikM0fB7xnUXDqsofKs9dipd0anJj
yojzddPG6pMOaywK7GMda2Q8ZBlyMUZWR5yyrWNXGOReQsV0wYXq98MQ68gN/WjuJTAMH5eM4zgw
iSKxb/Bo1QxYJ3577/lNe4/REqHDGHCo61FE8gYDmW54/uihNO5jF2rxUfTH9aRaay1ES1EspwGn
LO40lrimKxNjjqaIs3Y0Y103Q3nuU/j2LACA2pcSv1YZkcxGM71X/9r4bfaKh1MCTtCbvAZ02LZj
bUP078JHw6xeHE1KXyNXBf5iFp801SiWNcqEB6KR5jEflQIPJMf6EkrFQnQtbPJ8aifbd2OMN9wg
BzxJjLK7G3OnnYnXMyEpxq1ZPLs5UEWp6FmMSZGxryBVLrPAtG8AB46iax2qn1tbhoOomgpvioiO
+B8ytyvmFvuov/6HiD3U+/+QJaypxP9Qwhp6DNLiBfhuu3KLSF/FcjRuAAckCxVhj0dRbMsoXai+
rD7qdfW9dXQ87aeiHKnFhqRRsoLtTJ5Ek8InGZ/0hTzI5QkwfLctlKjaIJuMjqgUxAsL3bxPw9De
gEDr3+xqX8XS+FYXTBOIkIcQyrl6dNzyVBHPzBoEFzotfe6Swl+jl5Ugfxd3+YHIHJZR09lvxQaR
Z2yG9XrOPoDeRdENsCOwgXbrxDzFirZ0eyk4kDay5zFx16WoL2wVLBBE5/SgGdkyqzssI7yGKzQn
wPjF6e33AbqtZum4aimTvZ5lyQddBws6lYrQA8WTlcN7Y1v6yrIsWxQJpgbRRbQ6rZrtSSCgoh+S
oEIJbBWXnnHUiW8ezekgin7cmfsRc0lREvWih5KQPyLpY6FMnYZQ36druwyPI99IVj6uN3MhwA7T
9TFH6P8+8ABMVgo4CyGEbo3Vo+nY0T3pdP+9Po+teaOo1RfUNmCbt6+ojfMMA/5y9XLd3XhIB61t
P07vo44kRy3J7avWyXMEoJtnGdWmBTKOygnpVBzQmjhY9YVUPZWy8uiVUYekDkZZQ+rcjBAPlVCx
okOTFx0eINqAav/gXdhjQMZOvSu08u6gqbV5NaaDroJbNLLrEAbmpCjWHIFg7uH/gbUs9ajcqiPL
io/+TVUFK7lmyybqxGWtDwp/CJpkLYqiQQ7KN2Trjd1HNwsklVVlyRnypnmNC7c62600/+iAsgxL
s3D4+jFMpVnFuh4h9YmLREPTBP0iin0XygUDiTqlTnvMroNkK4pt5pqrNMhBQ8h44ziecbPZ0u07
BxCAKFbD4C9RqpE3omhF2WNNuusCmcq9h6G+qurGuOWDB4HNuVP6UD+SukCC35O/AcOS12GZs6UR
deIQBGl1gHMFbZm+8phpK3cs823dpp/BAkM9d1x1och2eNcNqXHR1ZeG2ALEGewqtsiYQXmdGrMy
i+5kPZAXMtmhpah7b3Dzz9qgKntRQkrRuDjpi+guagJDkbcsWn8eJ4wzGVRELS1Lq20hktbVZw8O
1fsYbC6AaxfjZ8gv9rx0yEyHpP6VaQIK0Hu9/yi57ntJzFU9Khcfbe0vpR/XiUnuR09xHTmn7l7t
yFVPE+CPnu+vN7VNgjv/4Tqn90A/et3W64boCLMxOhqRe9ckQ7tBjiU6ftSLs/e6oidh1oFsoPtH
dVoy089EuRrbr7EHMB9/hqObGNlRnIlDVQxoqqhxg4HYXw2uIgf9T2XdCjaZ7CW7sMOH8n2YjxHa
ShqWSjhp903ji4MYi0VBO/vjH//1r//52v+395ZdsnjwsvQfsBUvGXpa1Z9/mMof/8jfq7evf/5h
gW50TEe3VU2WIZEaikn71+e7IPXorfyvVK59N+xz56scqob5pXd7+ArT1qtdlEUtPxrguh8HCGic
i80acTGnP6tmBFMc6MVnd1oy+9MyOpkW1NDMHhxCf7tIrLVTtW15wACvFV3EwU4Ke56W4H2LmRR0
DgsVTALilRdG+qkcDe39kIzKSWdq3ZEb5rNGLUk/gcrP15LiNbOPfqKBnBsGmlmAZHIeEBQ10k2R
2t3RSJP+KM60H2dTD5RTUpZx4E59tiZHV1W2ddBk1zwASuvqw08lJ5W3hu8Mq7//5A3n90/e0jXT
1G3H0GxL1Wz7108+MAZwfF5gvZbYuB5NNclOXSPHJ9wtpnPY2xX5jammWBoDzmTANnqkQ6bD9+qw
dJANLCr3KJHcXCS6bCB401dXJ7BKJBSo613TAE4qtz6svr/KeVN+LeKywX3GfyqA658DsuFPsvoU
R3XzqEGauovAcotau6nDo+JCMRTFWCGp0msS4vnTNQbcg6UXVyXk/cZ4AmsRz0crjfeiNc2in8bv
85/GlzR52zUlREtXwfXUdWvEOqr2SPT57z9oR/u3D9pUZO5zS7cVKF+6/usH3dipzYLVS9+IiHTo
xfD5iU/YSxw+VAMpC4h9qOWJz/ijucuQRa3SdPfez68amMLoiO58fSwPhHXgw0bccIk5NJhmTpWt
PeGHxanr6tOppX7vlRvmW1uw7iq83NmiWaUtW7sen+t6NlTEw0cMYlZyojbbJtHtB8NVLqI9YZdD
xFzNYXK65qlE3nhetfb47FbRQ0+M+YE54LcBY+AHd7KjATSc9zG6paPRX1rL8g9Nlx9FCZHA4fK9
vr3g84wCX5un7qzVUH4E5qItXP2jC5fWevp+qSrp5WJkfbLJQlAePtIhSNgH/Z3sFg9DrygYvLXE
kux6+l886ZNlLYfGkD/LqP9vAAuZ70VzCE4pHNZ7zcYkKMiMBMNUrv5Po06XlxpaCH9/a2jqL7eG
wY9PVnB4sjSNSRBu1m+/QeRFe0yEjAjDvFIGDgFpv29Hf50DmN5CarXuurFDz3Aok69dE13aWC+f
Pnq4kj4u+0ZFZMdz892gAoIIer6VOVaeLwj9eIdBy/x7Q05w/J5aRVEcQOm/DJgDHnxd9u8/rk87
9BvnkaK8yN3+7/9ddbrTPyb76d/V5WmyMW20zyzL/O2XkLhqMjSe6W3qhlUDngzzbmhbf9nEinOE
y4BOPJnJcjpEo1edRX0L8C01YvKYxGGGHRu+YZcBiJ5pnqoBswPXQcKBRchP5Y92kV7ExEP8J//1
y3OrEs+xr1k+lIHn178V/7V+y07PyVv1P9NVP3r9es2/HrKEv7/tcgy+llkFBOT3Xr+My6t/f3eL
5/r5l8IyrYN6uDZv5XD3VjVx/dfzd+r5f9v4jzcxysOQv/35xzPCZ8THcdUNvtZ/fG+antca+Azj
py99eoXvzdNn8ecfD2/9c/Ufrnh7ruo//5Ac7Z/EeW1bNhVD1XTYfn/8o3sTTYps/tPUVNWSbUUF
c6byW0jRrfN5VfOfrBJ0x2YadRRZMVgkVFCsaFKNf9qawZ2ly5BL+TmZf/z1339ffbx/bf95NUKy
/df1iKEgyaOrtmOpOm9I09XpqfnTekSuJaDKWSZv/z9i8f85YrFHU9mElanM8SBpUe/dZa017IIY
HWKSy0AmVc+bA4tSjwmw5b0VgtyZSnpf4Kw3nSmliUWwLB+hiig4eIMMTbPAWWcRTmMzVa8OsoHi
RiVp5mLox8ly2pHOJH68i6uN3oWM6jpFZOAwDlqIoCSKXY5RyATpMGi2k4bwwVRsMheyrj6L5MBZ
aSobssAI9AerrdRdZrU60LTWP7KXu3loGJ5lx8tXmPi2c0uy3bM4lPYgnXM1u2+1lwRtmo07WjUU
l9gkUABziCyJus71hDqyjkvJBZcaBkA95lqSw4SMKgRrjUzzcA5TfFSXIONb3N4g5XDP7FLLOpRg
M3ypz/cGxi4Hp8tKvHzcfBEghnDpUZ0/BejVMSXDua79ppmXstqv4y69OKYsAT4fmvtqCMAye9gG
N5ZR36eloV8VGXmtra8r5aMsZRxkeAwjm8+poBolidysvVhoPipdaD622L6zHws+ybEV7zW5HSHT
VuGnET9g/GUNfJ0q7VMPfOjB1eqn1s3aF+TMgHnjL3JtTVfZYVLaL33glvO+kZv9AAoX02vprTAl
ILd9jgOfgtMTgCm4/R6Kxyl5V9XUTvBV6pMpd/ACSvW+l7Lh1S4StmN5A+OP9QbQEv9z1gFKjp11
GekJmKHevPO7KPyiuIo065TMvh/gTC892fJXVcdOD5/vcRuHtbfB3su/ji7iC0FkG18Ae2/zNnJf
WhUejNSfnb7uHisrGze+30sgxLXqE1pVEOtM9WxMmx25K7V1L4EKcobOe4oiW1/lSQbDpXe8pyTS
QNYZnoxeDq1Op64VRBPmIQoTmyhvhptVKbchkrJLpcO47lmgbW3X8IB7V8RqniUld+9gEWiYlBZ7
bDadUwXRGn1g01nHfYAMp6ICc4ea+uCji4c8m76MK0QdihCys+2WFfwT9dFR9aOex95zIgXFrPT0
8ZIp8nD0oSLM1aTH5YQf277A0nDXI802UW77+wy9s/tUVTeNwbq8I067Aova36PAPi7rYFCWoodV
lQ4JjAotAGLorZUM16i0+quh190Ru7ndRxXfJW7AcrDH/lWeVX2a3+Qc1/YRrd2lKA4D66Hch/CS
kBItuza+GQqSEQjjXo2xiR6HDHJc1CF0a4/EpP30AYmlE0EQ7yxKvdd5hDZjbxPxm+iH3n5gBoLU
lwysp4JIviUypHDybSw3u+ZSGs6TISsLSzbjO5Sz4mudpYiIEhLXiXWgDBEnRx33i6MUtUj8NEjh
e2xgZ3mvBXtXfdBVrdtlAQ6xGepE9/lkBII1RfHmO0D9QmLbhYVSr5Q78xHv8iMp0fLM94fQJ6un
NQTKdCM72ZOnS9W9lCrJHu0seYF3DMiEPA82uamdPbkNXm1bwZpTlr72q0Yxt6BCh5uEceGucWLQ
FFNxkbW+viibQt2WlW59irmrAAhHNxQmnb01AtYcksT+1AHmm8vcXrOgg/FimV72qVnyyEf9Hojc
Pg5QrVPy+lsr8XsiEI0hYNI+IbglIbem4PzRusbKccChIPTuXlPFyKCdaBky0pa1sNtCv+BpBAwU
e7z/Tdh5NbcNdFv2F6GqATTSKwGCSaKyZPkFJUsycmzkXz+L9J3rO55val5UzKRIoMM5e699Zgtd
bwavrIJx6KK9LZPmFUVP6pdOn55mQDMRZvy7acUemsROfOQjZy+OVRD1Wyw/DOIbQx2sz1Mp6uHB
heEKNSh5aifJWB3ZDZ2eC1Izg35J8Ng9NDyN0zwb3jrY5FlaV0ebJvfLrNgwSqdSh6ZNUwoSSLRS
wX90vRcgNsGAeBjK9RDHAs2wTUX73rLhe8brcPpz2+VqNWb1tinFa9Ss/a17+XO9NNFL2EyjRa4Q
HAO6B8Z4ul4CmQAAcW30oEwihIkxfoG5YngSncK7mmKQSg2jIVYVT03plS1dxGkP3OO3Lohk90Za
cIU06w0QeaZBuzimVRSHuluSFcCXwPHjgo0oPZ8Dn8JS+w7ZAqJ6SopzIYYDgVHhAsxqhzkaX0aH
KKTBrKWj6zobxybv7lEmlQ8ao+xmiHPEW/a3vtIplkwKu1KgusgN1QK1a8BQp+JpitIM/X2Eq9mE
x+S4NKjqvDmYZvt+CTjU49HYEj0/7a2p+8UgvEKc1by7eJH4ROvhDSBndjtKWFyt58uhGXzHYn4Y
8gvzYHlKxwLJ0BjJjdn3vC2WN0fK/mg6n6hGntesZURFNamxBVfd/KBb2LRV1/6OaAwNQ4fT0xb0
E3r9XusvYQAGZe15OQAKxuzv6GnYa1aLZSlr927m4B2W6sfqlSBEB0xMooC1Do8BoikAqCRB4+o1
n7ECYs/Z+qr12Ck4a6jNADKL8a6m3qvZGp96qd32jjhrIgJILN/dJtkR4/Mw1IT8wRD5dgY0kyjw
gKum9ksMvCp3rJ2yI3uHJVXwr38jFrY3FnKCoZ/frKj5HGsbt/0an1hqOOYEO3ABEw29dEqSB5LV
hw18vkmMW3iJZDNA1Ky+SF/hYO4H3+satYuHaPRFp+96Q4bLtOC+LyyFczb+NHLcdKK0HmBhAM35
TLPuxyqtYC1GWADUeKaUlC69OLYTbJ3V0t/qXjxFTv5YDx7yZtzvjvg9UaaYltcIBE5j5EETW/vI
0I6g8O6iVTt2NMg5mrYr6791vJ+VCy6sXDhYtcfR1D7yST2ImMSofAgyzd4T9L3PGYkvQLFnio+x
X2vIR3Pq1ptkAMeHxbiOZzylxWPlTES0r2WwujrQJ3wAnP0URV37055AY7kGp2SXHVrDUhsT7s88
EfpgE47dYlaNZftSsxntPeZ685g27V0b49HoEnXD+imnJQ2mCqDrrM9no5qgqMpJBd1IYoJlbDyK
FrvEc+6UB06xM/3KqdAotFy6GIVSwQBTwjwhFeJceOO7Qy8avMwnRcNmR532WXA+Bn0H4VM65r4k
d2RqWtgPLScixQefjRjiA2+515dJ8PGxxvd48EBLjyA/hqclL08l2NtN5YrOX8wGZkSnhxzqyWZA
whcQjf0qavOcCySms4f7G6X9+9piH1XU5HqFf9RLs+3qGTMLufEVO8q7urwObThK9sXZHKKJ9Kgc
PGjy3UrOEVPDxN6k2I4GRWTqi1N6Px0X9aX7xQxwH3UdH7UBRdECd1Dub7dcfknbAHmMj0dUZUck
6nCfK1gyS2EHKTn0o+m+Lrr8Hu3pewEdK5tvpaTwy7q8kVVysCACctAmn4mVPvQT1L7aaj702q5v
nGRh+gJMIJiLRujSUDM9mmgA6Kx5j3jmlgXzD3j7b/FgPSrbPruN91AYy31d0zVZyvlduMMtJlAC
WbQTSyNjU3fJV6KbOD05AEuyLZFdqnAcMsRUjX3X5fZpWBeYHxsbFwa246B2FYoacsCmruIgWXHT
gdPYTNp0UWneE3360xKoBZh/ba0iOntea+CQw02s5L4FMb1VaeqTWJ515f04Evc9rI6/xrBC6Ize
xTYarR4NRUdgJSUTfKETwkD3p7xE4rTr+j24ZAl0BFQq+6yV2ZYw0whFUoqSAa31HtTHnbrgom19
vHcXwM9F9xPp2QFXbRbKUUdKq1RYzSlxAeO87REf7+w0DnTZiv3SWsgF6o+6soeDdGZgjEKzzuz3
Qxk3HeuN2mC1hKNPd/kOvHXGyAH0YfFUcu900XNad7/zRZmwhAGqmEUY0XX/jB+zJ3cwn2wiDJ7z
2nyLIqb2WDVaoEXTcbRUGbLKUgfL45CqvGHer0Z1R27Om55IJJgdOMYoXfIwn7aYyFu2cntPm25V
m4lHrXhOTXelsdNIEiguhITxjp2fxLbOaBITqwb7OSW6NPFC3Yax0Y4EoNMmwbkkbajkab213OqO
rKwsHL1BBSJyTjm/GgqkUFd9csBfgjdVFHeaNhlBa7l3E0rffUxug515GYsWXN6N6NcAZyo+CG3+
aXfwyNgn0hWgk7i6pFN0Vv6eZrVx7Ep8h7hnwC3DXmoKzQ0mDwJCY8KppfoWFnrf/gATHfadu12w
Kj7lJekP1HY/DBPsYFwz9v20NEP6LoXkfe+yb7b58TetKRAOo5xNlihkW4sfvHMfbcJ+N3FnUry3
mS67woApRPxI794pq3pYIgZ4pxAoKrVxS0vaPXnaaWJ6dUuvx9Ur2aCD1AIgs2ASBzrUeekPkP94
8q3pdqrE72TBlz70aUWwAIBSvZVsrGOUxQPpL509NkeSH7Hh/r1+vdH0bNjNJCtdb59KcmZttfzf
j7venYn0yG6s3V2f2tE8q+kfHP55yeudImJFKGdxc33J603TBWHYOmClSVACvxpXJ+EsuBXKmmEZ
eaBpHaauPmf4tJCBfCcli9l+ET8oeNwCkNQE4g/qoTXUHBDcB8DAapP2GP0G+weyx195s3472fLd
gtrYDEsUKA8jyjR9r3nESAA8kUkM5TsktgvF9hIIbBmAIldpfIPkZU+ZBF2j35L5hfnsa11rJywK
ZoHR0m/axg5kWlW4JkxYFFjmfeXSfy7rvj/mlz/jkv/XJTh8sMan1vGNwRn2wySC653XP0nflyEs
+pc2n4FjGelHmRT2UcDmHydJxlRDHsYME5DwEW+T1R54MgmuQ69KdWyNYWa6dgmaul5v2OMfm2Gf
98VDTX94p8g5xmJbgzPB/7p4SXLM7aLamhars9VA7y7XJFwd8rbaFUx7lWQ/Vxef/Ehd+CRGk/jM
yx/jvy/Z1P9YSsWcxHOZn6CN5geggcT9ZE9FCRlamWfNsb4MG9eweOoNYB8TUq0cyjlqMs/qPhMV
vTjpvE9SvvD5DEhsgsI0mWJraNVR6gMGxPXW1Kcag55xE+Mhl7QtjUEEaU2YwUzy+gA1mk0Pxwab
FN/jw0Y1bHvVGNtSXjw76cPYmOPx0mC0nW3vaWBXY2YGpzqns/fVLO4hVdHmskQAiEPsBuw+r3gY
dOvkVN2xbx+Itb1tqvaspXHoYf7Xhfazj6YAtzJLfNp7YMfaIfmpr+LWbGGeqpU8NUyPVFO6nmKD
uHdJLAqSxwpk3Z421tmbDVzYIF/WIkT8dRpDF4jnJteaG6JodlCKwL63OvO+cUd09F0ez7APMpiV
XTXtkGdC70jJJoBek0BCK55rhAYXtRWMTYpgzwso8Y00ojfk7jsigthfQAA37qTTTXCO+l+Ri3O0
yyLiXRo8ndnBFKSNSLP5nTcQsgvtSG6PItJiOFo2FQGXrOtx9upzw8C/AaToW259MCpI/UUzNgdl
ldvZbbYasUdtGRFcC+1FyPyORnjt183dIgGbd/KdVuGThjjIZ2qCPnaPqIjGhcKTkViJxbpRB5Pa
g8BYWV+qLJzq8i0CJAFgEYEuQSd+l4AhkLsBSNpmbNkFsODg0FfDpumeVpb7RHn2BpxC2s5KLi8w
cxlH0G0h+3pPKDu4K3JdFw5Rpz5xxx17mQMnQCGe1aUbYDWnMrlMgTHdyrygpw4lzlQcnBX0Pzk1
+96++GZR72zqKPkCjzCcU8nqEdzanDONFa73hlu6A4I4PGfpyFZmWKkRTT/aIvWzvvieQKnoctnh
Tv7svdZDMZjXoUXXB7DrdCjXp8LojMC7wLwkiEhLaC+uQ4aATOpjsgyQYwfrJNJdUaSPpSPuYm0G
K7I8jOjMDnr/Q0q11/q3wUmPZgLVYmgPopCPWbXUvnD086QPpLa0KXkho0Wml3mr6dGWGJW7ukXc
Uka3RaTIlTIXkxrKWRXjd7um73F2b+ot3hjZBFVTQtCrbDOcbEY0XCQhFrobD2bs+9DUn7qdH0yl
3cxwaaL41eVENEdWIa7Z+g1+Pt2bAbCwFLF19dQq8Sat7IR88ik2MJEUE3N0fiIK1Ved81Rm3UH2
9UfeIq0XKdik2vTUps+H90R6dPxW+SvKyFVxXCKzUG48J0lOWnHzO2GgMNb2d6O1voj6h0Iw5jg6
aWmRQwnz15rOvyIGBV0vf7ueftsPdAId5+eSNT+H1WOPSQqAhAXcgGXfjHpdhpPOsJKvOalDG+O9
w4K599b1Wbn6EzkOMpJbzq6XWkwP0Cp/NtGl55sSNzXBD+YDrrfuPO+95WUoET3GS30EEMnB0lS/
e1JOBDgObH3mS8cUQOTVnfSg84uh3uhLBZzNCfEbkJkEcompL6Ta9lDoM7E0nwZTGL5hnyP43dTP
A6s3YF3nep0OPXGt2bg+2pJF2UqlGCuna2E4nvJ7WU9kfEK1n/vyqCyk8p68TXWoUKnpPLWZjSBs
OVjmBK4GSrmc9PdJeI8JjH5y5rCMsDYUsUH2Sks0llPw7xIAxredZ9RDFlbQIPJgRftrPT9cvuKh
bJ69wmt8mxEhR/Jt9Mmnxr4sWJqaZc4l7u0duwQ1ZVURrEpogsq8F2PWbyebK5W+bru1Y/QsV4sI
7vLeJQRYWcutTBNvg7LlB+yDdxNEAVsrL3DX/LWLs2IzvUBdAdVDQND1ROoLDv3mN4uPlzJ16m0M
eitD6r5t3fvWbs3NtHhU2wEY+47Q2X+g9F7E/ObgLoG7wZpdgxRMRYppMl9vDZ19kZ3f0B7jtcZN
YV5s6hMuOQN3yi4ZxK8I9o2eJ/fAU38Vjssg77X3sU4ao6Gm7VI3nJUGXyAGlK172W7X0GFEHes3
dnMBY+bemV//MFZV6rsx5RBtFpDyJGUjjOv8HtaeAKLSt0EJBZH1YrWIgizQc44OOIgCxzj9Zo37
OhRPFpCUMF3cIJrsOuDYKjaRiaATUMYFDetqwTAnMevI5Rh1BMKw6fttTbaAVOGG+bw8xg3vXwzj
EDaDZEI1jF+la7cbNR2zxYpurWF4mdAvlEq0Z6SnBNeoFFadOBmwk8lUYKPt0Z4vIQFTcmVdqig+
CfeSA6BwqPpkmNRhAgCC8xQocmro76v+gUj4FfEy+ZhQrqAJMUK26h2ExodtkvzpYuO1y5GAE0Li
wMWWcKk7Ph44KHSrAuJrxNxKCgp1d0NCWVshAPfK8VsH5L8jQ3sghaCzSA8ai0EnmZLVhJ65ZEf0
CbbPJL53tASf0oLRS8aYevvEDSdsQ+AgkpcOqT0jVhd2mONXsYBf6D+H1pWbWa4L51x85xTegzKo
kvbmU9/Ob43pXWRBfNhW+0HF1hKg9uakrvalRomS/ATmWSa0C7U+TRaQoOCD2Ob9Xi+Y6G5kz0qf
D/UFOt/eYSKAJ7Olvu4dohT2qYJLgIwYKo1fmYQwXaopTBtfYAy3snT44ZI8364NYELdedzYqh/D
xKhfEzls654PMCbC2YwdVeXVG7Z6iSxCAwo8eBziek2ZxRjjNmhLcwddwwp7Mi5Y3rzEK7tctWpI
fS+o2wK0W9J/lp0Me5JNgKekJCToeKiiiMQUsz7r/fAKLW4mvOduLrf8vKRKU08iFupOqxMzGMBZ
sk/xNkWXvzjrJds2YLE0yDMy8fk0CoMqbVyTylWiec3Aub3iCoSkM8UeZnSygTz1IVe7JSNiOJKS
clvNUHGli7waSB7lNRUyPC+BNbFPpwd1dNUl9Hp+Fnlz68SMeR7Bw1qekADhNR/SoJ2UxIe+nCli
jd9uIwhbYd+kZ8Zm0suXecphSbQXGEOSkdDQkJUo1m2Nonmp1XeltVaoKTOU1Pn15hU4IlTX1KGY
l6a/mtOsyvHojoLYjF1iQW4rcxK7F/eb9A/q//T1KsrVmnYZAUoJNGfa8tHQi7dltxnH0gbTRf5k
gz+1Mrw3e+Yb7zBqVcMCV6TfenqX+L05XNTGYquU88CG9jmJpg/QYQ7eRXdrIr7a9cJ878gx3UU9
OULj3P2Enkt3Mh2yIJkl8YSDYnLS7ywahVYkwEy5jHymRrZ7k4bjDE4Z5uM2p5uyNSKmdJbszV45
AJCaDoRiWrj7ZlWs0a05KEdNQf/6mqRgB+OIjT6YKoD1aQeZrevBqLKvlpYZBK3s2SGZZWNQCQC1
TUSFTRGQdzboCAQjba5g1tRPK0oInjNZGIvIIFGDbFS9W19jDWYfuDDhTy6xUHblLsEg5k8MnQJ+
inHvDuAx3fkY03kJKIxx6/yIm2LdOkkCrbY+4aLbg5FbN5HtEkOqd8FSEpfQIEgjVGR9XJQXBYsO
zBLSYr81XGKJiHK4YJBYTFpvkWM+yDkGCpRSJUT+FpDD9A5RxfeG1yEbII/URGMWY6SfgHHpldOG
0hhY2z47DTAYgPHLsVwLwAlGmNLWt89RwZlM58ncZ44GgS4m/DEyRzMcZiaZxobgqOf6d8rmz09m
JlrPIgG8ZsgGf1cWh3xZbpJJTfuyWIttIe3DRHguo2F3YC39UA80e7IpudVMug1pMR/IyqBHV4hD
XOjrHoPmJwYr6TsG2GpPRdjCgclCvQwrxRJBdnPojmD6VNp3fmazIV+V9qPunCMZ6HnYNIFq65OI
m9kXMQUVs3N1wvUy4zhexHlRvjIW1Z4Kl375ZSDXvy0QetM9KwJRPqYx2c6t5txGQz7TpOXEiMW2
rrP8porSp2iYWHi4fDLSLzetvCQbElSSQkbN6E5u+m54vMS8Aor2kPDSqR0rpziOFV6w9EjC2r1V
0VjAhTZsNLd4nMbYe4v6IzWcurG0L6pzYJLtXTESyofobCM9dUd08Rho2ZjueL+PZGwYNcfhkllA
O142dWiO1S8BsLBWGQHficMYCwqIVEi+rjg7g/05MoU+No59GJ2qDKwenOMsa+ji4EyJ3pK2z7Mo
tjmf6H/wPQ1lzqieuVsiyOn2KGNbGxFNByo+IAXANOq/QNup09AQZZR3ENydF3cR9NyjIr/TMvwd
RdjwL+3jOk4ObEtOmiwk/QPKIUgjDnlr+EiOVj8T5f0yrDemg/+E5s5G9OqegFtaHTj/dcMZmR2I
hHbGHk4i0Sn80oS15Amywcr027gadkXaiAc3imklauZL69WPY9KTxdtCQh5H9OJRG64Sh4+k6XgY
dYC0nTdtV2r+oVBlH0TVeg+hRmp9teO4uyUP7IyoAOXH3J0NSDeHhT2cj83rQrrSPiC8vbg/KOif
Cu11Qi1s1mz3JqAavuEx9ZBGOY0zi4LiNa9Ai1MLouOAHYPNlw3Ka4O8AQJP3ZDOzi+5mjMrV7e0
t5Lg1A3d6Dfsi7TfKjiWWFQRt6x7vIsP4xITWRVjL8yJS9qYtY09pXDPiSfxPgpWe0aV3JZd4Zy1
3DnFmQW2zcwprQ3vKbwzaInkGIsyolCB9zp5pzrITqQnoJQUyBzc4oYdReVLNKB0PuS5gOU+gXMH
8r4HfgDWn+ay5uPGU0FvUMlmuiWgDsVQo8Zfdi21jSXbKgDVw9iOT7XSv3RY/37mgFUqTeFuS2+4
LXcuCWNTl+wj7RLbk7P+zYdxhxmFJG+WsUPKloqifGtWRkDPsgrY03m+l0PT1nNGbNL+WLhQ+LZs
j/k5ipazWRUOc3Z5mht9DPOhFT5Sk7101O8YzAKj1m8JTDVo+EXc0Ta3dpseByQxzAOhk8hfSzrd
EU92NPRsGy0Oj0rHl77OnoizIQBogm+0Ti8L/40x9j+X9KO3ehDN6FC2+LCChOiiUFZVsa0XjMdE
Rl1+puyxJxFmV6L/0fXhPvI8YBcumTlm+ZTLud80a1LsxhrgZF/nX0ZyAYnY9XMEVBjZxPtA+32j
cgYir1UfK8EjrKSFszr7Ih7pd9ekkybG6zqGDOW8P1XbDaa8V0efb9XiRiHwkISWdin8qi79IS0+
YCoZjJzGyTPEV2RXrGhZ+7O+dZ9He5eMph3W2XS/LO3Z83p7gwJpj7Bm2AICQTFaG4qUV/WV61PO
5pMVcCGc9mFo5Sl1LG9b9lDTHC06FroB72A/0lWhUSgyJu3ojcZUF1Ks4LeBV02KWRbkCupwyeQp
qWj46Vz+tF0IYfVlWnITImmUd8wuWQNDAYC3HMmaYsa0ZvaTjY3hsi7VN604IrFNhFdxRROJOl21
eMUx1s2jTdpHPdHsoqIJ/GrkgOOlGRkyJXfdyXZaKh3Se9LwHCG+UF9Iu9hEFUQFgYcDbWCaF3ij
nXAeg29KWWzq+usqwHTHswSpUR864eWP7o37rJOQdlJEC+LrsKl3xk+2+W0Xmbqvs/UhHtrer1Ni
opP5PK8bThF2XCrv0NtZ+WZBXuuL9jZaS3jvPZJ6/NtEhMDQ2bTk2Plkpb5ZrhA/bGU9dia5BFb+
Iy71aCdJDggZ1Ubn0aLAujO9PDshjSJvDxQku58e91rJAJlLMnFMGj7CGcFlWe5hbt5ytc6HqLHr
o7DaX7Ua22PZmP4QDYCaYMqhHDBx+1HwaTqt23Z9E8SxBYsSqOOimnjbtnIDiugcLXAn9HFZ7nQn
uyHvCZ5z2omDTXQjhQOq2dm66+ogaxmMRTK0+17qsFXTSWx7KvS+yjF1xhNWT/7c1GDHv5KSFtvc
NtvM9naaHRV4TlUDfknbDsAVCB9Ld7MVnTUNktuEiJ+TOzsvi/2k15H5KIv64E0Eb82x/pTSi9rP
goTSpY+OtWUTEFpWx5HG/lF3iXUEMIR5Sn/RqRBakjjwPBKaT3CNfsTB8ZE1lB2X7pJuVVo0DwGr
1vrIrqVft7q8wEjKhpS9SzXbEynMWZUEkdt/qEJ6u4SRprIxcS4dFbIo6Xe5OcPJLiSatbwYIdh6
6oAORDCU/MS43fglANmQ3nsH/5o2EJcW5jBBfHGZs+smBnsoPkar1e9Ijd9O5a+IcI3XIiK4rDB/
WYW97RsiLLxirKlKb3N4MEMyPRYcCphJ+i7QrrtfLYgceGNd/6a1g7dN7SqMHGJDCyLXdi3zsmi6
LzsuWZh6jmIfCHKrN5gpx+NUN0QktPGBcYrdFEmvU4ZtNTeR9pVetJsvO86v1O2rs0zT94ZQ+x2M
ylOqAZcpVH4sOaj3piuPAmXSwWxZW0816eLd1jFZPi3x+tNkMzw7tF2bLN+Kmi5G2v+IjI5curx/
V0YHoogSHnjk/nvqmmJHRFTie32vAo/sTm5ngTxg5to6TlhqHK/rNKjQQkhSCKABZAJ6PnZwPEpV
RhvCOTUMNk4tV6rD4k2wug/wwD0L/G+b9lImlnXaBEPdP5ep14cAaRZqTpYZwK+HTsjgNMKiOhJw
CnJAJS9kjALNJ8HMbwxyF7pVq0KRMPKhJWm3sbl8dH35GxRDg1DKua87IXc25oywoO+A6bB5xdHN
fLlWr8PE9ybNgXQ9By+QaKnxGivhLs30LMZx3bdBCcGtIPwQGYIiaoUW1SHx4pl/VCYnr5xLznKr
PF4vUU9BrPn/v81g9w6U+L8fuFxe4e/LNCyFfLtNeqDFWdX61wdeHwOqAaHd9Tp1fHfx/75jlDfc
db2eLqC+/esT/sfFv6//5x4s58pwD//PT/HnQ/55R+Y7BcTu+rH/3BKDjAkcgFLFye5Mjo/LP3N9
9z8f5Ppu4H/rcv/3jXF4s4S4PrTF/dD9+f7+vPj11r+vcr0knLnjfOAgPXjjz9iWwxHSU33Ae2Yc
en2uGWbS5ni9FKF9+HPp723ueska/Hs9Q2RFVe2/H3m9FF9G6r+3qajw5yiTOMS5/c8rXO/98+S/
7/X3ef+8jKVdZD0AKH3dpo6+BW6ms26I7/5+kNbQ6EBcX+t/XMRW0Ynt31erYBiHkAZf8nJiaz7m
YgndAUa01lbH659sWSv6D/z557a/V6+Xqt65cfLKC/+5/fr8623XF/l7dWUVyt6HSOHrvX/v+Ptm
f2+7PqSgkEUF/vLR/nmt623/vMz1qte3cJ+VBdFooPfy3//Gn3/3ev36UtXQEDf8z8v8edB/etnr
c/LVO3pqaHZ2bfdHfGd9ACp6ZPfFVSdKaaNd/vxzVQCgKMBZ/R93k/+TrW6YeZeKi+j+60nXZ17/
/HObqAlDMGdpEenyv9/hn7f5+9x/3uo/PU73Ij7T39dCX9geQehcb74+QTYTPcB/XvR/3P/Pm1yv
/nu35pXNfsmG7X/8Cv7T5/qPL3N94N/Pen3M9bYEBRlGOPN7SAfpo/NFRoghDLnE1NP60Etc4feY
uPC0X4fTyXzVLHLb1tvEaF6uo0FNCe+YZHV9kGZOqCTlypxIZQMMKCVFtmy2qV0msZwsG7LVcB3s
6P52pwUZ0sm6XKJa10m22HazHXXwyfzPZyOndCbc8hlskth7SbaD8fVM8hMlR42SplNVtBEV6j+y
e8MmGu+UXt9aKxNHNLBmBlhxvzTjl4yiIE/QE5hZz96DPiw1wPYi112IW2lRpBki2pW6gBEwP+uN
R9RKiyiinGGf9B1oMj1Ktwb+T8LubktI0JsuJb+qWpvkxkYFdRtf+jA1Oc/TUp5LHS0ATWwrIAoc
QQBLYbrozVbmffTQtMNhFsRGETIoHqRrG/t14pPZbFdn542lCVubPteRsLPQMVwVh2l/WYnRAyc/
YDfwnQZAeanYZHfS0ImN1RdtG2mEclzqMZhaEPqvL/DiD1XT3KLSbfxUEacwtUcyOIqQBVS6tZjb
WaHcJDEdqSyh7MaOvQ5UdViS4YaqBHsMMg42mqhVEGf6Rph0AaJepuHU8t1hTt9HbpI8x/QQ18a4
hFm6KmjYmCt3ucvH+bdy+GLc0Xunp057dPRu4iWHzVjwOlUGrbhp5h29sxtjJEkdmg37li55I30i
i1hACsGKYF4tcLzrxtGI2ugN2t9a5+5SSQzWBLNx06hJblkbv7KWnEMFHMEvevXlpPfYMfOLLpDn
2pSSd6a2LI8GMIPNAPWwo+tGPm/+U41esqV9X+4bjQJBMyQdHH192kls2i4ajS20sN6P0TXuc/dh
Tr1u7yo+9HzJzouxAhxFxQ9NnGnieD49SBO0oStoG3Au9QY7+0T7DZh3Dbr59nIEGZnd3xbJ+k0L
m2Wyoj3Qyp89+Rfn2hg+25LsEYPTz0cGSNLrglQOom7jS0HoSYS7hjbFBIDS20jAsUGBfMuU0HbX
XKB37kkcoiBLD8fo3/CLI+a3yfirEF4txCXGLu9loyQLqn4d/WHG4dgNFjo6Dfyvih4Wvd+srfur
KSq5iUX8sYyX4A5oHpPOukw3b6knJKekAj7vJV/aRfkK0oq69rz+8FqSYmy517VvB7ztxkjN9GDq
ovS9TDysfUS08gJNIRmfF92FqO/dDC6rb4iAIszHbgOi+zNv9SFcWxbGFB4bYphek8sK2spKWITk
uwRyrKiFaPXNyintT6QBBKmuk1hJdaKk+zqID6sltctbnBGo0JPK2xfE9IXvXSLWvOZd78czPbTS
h8oMN3p8rUVk+lIRso59nKCInFzCVZ/Fxotr8iuwMIODTfYA2gXrZP3RzuSrllEUBbRfFOyRVNmK
gMzno+nq5HPqw143EVwWxfIWe+NHFLcgfdP6K1t/rEY+IVNLPkWa0Ls3Xtw2eRlxH5yqFAzQRCp4
KOzR++jnwQ0oV80LYrwM++LGjozfVYGeWtjv2UTWwry+EcN9Iw0eVurTLUyHctPD996OSFr6Rt1E
6EMoTZF6mST2Jl3hQxLnPO6IYnvOgbLqQ0VfqF/uZabhwCflwKaSiEmCsVvSCGtxi+vVQIG1m4KY
Y8Lv6gF1XPYx8iVtugYhDDaLQzNjwcKmRVg4e8REsGZ38Puo+mSCiCit6AE1Crg+4v38SwvZnsvA
rAYGAo2KQ1GQUTkQ5eTBUVaX5GKlyrfG0k3f6peggKIZxPm0BnYnKMjMdMRQ2W+VVrzamfEwzpfi
9Nto0/Vt05zwBwQRqfFVaznuU+NTtSZVjg6VuyDMeXBKHDMDy7Uyyn1iYi0abnS1kiX+oaNSmEt0
ndNSP4msPbdq8ctquWkGCp2KgpUx8YETIyQgXVLAJeF11kjLW0UDbpq+a23LwHRi9q3xfKiJaOMX
qXK7CdGLUB7t7djP9ENHV504cMxDMGnKnMKWCTWztT9U2mzrWd4nblEGUhT7RCe2NI76PhimCP2H
Ox17OuuxXUkYsZO+veRPovwbQaRp9G4Q9y3oG4BaRqb26bY0+KJx3pkpSTHLhEbJsXd0vZ+lvu6c
vpQ72BQ7a51u86R6qWYRQvJHiJ4gD1na4j21OMw0YqdEnR3hJifweJr2EQ3wc2kVUJIARMlOPSfd
+lnP9ptRo6uhNFzabWjH8+3qBk5OwVVXSFl1+38xdyY9jivpev4rhve84BzkVhI1S6mcs3JD5Mh5
CI5B/no/rNuG290GLgx44UVXnzqnsiRRZMQX7+heiColvJR4RsA1Qapbe8hCFCqUzI2JhrsEpdof
WPt3P8qf3Lo/K9dZpfqIwDXft3b+h7KvtZN27dbsmQ2s4RzPiIgosgz0BlArq81bojVUVPN8Uh/l
5HtO3agPqbDcJqOLxL6aqBt13qdOvUctnKDIkYR6FTBBAuNbZF+jSJ4tSQu5nH9SSNohsnbzkBx6
m/7AinUk16uHmh6MPqH0ZMjoUOR6ELiJIKWakyHIDIuECio6bD/6aL32EPXYckA3g5JGztXYiZ/W
budNxw676jskDCWVNOy0PEv2uJKlXm7CxSPUlfeUjHFKQhgRYIraKdc//CFPdwHICAJT0PSY1KK1
NtnVKk7YmzXzJHHjX4cQQbstzP2io5Z1WK4oHibf7EsvMB7p41vPmzro9WtSZ3KlT/mL32gnVr7H
pAnrVd8LLn10NWrGBMfcdem4VxUlovsWCLnlsrBIIJVIsFytRmjC93iCGOxFfU28Rb3QtYHeTkQ8
++esqh7z3kLNYJaYVHh6Ry/8yXN1JHvLITG1eUUVcjb97tbT+Sf68b7uonenQEzQ+8BQ6Zj/Eb6P
/gCz57oloGll2WDDM/dGZuvuikXsVTbGyESjAnIxzjySO7uf5gNtMWFVXPEGoLbBDIRnhself3U7
YLk59xSJedVdTkj+CpcPV9NGz2kV0VPl5j/1YlwpunxEet0/JwDx+yaGVUHQI3At4DFAd15Gwwnp
FnFy1KZig9mw5Jpbt5BbQcSH1fg0KJMGJ+kK1vIEzxfUuqWhK+jb1yJDnepFQiMSnuyjweIiCy6j
IKadBZ3awt6kKqzFww7OArNaPKKnrrnnEDOhoV45BN8+0A/ahW73xAbHJHnvf9NS1Z+NqVtTBejs
vbB70uyJ05zfv6P5XU2TlmCX7d+b1qeIxIPVSCb+K5K5HJCmgRXJq0pukM3z8DCESTSBMoI+g+tD
kFpk+2IevIM356+Cob5mB++HGh04s/FE2GFaEXNNfauNH2uIxjvlp9wuMnkwWH42LVkR6BgyaEJ5
jpLqV7QJ8LgBXZ4RSNN6VwQnnwZZJXg7W0ZvTEJh4m2hey99JE8uw2IEyDb40ZURZJVSXmUm2Quz
9ovnEvTgRAb6aFN9gUpBtniDunok2oWUemZe/xHVCbu5S2ZMCjzuSqTbxCTX45qsSv3OGQrYJjfP
VlQCi7Wb29s0Sn6HrW93J6cy6LR0FPFPisi7agzw+CsGK4rKqIub125/w4YK2atlNwtsHM71E0is
3EGz3Uk5w2LO8bBDl2sR7bwxvPIZBdEnJ2W5djKJ7NWA8SdB8aL9mqH5kZDNEbqwg0ncnWr7WtQ0
e/oxYuK8YBCdnQjBXeatfUw56excmt5/KrT+B2rH8u0z8bUBkndC0xFYYjUKuiG6pYNNcXMp/6iG
AMVyfpgtwJmhficCDrWqj2hMr+Ln2kYyqurw2RsR0Eo9Yu6kRgitLAZwDy2HTukR4hTolXk/uNMq
KZ2PtKeli3jEtR255ta2pieTTG6Z8gTGXOHMTqJFcvZDZ+ywyTtBy25AGwFKEPU+qyO8z3MueEqL
YpRBYXCd7NG+Rqq4TFiZl0OSyTjWXtrMedWobrGxkSFXHd7M9qQZW1dX0ACO9mhX9nawOY6xSFUY
Az18oNMLqZ2zN4ZBnWUsbJp1suL2DyURn6arTdvQHAjADIOpM9L1FOX5OmmYCB2fu7/SJjI5GwwP
eZwxUFlsFkj6qsz6pfCuXBEp/wOp/XfdXCWSUvDJ1O8T1PWrWIpN5sPdaz53iXDMD8fzfhL4JayC
1cEyx/0wmT7Mg/EgHR/plOEjKrawzhEav/xAkCROt0GAtVdeBjFOA5+BKFIYg8cckNZrw0fCg7jj
LTXkoQm7k4ZAUVaI/tq8fk7z8kJ98XFo5GYmVZ62aR8O3iCSys0Xy1+6WVUUfwIFvNX294QkqS6I
c4WwwifW9veiHP+IdvxKiAOdIbVd03hH3+lsaoKb1uUsaSFssPXNI4QAN09tPw6ZuO8hQ1dTWlwG
HEsaHOWqSv0/qYP+BP3TU9g99LYOEcrRfVU2xJDrItxAKl1yio2IzuHRjZbyHIVRQxd3NaeOgSy4
DbF7N98en81Be9Z9InWjeHrA4TZsiDa4L0IfIjwNDxy13jwa68DaEZkUgjzoxbDQpQzYDJiuwJdE
wOpmGp0jsrHV0PS7TsToh3A9588SB+hRT8M99+SaxjUrUCn93sjt+KNmUgaa6YI8HymNQ+Te4vOL
kjnwe7ynpQhGqb9peX70mt7chWra0YCyrQYS+iICE5FUdV+xbDeTYx2YL/CEM2CMtAwxVXL6Gu/0
7MAk7Ry0RXkyJD4KmcHlZWgaz30N34f/VkoLDZ6Xfk8ifqMYNpgmDMna0FN06JuIrqbXyk7oYTZ3
OTEkq3IoixUBnYGbQu3Z/VtWwrCHsJ2bkIZd3XcbtDD+iNvRwMIp9vyxdBFfudmzUuzeToWgtR4Z
OQa3W/teW68gAUpEQv7Rrr5rigRXWVxfuyjeWpmTYHpVpzozPwmC2Idx2nNoQ48suy/S5p4zVGxb
raK7V/LEBz4VnWvL51Eax/ZaTls/x606JdTwtJ2E+YqgQqswosousPOhXqWY7DZ5CBaSJN9VmJ91
gaaJIxg986FTr+aE6nJF46XHnL1qKvN7tDB15M8G3PUO4du7QM0iZgV+4heHzKq/Kzigrajy7zTH
6jsO41ZSfjtHCFUlv6zbhb/X57sm9vfipthNeRSvOJU/EuL0TWf4NfP6Gvr4vBLWKEM0QTGIF98g
TKvRUHJITvEEkN8NjY2uDPZPwF5lvrnTFig8rqdz7uhdkCclfa8IGF3I5lVdjy88o6hBjBqRy2i7
QUPzDj+3KmYqFrM0Phi5/owHVdsksH8vtol2ZJThfRd/++pVetYr+pknUfRMm/TEOegs1i3VVitE
HSiS0FIKTgsMvDybaHYrEo4bd2v90V0T/4f1oope44I2DxUXD1DQutfybNp0tvU2kPthROOwmdFq
8c34hDw59hN11Htj0b2RFNkyCq+YAFzuLL4OE82ZJAISHA7X42De/Di6r39YeMMIMZ+0zoTc3+c2
JzW3MdHtjBIJgf4WN61JpVJ1dfKRZoOFmIyTWyqGs+WjI/PgZG1o2A2HwDOBZRs1WY/GB1LqD4Fz
udW5MTPnRcTuo+mWG/z5l9ifd1mHBSWfjm3D0xJhnfbUvrX0t75zPjWBJITPdcBUtcWNCxiTsv+L
ObFWujkcZH/NpHtpWQB8OynWTWf8CZfDq6dF57lBq2FU58yk2ogSg69aqkUr8JL3NGeAkJIGRwWg
rjuIRULuFqaYvqz8/azjpnJgkKuw+6Rz6r6OSTL2UoczTf8ocmoTCrddQ1IwUyG1p3EIsCel6tYu
0h8GAANShvgtO62+4iLep052bPAWE4T+HXsNOFXT1Bs7N6KtSnbmVF8zN1OkHuaHelD4SfQ6kJVD
dHR7bEyYWN9JAqL76Y7trM84LO+bxCEJDkVUfCdIQ2jn8VxqpN+QhxjTLX0XjtZD2Gm4M8LfudSe
zMWzhmPnScveBzQOzmwS0KfXzFwm2s6CosvO+BJ9dzD95JFEnOhQldl3R5sbFyp/n4zhNSOhbFVa
OI3bis9MR9CUjZeKwhIsFB+MEB/kxcZoRIatU0/vfU0TpqezkWuFT3roXNnr2RTIm/u/SKXaKZbM
jTUBzeqJeUS1DpoQv/tYghZO9VwQlI0K+qHwRnsldO0P1ZpnXfrH2C8vJks4oSi7rqqQGIwmqpou
oC3wLSFpeP0rnfrLsfLPsK5DBvjqvtCo8hBUbS2dtRY1ultXnuZyDEJsry6IXp4Z9cnKi0fEkKuS
eg8SdQFq6JACiA9fSR4F1OtJfplHcUpmEuv0GjG9VkU7V5bjWl93s0pXQiTZdo7Eiay8D9eW70jH
74Yi9MiAdS88Ia+4HUSg9RSOV3TqeNHObNK1GPsoEFq5tiih18LyWObDvJOOFTg9ST9seVrg5GvP
5OlCRTnsKSNDKoeeWnlY7JYPVVv+gxKANxRLcipnouMuLi9W/kKCDJVw1a2Ju7d4QPu63IKU05or
quZwZLjcKGD5V+x+OxDxt1B0V5Dbu7ClcyIMzZHVyQictD7ldvHYxeafQlH/XXUxYy2tZJ4/B7Hd
sTGWySPqBfZhHVAG8Ljecxp77Kbire7SL06/T6PXdQeBH8Qq53BDgsAb4c203f1hPOgPccyIEgLU
nzXPDhp0VGvE9hlRTOa+0WxgvXSyGBlkdC4m7VyJWrty1nxVBdju3IttU5N0htJi5EyPEAdDDci4
nWf7srmUdAKuY/4CWje1L869q6kfnuwk9PYE2F5rTuX0jGSAmF50HJKRQ6PWbK2p1dZ1iui+npzd
1BbGUcvRMstZRjARgoOaF1NiHxo7Qr7lwdE85PiT761xgBUP2tSiqSGZY/f3t//578Jin/JcQt9s
RJ5kaIFrk72qczjGF9Uuj8mbLtWbZycXiJ9+6wo8VdKfDpUoMhwH4t0FRzYwUK+E1WvEq2vb2WBQ
7e0QpM8o1hxtXua8aXcDE3ozsocNDQBk0j3WqvroKXMG7mH3mbXxYBuDvxPhrxATYS851JAEN55b
STE5jk2kr/kfOnI6LEyM9u5o/OAG5qFhwi7C8NNKbWJzXCB0UpVsH4t8rCPBalyWJU8ecY4s4LmG
aNPbi1B8xb6J+YWq+YlFOOxDKtaSs26DWHW++epn1x4pAh7hi1xeLlkYGMs1JALR99H3XjybRAyv
3Nv4b9bDlJ5n3X0o6rs6JYYBZc1jGeFwx8h0aGobSFPc4WFcNcL7bpRDB3ZEkpeT36cLdeBrBbCh
ak62Ho24ICyeCJ/Ogl7vjv2A7lFGkq75CckaQjcea+tQDvaPT7TjVic/BZ24zGKQUJfoaUPULXeW
JVbmhPGOCKm7hiZlVbSMQyrF1mgVv2Myt5cu63YR8LbucFKmD4cNdiKEBVdV4Mf6WzKJix/9ooJK
T3qzeBE4cNaJV7I8po/F+BJa2FIGjzNaHCGPrbB+q65CJVyhzPBJ+CWIb1yRIbNLE914zXxW66yj
VjcDYiENytkZycnuQV/cwb5yxn5y9eK1Lbw80BoMBoNBBEWkkRXmmfSGoU5JUWTyJdIgKvS9DXII
SIVOE9gT4++cw5Vgaa41eZw196qoe92hDOKnzJMFF7bVPfdjxpBYjECV4QC5MlCDsG6XjLdOcYbT
LBKWytxbZ65rBOE8PBl5xaBqSZzFJP2sLAArp/7OUnlrKGzb59PiLsrxjJj2oSu6HukOxFQ7Az4J
kX30gHzsNpWG2RTELK/iQ5QOywBt/nFc/K+gldGOP93cdFq21qOJvG2hnsJ3CcKCcUljdu1IlJ8w
DWKojHL6fxlG7kNiXgiZA+zsdc3fDddBWyJoir4O/NJpmPmhPdxh9A69BPFL5n6EL+OG8S3azJu4
oVAD2lI1JKrLAhKodVq+mrE6gctfIodchR7chiBV8CFgTWap+pAOWGg4Te1iaRM70Cf6pYN2x1HK
IiZMgccmoQ1Sv/Nr29rZei+3w1QdZpli0MjoqjDp5JsjNocostvTCN6eeVga0ky9uCU+UL17hjXj
+y9nwuZAZMOkTY95BazOuZV+YPSFjTVsiWdu1qMkRb4jx3dFkWlC2IDSTg13MRlg1Bt3yD05QLz5
fhmUzjJ/Vp1zmoeDk7GS5kn1UrqztcdzlrKEVdPRbhdOqNG1VW8U+LZE1jDXUkZFJuQQ2DG3hTba
5gm+sSDzfcUxy3VeihzbmDDKcO3Z69IkJcIZiYK3eUTb2lseybtc8RLZxCNs5dQE0kJpoaKTZ/y1
r53LtQ2NziVlj8pdHvZpU6iXxuUTS4eXNDMMZiqiM6SFknG94dXxHQMpeHH2ACVPUXWvA6FwR0F0
860EcdbSS00kQhDy2gYFw5ZkCTWWKUvA9RBfjxI8jYa9zcF9pWuFFpi9Xe4gi63YKbc+Msw4Hng9
+aHTtfJQ0OpFo+0rcQznehADqQlphZ4Sa0U5QRHNBAioZOYPab92QcEztWCfteX2G+H1xwgOFeDQ
N/2GAAtgc7f+NjsK8XAn3IbFqeuF3kseD94en9IQRLKmGRwN6saUct+Xp6bkTnZCXFM8SCSz1Bd7
6lhuFFHNwsTZyVjhcM/ZtfGtIudDN3/pCf7uS3nv12ngOPI2t65+bBOM5W34gXaPn7ZNF0P3U0iy
1EbVLJl0UF1dbRyuIxyzi38qjYegjbU/fmN7SBUafc16h6TA1kSQz95XnNlwOtBea5SxzBozs8jE
xMq5dmdWrJWFmrIN2/YhtcLp6GLFWSUcfeyyZ5iNKrWlS2mX18kjDcL6tvFupq0xGOrTy6AIqGp1
UGHVPHcDjIg74ruLypYYIJ94HZXPvPvoErfdn9yFIrN+zSG5eZz2OQSzKw6DerVNjgM9frVVvKTl
p/umcmKKNnElVBa0AbPK2KLnrYY/hEeg6abntc8GKlq+Rw9Av6YajRVSe+oABSozp2/QLF3AD+uZ
linQ1rwrArQgHxpH9yamLVKJhOD5NL3XbCqmPId0Gwo0q1Xlg18bA2c+UuMA/+vyR7fGz27QmVjc
kYLXttplZbUZq/wTR3nIz2Iu0TxOxqZoHvhEKXcVvqKmdvJdbFE8PstNpqX7QidbqAmtm2z9lP5w
7m1Lko+EF3Cq/RP3Ubk2JF6buBtpE8WaZRN/7imis+L+Y5qqO3bYlCnYWmEqSWhxL9GB1Nsprdoz
zjJQfz+tb/pcf6ctWpAuTh9N3Q/XsQR6jSuHhD4JcIKBrr8r3XVSaF9g7eO7Fu1hX5Gxa/Z1aKHZ
ZlV+EUxv0CnH0ahpr3Jx5qSGPu8iUu3u/vbUOqBvheaL499/hU/la3BAHurM5dO23hPBBWpfIBBf
ZUggAIiyraf5JAs2lEXUknU4rI2nlAYu7gP9ta3jcWMQf0tt7d5z8YzZs/8aJTGhMg2YdkV3DDnp
HGSKcWYWWjWqknT2tU+DqOediQEpoOnyqjI7gjuGnSMLRO54eHARe1iUOg/vrwETxwjHGuuisufk
RU+Q1bT9dai9h7zkgpYzftXaaK6d39WrLCGSkp9HAK9R97uWY3pH7SogPzAjjsLPsTfIJBXQ8mlv
vFiuFKg73mtZhrtYYbCuiC5rxF0BI7bBwo6cGOV8WGvbAYrVyLV2UxFalmLaCt0Ba3h1zJpebYtC
Eh4WXgklu0QuZxWOZehgaxrutQw8xkAP7dc1Q476YckljE14N8Nq7iW9I9vEJYljgv+02ZeinD4k
DW9mONzSENd44ljDpiuLaKvlxL9Jw/sVzoD3sHtR9GDh4GLcEBMK23Zifbbmb1t5+8YinTX9FS43
6FwsvXkkaeiiY/ajYrKmYvs0WvVzkyGm6Li5zPZJZe3Jb1D44NMM0Jk/Gxm5BsK3v+yhwSdvGUTL
+aa1Dk1xNqN6lcO/BEPkHnwkP8c6Vc/GjIUvqjXY9ooLIOxvcgN2faytcYrkWxV66WZM8ycSIuBN
BU5+ZORo8Ka7wYI9cOzwT3xDgcKqsg5H2prMbqMNzYXgsXyHLOMwDeFd3UIQC7CIzFBIdQR/Jzao
16J0fppZXWziDZhSN3EYnzAklyvuTg1BULvNbHxa2TKdwaPcuWmMpTtrMWwO1l463cEgMakv1KM2
zcalRwtk1g7bQLInl8JheLd+zMzqVyVZERpFy+BcGZsB182U60Iiemq8+NTBpYG5fZh2153Rf7La
e9NW6zp/087V2rdpKSuS+5wCr3XEWl81u9Y2Du6Qs5VnuhnkRv2euwnWOoVdydR+Iqf/oOz4s2vi
mbvf3I2S78VOxjU+qGzrzi1xtYCQaVoEmpYutU74+cyKSBAbFxsIA4ytw2Ue0CwjfGKFPaZd+sz3
/yA+G/ySmwi8AJgW0L/1dXyHHKuc6Ee16qE1xU+dd6/e1D7CQpBCmmoRF72Dd8ZdJkOOA7axqHfg
UTU8165NvJG+tB73xSw58uuwziK0TrU0Po1wJGapRCe2sFllFyF8yT3Cwsr6MCj3NDTHyZp2gieo
RL1XsHCHrvZm9clvY+LEJsta7Sp6IscQ93zzU4r21afNYp2W1Z20t0bIzsmanpNfty/sgRLf8hPv
7Ah5QoJ+gqROt+n9YVCldDYPnMXmwuLzLcwfCE0voCfoQoESyiXD/sqL6B6zcHwkQ+ionPmvofxS
ExDG4F6cXYICs1IWu25yaJ4vwMo6gJ++dHfGSBB929VyG7XyAR9YoDsVj39mHxsOpVEnNYzyRA8U
vuxY4TGSpT8xiWuYFsiRLzU+N3GKtguKw3jLIcyNAm0asUDE/glkY63actkH6dmkhO4prpubRaGv
ItSBt5FsRny0Gw+0fN2A+bkE5q4kdPk6mcjQE1Z2Tl15H5F1uzJVDWOlIDFUkQJW5TvZaQSU1Hfd
rBukNg9bXBPEq2UMZXW7r0qiPnow4aQkeadTlEzH8yUhv3odxrIM9Lo7Rl56CCMdoTqKI4MAxoD8
mteEw2Ku8LsMLSNAF5EDx9BPAMR3BKEnU4IVfBruN9pkfridvLP1bl/4+RR0BvNu3uEOYa7W1mVe
bYn8u3WR9Vnbp8hi1VTJKKDDfn00DpXtkFg5+D9i6j4Av2zpvcCg7FQZwZVkJ4tDaRwxRqjIvBOp
uotHJNVjj9rDONRRXmwN4AG3cG/KxAwHPNXsaqkfyZUh2qwxX1tF3o0EMHUKYla6gULf0r2Ws/UY
WumDzZqy9US/y5p559fGMWQnt7103VcQZC6RSWkKGokFLsUiYUplbZBR8jsvYtip0cW05BnrXXFI
KqKqB2Mruo6pBLDRL+l1rLX8bKvmO0yH76yFq0jnlSEfctn3PDQTVpjqDd39d6Kcn36ogtAwN5ae
1ztdU/BltA8YklO7G38CyULYYyADPNPurGp+ih3xkgq1103rgClTbrTOPCejtsTLotHp2RCdFq/t
+RctdbD0kPtN26wH3946kh1WHz+RrN/y7NO2loADWnOz/B5LmMn3V73Oob9piD7A6mQ8+1WDGsn/
Q9sftoUkPmvEJKwQ2vUIZ9XZKbxHvFYA3IX3rDfDuQ+ru79R/v9PWg/+PywrMAX1Nn8/4X/WOvxb
WcFDXH3//LdDm3+U3//cWfCPH/xHZ4Ew/sMwdTS7luu7VANQMfA/Owv4T1Ra2LpvCLoilzKDfzQW
2OZ/8BMGQmHPcBG7mPynfzQW2Px1NnHQvmOhQ/i/aStwhf7f/6VPgyoFCmVQDdi8L0ss9SJf/6s8
STZR3xS+X+010aKCi+L36Ri7+tPkYY/SQwDeFupqskgbHcoOAZ2v8FZSnt5gBt3iPb3ylEWkz8jh
yatmOnOcNy/CaWglZ69Ns7XDBJNlH2jyLqLS2RaJ+U4vcVEdWhqCSNKUpbiOKUk4zqh2AzO6T1f3
SlaeB4A4PyTK9ZAU33ejDfQaZ3DdIwLgMNpHRX7F+N4xt7IVm+DsNHjPAMu9/tLPF9F49iZRJDtI
zT5mVk46YEo+OPsIEUbObyf1U6m9V1msSKfWEX66Vx/1LEmWqLw71lxO8atqWGRcZvqbTgicvFZc
iT1lkFLGLcvRQ9nieyBZtvEL2MEWzsAlSxPAki6SxXWIaFAbod36p87mtVP8XKL4GZEsa7IJ5jj6
mZyNsOBHQ6KAHXAdkWiPgl1/hW7hkoXVKVp8m0Jpm7Ic7kc9vyRdfqlKm+M0RBPRrbbUD9o43ZIG
z3SinxJ9PlU+ZHqoI7F19lY53UJJiq654LgvDdESTtYEbQvb6OYXmC2CNwjO1pLXsJ04n/VP1CK9
9VkUkIUUtoGovCvCqF2hMva19APx9Wka+ZgEiaMefoj18GBGB6xsWzvpt/CUFzRaSE+nU+qOO7/J
jiMZl01KjsqcXuAHuCuSCwGBoOhbALBtZ9PFVIm9yejqdNnRKPzrSARFJdw3OZFIok2c2txLN73q
OaFTjHS/VsF9ELnVCYkqYhrjBGKyH8soQJvAuMRWtkK1u8fxzkkSGCBXxibB92l01huhvR+Rk5+j
MSBs7VbHzp5kG2q6yPAwoyOdg5flG2Z2eulbHAwzq2uW/zpR/Cs79bBcxlqbX6THTW3PTwapj5n+
NekMu8aiI1S7qSSmzjM2eQnlnyENsMYHH3MRlPV4ml24xYgjX2v5R2WMNwWvSiDJsbBWmcGqPztX
M+YK1upEyOg+iqZTEue/XtRhAiCxImFOJVjuYjnzy3JPztLZ60CMtpOw96kvD+zfIy8uU08uKooR
1DrGRE8w3Nqqs0sj04+/r8GQjxLdurX4FKMRdLaX0S9SLZeDhtoRBfUhdHVCzRmwsRwxdm+Iny9t
7r9uuiFrWyU6UZt9+ttkLYtEB3qYHhEdXjQ7QzOdohtL9sTmb6pmelHkYRWDt1HpfEvm7JKB4tIQ
cIIReeSQOaRq18gBu2v/1GjIS5blwPtU8fziz/3DSH1mpB6IhgNQyz/a4Y8/dcdunF+EnF+Wb7DX
pxME9sWOi4/lwiz3Ixz2g0jGDclaL+3UA0NP6JiII+Ujhag5FUcgS9h7h2K4lSbn29jqN0bKXbW4
wGh5sBr+vmbj83kyXwQUM6NkcN5axYA1O/vE9j7BcBB/ZavQ7h97Ld4s93aWqdPy3nC4d1jXu6fE
UCi5zF2alpc0YSno4/nkOv1mDnnW+6Kn4TT/VbaNKuhtxCBuJOrJNNCxczOhVdnKxHwJESqZxUvH
lbIG8aZqyf2izy+6fWg1/zGq223jpEctbbZ0BLBMzzfRqFvsqKdCdzjREhivbvAuLyIdd15JvHxY
JR9epL2iurs/t8q52o3+BRC2TsJoM5jEsFg6JaVCfflO+FzCAfhO+tuVE1E7xhql8kmLkqCjTyly
rzTQ19otHKuzhVQQVofDVLeXc3bMPfdqO8PTTPNJzYkau89yzzrWfLI+OZneLzrkruFQaOaXQvLe
CTZFiMktwZV2aRYgcAeJRd/PJ7/untp23s5LWEKoTmCGl+V/GjrZSh41i9tLuWKLXvBEXfBXG6qb
4t5s7P6J0Bxrldr1LuRg1whnvyxWtBhhjkAyj6M4PxoCKxILNgPfJqrSO5+drUvnFyMtYLHksxm+
cGJ9ssKFFbfVlxn/tIl/iJR7XR7JZU3QfXGNU747HqLW5BkzEKCDvnlvPc2kYC/sNL79JmlTZ09E
Wad3Dy7TnslCxWn5FncpXir1lJesbn5/iekAxhhOkmtffKT+yPMRn5v4urxWYYrr3yfOUFdjMQyE
2uI60a4gPEVAQsbdgN4NEJSUMXJwn2cTZUJUm+lRaZ0Fr2TtKQYgptnhxJnKj8nvYIJT4yuN3OgA
2LYSXVifOepgXxld+h7L6EzEUk7616QHLkB4Jtwj291zTqrePiVXo0AEBeWQvRVK3fwqm07IAU6d
0b5bmkOcPobyAAcZm15JHSj7LGRx6SicL6ZBK4r+pGj3OBrp2B+TxYD695/+/rtpTqbdCKnao/RM
4tTczqlrHempsI9//+nvL9S7/eO3trW87RWB3+3RX5Jh1eQ3R19ErzR3qs1gdWfRx+EREFBb5aA9
azpnEovI+tk4/v1lnKRxLFKbgt/ZeTU8uZqnPjyG3tL5nr/GwDjgpiRFe5yKUadlZDwMcjst5nlh
xIcJUI7jGktIr+9l55JOrQVzOUC5Z0HJSD9CnrMHQFi9ee2vi0InU3lASyqF55CE6JeJ/+LgPHEu
0IAAgwJnJVIbrT3VU4V8dPmlN1V34s2RPiTaq4iXiKGK4JsOE3s8Jdtci29lZVcB89eLt/Jz52N2
/H3MLhDI2Pto0GEEsh88Sh3690TRbqmlcWAABvepSFa9q9iNc/sFWUO3QbtUroETMpYbsqkIEUGy
wo09p+ZXrmWEBTlXj0AvZHX6Omu8PQVpbz1Kv9XMYw6UdwJ7Rg3WPxT+/BA16Eo5pE4hgw75QH+w
PnV3qOpJ9/WNCgKU5U+ZJOVNmXgTsIEOsiezmZ4yu7rmbggk4u1mJ/lI7L02wry62fGfhvr/Q8eo
8e9jso8i23OpGXWFI4x/6RhNUm7DdMyqfS+yX5kdRiNfApOfQk9dCRADLz1J5iglZPBfvPK/tInB
lMKmcHqwoD1sw3OXd/ZPAzqKSNCNSZT7MDJuE9kjS179Id8ARm5BS1ZJCo+QIxrx3esyKv0XL7/0
6f1vfXueb1mOJ3gHuukL/V9efhRCWWlYV3uzY4hnrSnjbqvJeufrD8SnPLhW8oE7vFP3iVOcGptV
jcEWRcTuv3gjS4/hv70Rj3MVQ5u//P//4O68liPHsu78LrrHCN5ESLoAkEhvmElXvEHQJOG9x9Pr
A7v1T09Pazp0q4kZThVZJNMA5+yz91rf+tfXIVByKzQbYmqWN18b+6tGZZIKexPy61RSGKTt1cDI
Y1aaw4AHSWB3zSekgRK7T0rBaqmbKFdXpfHynx/Zckb790dG8KxoGJImGX9OYCyTYJjjCfkAdHbI
NznyY+VBaFCOjcMyhyOdSk26j5/Lu4T8GKXTJ5XYYwBSRYvfRWv8VEIWgJ/y0NTmC/IdXXgp0/m5
ZetSYqS5E2UItZ2e0amjH7eUILo1rJNY24TcAEuVLmLNMNPxmoXxzszEy6xom5r3YghMNy0q8hz7
a9zVUD5eUxQ6FZufb3ZYbKd1bTbXamIC3mpoudG9ptimet/L9doTUWhWCnaoLHgWgukzmUUoeurJ
mggLU+qLKXVXv8y+sVLw4+P3mqAt9jAapXCvDK4aCBXY+5F0YrAdE7sb+seQwczfpAD/1eVB3p6s
SbokarL8p+tUTiMrK7B0bkK58dRCvBBHtMvSj5/KegQrWG//89suKX/1vquSspzaTZV75E/Jm9Yg
EfNlcmcG+kTMPJClBbivPMfFcG3Y+DxTTd4nuj6MU3zgtf0jx91dpWY7hbo+7bWtNN9CnLmItuDl
XC3MDCCxz4qxXAwiBWnaTxeFyOgaAja6h6glSUDPGTl0bB1DfphZDztKseXnDsy50Etqvb5RKUCX
U0HKlWCF2U6Sx70F3gKa2nPPqSrT6pWFBH4CU9RIjtANa873EHhSkrJ6L2o+zHCgTCEJxdKN0h2l
xJWNchNNMhPDwdS2saShSyzxq9lZIJe4MdOOq8g/+ibDdM76n4AsmX30iATLVdYF5xxVwGAQwhB1
Ts8RbGlav8rL0KwmykwDrshxtEgj4h3mS1sO61hLT9nUvNTd9NnLlGN5xJE9vFb1FjOf1gV0r0ey
LOJjImbH0FRfZUwxQ7/L1OkwCvG3IJcbOdBcM+i8qUzfpdTfkYHVKpexVDbhBCWWVbtvzVe9ly7L
cY+KZT+tBG5XjZiE5ZxU6Bu5m1l2w12VP4wymxbPQxio3zBRDSRNSQaTcanfD6b46ZtQOHGQ/M2l
/a8py9qyAyiqQaCkhApLho70ryvfbAgFFg4lx09OtitHupG3XXo2/BJbnrbJoRHmf7Pa/tWqr6EH
4KI2DEv7SWH9w6ZTy1OEInVisU04kDUcTIu/31L/4pY1dElW1eWjJZvLg/jDL4nCCjK/CKtPNXv0
4VpDEyedH+uRSUFgocOo7YdErK7zTG1gNtDPxX0TJt9LlQ1wch+jDowUCzq1tHRaCN2QTwyLvF5W
Xw0WQiKcd3HI9xS108TxB8kK1E19csQ9uVvav8tCnCDQ6AL5GRsWl2KdBLY8r8opOzYYsUejuyq8
/52fvMvWtG/JgQJEZS/nMkOZn4HWnZIS/4ZCSd7kR824zgPQMw46y4NEF78DHnOaFP0R5RGXzKo3
y6eSDoNpIbweL4kSH62he5QMDQrWuDf1+JjXCvwFZg/NtF+OTW0YHcUZs4lWH7g89nNwphXP4J1+
AYB0QAqqYo998SJ1SPL8kNzikdJLlKNvje1CIAEe8+yxH5OdLMON5Z00U2Wz9BWWXyfWLDRkjrzm
eveYNTWIJeNVzKEkcyixxtQReCzk0z8uK7jKee1vllHxLwocLjFLNTkVkWyt/akDmcsoX4opyxGW
s30y/HCw1GKrbjk31Yaqw5oV90XKeFIKeY8E1M1DU27JQrxhr8GmOvenmmNez9GwU3Uc4Lg32mcN
8VrFCX05uvX9pcnGa4h+uzHlQ2XGv5bRdZm3tOTEE4PxF8KF3mOZn2/IvKQDc09EnB5st++c7ngn
s+ZVtAB67nyq0aWo6Orx2vnaaVlVq7n/LPwGr2ezj/zh02Dlz1jMDKUg8pDfNJk7QdUoPkYGVeul
e0e049Uy+6vUdS7WMy8r3pZDKrScXS2MWHdbDwLLvlGgTWlUO/Rf9HJ8rkLxwgFvHAjxpFm2VGN+
0rsBhzk70ICgeoHU7bDuXrN++Jy6EVkP6QzN0rJQXhch32I7031j3RXDs67xjAlbO5oKBAtadK35
kWjCldq9df/zG/0XqxiF2/IfSbHobP/pbR4wyKTt0OebwcwJH0GZUiK6NIZhvVzkSjteVJ0ZfvA3
15es/Wt2+s/yaVI+s0NLkmz+2/JZqfD7ZbXLNy1Z74AlCQVK2R4XsvVqEHkziFb0h9Zd+mdJ3OOY
UBnl1ywCNF7ocMrcKEqjMXqW3byjZUWRndDWrJexHrWYpH/oNFIAM9pLvWTSKDXGy9LdyBPztQfT
OlTxblkyhujYCcK6AVGIm8AYOA+lFlVYNn0GBKOHsuKqNPfiCWBCmR41wv2WdTfmoovx1Af5YGO5
hxm3IsnkOFkgxpLhijxmQz1RVPMnAnbXyHk3Y/WgM8vv2+SYw9nN4vk6ptM+M1g3lns4UJL35Tkr
s/g8S+JzPIvHCtRuk+COSI+TyrGP70Xbuwqxu8g6q28Ni5BCxxjFfctl33BynVW3q9ITFDZT81/p
B3LH9ubr0qEIekQOYch2q57KOfte2iE4Ns85lflXUSFyzMaj1AJdH77rNPbaITvqKlXHNM+fmbhS
fFaiBA05E+hoPM2LQGYp62aNoHnEV80wnYPQ11n9BqhtFSCSlEAfjruMv3aTiJzHFI8letUpNk7d
iHxzMk5L11qiX7d0mya01virV0sTjrPX5/KkLYWKJZEulRDtRINuWtxdlx0+4t4gU/EU+NNl+Xsp
T3uxsyPaRXWHSpJ2MrN0FFwLc3bG1smUkFwMWGEpyVqsvktnreC8qLb9WRoY0XOInbpHcxo+JfCc
M80ZqRNvwm5ZdTua5KIfH2VGB9Icv6tRfATWwGEzfCfUwqsFjRWa7mvWgxzzY81Lgr2maa9Lpy3L
+QfcvbmovbKF7+OU7YPqsgxvcaUfloIJB88zKNvXOAhXBThoiQSOPmSro5rATbYT+hg/BH1EEi+x
ueBn2kFw9JZeG7Ya2osQ34oN1e2uLKf9zwXP0GMpIyO2YfJM3WX1UukKwBJlos4BrDROVtqSfLxk
qg7bZfPJUSMuze6+wVUcfIoCff3lglu6rzGbajlydmgqujWA0I2C9kJj9M9YHwYbrM2qJ7MxnSFe
VHSdWY6XPuFc+vf/vGpJivHvpztOm5qGAFtnERH/VOWnE3F+sqplm8aYPvOGF5IoCcV/os9Fw6ND
A7scRhG3AQxKmNEgkuZGWnrPy4XVhJZumy1ngNaiRQxl4JoCQVqW7Z8fYMgfTOE/+zr6hnL9GZtY
SrTxxOZ9s/Bti7oZ2OmQ1Af6QcOqeSCHYclCiJwxEuSd2rPn5JgYgE+3tjV200apSpT6XXfJDA7p
gYwzXispmUncIMX6Ffe4fMDi4dujToIXZtF3xCgYr+MSiQdNjZq0Jrst6G3itBjsU84Z3dFDYPxy
sR7Qtlh0ueN2erbgLPX9t1gz2i+4wZf1JZyVbRHHzlCSBMuqruOtXsksTsuacwsE8SRW9RJs9y6a
VCH98KyI43UE/NaWCZaYXV/Uq2UPTyOIxkrjFXpLyByl3rLvdunRWjJYuf/Apt8k5dYz10hj8bL8
tKVMCuTlaBztkrNQG6uCmcByVaCJOi0/xKLfX9NeXjoDAuOERB53y0lDbZCGJzr5rdPnlPEA6Ntn
E4wkiC0bJKFXq+iu4iGqDAi8E8lDCYZwJJZB1Xynbfeo6ONluaFb4/+U/v+/jsuZVi/3x3//X//j
/zIu3xKqwGXW/HFU/vs3/T4qN41/qJauKJx3fpt5D/em/Z//TbCkf3Ag0XQ+beqWxED8j5NyvsTn
MQ/TfRFVbuHfJ+WK/g9OqIbJt/w2d1f+X6blmin9WzEBrluxNFG0VENTDGtZLf54ZtEjqgeJ1Ca1
e2pwuULV5lAxNXPsvE5UXU6fqaCZsFvQt62xG4lsnWaFUV1Noi99LL9ntD4bLazJTZmiehX4sPcj
6zI1fUZd3hDXzA3YC9ZuKlVk4XLDMh8hrMa4Vkqx9kx4qCl9Mk40bmOlHWaiAh1MKPN1aGYTMaUq
cTwR/YvW4TZniLImym0xppHPWddLj2cm20JpUpJlXkGfVtsB4kXZy7gDEnGV1ykFavxiTZYMVYFg
szSFcmFoKmu+mL4L3EA2aNkAP7WmHZo4fTYBnO5FZQu0TfbGYDO0MkAUHeoO0wL84bAF8ry+yBnc
WU2xDoYxbzO/ZdI9pKETK1iQg3HYDWknH1qxUS4tTiAitlCh+gB+tanH1wv7OLHi+gWaOSaxUUsx
DeKQUkpwIZ0GjSrEvDgbZH40fnX6+dDq8tasqmmViDWPgVcjlQdv6iRyXTNLd3ohVlZZrAgMwmpG
0RFlL7Otk8bva2oEs5o07MvldBRNw6qS0MTTBCxWRhmAYbcWQl2Hj6hEFTzls7RJ1OleDxP4W2Ug
/lwgRiMt1noxnmFkT0TaEH9lJOOlTnvmVoPgcGZrnaoXFE6nKpgvgWNczEB4dhs/ClY1HbQVYvbH
bDAIRRvzPelZlBZ1nEJzyhf/SuGDJDyTFsb0ksmO2HSrjB4K/QssCAWKhKoF1JOmgp2B2Xoht4Xo
btwARUCwhsAxj0yFZGjUB4TzFFEq+o4e4vBFl/3Fr2i++Vo4eDkCMLlLy31k4eiuigyOQxR3O8Ua
RkfXy9SVJ6E5Qka2W0VfimTFbZecDayf2SEf9fS3Dzw1rBvprY/SAwHDsHPhKJdBeUaJ/sv30fmO
fuZocoWx1qQGHvxyk1VmtDEjQVkpIRVgLnfFpegxtRmNaLoaWtUmgvudJNUxEKUrKkY43XOLGpWh
myIvg1jFawJFwhbBuacVhsfKmIIT8SBbIQFjnyoFRx5IlXoeH7JSbwisgKwRWjjqI8NVKnkLGSy+
62Z4RLX4QWaSxnFYQgqe9/0ZOs1FqCQLPvU4ufMiAGjFEl6cHi0Y5lMw6NYuR3wqNUG8GjuigXpM
sWYWZK6Aiw/3rn8sxnSD7L52DUazrmLROZ7VA2HLsJWZ2YAM9NN+W2YYNaJlajS3wABUhrwJppWD
KUGuyPD3OZVWeBOBSMTMO4MF2Rge4DzLn1qdkI3XCp6FiW411yJVdmm+xD1NlaoAlhWqUF+ABdpq
Nb8UMagclZy3JYnqIg6xh56+QtMKrqAA+ygh9rMD4sHWQVbuRnlF59iVoszzRxJEVLKGSDA/h2hk
XaC6T32xGP9gGjtCw1PUoxrH6eDqslLSOBs+ZKV4xl8v2VnVbuBAw4pVi87WiXwnnKNqcI3WJyV7
GKt0F5Z40TU1dwYOYEiEcJuH5kcd/qJNMHp3PSOkapC/coHsB2wO6qVtcxw7C6GkqV4nc45XqdnD
DJtJmotUguf9AvUPoAbVCzvsJTmiCzFPv6tguFU6GlAVg1lFykSFsdT0x12kdOM+qep42ynhRzoS
KBSiE0ZHvw3KkaCHluNMHkYL5OOzTfGTlKDnWHnHXceq6TJr0UHNkck4R/m6s/AE51l8AUc3QmuU
QPP5tyxIv/te4btUxEGRtDSQi/qSz/NaGEhltx5DE89MqM0vlgococTyOdXypuJ6mxDq62XzFKXV
Gzm6F+ygQA51/Au6gOaPgBkL0XH3lvl0j3CgomdFgaz0UBl63WCrkn2U2gECk9xw1HCGftfvWqDu
WYBkoS6/8ns4oDYMoTzJk3jSW40beVT2cWbinx63YSaHuIGUdRxqyGHTHtNHKQZrQwxBCIIskP30
jeBQYEjB9FVG4rYcpl9TCU6OBOLXANAXGeDRyyhKJxJmsBW+lqCwVgjVZLdRiQ3PIpQ9VWTgpkcV
HhXxHsMnrvtghtwnAgFSmvnGgPWbeT786NhRfP9BkzgRCrIA4u27mAnLbPF9ovmJi7PVBAYKg3kn
DaFhFyZdaT3GBhzwEhea5ZFChZEyBN5hncy2NR1djvqzMOWrHqb4bKqjk8dxDauJ7Oe2W0Uy048+
Mt+jKDr2UoYjDY6Ky9ryJNTNTR7YWf24vatavTfRRCGuELzRCs6BtvOrke4jPTBm4pq/D4UZRROh
jbJMDELai3tYZHyN+4Mg256gGh5k9B012rvawbwKI/WpkonJSpiaZlYvb5usJxD0Fc/tdQqIve1C
g+qCuD1YUTeWHrPhpzd6lbgD+0abjvvcmp/IPifbZJxWkL7O1mC+a0L/rIsIWxX1brIDeXKarAYN
tTsBLpE8ASFVBLdMJnjssrRNifRE2yS9UUYU2y4GJxXzntXsajk4LsbZ2L39vjzx8PAJKhOqODYO
Q0sOBieCbSSZKFuXNRye3xOKeskd4KYE2Re36rwVQmA/nEM8nbd4ymRKmcpAZjbkm7EpXKqlvWbF
GdjU/D4o6RZ8JS28CLaZr4uvja9dxSVeLihVPBoPfqXo7ryk2XWZhpuHKipotHDfLQ3oWTdgBOID
02raj2eEtLQ1ApEsbixPcizdu4yttNQlu7McRQpXZRSy8EB2DKvsQ7bSc6sp9FiRxLcaXLrnsSeb
PQIvZsgrTeWS7cxHP1l6U0+w7PRVB0gx14113sIwFFsvof7AH4iaMUd6Ub/PE6iEClUFSZZSFRxl
s/iSK33bVNNObiUSS9FjauWLNJnEg3CJiZUw2RUBP6hjSnEO1z381fVMnb6PcvMj777bsOnWBRA3
OxvI6wnS4nME/Z580vpeh3g6XSkwCGXzj02gfek0SMmPM+5ReiqHXji2c48FL4aliXX2V0wnEe0z
r1iI9RWH12aAzU2Ga36ZAENBkzXeIhhJ+Y+lsGuPQQkJyUzwtvMqFY5BQGuozE6zZDtUKjklH7NF
Pqw+Pxh18IGc6gnQzc5c6kqxUnb5l6oEF8ayULObzKvC6Dxiluc51V5gsJHGsgqlUNgWrOCFgDFC
CL0oexXK5DLPEHFzfyUgUMBxJTEs9htAkZwVwSDfjFgjbzIQn1ppImQvY2kZM/GxmxBRm/o2GWK4
Q+PLnNXQgSyQQuZoYp6HzTfijeUhM5eIWmstWTF0WAvJRJUArYg4CdhloVPfIoSU6Big4pde0hrn
r98Ttof7Byv0ulXlN9oIxzgQPozQvGoSRKZc0nHpZHYdzBpoXXXblxDwmsLczMlNToQBlpb2KGH+
d4aYM3TfHOUmJoko5e3v9ZquS74lvx0HSQSNB4sO/WD2wayMaS+IzH3jJlhzyWCjxyuCUTeud52g
V7uwGoBd/fxRMztSWMcMAf3yZeRjpEX/fOXn71FVha7ZpQStL9/4zy/IvPbAF/7rk//8yj8/Z8ih
50uoBn9+1D8//4df//PJnwf2p3+TkBiiyF2+pgPTQtBcfhE7bPP7H1n3m98f58+XKk3amApRiWnj
77SiuxVGUgKv5Sn9fJCYwf72p39+jiCpP36uA8O/q5Czkt4DJMp8R6HM7/j5V+q//tPfPkdIBHUq
x2Qz3zVqUuzgaBS7Oetw8UQ+2kHCOhjvLp/8+Tc/H7S6LXajjje5YZBE84tol3/5/n/+FWrl5HTw
rpwKcQjMgv/6h1KhM1fjFSqWwIRRI/0grJjHS3lkuj+fMxgROUPaKk4yMvtopuYBPlQ1O2FUkrib
jeSF/fyxE4ILWnAXanVF2q1wbNQTuxWcOs4TMblSBJ04FKVYdFt7hw1j/DU8KDfyas4F/kCn31O5
AIR9AtjqO+XL/EJFKpOC84kWbAUdkkp6F6GqjW3YIOZBh1il7wxOQU5kR3ckeScspPNLdxxL4yF9
NC8KUTSfCvH0BVkjOD3tjMGQBNS3dMvB6+7cv5xVGCjJeJ3f6taJ9gWDJTzu77ijRHRy2ZqEI2nX
kjKLu+gT9VUy2dnk4IwrevKPSTklaTHqXOWjOfrEvDjNWnlhKYGb5BGyiQjH9p/Lx2QP3FkKcQOR
8M080xVuzJg6trRjujYRpD6q6o4MzVEaXXrPZn/KAueSns3LzGpR2cm67UjnQY7LYTY845K/Bq1X
XAnVqtMDH7VDvti0ZyLJ5NeF1SICJprsUTjyUTKAFNnNHYLcrHceYrWgH7ece/RdtM7WqWg3wsZy
SByC58iWnCPNXowvJgfMjSIjsaWs60QblDEGmke/58N4jcUn4f3SFF7ru/NGaxxln96yNxbo9AJx
cgOb+5bfqofQQX/g4QTjaBZsYFZQ5NqGnb1b3qthnSdnLJEnToK9JCt52aIu2LWQTAIsgrIHaqEH
gmhEbpm5NL3tfMPc91U9l6tPDqbBAeLm4E6v+K2Et9RODoFsaw8vyPvOjHIPADDHXbkyl2wRl+Oh
jZbvUjEx2ZjuJXGYNy2m4OVjEbvkpV78L3MLB8NtN+ov/9HcAqZa65foqG/1r/yD/0fdfAdhuk0/
oicU3v6XgFD9RY1dLlX/QgSLPaN/WF4AZWM1XFchaKTdgldw7+Ilf8kc/cKuiM1d3worjK4cRt3o
zf/1aT2ZF/Mi9iuAFkSGqzi3dlbhJjJg2wtNJBAAhodVLbWhnWIvt4NV8VTdE3SdDsAnV3HfitM5
uL5qKAfdOnX2uAClswEuAb6nttFHMpoI5kZPCZjLRTXgkDG4lq4TJOMn/6Cd7sr1GvVbwbmT/1V/
MC82yDQ6R0ydGbw73dMj0S6aK+1nu+RIy433MIbr9FetuHA0F/UfTMDBsVYJuTwVhsmH/Ixr7FCS
nW3Pm+RpgM27j1hx1nhCRl6p4pi6IwRDb1s8tTST3iToOr9/loaGF+wyk4EVvZRrV3AHeJUSuw0v
b7CbZ7d64ufGZwhm9wyAyxrM2CaCMTu4RBE+NwdOKLL1rK7ps9DrceZPLrbPY3wYvdrtYbjZ0ak7
1uf21iosIdPZPI4q1/hztBkh8oXeXd3WG9TUqYVHwDVWv10p98RZM2XgjIrX3a1fPoFtbGAcPNLz
Yf9GCdCQU+8AHG/dSXWRIJ98lwA5Bqx07ZbbmTeTq2xPnGCwW17M5r6V+PLwlKwSiIb5GSqhH2wN
ehw7ct/EnfaJ82t0ku38ANDI34CKwhswVtvoFF7gMFn4vI+jHbzRJImd+SVaMSDwkrdohdaA7tCO
c07xQMHEK1esMfH12QMDSNv4iKlSVuJxBoi0p7Huka2end6K8iI/dN+MF3lVasGDjFZtdGgj2aom
9/VUWE713pyi64T5lrvXHeo3+QvOkSg9U+nSyqr6VbSmPzm7Eo4ObuRSX4/zQZAw3r73Xxoxn+2R
IY06upb9Nrvi7JjfkXiOFftDwsCBUswVTlrlJU9wIl+qDlo0n+kZrOTbmaTL5XUOzxiQC2exb96L
dY3bGSfDx3DPte0s07FfsYRFKwh0Ry6WYs2rsgp2DKCmp/C1e6Bnb5x5deZ95RQo3Oz6A341GUd0
i8BjkUDIMd5crvRwOqj9r+Io8RY1ToxRxM219WxzGs923IWBU+AWmg/cI9FKzK/Kpll3TxhL8p1q
Hlp5JVxj+jWSFxJPCd0IfvsarAsidRsPu0t5tewYN+WDzXJJ/XMQgrkBi8MAHO2tZh3W+CuvQbXG
CMtG740fE5Wq6I6lS/uHBdpZ3ntaNcV7tpvtcSPZmviluByWMMiEXr9Rl2sPHLfQPWcA4Ze3PaLE
i+Urjcv08Q2sTvFOYPpt5o668hDFe33jCS9P+sjSM/pb4vK437axaftb5tdEcp5IwbN/+18wbOcP
CAL7YOU1T6PoRvBeXfqsJ8hTjv+QX4qn4ok8HoZ8/gDix0avPJCzlqxGckE/xa6zzfusnkGfVOvY
4xEk2DbBrzLYLhziXEFxQvoR1jJpEE/ZnZ2BZeSlQ5IGNmvg8Tjlmeuc7c3fVba4ElfBhssq/jK/
dcxNMkdN9iiPS6jhXqnWbFAeOylPcLSzB4I/PVhRyUr6kO8ZmrCY2/7TQK4pOz79uXSw41trebN2
jnZblY3I80j51podH3d6tXYznN/OQhbB/RasWhHu8cO8je5apwMogvSOS8xIkfU/h4+wL5dr4JQ8
cvD+aF8gOu6qe+hi6Q52yr56i93KYfFkzWCiJjvah7EfZhipthfsu3d9R2Dydn4N3v03Ya9sqz1T
a5cGgOn0Hlss3iZoGZzH7fQivwf7iEKHDojjG6ufhcllcXJHIGahkz5f4DTaNOjwhtZWf+LNaZ5M
ac1L6Eyr5U1U2DIgR7iPy2VarXu6RnbJhBeVMSJQGxk2hutpixuSEo21DsKr16yhAXDnm5dyL7AW
cmgA2UsYnP88F29EGVLw8FHMNlN2Uft0jyfOJT0xQcPsH3pQKIonZRuju4HeK4dbSOs3CmsQituA
t1aPt5q6jyNPupLz6dzXpu4Im70rrskgPQg3FOoTdpds1Vq25M2Lp8oLQKW81eeQ/KBLuTFWa9+j
m+X6HlkLDlf5VYGoaSOGfxihGp6D6iM1nOyzEh7rlGCGL4XTpKwAawaJLO4glQtR4wL/l7pyN1dY
/hFMFCfd4VrONub7ApweURoIm9Z4T00ujm5butgdbH9+VMt0JW6hFbNd0aYajRstTs0/5Jqtroj3
EPJP+REFPMkvGcdE6D6mTnI2UsoN+VuqSycBHs2OZUfapF5+jt0ZPcoHaxv7CYW0BM6ZpY3bv+Od
yx5yk/fWo1ypnkBmVUREB1sKVW68MytPiD5h193JU3jCS03macnC4VKCUlCXPYvHtVFd7YpQgH58
roEGoIJcfc57qBeQCU3Qw4kraeu+cZbAdPlJ4dZmu1qRo5hiMHqQYbs59W0uN6Wn3tW7QMa1o99R
mJqUEb/KM/e58ZKs2q2IBAchwEo2Hcz1NP3prtjZVcKeMjghSdGEobQ7WiVJTQfaHmlBB64+sVZA
OkGkilAPgryNROTWdUu9Iw97jVkEnaBiFedbmbuVCe+onmmpzPgcI0+4+jHUaYdhxZvx6qsugs0R
QAMt4C9Bwri1vB6sfSlbSrJSecxr9gTSMXm1UzKBz9a+ibfljdKF9qM4bAmNZPxX9o6yvJcrbv8u
eUaxE3vczxP5rjyXyn5Uh40WHAizwB56nHaQC7pVOQPevqDbcQg35R1rSaxM96F4F9QDjI8sd98i
0RGkFYGzvbwClhIRfMA+Pb/GhKCe6sv0BKgcUyepBT2Zs8kahAucJvGpiTaowToegU6RtlX0o9Lc
JuHZH3+RTQilncUF9EX21oo2FeHLIk+gBA/BRTvydYb/ZFueYXlptaLAmNZBd6ZAnffZuuCa1840
Go1dxy4A+nkduxmHuqO/vHpLgtFTehOSR4Y6CGxsc9hqHw07wXCB61owP+D6sWV8eKUrbfpyU2cP
OqCHcqP4j6iASOThhJYDVVjKF4XVDJo15tim+Kgt6Kzp3uC0pVw66Uw5w/7YEs3SOMPdvA8jIUer
fkGhgZQnrIT83CX/8TEMGG0JHgBhWP1AUFVemjND2qBfxwZrG7xWQDhejrqv3hjZvgrQS7lj9805
YWCdvdELQRNPqxExBTM6RXMGjeY3KHxwnWscrL61AhyZo5FSV42BmGV9Xi6/jXUm+jcnNjNzEiKr
P8vwGm9zYwPQXNqV8QFwwFKEsY9oLpOe6SGovDQ80I7OLc6thwR6sN8QOTRdoeMQFLJEvTm62EM/
tflvnD60DDOfeAPmD6pBUp30XZKwL1fJJUvW+B1TzGWQ6JJ9yDqovpvGpRY9wAps2ZLslOrH8KbS
2/ooidjkLHNnV5I15y77G6Ugw3gjXrSVzvDroAbs5RSxY7mj8z3dWWxE5BSxNyge2zSjYzFdq9Fm
ol4WnjSvzTxwynpp5y+1tMrCL5/AsDtbEjbIYou3kQfNmgMzUil3Ab0QtiIKJta6OX3A7Nw/sj2w
P9ntmfvG3CmMsL0zshTq14p+uEfd0d5Q5bCiV3Z1Ct6T9/bwVm4L+638IiL15XPmJPYLqnb7Vaqs
4LbEoRSPEAvTdORNeDGoabhEn2kLNHZ94Sy7iY7ZQ1xCp4HsguDPDt6FG4Hk4w2bm/WuuP151Ffx
J2UXAnG2MePwWHql4KYJCyp0yI/+hbUUxuNDxLUHIgwmH3o/jkZMk5giU6XyMT9nx2THE7Lbm7ZZ
mgfrevCWjZeu+0cseCw3nPSSXX7Oy81wHb9I7qakidD+BOIm0m2NZsSiesML9kacEfAQv/Asmb4H
pt+Z8YLL6soLSleCvw12q6IAOiTMcy8hgprjspGMN+4tfhMn93X1xDJWPHRrbjisBecqcEzWrEN+
4+bljkw9ZuX0C1jTR9YgW6Z8GjbEKjEE3xJFQ16x4Ez3aFV+YUkiMdZYAX3PdlWyHGSd6lt8kh64
3fkt0Pj6C6k3yRdRZNk9esgejH2xNpA12vrx5/EE/Tn+FFfzgdTj5dhMkV+Wm/TsA+WKf83GrpE9
nhTkSH5c5prxiYT25Ui0DEy7J4WCynqJXzmTG55EKO0G0kxlCx8J8c+f+Bm6Bxl94bJA5p7Jmklb
dbxwabVnTqrSC+Ul3NBfiuiqtAu8s7jlHTfW9ZleCYnadJ4iL6+IcSVNwJEjBlKO9EnjKGpIBAa7
4jHRT30OLkAQTK9QmQjb0Zv+qyk97pqA9U+wF42mq1mPd6P3gpX8NA4eh/ZeWUEsM38Va8mFflBs
OWaIyUpJzrV+jrJvybZe+OXt4Flc0WzHgB0DdPArsXdDQLaPglcApWKr1g4k+xk2tmlcIJ689evQ
pppVlUvhb8RfOr0P/WJyf925gLZk5EWODJTVYcnqHHne9m7yXh/AMpePGuz8T79EqeFkCBeA+nnW
hViiSXXAIdrw2Q6k7b5Un9p6OAyP4d5/qZ8GNkwOnRA2G5BLdvjggEO41cZLIbpS4byPuABt2ol2
5rnF5PaUEC7U28Rls0cihjr1u78V1qHg8io3tLmS6Ia6tNJd7sRCf4ws12jp2sMwfB3e2c/4NW/Z
WqMWan+9lN8ZCQMa/SbObKrwXTYMVZ3kLb09QpRDBP5ANdK9/W/uzqQ5biTb0n+lrfcow+QYFr2J
CMQcnOcNTBQlzDPgDuDXvw/Uq65MZrbS3rbNqpSiSAYAhw/3nnvuOQ7HNapN5gnJaH6zrPYwLoAZ
MVrAeWnd/ZhQmV2zZpXYIJmKU9Rp598Rm5+KgAyTuuhmAMM0X83XFBkDkJmrCIrpAZ+YyTxlVHTn
M1QRc0sywfFc3hMLFG/mtHtwqYYxU5s1CAgABkgP+/QqAX3eLmAHame7fJtvOuwxdvyrbp5wKEvG
g0ZBo6MbAKw5SM9dhnjRvnAf6zBQ9k0FVvMM5lu7sGFWI3Go152KJw9Bx/aOt35BHageThk2WOW1
3xIJ5O8VB0EDBpdGkNT5afesTy8gdKUD//UcYsg2v/M/EBkfCs7ynysrPBUWqsI4RLq3Y3dyljjU
SW7kytrTJ/iQNWsv/sDmSmonroH+xrALf5bXzPrvYCM+Ptb7Th48F626DRvamRx/wUcQjt2HCLOx
sYYbPqi7c8OTJ3hfuKKvwldwOkL4EsyDiJdsCcCyPmrh+sBAI2DYPIY98Pm6f+6f+c+CuO3Fs3/X
lHcViHMo1s4rssYkXlfM+55gBbGRNdnbs2T7mTHnjlld6TWZhld+09XiErnGMqdCJCC/sKNyGeBr
sjYWc8yuTvibbNt9ukVaCNMMXz3xYe8klxmq3QhuIs74CeiaJ5GuC7LN1fisXXEM4cbIDgPjhMIP
QRROhBHCWYRSZnaVZBsUw8b9MiBv3FEHVzikEIZp45JFcyLCDkvAMLzgcwcsLmy39+Tq9X1BVuOk
V+M7oyWfibXY1lA1ThGMZPax6RGXhq/DY/yd1IW4GCyXDTLZsi0hvJGeSCxOP/J6E74mNq1sa7Rb
EmpC9GTM7+xu40th7PADOCFmOp8URadLPZEoA2qwtK6I2vNDF10m1O7QgOSUfjai1fhuUMSmlwpo
JjS22e5Aao9yFFwRlMQ38llXrLRbKBVIuKUPGBMlWaAl150XaFcMctKsF7KxDRUzGC7q0Q6mY9Os
iKu3LDLrvb+HS3YG8GhAawhAvVei+xxcGB9gfUUqREhhgFkRIzi8gydc0+HWcw5AY6EFJr0eYE2t
8M/4CXmciCpz1kDu9lGpQIRgMIQlMCNSiW7JpvqhxDOsUJhW0TE9vGj3YKJsGVjwHYGUuC1ekI04
9o8IOOenzaHYTIiHImqKLP5KpTtGFGJKRoqUHUmSwtdJXazn8joLONteGTY9fUbXhrmGlM63CIH1
eqPp7+PKe03esujA1sDdFI/jO5/EtiJI2PUVJ7warhF0Q+uDpBYXNlq/z9Y76rYmG9xbfK+uknGZ
gdlTmJIkBOElza5dgbofHKx7di2TkSG3uLf28r54opIspnOzVk8xk5Cfr6NzzaR+x5DMvx9PLGTA
aphgV94FiHMxfuPwQXywNQMGhL2rIMRCYN1ZL+kI3I1FZWWVQs+fdnr2JNpn+pIotVEMJX/NHvhZ
gJ2G4CILsOrgvfM2JL7tKhiBhEirG7hYNzERXxPwexDMCdD3FT+N6w3D1NKogSDYIQIcFc9UZ7xD
6b9W+HPCjpmw2IDQcgRrH503/JidaF8j8MwOY50K8ayx9XPPWrgp290U7fN2h4/rMnmSJfNgyya1
hvwCRYJZWVL7DXgP9lrvr2dJ2hbE2kbjJGCq3BOYIG5uAVZUe+6ee+WT+YtlMJ/B03m7DQBps4wN
z9tbj1yQnYzxqNlSxge+W9CtJjalCREe28s1KVf1qI9rGyVQ1PptuaewXrG84496/GBQB/XKr3Od
JV3ZMNA96TlmZyeGlSfiuWrCHckb2WjWnlsyqNdTAuPbM/SapZ7jyhvOQkac8bK1PWOU6hsPljP5
1YqbcT0oDYA95MU1bxGI8o3ZyWc64y3nXqjtK/2Fp84BG5vsCdifL7h9kPV+CUcwjclNcGt2Sk4+
Umqj5sBdHpMUpVpmCe+MZyUbDLG4Z8ESlY0rRtXkpgE0kCplxVPxhtpSIxq36TGVNwPmVkvIHOKF
uuYeeUXsCkwl2lO4M627zzeUKN98fEq36fcYZ9NXWe11lI2B7S9etDfA0OQWnASoEsXAZdJ6gWO8
MFf4EsjVFMtn/7oyV/D7A7dgk1bDdMOzmvr4hvSktlYtExX1VcDYhNx/TSLLp+IYxvBzeQ7+8n6a
jwwrv09lfHmhCAU2Ac+eJhteI4/DpLcC7opFxHf4EV6HwtGC0vDy2DwtOprcWt4h8L0MAfeI6jPP
P6MCFa15cn6J+2USLC+phra5KWG2rZYXSA66Qp2G8o0+YSB6JNmIcs4eoiSAlrWHL+tFvXFheU+V
QCNj2nJdHof/zd09H+gA84grXg+4cEbWbNv3rrhmVQiEguttYeFDeBioCgh9hcwyDwv/jZfIhy0L
A3FdFoOgZYhi3YN7ssl/vC0vlgXCNfhBXjtPyGPaK56INikEE809HrUNLjvFbQNNcqkfQAMl+t3I
ZSljkrXHCHkOtyNVXX9jPDj5CfBEywAT7pnzXDyE9axB5Qwm9wajaJxWK/eG51FMJeJB3ILOvAZ+
1seJlLlIExXws7lMqYX6CuJOuMNchdb5qH6IdgdvlFHmLvg5XoOBaoZA0HpDxN26lxjGpPXIL8T6
Wfln6nXMD17lKNdhsWvwdKAM6CEASMB9xJ6Vz0EC96SW1eeS9nFX3PZ8prDBskDLth9OTDJcFO8o
kEbtelmL6RpjQCieI2McxA1hCyydHSU2ZBtx/ys3Fk0W5Y67Yx2LOCByHIdtlwa6j7A8nWvl4W72
N2wn/nAr+9cUmliHuHN+KOwLlDbd3KIC1ZmXno+ft1O5q/QDpXHfwqYIGVhEz7e6eOYdc5syfGDt
ud09X/K4C4OrXsPhIC4PjT06AK22MSTzljLXMrDRyYeiYwYkTzAc5/rwOfyrIgDBQbuZOek1j/Z4
+DXC7KVav4dTyfhk5YZcOEMvHhHMp/EA140nwyebV8JaZHxEh8U49stUndbtjf0EhsdodHNQZXtk
GZmFcAroAze1gAErUeQvtrw6BoqqtRUHcHVwSQTUXHYgvm5FsCRSSCdx3widsxTLI2Nq2AQay+Rg
QXa4Oa22YHIfPB/vlWkZUrezF3xS5Sf/vbkNeSYSJyZjcmRgSfO4JZ5/IQS5kIvWsROEgPmrCLll
ZJkSeELHtnicadaD+MAkkECZSIGvvXENei7CnQ3KSVa2onJhlsGI30YLpIZl44RKX7PesXtiJwre
DxfoLsEEDnevU/wdlmpxt8xXjcauFX6Pk7NNyzeyByYZCS45sE3WVqmHzEeX5axjNthozzocz89l
59lbB/Ua+k8ZAQs3WUoqnJmEFlYHFW6DTLteHjCE6BoYFcEy4A4eRuvaX4unmNyBvRx6FxVG2FOb
iUVBF751C6W/eQBng8nheycD2xqjBCG6dTGQYRks6wfbYg9+4QbxtPymHY7VQCvvhlfdNKe2IanY
+BTO4bBchU+MqG5eYHYhucfbZgVU7CEm8qh7R9D/sG+992VeW7e8S4BWnYIoZc8mWfcA9ZBetHzL
yhq6LYRLkFx2oBKYFDpX4S/jNtHRyz5smj67Pyl+c+XC7zc3vo+L26ZAQsneFf0GDT2258pGDG15
ChntSKA1AnUW6OLnsXbeSHeb9ODHGKxBAN9GOosn6NMdrRSsNBiZKLtW6LJ/h7HCNmb/QOLKxzLw
rqiCjjElvPFf3Pa27jZwEJeZNBxgltNcKghSLr626RgedLaiKyp7GG3K+DSVGyFfkCVbql5ACXEQ
J8QI63yx/AFIv2MzZV6zFjNE5b4BI/iUaXZ1s2di8iqYsjD+gaSwVcIqDdY+WB9BlrtiiZTRI4eR
h/CythTxlHfiW2ztS8wRH7pb7Z2vPTT7EnyHHxweoT7w1jjJS53T/qhl6Iyvi2l5Cn4SEd/lS2eD
ZW0LMRKTcsjW7mr0kXdYL+teg/v5CiLC5d0O9eJl9VBx4tzOOU7XlclspOiPsxkbLGc2DpDmgZ0E
gvKM7DAuCYBB4pZlCTk97J7oLOS91/Jo8lFz0CdB139nwlMDCa1blm6fsNltmFBxejfyQJAdWBUo
lc8NPmU7o6dHEnqf5IXBgRnQ59hHao8XJXLn2BPW2i1vR+VBLU/2vAfIYbi18jYk4mJj+dyMWKz1
Tf7KnGFJcWfsRLNcXjY/xGRmM2Ln4BVF+k7H4Qtz+gWIunAscT7yY2yX3TcIIWxQnHeaQJ2RPFyR
Ny++TesCzlqBSPo12xgNrEg0qZLYfBPpa8IGLsZVOfsAy/iSMSQ4Y7UgRWdmN1RwhA9svxQZeK38
VhHRmANn/OKjFLK05KQj3g72EwJj1DOXeI+PIgTJdmwh+UyfPB6zNOqCDktmPz45+oB01h48Lbe+
3cEJoCRDJMbTu9/Z5G/ARknWyVeX4xvmCfAnzKJ8LRaaQd/B+jvAtABM5nBuQZhCIvJ23WuY0Xuj
j21LZ9slmipsHsJPQIUapzpaTT8ymMvXWltSLZLCSfl4NlgsXTsa/BsTlnBKhOSoq9nLUzqFevco
kOSNLDrFiwwm56T0ZFc79m1Sj9bRGCoLu1MDGlkKiaq0iwMNa29pTxtF0U/mMUOEO9RRkNJVTKFb
o6klcVpsJ9tMHUMUU47REEborJomK0lZiw4Dm/joA5y1DqL2U5td14mjbdGlnredsh+Vg3d1FHYu
jRUjOxf+fYGMHxrbI5GKzIrTKqyO7iw+2iL6pkIOmdridI7nYjcgaUhcE0VeecggTa8wEc3pmDTu
Rw8jR2f5zc9fD3EDQGnAu/78pzazCoIc/f7ze0WRTfsR5KZc2oJKc+yPRef0R9UkDNkgz4kJpzL7
v3+YETZV5MH8Yx+7METN2lsbDQu3tevmiEb2v/+wup0QFUcJKmyEG/rdf34gddLv3uQMgVWWFIGW
P1o5oerxn68//yY7pl9RFocJJwfqHgIW4+dfcfvmr1pVp7uynE9aA7NTy7AZGBEjo/vJZY0k8P2x
87b/+249DUZou8iWQLPjr5+P8OsXl9+G2cl3/vOPdRYeZEsO1ndgPa0LE/Lzyp9/pMubyT5v5/Ov
n/8o6ubZ16kkjujWocmsN+SVnHT1MrCff6jlyy//9vmNz38zh3iPgVKywyLpXLi5sS1l1EB1QYVH
YTWIOSoy21nz1Opmt0qb2N301DfMqFMbXaLhbS4Cf/55SD0Hbzi32nVa/ahAZvDa0YS3wNuo3aty
/NnlekvmF75HIsO/XjYYG/p9oBpBYWSG05YCoaWuhEAgS/R/NIgylo1uNg53WFJ1YJ61lxKSd3Q2
ods1NRiiZ9PgrRBdv6l7DmSJFfFQ5rjVOhMpUX7Vjks3IY3nm056894fvfeiu28FgKBojfJBpxSS
kK7rSaG2kdekO2HWFEIASTAKuZ1MOvv1qdpZNsTXRi1a6oQnE5zDnWgxPqOD2iElAJ+rcNqJ8zRI
bI60Sg53HbzKGtTKy3BWwZnpIORBTwzEJHP8d8MRdfYCScDYF3KPAQM4VG0HPs19QTEy0tGENgFd
+e1QQthzz1lktGTkzceIIgTXIwxyQNuimmJ6qmVU6zmE6D1011QV4o2RkhVqVGXmHI3PxisYVJRU
lQQfRdV5WysYIYVBhlFUyVOl9wf49ImjFm9e8ufKdRPEpuAg4VKFVj/qSyoLKRMNb7Ji0NoGceXE
ebJ8codyJNrENpZICoHEgo628Y3+wAFqpoTxb61iK0aUN9RILOMIW/fK3uVV+u6DAAkjE6jhoNVS
5wSPcUkBZgCswi+nI0EiZUhmBactjWhpGjAqaUxEXMi6aIU4eECIUL3ooHVhHvnYiytWjdTcnR6r
12rgjjUtgxSoeeehR1BB5+xCvfFYjtFMYA/Zs46zV7cnGtXFu5/64hwNHHCFoNG0TqJnwyEzhMc8
HDQEHIZYjptGL0s6wyWNEnoLnU1Um9xYwnujCoNIlUu7+E9VKXnu8HG/oFZzOysM5hIKvbSgzKdF
uqcxLagEUtvVQ1KxgLxN4+1yM4puVXndWY7/nCwQokDR0PJOxVge0qRCw7IWqwxtvZPQ2ovrCrXP
mv7NiYSxVaqBq8LiRbzavR2MhHMvmRJ8Czxsk4eSPCdxJWiO+1EiSLCakaALUtv+QOsatLGwtr1D
PKLJssRV04XMgGrkYUAdOkbE7qBg0qbzVMBUUjTvpcNrlmhUgeY+26YG5+9kf7iRq/aqpbGPto8r
S2bm0crmY1TlRP9T+E1YeJRpmbp0MsJN4aFo3K20DR/nxeZMP01/om/llIfGT+wOaaCpAc7Y8qk1
QEjCvUsII91pqUSdk86jwmiO+nzXOzTPdl1rHkvIEbT5HTzpwmIzJ5KkOs3Xbe50RzqkhrUeig+9
qIpdUTm70EDNxWq7R9WWbwp3ZUsOxm628qtlptOp6+uB0HLz7MbTu5fVycZMYnQ5aXlTtKg0Rrcb
ib9tf69Zxl4lNS3NDq02pQ/Xo51Vcko5R5BGTRDspdlbkRUvpEVoIOgs5JtGuAdtIN4SJiLnJooZ
RS05WNwQc/ohbtY0DR8MNC4OCjnuWzuO91gan5gixXseItZcQl7vK+xcCvK4gTY3R1FZw9Lpaojb
V7sbUcnqtdOcQNPQlgbJepyjreV1j5OejwdLt84NrwbIEfZ3FPvrabB+CEV+Q8eVAhMgKjKwfR6p
76ooJRFKxHwtbOu59Q1Uyec5ObSJRUxYAUS1E/oUJU1YDuqGW62V4wGPYHiDMVVkbUsjrLWp8L1Z
641zj0Aq3eqRjfxH6KMqZ5blcSaQcfLqPCS1dTs06UNo+M2WzTg7mOmjE1X61aIq60ezdTKpZzlZ
Yj70k6SoAxWrazXjpNw3xFo/xmlI9oVKfk4xBp+mFT9Wm4iW00PlvWnJLM9+XV1CrGB2KU3HdA/o
3/KFIqGH1LNwJTrrdZ2cMyPGIg410sUmDz/Ki6HNbJtIUGy1zEXotKifmKXrutHqi1P0pOdSETf7
Ap1bHGTXfSTuba3FLAw5R1pKf6RjeE47TBviuMjXc03YWamkP+dku3lG2aWxKQN5meGchnBREDa7
Q0SHDoWHBSKhdzhq0+SSZM3WdoufHeIbOxr7Q5rUaQJV6tDhUBYIx3zuC2TKY1ugbSFrB4ltLIrF
xFFrY3uGQd06d1t7W+j5kyGxH4666VZzI4pilpyDwis2eAWVND76/dkcLWJbtpbBluZW6eZwNuvi
Rqn5daz667bowAgwgMKtWJ7tpI4QKooR5HLUvQ1qeJ3i+JEb1U4z8cso+sjduI4ogTonKC6aRWe0
iRT8KHNSC43oTtCQ1DmACk1v5g+0/1yraTxrMsNe2/EDdy7ogiCgb+oGl1OaJVdGCoKSauVHmaIL
mIqA+N3+Fur0PjPZ70rbACp3vUNChL4v8C5ZOfFw1ib/DmkOHE5x1tF0bC3tGs3vLt3Xsnv0HYOt
XQNVNBySrTnyvuNwBwjjYZDbOOBULfL1jg6kmZWuOPQqmHxUeEkODQnVpI9hmlY92BwCu9cYMww7
261gmafyQtfjmJU/adzHtcQR3+r5pWmlt44SjBpLyfM7dLzMs59cpvjaEwXchuF1skfIrBPZgHma
5vTUN+14RvZLhzf8EQmHwDxq+6dYu1MCPnrmd812MR9JJju896ksIQHz6VXsXaJIfo86N9xpB0vU
+6amdGv2IzDAXB0a/M5WmVGc4rawbzFLRJdR7pD3k0ApgOCtN78kIUQM/JKjeppYxm9uh9p7NPeB
MCTlZgNvSKR5rozxMllYhgw1JVQvtbbK8CkQuiQ5pOF9JUh4s9jCMLSKaZV0X9vEPyhzeOXAuXM8
E/GbRVGiRkQGP806DMW59vPTaMyLTNCCMenV/egn1SGFBzflIw9p0uArAOhxr6A82Fn0PztN0OK2
mJgzJtVDc0GYAFh/ImABIfDiRTh9rK8tTBjPOLCfxEgjThZjfaXSOWRvyt69KkzPbTjADkqzneMI
INdRoPCg9Gqv3E2MgWhYiZMxYpTgTsaz5WTX86AcdJPaJ9rWOSc92JspDekmrufBOAHuTaV/kzm8
SoQiYDWZ1gqtA+qcuqo3jnELYtbnBWZAfVMgE1BirNmlIOA9WJ1TiyCPOnS+ZPPUQVvc1tTXUXe4
c5wW+MKueWU5AZ3UqdI3Rgk03NolzXvVfZ8OpMOChjs6ug7JYJoH2/dvukZP9kOK0RbBN8iZ2yFx
M1T1rqMNGzowX+LMiiV9Jt4mH7pbbLcnRZMxoKXx1trNdVFZaIDNc79eFo+TTQHJI4MrHMSG8PHa
GFqBPuw4be2+FfRjE0ZgrH7IhxbjP3CQMLXfKmLfwCr0H0VbUrPXVQElpI1PSbNHbHmBVCO2MYsJ
HlKuzRVmQKEsvLVVFfS7sU2Wik4LC1XMIOweLD33Lo0E2a3Mal8lSxsChM/SEMZpDOcrXZfG3kQc
Yk8+bal5iQqgruMrtx1xytvmEMJIqI9G1ma3Q+Knu3iguI6mX7uvKkSuZwzvznqY7YxCOqBmSbj2
xXhwFO1HnjuQ9KGGQF+ejDmvcCpE5xQjrtkiPNl5+IvQ+j1FT57AnWjOSnrHKuMlesldWvBTgvqN
487ZufOBUxpVcuaZeoh6YLb0C1A+CUX+qOvgIo5tGDe1RzOsTWiDu3AxB2Pn0SlvoQVhu9EWGiCG
cuGM2m1foXFv/GgmNzn6c5WAnHRvg1MfZg0hsKLPsRiuMETCqHjlY/FybIHRyoiH1b3ourd4uR3C
W40+kxgKHbza06GRTXAztFQX26rsXjQtmTh6pU/MkrYH7IReIrIIIKcE1n8/98eZ/peuv0KcKrp4
enpt2kp7IN21ODu/z23XrHGIlU4CYuNRaxy0u6p0D2FJouAOVDVRCN7hQEkVHTMYkqFNmVnfVRY7
8JqxJE7toqTsMMPf6l9kOD4BOwjSJ49dTuCP5bYNDRR+fQ4HS1GQyA8Zyf3RrVv2liY+dlT6tVYP
d1mDJWae8zppad5pc4HkvxJLFqrL49RZECcjaoZoq2/KHGaoYdF9Yqji4Ba9dWMreZDAIzIKk0s8
aVDb/aa5Yn6ynabWvEmFzt7p9YTbjvZh0llw8ozkZUw4VvWY1chsYUETwi4qjOW2NaotwsHbzmAb
nZzIWdWR7fED7WtlKQtbhfZNV1hUiCRhidY10N/8YiT6Y5xSKpwlZXnPVyH0f0r94TTNFKibtzjB
Wt0aI4qUcM27Gvo/WqsofsbYrlZFdjUm1r3mKrnT/cml7jGvvHcVQb+e4hqqhuYUBA+YzrbxbT5P
T/M80UKGDSGakcVV2XWPc1zutTyK7nPx3En5fUyx6kWQR1/VwBwbbrdemWC3ZodV61jQHQKDxKhG
+AreUXrZJW7PlqG/tTOSDIXln1zUBnCWcDy4t/Kuw00H6Vf1w1K0kXiCrhCZ+AIBuCy7F0n+4qin
uqrEx2zfl0l2i7NqcxjKmTJQOi5FZypBnQ/cmtmXkQMpAI36KRtf7nufWh66NZKTfvZ3KCjheo22
3qLf8k1DP44QQQUS0bcNZgBuYGTPbFhyO6QhTMmS/b2Wyfekyj9qN2pAdfGONsLhXMKllJyq7ux9
+J1uBEhkU4/s56dvg4czA9a4gV8wSOhWVLvGCuEBBG2emDdGK/duVpDTYIdSsoOvB2M8S4kvuBlZ
BPwx4tCVBEtwKV3U835EXWM9ThNtBwPCEYlzKBDF3FhLY6JqATGmHnX2dmg2sZoJpsz6mh5fSheo
qsKdtV9K3/9hFVq1TYfuHfVgCEhJWO+m2bm2cgNEOnW3nUZU5JLb1R6tNLZGN+BQNrToQxgfbZRA
fPq2eOssHzvedPhTrJ1MABXI2GTDplVAy6bwSvr1R0KZsu+LnyJUEQx5elDxktLYaUJf/6YV0ImM
aJ6CKaeOnFCM05B89bv2vTToggq97dQ11aG1K7ZXm1QulPHz0HUvo5zn61zc+AWdxtmg5Ts0P0q4
i4gqaRoRcweW7vMZWt7d9lkbb2PVDb+kmf+/1WczdAvd1f+3PhulzTb5+PYnebZfv/NveTb9X7pl
eI5uCY56zMf+7WOGbptjmY5A3tU0kLj6g5OZZfxL1y0P9wRTd3RhO0jD/rc+m2n/S5jgH56nOyh8
4Iz6P9FnM7/KViMcR8ZqGwIdMcfSjS8as5Ea9RlD7AHZasQmm6JNaNpAIKarm+t+lMbGyeN4h6tv
dk5CnTZXs1l4ctkmrfFammM8bYYrrYdWSeKosAJpy7OgxNzk8Iv9oewOvSEvhFuYvepls/Mxuv6f
yeQK3cRiAt05U0dW3kHX5c8Cc00Tzb6cR3xueVXrbki2mUbHlhYSfpSmKWnPNNEacT/cSsv/4drG
oiT+B4+FXxf3PeTtXBshPefLxVuKGoZRiH7XNvHWk2xUuTWv2gmJBBNNegoT17WD6nvWUJq1yED+
MNdufl3of5VDcVMlZd/9n//9t9fntfkgR8wx2/ri8TAbQI+TbfcE2N2NZVNcMpQBERcvrcKNtHWL
lxaBJvAuSkUCLt4/XP/L/Pl8fount5ne5l8V/UeJ5nQuGHwheqTpWok3CRxKaxLGSrfpELWspUjr
Jd9J8fI1Nm72qrB3wOJlYXUrq6Yx9fe39Pd3ZCGRzuIyOAD/PB36MQ5DCzHmnVaxLRrpGGNoYTfn
31/F+GJlwIMLk+WCUKKN8JbnfrlMF3lWJ5twoHEXeurkVWnQjk76VNPzkTl9hGpFGV7NnMOeSZA9
KE3duIhaAT005rm2bHrDR8ehTc/2/kGKfplzf56TwjTYH0wL9WbdsZcR+oPiomgkmA9uAtAJPtww
ArrW4u82yck04SZgI9rshLRs/H5A/jrswqR0bwrbM3CV+Gq6EsYZIK5VDTtCYLrMQz9f1zptZb+/
yt+Nummbvo9HiW+LT4OJPzya7nUoCGUZjxaN3mb2eAwcB+jRtYzmH+bR343iHy/15QVjMBk1GN4N
O29KyOuAcKMh/aiXEqzl2t0KhwMa36bL7x/Q+iKe+zmvPNdzhOU5PhP4y4Y8xZnjKcWCNl19oFDf
Y5JSoB+duJBuagAZ6V/H6TRc6lo99K5NJN5IZOlJ92vNzTYSZwgKV3RJKsfcZ6RS3Le5lQ77LoVF
tZrG7NwIWmDk4EtovZgWRxY6aUCq4UQ5BPGsn53hzHuaqFsPzCbKBIJck4k75SqP+ltj0N7sRiT7
f3jyZUC/TFtsNV3dcDDPMf8ybb0uckykdHvKAGDqxpjcWj10ijjiqbRY3vaEUo2SWuBK/6HLqTCm
9nSjSuluxlHIwCnv8w55eh1lVJAleKxepTbWBJ0lSpAekEwWUyKy3bXY6uWiuvLcGc1kiPANUO9s
Wmdh2ull7L4nRQnVx1P6PnyZHETKzBTEzEyff//IhvFF4n1528TvSCizWQn+/2Wppn6O67HI+13V
uEWwWLWhfP5jrDB87tTjnFbwfQePdjQhxn05MRya+Dn53ZXeo001p9o5qj7KjP/q+quZONWmrY3X
OJwNfB5IbTF6QPJLgARioxUBFD/4A12yOi1TXvxYYM2+UkuarjVE0Sa7WS9RcLFD0hK9L06Fj8PE
oPE9mz7ZUXq3lKwe++FsZGRyyOSvPMu9mD36PMi/2OMpnSNEvWLXXCWqOapB3lKfe/QkrR0+xNxi
SGD23Ou6ePREft+mQux9R6sRBx6CXnrhuiqPeVbSJmVr7nZ2a0BzE67IYCM8scYdskYaetzOXvRo
pcnN4Er6fPB4T2SKpAvq/TXULQ3jeJhqDVDcsMpdTBy8G3czOYUG2QtbFHzbcLzvryNqFFlnF9ux
fkQdj1zOhp1Vyfxo6wC+KaWd1STo6MmldmdU8O0rH6M/8Z3s+UbYD06Fxn3RiDfTcB7sGQuNIsZG
0x8PheHAWXAtB7omH9LKAQDfk2S7bbKrCrgn7Ffw4tv+Oo+nf5hVf924PCGIWtmK0QV23S87yEjt
aRCKdTTgwIZ74c6TmbZezBER1UNmBkGpMId4//u5/LdXFZy6QhfuchD8+dDxW2aHP2ccu/pTZ6nb
ocp/Dq1zNc7aY2tnz5nvvPz+in8T+3gC0MtFft73Hdv84vLSRb4stXwg9rIlqSZk3WlM71sNV6f2
GyAoPT/6Se81+nvEfPP7i/914eKLYC7huU+12HK+LNxoALJSqNHuNLd6wW57m06mdrCRpIUDZx71
fu9qH5qizP776xpf5JTZMbiwDfprehbSl1/fbqGHWtErxhnFvCuMUCRoIQYgeTSNELSSbwU5w1pI
el7yeL5CqDGD3pF/c+RTKgbjn+7mr6c+d+MZhmcK18BK5ctbpwQ6G07tUwociYLwg1gBuGaBH3UU
O7yJlak646oDK1pFdnWdhSHaunAYilg9VI5Z7gRUq9+PkPl3r4Z42BCegdszutd/nolNU9lzQuq/
My3TQ/dLC+AaGVuZyKc6mn7KTsHSRcQV3MJElDnMnwurupvcUD+j8fyajXTh7Du7P8YeOoAZ5fCV
69Q0+/fQzPTowUih+Ca6e0UoInfQtrAjLS7NHP+M7XBEoIiP/v0jfYY1fz4aPeG77pIRWj652pdY
JLI1TQtjqD1Y5/o72HTRcGW4mFWWEvZHbmSgPSmdP9Kylx7nMdvPHVzxXCwLvyBb63TnmzkTumDo
gw5BB5G7pp3K73xY4jTlqjzf6gIyYRaF1mGw0esxKzeInHiG3DOxhflnf6R/UFQ8cGTj8sqxOmLn
HDFGFSDEP0Rf9hePm895TmZsoGtu4dxtLd//Q6QXGvhDT57q0I7v1thi7GPkQdxYm/ZzY6CB0UAx
j+1D/GnBW5a0OMY/00SDtkrALwd6MgjPJ7LAEanKhgohY4MIjJzQu02rl2JsBpqHSWb72Nn2+bvm
qcc2zqGolkZHQ9YS/zjQUusWdqfAiABejLV2JCL8EahMHX4y6qZvc1cgiZzZLQ2snbUx9e5eVc7H
7yfAZ9T3lwnwh9H4ss4UoLQNw6ZDWMDIKChOyPDMANGVW6hNDaobsC9AWgZedwzAdN/soNq7KGSm
/S8/+l/y83+Tcoq/2+kJwDmk2YUM9+vW503SVpMYFtK4K3fK9qYTlrDPAz39TmNM50RIF+4IBi9t
FLEh5MZ1MVa0T/n1wbfz/cyNn8OK1kpR+z2pKg4pPhzndkYwDhcBCELgZiMawcLkQ5Lmvyg7s922
ka5rXxEBzsOp5tFTPCQ5IZzEJqs4D0UWefXfQwX4G91v0I3/RJDlxJYlqqr23ms9q3rvLTUcowTE
VNzQ8OTFeObHPrehwoIXkJWXwkxeWWFWMr0Vn2hiJnAu9n2fe/HOK/yvRU1LOIyYHTkzkqRsUbQ5
5jG1WaJCh4GvZ4ZwayNGXMJ8c9z43QqqF19J9vaaqWvfvKkeihuwTFINQEm3ya/Qkvl/hGb+b3lD
n8i0XLD8nm/S0vj7Re/ZYZDFkuUUwdZ7EpP1YsxmuiJy1PmPQuoPi6TP4dNdctL4qf/M6OjyzC/b
Cg1HnZSfsiZmmrQ6lk4czogGUgSoZeGCJS7d5/+4lP/8m0MiOl3XD8x/Fs5NnKg6iPEc2CXBPAMg
GDi87jHru5+2E0CcCmPk52rR8mTY9hOkLsVEJQ/mMYKAA/88CH+5nhI4UDWym7SV24qxoY8d/d+f
6h8udN9EERA4DocLCtu/vxt9Iho7lmaHgDqJoJLAgZTvg5k/aMNDOSxQIFT/1cy6HVr+8Umn42eT
oW7TmvP/uaOif+s0iX/d3hrUnbk46lG7IUbbLFzdJGQwxoi33hmRc6DLQLh3eLQ7snHHiE6vU7kP
2mn7TZoSWdDGHDRJ/30WYPl747+OQP9br3GxMrxk36fgNf95/BKqH7x0YE0ayc3dmHWAdhthyIop
JCaoVH7++7vxx+uGEimMLNptdPr+/m74kcySQmkYkuWVwISr6/JbbUJxWZyh0HH9rqNZQ4/8rwv2
fyvy0LfoknK58oa4ofv3Xyw7K6kst+4WrdfbOLmPVkB1GKcI8FPd3lOurK2E+jPT+HZ9go1XEoJb
uggZR3TJ6xBlL5HgmN3JXJlnv/6PrfIPrSieYEDxaPJhDr1/rhrjpDwYqhmfKMN9Z1XBfeH2coeu
6Urd+JEKTseDG+58Ji5hMH2p3WQTu7iog9ZGXSpz5Ga8hP/+drl/er84IfNOUd2G/xNS1ydDbDul
iUFUJXJnFhgZDLAUOcEfGxRKwV3X4/yQgllzwph+w8HxWNs0EVHSFg8ToFPbE18crT+UTMcvykoe
07jr7hLEhwSWn5swvZtZ4y5N1Ci4WF65R2Fo3pXsC5G0rn0IlF9EaXSda7aJcuAIJ0x40akfDW9d
cy1rKgSh6fAcSTN/z7X3dVZ5dTQcGbzaTfJrbkAEDla6H8tUX3OLbc1p5/pS1Uy6OQP8+wv2h9cr
jHyf+FOTVNzgn3nJqRGKySt9EGIJDv4ZfJhy52FLrl66rpT3LFL16Bvtpxz/s4n9h7NWxK4TROYS
mBn+s4ktpEW7vw2ava/zAIywcg9oG+O9HTtMSyvfOo5texqGYjzl5BquHafxTiSj///XVNRSBIf5
yzTif3aGGllmX4dus88WsKJbEMaRmeZWjAvkOrXedVhad1NVXqSLFPvfX/0/FZP8crq5FDEBvfx/
fMrtOU6AxPPL+2AiuS5J93DCf8g6SS6A/G1GvFG5Tub5KIdkV6dN+h+f4j+sMrecHtcnjtf1on8s
b5yUyj5KvWafq3lxfhGYheyzA+cpC3tzE5//+19MKfSHWpIzpRlFQRSEDuv431e2kDBwlcyAWskc
iH5UdrDkUPX+g6ZpsxN9+yUnpm1j6SZ6XpTsXIbxLycAhhnoGNqijqMHabyX0ky3qpgw7AuRrrMR
uriy+0tnwfpKKgVOKMBbkweO8RLG3bqeUL9wTs4uRqaD144WU4f08Iud5m/dRD5b0LXyvdfRDhVs
/tjlBYhugtbYAU3KXjIaXsq+HreiLqBAoM97y1z3x+Cn3na0dcknXaHxspYf5FrxexbAQsZxSlr3
E90cA8ccx8hg9F5FlMkj7S/AcSIHyF65xoNnDu3jTOLCSo047HTfvPSfBJ6AztKD/xY6r2om22Sg
r9+OMAGVeA6oIB6r0TOuYwv+ty5Kau4wjaMnGUTTKklI+VICdPpkvXalxVx5cqKvRB+UeA5Qq/S2
696XUf7KSUYdW5nMSE7Ns1cr4Mp99J0iKLvWlpYXLEAmqpKwfNUTBoM2UZtiRKYTWf30DVElp+de
v7sVCkzFkXzTz4j9MjNHKTGp6osUwU87reefZmYBvcu/9YVAmWq7CO0CLE1Kw32aYNSmaswROBQV
4Ti1gOnkMpAW6E/yVZ/P7Ubg+VhJq9CkycKhCXKnO80VwlFGbm+9IdXeWr66PRSkc4jX2C0QMgTi
jp1d3PVV1Z+IVTvdHrLC2jv1oQ1cQYwXudxUpjv8vnd7LEZW3w1tvBc63MnMgbI0wdu73fvrZizg
7tUjPbnQq4sdebxse3YliKqcCDpzUTCg2ICNgXrvnGoTMnRkLGKgoP2u/YrqZY6h5yWjOt3uzUWR
b/MchFk2JPO9UbXz/Y2HHTf3t0eY/E33IieLLZyzQ9X6l74EF/XXTbMwYjmr3AUFjgSvy5ZoUYrz
bio1Z9zafdGZk4JALPZjDzurH2PsnBkl1SlC2DbxDuzSIEi2ueXFX1wwFdZUWm9GWlXE+lLLGByT
zbo2nvraMp501TwOedBfK1kaD1ZL7zgS/T7WuCe9xIufkzSDSt8h2r19icXHvU4z6p1OH3ENFGB4
g2x84JhAKhMRSL0U6gF6YWDKs92lMXbyRVJi6ByIPmg4C08Y3ANfPrrVIB9pMA1I+wT29cmn/e5j
m3RMAUlmrjFfkw32mk8y39dVHWz70o5ffdkZOL56FOlzuO98Pb9OLpJWmQyE7xnx/Gqj8zCQyD8W
Ztu+Ft/z5UG3S/OjViUfhhpuHeXLSxJH0xcf+kQbWM1LM+Ew6bKkpEfuSEiLihEdJfG93wnn/naP
oysegBCffwd7Yuw5I8nJaS9BMwe7oMm+O3nonQKCCE9Fmvtc36Ct+ri6GzRgJMZr7d4DWl7wt7ws
PUooYGGwSr1kQAbuWF/Mosygoj0gIey20cyfHQ1x9DKkpY/bOwz2TsYvHoTCgG6N9dWYbGBcWFVI
LbfaER84nfrHfhjU90S7Xwc1nq25LO/90Xbuqo7rpLJDvTHaor92C1nAr9NfqQ8rzHYTjx6E2YCJ
9Yrt0KGiksDnv8DMf5wIYP9WSJSE3VBDR0Kx+dXTrx6GoFdHuFunNmgcl3LYxwRJfcMq0tiT/535
r97pdu4PnZFkXz2fQfvyuO9wyiWzZ14PmmXVCavuxXcN0NIoZg8Ky2HdzvK1nMR3FpL8e+nE/PPs
i7SJ5yGGyX/F+u8konjValQwphaV2GvtNtZz2EbVfVjol0S18YsnENTK3vh5+yp3BRGi3YJ2idHI
jqXBu0Hv9ZFNBvi3j+J3uZl6Fw1tOrvnnBEoNmu7PTgE0m5mmkuH2ramlyj23Q3aK4d5WzW95K4H
WiaAIDOiB24q2X1ROrWukSue2m7ovvTLjbVw/XUVYm9Psn5dDR5t5zIaT2NpM6NavpSql19I7QBZ
ZELTaId9E+rgQLbVV+2UMJJHPGUnGwap4ULWSzLxo4OCA/YSATTRK2MIbt0PqMc9aOUdMcUtFkeM
RuE+bHrGFCPYCRY8/+IZYb31EJ1vtEhIeA2bCRwl9wYC21cV2VbebCx0TYd5nu7wiBR1eu/nxFEm
ya4YvIjWWGKfzcGxzshLF3tGgL/I8O2Tb7H3Rk2EcWwqgrNDfy2r07uAtJtzYmX12a0Jnu06Ge3H
JUUl88DDdXb3aAukqI52g3Njh/W58F2u0mBO72+bXeXy3VSOFPqxOYPH4MZjbmBlEd7crk0uqATx
IVtIc+P4fRb92U/7Yiubj8oYfvoxMAYwPCN/wDkauqPKU4CnZClDqdBonvrkbJlJsvFKQsdKlLH2
NB9ayoiV58JrH6K946CyyrKnLMPZpfJpl8yQHCessLVeIcF3t2Xn8iw49w0IcquAtBB7ZviKELpL
uzeUYavYbn9JNP/s4xQwa9273wbhP5nGlG9ofz1ynN+UGklKkGFZnQYv2TScIY3CvYSqf7On/mEe
l6lyfZ8HybLrMlmKXZQkwcoLsjeCpQ7u7P0kXXvvdmKv7VM8RCxrxmc5iLvJDn/NvYbI51T4l2IO
rUGI+ytHeGj29ZpRKGhCnHjbQOHsNSaSPZaIWquaX9XkPzQ+hCYrr49ZOx+dKX+EgEPmMxHv9Xgk
YBSIk7Z2TjnvO2FsJwS7WeJvvJyRYzB9UHE+Iq4dCSZqsYvV7hIIMTm8bBxZPf6smvCto0m2Qz+M
F7+GrNtg2JPek3ThTqvONVfWEHMq8OjXxoW56UT4M7RA4AlRLEjL/rGM4id/Qhht6Mnad5KTiUHw
BE3GYD3SjWuq8D6XEF0IuO3XZVQce9S6heOTXFAakAn1u5jxe1SztTHbiT/Isb6XtXlHqwQoRLgv
TRKUZmrPqJt/paMwGP7Zx37g+mJPQqFqoC1u2xZFnYFuPjPlBkUI7NbaeTBbA7qzl8v1YGGBtr/a
KiRLDOHP4HGpZkWOSDCTxMWlzd0YGCVWcAyMjKqGVYydY5NUNhc9dUTZ1mLXDXZ0nnyWBDf4ILEK
dHnofBolbubQq4AKzNFdNsyPZodfSFkAu7EXb13bAHdC6swhi8nOoPGPGT1tktUgDIVEl6GFP1+D
dFAnnaZiPTsJbKXqYlvipZ+xEXgAi+kEfpa0khME550qPkIpP50O7uw4l0CcOFmsgoHkvIL32B26
V39wvjdWjcCgRWb75N4Lg2F0Eg2sdTBAtBlBo0akGoa1iYABs0At+3ME1zHDwmqOhNIOcQJBxH9H
xZGgsvSyXesTJtGogW3X8rHXjSEosP7iSDffSFN/9SxiwHHe3bf1AIqaySfs8/GsKvaleggQdAqA
GiRSOYk5H7tG/SzZAGU9iUckwfeDBBeoBObdsiFcN8NTc77d6wQm8SRSx6Fj69Gtux/npD7X2qnO
IqDMpc/oWXV9zkPXQAqSnqMSMnVjkvEdiajcVCY941CW+D4T0skwoaAy6BIcQB4t+NuDSjrNue6T
i6PHcM/spgHW0dJRrDErm1HWnG3qGxKFxtreK1Ndg+UXNu5UnwM/YPW0tMenFFMqol3cIuidb889
xRa5cwL5k9EAbrtEi7NP7b4qRQcuuMUmyOsMPsnMurPXEMvSFIvsoyUwjbC1uyrLwEG0xraLix9D
UpfbIMlAkwyqOpPfVZ8zyXAhKskuNGJDnVMvmA7V5O1Thu2FtsdjESb0ctgzSXaU5ilsfSBafmds
wkgdphrZyDjGcDUCG97AcsNccBd0dnQgjxuBfoGBrvdcJGoFjibyGDHOtCEpW57x1hrxuOuWr24P
UYJfREnAy9wWZ1E15Xku0vIc6vl76HFYchTCMhpRNXpZvyHIY0Y+LZdXuekIOMNCXZ55enDhYz7z
feHgl2XjT+Ej90mbn7PlnjWm+9lL+0NWqq/hACCWrwgMXW6qOSCQobRey5wgSrP1gL8vj8s8Yqm8
3V1k8bTpgkNTTgkssSw93+5FKcQKvP5zjGe4c63xIPCnBG3jku/TNm9p3end7y+NFIMPlxROJceb
UVJQ5ZFblBtCnm83k+GJs67e8iopfj8c9m4IfFJiIpnrvNzBMuioNTBrFajyF+/9D4vCFGyWhAms
hpx1fLhzskif8HJeG7GEuYa4xs2RiSf7mhVw+ZBpZBws3vFVXQiE8FRwW3t0A+zUBigmM7zmdKyu
2PrIjYzMeocL0OZDniHY6AKCxNKPObTiM00+HIBZC6kMC6/fmDsP18ZKOSF5etEM5CSEcsHswWio
VcnT/TkqY1xDBcD5b0a/Jrvf6TDVZH8IriaSATBfptApjAamUEHXm3qEu7NwK/wSS1CTf3s0SowQ
ofo0l6fbo2r5V4RlSlhBtCqMydrOppkebo87aWnxoVj+t+krEq4QvfDPbze3H3+7Z47we2SUgU1b
vvv79/y+vf3XyoC/UyijXf9+8Pav6tvTvd39/XUb+KjOJeyM//fc9O3J3779+5l4U/7m2XPw+yn9
9Q/TOPW3WrtvlT0IztzLE84M79B5mm06qfvfKInbvXyBStzIEn994/bYX1/e7iHlyHdI1V9uX91u
xmTJLP7r/wZJ54F8T4Fz8zNnkc9Ym6ofXV9SKocxUOIocDe3L/+6mSWFNLYm3u3bXdZ0dXIj7RFx
6Zwqi7N42nSY8ccm3rRVcxlMw72ioQRbM3vdLutlsdcFYJJaQ0Ixl1mgliB0EcdhHrT6tU4sby0K
/ycbUb0yWZwB36dHpyiBzSfKeegnq4OwV+qrH1KJ1wy5i4LmTNtF1t6tIU+MCKzsbPzITW3u5xQQ
go+1A+yDoZj2CvNHSOlyn9LqoM7+UgTfOLGlm5aFfNUUM7bbwsF057L2+Fn+0en+rvXsRwQryD61
yDdxGr/h80ON7M/GzpyD71FA9J65q3TzI9ZJfoqnRm0DGwtcH/cvuaSkUy1xGlh/sGmT0tziyjIj
70vZIy4qiZqhtHqYJ2cnIrBVXRLHGJDsPf69S96SyhIqc1pHqP0cn0jiDPq0g3/wXlQRnNSyXWMO
b9dF3vwADzxA3XZjkMWOw/kpeXAq/WDL6rN3vW1RgOBk//wYBguUfk/hEeI7Gzr3JOeGqgIKRqxR
WFDY0Syix0JHrOWE1FOUGsPWqqrwUjj1N63uFbkvcdaM+zYJQ5Irw+ghGKofQynTbRY2v+pEPRs9
wdMK899alPqcyPS9kABG24B3dpElKndjt2m7LRoF57mMzkmLNkFwNrLK0Tgo+8PHZH1Ih5cU+dZT
YnGcqUV8MdCnnK3pOA0VaiTHvEQRAU6kD8ILUxWxsw2EAyWExfZ8J+tflZvobUcJvLM8skIzr8Kr
TKTsajAHghKSFj5YthDmgdVasC7troXlaloYdI02OXTx/IHGMbsLXCLg3BZ4waBBcHjD+OggPBNF
/WaApDgHriJfTSpOO25D1JOoD97gmscpEwdaT68GT+Hs0foAojEwBoxDvZ3d3N1VAcGJnV2/U90O
G2Y41T4J7OEeyLmpOPKVmArBKvRQ1XVAlhPjTQTpDRPFIqAgrKjdaYERVkR3gG+IZwqaaS8YE60k
c9lzPDyiY4o4mXA2QGpw9lv/ZbBDkPXTajJyJC7mRqrCOM4I6mEYlbAM/bK+lILwpLKoOQdntGxj
B4AFnURUUcQNS58dfnbExpFte+npD8EHyVdugVum9vBJhmP4VVt1fiJculLtfRPvZdziC/TsO5XQ
Yej04rAxqzvTQv0xeBZLf5oC/5iGYud7XbRH+xpt0sz9PubY2TsXOhnpe+adYoBLWYEzV7w5GnGp
KOFTyorCKa04pLZJma/zBgw5zhe6HwLoZgXlYZ7KaV/V6sGz83ab8kMi+lxHpUBUm/BflMCBM5UV
FWRo3+U2Y+HMBLWSYJFdx0RnHnLzfdGA1UbLYYRXh7qOjn4+f5aMko1KfAOm86lG7Z6UhZ2QkzyZ
ej5yrWKud4kXFXyM+P+RXnKSrPRnSsqgLr1my5G72qQigp04kgCQO2BlmxI5p9cyk6bvd0HnFG5q
BNtsnW68c1s9HdqqmjH9i2wT2+MvIQhQYAVECDMoSGGNVuDaZbObRsKE2rnwjwbVnIXi+0xK433i
N9XZGjiAOab96hpFjIU+cuAcKI8jEIi1iajWRklc5ZFMv/Ta+RV714rQWskcxxg8Z+kEywfsldGV
jOB1MQMPsTBab26fotFpCAjRxLIlLUVcNBTMKIO970zIMjkoX5vlhhg+rP2nYAFL9QFwbKNp8YjW
2fX3jc3a2DvRZ9ykHLAYQgBwJAeCepNe6j5o0ktVIlPxhFwHjAMDRoA0B5uSsjVT5w7h/JmCUm/s
kPlFkcQYxJyScIKClWo5Tdp7r02OUUtnxRYFegQD8G2PfQoA0sGfSmPXiubYx4p4vfLdtUi3qp1a
MCbHJ/3aDaW/yxFh0dqK1yoNyXGroNZVS4C8MUGk9aPx4JrqfSpJLAzigZ9VAO+MsBJHlr3l0W1Y
A7yr1UJ97CKxNgG4nIWDKZ0c7Z0vku7nWAw/7YUwRuDxqjSJxWg1tubSnz4qCAyT78DUJKqYLsJK
t0Z9QeUMiNmTD5ZNSgC1zEoh3SR4xEFd0+J5txN3J0X5NvfymsYMNZKxkHtmOQaXG0aPQlWHhK7X
DuVVOz13MatsnvbelnHzN5qNHsy8CO0OobmGBh85+1F7LjN8dzbRvTZrlOKTibN677A83je8fNj/
OaaOu1qRF4UbaoGCWzjt5Astb8xHkHxL5z6awwhlbZDTUscuG9Tj3ZhA7DIRWWzHBQhlhvl0inKI
aobSD2l37gF4VXYf3mecAJPcaB9bp/4psoiLzh2yq866r1kjIfXRfNlVath5dM1gA4fJRmB83rak
wYMIt64pxJ5zlYg1wJvsHDBM3+Ys2pskcefd2A6nISXvfaJTDz1OgemO2Fyc4QlXK/o5cFJssZwe
hlpY2+kblo7iaWCAtJEZwJqghEVT0fLaVQC7B7IwLxqN+HFIsl+jBWbOsWDq8plgwJM7P/I8svcu
/JmNQ6/rYLVgo/pgJAKva4/0Zaajp9rs3LXBeujrGDT+PKOK0j8MLyJWq5fRRUdRssvRVKLGshm2
AVFbBej+7mgFmJcsb9aWiuVD41LDxpN9b0UV+FRDVfLh0RSAKDPGq4fEk0PKartw9XxtH3ButQ9O
/DS0TvGlzkE0wu96QKNQfkEbn0GPh/NkqW+tiutnT0p11an4xsetee5DxbHeI7ojij/tQRZfhRqa
s1kbAFeXL1HGkRvq29nJGYg+SHN6DA2G71GP1qchcoAmPbl8cJkaL/haLFwdRIB0SQBoOVOl73GN
t9gbSO41aCV5sZQH227GTWCN873Dy7zyMFMfgdyp9cQP2kdwLqcm/e5pvPsyHB5rPwUUmdR3va6L
Z5GrAy0o0iXD/LP3oKQ6qk12bmF+Zv29RMR/acYfNCS6ayaxafU50sq0jE6yUDCKlGNvpdBH0+oU
ny4T+4ahhrNkmDWigNkXiHqYbXHsvOG/omFkSELxUuKwBu8PqzDmmOJx4Z5M+6cI1dabhiUHKFnA
ojEFbtx/tx2A9nZR3XkW7UIs4vrodYB2ZIk7FrNSNs07o079h0F6e8yz/pGh7WHoxyfP9fq7CSYR
Owgo6LqC+JMU7K4xOB+0e+neMc3okjecYcfya2unmhOSYLZ3ow7bP4LedI6RdK7aoY3gaGfrjwr6
1KSGU868iSS2lCI+dC+FTj6w1tEQDQLA4HKGIlOOJLJW/rFPRblL8p5sJ+WrdZC4bLjxlNNP0GR9
VbtgiIHYtaOkDU6cp7C8RyE8b2XGJHIQ3ezu7JKOiMEIDKHJtPWF66zNsVOHuc3jI1Ke45zm9iYP
c2RVrBRj6+8cWlUbrzJr8qC9aeXH02vaWN7ZwbEANBYpc6oLcGAh+aK6EzW5ZQB6fVrKFeoWkIck
2zOoIqATveN9RHucsKZugmG60pbZHVmRNNIPf6DxMaRPoZuuzCX7wIs+LDfGSe/QGe6cJVBOcOgb
JbRtqux1DXcGeBvbqFm4xtZ21dXKYGcWqjHJAUgJPaNgRe5KXLL2xHebFuvRDaPvyRgPV3C9ViqJ
ytSYRXIFFZNBe8HhIqCjUlPdUdG2BxOxtqOb8jJOJ4TTFH6SXKogBR/pCLFHhIni3CcYBTIMDN1g
2o1lBAA+e5CyCe5a0gQQn+gXk6A92RpvlmYqE7SPcmrineHonxNnxQucCsCx5GiEEoxohhxnzxsT
H1r3DcAIueMiNr774684KP03S/6spwI0nqenixvC5W3LmTlcErOpZ+k1LXHAWG75UpSaBOI+s56G
8bnObAwQyBKgTofZXdGzktDK32cITh6LVNEeyoV/HfI7L6SWS0BfMQonB7IE9fMYc4L5nPI2uFsI
D9bgIV71HVSjocH1W9NeGLy4XQXFjJtouelcwojbYAaIrLroLjIfGXtdisk8JC185Xaen+u0lxdG
FNNT60LRneFdDkoyfvLcr003h4+3G9p2B5nZH3XlMLwzYT65bYBZvZswAyXT8xxLfWU/GJ7cgQQ+
O/0+0iamaz0woUlRpQVG1F1nFYN61ka7QQ3Ey+qUj5UDT8MI1EhrWDFjn8E4AFyAz1aPpAL4U01X
Lm4fbIj93i5Cu7h1S2faBr5Z7lRayIuTdts+C+dzSaMYpIfpQC6h52kaA+Mcj3FzQySONcXjY4Zu
ZGRI2UhN+KfK9ClKEG+LevwQDfwuR8/uFiKPPnkUrJUgRXBIG2y1RWJtVGonOwtQ1Gidszypv5Qe
9A7UUpiWLhOMiskp013rwSSwhcf5PYbq1RtxchFh+QBqB4InAwY6oNPad+qvDN9ZRdxS7LSUxcYX
/XTvVFO/Zj4iIUTEalsqMN/pxDDI8n6gRTWOXlqHe22JE3oDCDDLjdEC+601L0xdieKxmKqtj/Dm
GfZUAaMGD32mFlqGCL+VcfIBYzV8yB2AtlRNR8RU1WqKnZEjY1lvIcAVm2l0oPy3NpPjxk+OYKM0
pP8m2Qezag5ePZIN4tO5myYYJUa6zPgFs2cyxGTc7XtgbNtGhF/nbr7mCkz17IztWQeiZihSfsUY
23NJRAIgm/Vjck3Ov1M+nnpq4r20wmYj/eLRnlV7VwyCvMe4Ok8TkN2pcDzwmA5I4TEDGEEoNuqh
9G3qDOIG+hxyjYGALw4lRyE5BquajsS9l7xH9mcTDM5bVI3o+vycoAn8odrV8ht99XpNVlIzumAZ
MtNn9cbwN6ZOg2SAlLm0GJ8LS7ZXIEmzV4i98nt/FbKOHrHA0B3YZ/0gDnjsn8s0JYwF6sZ6DAgE
9frQ34msV0eZNUhXIrO5U2ezCD5CZSPebGJvY3vTs+sX7lH1BNeZHWIFGxFyUZa8o31P3RGiE1AI
3pDa9DCRDbIwoC/88l1UuBXDcarHGmhwNxGaCpyF+QTCd8wgfQLdMYZ1iWEhQLJOVZT1xP31iPDo
awHWpl/RkKOnyk0mrPcm3naWzUnfYOzX19E+r20C0qPqULtThdAgVSDxvGGfxzOpYCQg6RrRe1YT
sgEmHUyU71bu52ge8Y+sMjr9XiycB8OyhlPcLHkToO5yGle2pv/jx+raFsY3XeifiU0vpFCJWpfz
pFc1QKNjZUxkdQTRtQbwerEqoK6oqQoGmgxRGwtKqmODjuMa5qMLzkwX7c7RX2VFEKcMTk1fsN67
zab1m4atnkBuN5JkFnKcEuS5VWOpD6B0YH3FNpJLWjKcJdDX1SNgLKa5RSVJTJBgMxWBjjM9fopU
9Dz1RCmnw7u8nadTbWb7LJ6CM2R9y+rQjhtduQlKml+2F/UHIxL2qq9KZx+3ccE0JO9Pldf/oh9u
7kMHSDBGaQIhGbLlWfXOmMwnzoQwJW1greEUtE3slCRX3zwXXkagpqPip4bm0qSZ1yrcC2djIEhJ
l/1Tk4HxUFmCHEIZ7pe+fA9sNz8hgyUEuJisTZPW3kEtdT2sjdXQC+cwYe8lNALXgkcrHM+tpI3e
cHIsgrfUAF/VFXW5b8wU6GYNcqiIb1ya6sybpfE1QOhA5uHcA6w6Yb8DXOMCCWGd5TLERrbCCOWu
07RzLi6qnGMxFg9R0FeXspR0frq2vQsCzpx+ry8swkT0xVl0nwv6IILempANYeld/8wJCp5VSQBY
kHZHJ7TlxsXLz/CTyOi+jfazWSCngD/dVMHGKJr2TgXzs8WkbOlIBSfLJtvKVaSW2SEv3FhPlP8L
V66Precmg4bECndyJz/DdDO+q9G2wD9VZGA4tPfSrQskcWs3HN+SyvqR5n3OlKP81VG073Vdxmuj
+iizLiXTHHx14Mlfo7e0uuwkJ1uHvIFwrDY2LsKdG8Y/bLu8j+Wtb0sje7KZk3Up5l/FVR0Zpn+0
ypQgtIj5S1HlgKv72jh3nuQgi7VwPSelyzpbfDDnpcgqOL6At2TfHmgWhYaksVDrq9N/p4exlhxE
3oLxOPVtcMosMrQsDyB3GzZMRdOi2WLgB0LlvLeBNHfCTDPiIv0eIb8FYmZQx6aUigKdpYRz5GMZ
f1pBWz2arjehhgjbbVlLufcTPpnwgFb0HCMKagSqEbaRBCAyIsnomEHXBfEqzkk/PdYQcpO2qcEu
EhMifSjZEIsiOgnIsEaYdEnFeUDkNIOmzP0ZW7Ro3AyK/wz2E/jpsPI9DXd4iJyTFxo/cozEJp7W
HS1H9oNhCs/a4c9zNYk9btn0myJ2203CyPE+moAtL+geOrSgQ5vY2QcMW6BWEeUeEiExWdUxNHzQ
VrT9doP7zZyM8NzoPsLAOopj4N5VNFngrGfaMB4TCxLWaP8fd+exJDeTZelXGes9yhwaMJueRWid
ESlJbmD8KeDQDuFQTz8fsspsqjjT1fvZwBjJZDIyAuHu995zvhNyB1hkyQx582H70XDC2EeS+ywI
AmL8NDoeA327VqhIwD9JpyPUYbnkg/tT0Vuj95fUO5oXyZGZzD0KlHORDXlQQS9+5I3zcCMhb3Kq
g50pk6vfD2Q7Jz0hnVnQg/ak/sFxxhvcRhCgQu9AvyX5APB0mwc9rnKaYKlaxmNd/ArTbuDAlKcn
C8J2nbU5EOy4OZaj+7BLH1x8zaI1ZzXjvTVbhozBb6Hz+NFxXNNN8BHlDYfzwSYrJ3OIxwqNkXOA
/Zb65aHQ7XerarNXRUtoz7gMhUdv17dCN68cqqbjKEjsmsv8veSMNMnOhs4F8Qsj+DbyM8o0JUlB
TwbI/RkN0ynAYF9H00p2ljw1gl1Uw43bGTVB5EmbUQoADyJGJT3VAA0uSOZ2i5B9C184eLSyAls0
KrGbpvCbj3BtLbwY4/iI9wDrll7nFXmiFqm14xQDmaIW61LabxlYBBoNZMI3NjXNXJHJMJvsg77a
FzGzmCmDJEZrzL96YbZvq5BSB38573H0fMujnHiOUFtbp+ZT3iqLDo0so2shxoMYnfCUc5Y+9hCO
8Y5Duvat/Cb73DiM8Y7nQV1upM9T5ZfobSZ5C7EMyhT/hBUDHC2YUzKCGlti6BxKZeOaVi3MfgFM
yjZndexKwiYDLF6bQEQr7CCwR0fvS85n5V6YhKlZrTyWKKieCmXcwMb1R+1l7S2MY9AHSubXgc+l
tEfz5BYVYpMxAoSAFk5mN9k5et3mLnTWSPH29J21b8qc1aoU6fpz4Qf+i17DUPmq6kAbsnfckomj
oqjVvYrTJ9ui6Ts7/SYHJLxAAInx5r6Eo63EQWX6Sle+Jmap8V4ij+GEbKyXquSMEg2Ij/qMyVCf
ENmXqvKe+O22r2rna0CjZY0ViKeEv2Nb1oX9LkCH9b861TmvtS26e5B2r2WLfop6mEwqO87f3Vz+
qjyv/1WRsOy5U7iaG/SwrkEpnMzTpTc8+9haI9GflrOfw1F9ZRss0SBa6Tbz4NVpu6E7rif/JjM0
JVFckc7RE/Zj1vnRYJQeAcltk/BZFjM3kaA6nyobKFyPQxAlp33rGvaPKO3cp14RFyEBEVS08p7q
5TIJQLVZ24x3Zxws+gPCeZtRja/k8I5PLlxqXLAaQ36flE1G40iMplrSHFO/BpYqEBQ503gfQjO+
NULA3quey4jKF3K7f3bpc24CzAy07yUwY1ESOhRrn0zC1j3WbZNgAsDbNivO/TAg7ZRDLTq4CoZC
R1FnDQY+3jj7ZrrmE+5kQj1C2slWg8iN5f6bb8LPtg2w2UkF1bFLmiV/HFI6VVJ7cPA6vWTF/Ftx
fydBX746obYPNXX0KuOzDM9WPA0jy0/qZ2hWZxJu4OtW16JZhC1OoBmtztG5aBRTljm5YGjMbpZ5
AdK73Hx2gYAkfHR5XD0NXgX6v+euwzEEYxi4+bV3yvZmtflR1NWL7Rq0n3HmHIOm4UDTwdX3OXGZ
YWy/wTR+ptnfnfpAbhwsAqupiqMXNMLvzhAMKwGj8Fx7Uf6wWj7wYDgJG7ETOmR0865hCkSvtzDo
jtIqLsxoqbFUfyhCc9rptLMe1fhpCnY3tc69y+jF7U0LcTVZMzatBu6cL7uIkdO69eIE5R3apoEB
lpvDi83Rkz7HRiUeIdREb4/ZKv+R0Z5ae6No721/r7o8v+SYCyg8M/MLwkQM3CZB7TNjhg/qxX64
RsoJvtppVzH9YVOEcCc5HfpMl6D50bPU38uRiHNmmc6pMNtvVATibDXsCWFibwV2cH+YqnOHnpx3
hcUpA7l5H0b7tQo46zmmpEOyXAIGVCA39CNl/75jg3iYNkBgGCEnJ21REaVmcu7h+6+7Gr9R65JK
EsUDdy2XuKPeNuaBcDCt932fmcc6dNNnWMMbT9Rbn3URNmFP4iUNjAN4xoGWTHEaDGyBKrTj9yah
7RoXbXThXS9xMNY0oJ2s/JZHHESAdSSPotTWvmU6+s5sG5neg86e52RPVoHgruhOKvDVe6GX6hm6
AChAA9vQ1YnFW8RA83dl12yBvnv3NJ2+vhX81Ciwb0yFHtnAYSjoItB5UKI2lS5u1dwnnJ8o0atM
iaug10/esH7pECjzupbJh6xp79QBfrFhanaOOdlUtOba5RDaF726qixvNgWqTOZQIYtw6kb3pvC+
B7FX7aXXv1hG/NRIBLc6K8d95BEPmkX8N42TP9wpIOsn6ismwUNKnySPDmUO+Kd3pv4x4C4Z8B18
Ie5k2MP1fJi4DRmUkLLDZxKXR3TE/bfzWsv7qfEpeNE2q+hNfV5S1/RvTuyIKzSmTbwxmAd9yZ26
OXs5N7yZleJL1/QakZoMzvaAvE+30t/nRl9cCchAu+26hJ9yc9Pszd4RUxGxBEd41c2xf1RtTLjy
EKq/JkZEU2IKQq1BH6ggdE+WPWsKOQ99Z8uo3i7sHwFSobeWFg6nAbde+37QoKkYxudp8qqz0UW/
RtpBz0lEnJgqESqEn/2qEo1pqaAkf7avvKYtLsH02/eNETSmjbITqIy5hnBHbGG3uA6S1H5z50Eu
2d/2qY16+602xT8eeor9DlrctGvyXh9EhSw8L0eiToYJs0ARfwMCn7zl6jlUYfXeW1H8PNgDmos0
fYSDNJ4AH+yVjF7p6kyX1g4l8jxSfbMyku/m5yxCj+rUk7ob4vt8lfl86ULXp52STa8ZNFoDk9m5
yRFhUObYMNuxRMVhU3+ZI0ZYmAvUCW8m/OKGnkOImg2wgIatrSmhXUTY5SIvn91m3LfFEOAvycub
O+GDLG0muRNS820PWHDHdBdFJSDQm1UVv2k1BPvaEigYrME+ciLnI8FhYzUWDPijyWCZ4aS7Ft04
73RILcvZerp6HPjXqhp6zneGeQhNp3vqZ0peIPfW+8TsodOBfuaJ/Z4aQOIz8pCtzuRwKJGhrZou
iy7IvkEWeyED1qjxnqCIEglCOJuOzn3Mgbdo9W/eThqEcdtyI2l7VxbZshWb9p1K17lTVsILndxz
YbjjthuJMXU+JrfIXuvYaF45v8UrYeRy7yrOR4CCCTydOzTlI42ybvI/tC30GxLbJYW+mB6Mdswb
OT1EqvvpFQuHywRy+tZ4nXn9vBi9ybAHDyT9C77GmOzQwELdBwnZcmGTn1Drmc+Re0q0zh6qjexz
VJD7VpuUNZ5vv87mSxca1of5I2/1DSB7/C4NK36CKPIxeiFJLq5f4W+Tw5Nu2uGpCOYLDtgoPIG8
SclypG+wKyeOqDPGV8bEpdi1ddN+Eg3OIpvZlW0Qua5KrLt28u9piPZyTJX9gU6K2M7opeupSFLP
jHcVWR1X2ZZPvtMbTxQMiIBkT49nTpuzGRunVvHOA0358GZTH5yeiOPM779SWZhHjGP2mZYdaSqj
SYLRiGemyedyG6IDpXGSOd5IqSr9rRVHNQlfFszwqXmXdMXJrCu/544l32Z99zpZEFQKNnxu9a9e
dc+TMoPN6FTDkuRx6ivbBR4Xv8VhLc666Bx44IRXsk8E+8Fy+r8bLv9/BZEC8/Pw7f7XINLbr+F/
fK2a7J9JpP/4R/8gkfrm3wLXtAI/wLMfYjQGPzH8arv//A/DD/9Gux7nrRM6THc/MaXMPTv5n//h
uH8TsHRcAW/UBEq3uETbSn/+lfgbaHTbDU0gZsyI+YH/63/+C0ik/ePxv7As/7AhOwEENAe7ODxJ
lxXqT4Sg2Xt1L0RcHScR50+AFrpnmoOrlDydgcbZBrD+TPQQETZx9Nv1svgw52hc/ulF+3/gTczF
6PtPAIbPZwFjAJhowGtBK/5fTbGcGIy5xjt+LHPyNxSfpD4srvQ1zJs7k+HFCssiwQidNZLGi7GN
3e73NCq5l+5McWuhiv/3T8n6wxu8PCVHOJaFMxz2oR38QTTCaWD5KiAiElwJkr7cALeADRW2kf+z
6FJxp1lzqKu2w9cS/+WwtKy1i44SbNOqdI3nCGXKVpeD3tsuQXdZzhzSB9a1xgDhrn1hDHtl15hq
KgrBQNEWh3B2MIb2wBYVnYx4fPv3v9Gnmf2PFxmnJ3cbbnMfYOQfL3JtiHasWiTBIpwF2vDRJFmG
ExeCvbWtQudgRZDS2gzxgKnICy/0iiLbqzp1CcbyNamAu5QWzRBLhP+ND/9PnMLyarvc6Da4h+VD
stzv/0we6toubYbAx03CkTcavA394fxYCW/ax0vIEw6Maj3Z9Vc31N0pd62C+Mf6mHto0ewom58K
Tgli+m+f1/91Y3omH0KeFThgbPJ/AjBSQSsFmVR4WATzHV08NjW5dnEtrZRZXpAaLB0dgE5mme6t
GN53QduzKgkGnN3ZvBb9fwdI+RMF5LCECBsKEAxj3kvrTzTG1CLxiKOxJ0HNHHZuGhmIBXECWYFx
DfMEA3l0zSw7ftRDnr6WpredsPusZ8dLCO3uEdVGaryVTuXjvDEwLYy5c5rs+FhWs/hoFulKHzVX
QomWhAjDJ74R7N40mhePGaejnR0Or+Zqjk9pQJjDaFSEtCoGlcmIdDFAXNBH01/EZlFHwOXbtVV1
cVqfs7dqj65dfZVdZ9HjtvNVnpoH22hvTMqMXVU1060pN8E0/aYNbm2FJG939BV6Swzoq06P1IIh
Sps5JEpqKDE8oaR6/fefEgvsz5+Lke+aJl/ncy9CYf1JJSgLog/SotMHC1Pgp2LDjpHYwSM/W6nd
HNOaflpGzX4fo/GGEpNRf1aW91SWd7RO1EgdKQqlaSxGueZXUzCXn2peoEn/HCTDmpHx+zlb6ngZ
+T/UonkioiDk9SX30XMGTjOG+srsnDlCEK7z0Wr3FSOyEzvyPQusV1q6/VEu4A2j4fL5p4xe1qnz
9L0PvRoTAyo7JoTy6fOSy/BmRkF1HCozwq1RnclYeOZt1LccO9uh7Vwmp8AlwX080dLWd7yr5p4z
j/nKyWFpx8gnZknkF0zC2HLzzJuWU5eFThfnFadz4TZr01SMnStCYGRclUdVpkcHVeu1W3SClvvX
pK0SbKgZX61cit0M+ePIBrcRnsYraRNqK6wmO3xOfj2aJyl5SFV38QKefVfnydVM2nVBGNWjSD8m
A90IW1u7kuY8ncumN2+gli1jmm4gkPBw1samV8AXTasML4Osm6PjVv4J2bm/wivPWawhpq0TMC8G
avuzGWj0JTJpiYMCktIx7DIkycJtrnY5xe+BVvP3su/fYHcHp8/3CFB3s66lbUJza7udbYuvrgxN
gjtJeBwBwVxoLyCON274BPD6GLl/YVc9hjVFt9+hU8YVc5EmVSb+tOQh0lDSwiKsAXH+3mAu9aIJ
52JlDpbehrMDYBRfXORrtxqV/G0wuFss2l2Ln/ICSwL5SOzUj9BLSOO1mbhp1X1LurikB2OWZIPr
dq19h/QkdzxNi3fRntjlU7LYtkHvWPwneXpxlks7CfsQDfKWQftacAcIeyuTZTYYn9OB8CzDNZOn
Uch4l/bMk2ctoGt6DT51ac/3qkwEblqFBjhNjvWkv2Okmu5ImMd73xXvYZadZ92R4WSO9jOzCcyD
g8N5g0e2I17LeeRFNqvwacJFSM84PNH7Oeo49J8+L25Mry4MFo/Z8rU5LIO//0Xm8nvggMSjuHxN
psT/sEJR9FjVfPn8ZkgoycYNSrIPiyQgqwrpMtFn8aNZLjnGePrDlWTMzMOpZjGlRzpencZDTc+X
HNqGhAWbp9YuSIWlA7i30MC8oEny93HmCNAXDvzS5SJSuC35RPDL8h0yEPqQ0w9B5nP1Cd27f166
JY1scqYfn48KAo9u/Hoc1E3W5rZXmAtl/vJ5GfvoazD7JSW9Ha9a3Y2kGKSCzODOIauhKE7zSN85
zAeshmPYvcQlzv+2my8wWk+ptsN3ojkQZA3t8GJX/cas4nei6vzDp9lMMytbgXeGDauh94hwyXZr
qXL1TAo9DBL1NcBVmng/hyTD0cjoqRB9u3Zy991EEA67pvCPpoMNXdeOv6mt8Ude6fCOly73rW8B
vao7ZtFIT++oCs6Oh7VAyubg0cEsy5h4XRp1zOARi2uMWXmUMkFJw63RUpws0nY3R4vdIgzYJoV7
wagerhK/WcREOXnv/owwM1gCJuph2udFNu/iQYyrPqVzJlTy22Jp24WKcYtLHY1IgHWCya23Johv
0dZLm/DFhgGAzItvna3lzmHxPRQpQVkNflMEB0RLRSSGib7YC2Rt+Hytt7TzGNmQAnH3ZPlIxAD5
1fAIsWOkPC6mNfwpJSBOpqpREOPkgkv/+WrmzozuDTMoyiH7qDJUp0n64Wrd3UXnbdJaAXlZ1qc5
D+zXiXu5ab8EwmAyWYS3wp6H82KKXJvB+OJ7A1oN9wzrwN3POV/l6O5t8c6oEz7Rb06LQtZJ6LVa
AxXuwCLhYQ5x5jBct2ooQA7PBxkE9cG05brnB3yN8/nFQ1l7QeEcbkuMz/usROg7DiEa78Q41SSZ
mC2tIxw7Z96/exAnoM9i/+6reVxlgnySmuERWdr+wSUuYIUWZ605Cu/LCCQu42GaioE97eYCGQw2
+gp5TYn4BqGMMMqG86reMnIt6DJgkyRSBgNk0snLiHme0LPh4sRbm7ypm4los6xS42OGJMlkazNY
cjoESZ4d7ETdZk30KQVZjiAd/ZFjyNM8TDuZ9R+o8pfI+uhVQF+KM+G+ZPHE+FyKFbej8R7rOEBo
WO1DDfp6cuP5HtSPxk3JLGqTeOerUfHf0+wQXcDGSjs2GMkBkBNjW1Sx+ZMoAg899HxN0hQviByO
jBtdOqsFJ/CYnXVSVXiRyzmgIC+lc5uTh8LyNLcgsGiKptUPEVRE8g0qPdhaXevcwpYR/mIsidgk
sr9wqMGy6ja/kmWMXwvmOEYXPpna9k/uNDO39gp3G+fpcNC+PT57zmyiHnPYjoOuXjGlIMK0Gxsy
6xfhRuk536s2UF8TX773ZFid7BbP4uCQSqnzAuyaadvIgeLmpKNT4zVqHzAmI26pJza69m41Lnji
TFdlW8EEbYsDbMG7mRbk8oUbpRS5b6GaVt0C9PPTFJi0HzXHzydvdHH7UDq8VrEyTqJOEvoSlVh3
RINewyLbz3FhkmL72vc14jcUU0e7Q47FaZlRVpJ+rck9ui4JGQ6/2WTAfHZSScSukxTnUYKxD1Md
kRqF31z39iG066e86ZvDCAukNdSx6plW9OOvxi2r61AFi66t+a3mAAgEQVfH1FUYKeqjmdbGLsBM
cMgJmjyxqZHpx5tHpAs0Xi9GjSEz39+0LUuhjsYPq8fjJid+hSxBdJYZlUHUJHfT8jO6iBZmWZr1
njvoaGtUp1BMbOpbAshskvriIcPDG2MzYl1hEsbopCjrbRQp45IzBAGy4WYb3fpbbhPIuVifUu8X
5I75Tj/QSnwfvWsY7BvaXbkzBSeNoYGQ8iDdJ/QqVou6rA37/FVjtDFIQo1VU59x5fiVtF8bWMYB
JoVi1NVHNA9q1yXhK70vvOdztNEDZFeeDmDAsGx2gRekb3oSvxs3hiSJMf650QVPbrK/970xr+cl
TsyEBrSWBnqvtOtxfCf8P7nLRxedIltTl9681udsahfpwZAj6WTLQ6378cLOwkvcB2fZsUf1bja+
6KI4Zka47evBI6xUDmfluczyJy+6ckxFZgrb5ospo7sxpP0v22/xoItrAIFibTlkzzdF6Z3BIbrn
sNV6K3rrRNYEHxC+kgyDdw6sHCHlbGfbFPcYg+Xlb8BP8a+0Ojd9CLGm8CX57MlwaXSsNloQVFzC
jz57Pr6QRFImOY3FQyP6GSLT2Q0D4/rELb41FGT0Z5P48vmnz4svMT8OwsfLEFdYmmrhGOeQ+VJt
9c7p81vaBAVL3RnEYoS//c5KNr2Yboab2qe/E0UWrEiZ8+7VpGds4DTPK5/ya2IqkkJhrfKnYE6+
ijqddoa4kShYPZz6PuaedzdABAxVpJ5FbrmHmg4OgJ1JPX9+TbvI2mJCRvatsg2O0otsDDjoc5XJ
ddB1NZ5JHkXoBPGsIj3/fBgf3BJ9Lrdxuam9Itl6sKO23DIMizzLfmDGA7CAdIZsyAmLFN2WY03b
lnz7JaJq6C5YU+oX8tfXbBvPvhnEp2qqi4NDIvq6acz6EoTZmxkN/sXsgmPgEJfoCBXvRCzNZyTJ
4lku6pSWJxh1Ie6+QVCBWfGW1hRaPb18fKD1WMqHdRZXl4D1d+2GLrm5hvFktqE4TRiZT8NcEdb3
+dhX+Dd8R9Ub2H2rlALpbDBnWltFPq1bmmgnx4ifbU3Y/WyPwVnJcTj1HOwwos2nz0uVB2AN/s9j
OU2SzxvkAIvXmS1z8n4lZotu3jx4WKoIWXQfuULD7y9ILc7l5KaRu1sUKtzwL9IzOerNfmzrmxWR
wos894tBQjrHMFESfg5xBAv7tkwChlpxcbF0/oVgj7+iRsRnAw2lCFMM7QW2tgog7DzFDzGkt3BO
bkR+o2CzXjnhHVJTk9TGU51Mh59dmCyRdn7p2AUCdzAgPI3f6lxm69pKPwxBuuksbKRmyatXUno1
9pG85l3PvBF8CuLxpgh/uLPzHfn2YQj6N6NEhNnPXwvhQcjBFLaOX6XCmd53abVHVk0FGGAaHdoJ
b+hwSJ3uweEEhz87TE7c70R6nbDqjcLGa6bHOD/iab1npRftu2iJ78SeYpaQfqIBbSce04vhTDDq
2k1b9yfRiu+VfuacH23J78VeOXKqMRvfPKZ2ZK3dfjz0jpPB82NYQ2ZeuaoZ5yYCCI0I9C8yFRgW
utn3MZsxTPvBh1V53bFUKP84oQdx7h1ptaErAbpBT+nkL8vl56VwNx5DzIOZhr9aZJZ0ZVtC2RDL
BUgRHMd9eMlIthnQMasipcEoVbAOHLEb+gDJkQ3EFvzSIfWMZwO5OMrZ3t+OVf4XzGUO8Ut7hxTL
OgvesW0Z28gLklXdjuHGm+YQUyMxnlWSNSu2znXSUw5Vhfk74qVWQ1RuZoN92zA5CHRZ/T1jkk5E
rxIFkPB6LEhtA2fMlPgnC8cTyxDjK9sKGcYgOioHvz7YRfV7cEcHIQiyM3MM3ffYs29h7R6rpAvp
gHomq5ZkPhZK+40BzhfIf/kpUZTAThgh7AgHNPx1e25rxTTQX05fZfMtKSv1wVtyJRrvvan7ZJU0
9XdvUcrlXo1nn7Datdfn0TqRmIpd1hCK9uzs+CZyytymYebb8ob2APmG1dw6Al12bWe89yw/ZULV
jvs12CrF9hVEqtkwUmzWqF3locuNRZn5HM43rbCLtL5SeGDoGDbom3VGTKaHH1Irz9r3JpyHKiou
PaJjiqU3LLbiAu9AbbiFsT6UsFS01ZydumvOTItyQECwSExDwOV2u28ljaPVELSnyhpR4Dcm65cr
lnA8/y5pUJeGhwDoyFRbfFdiqFFR+s4ZdsYEbrT8VnOW2mfEi4jZu0LoSNaZa7qEO0tzlfehu8uG
nujV14GmMiiNFB2JgsJX1cmLj9/WmKPgwrvWr1OXflIkQn9LjPQ2SCt0kXr2zk7Gp//oj0RHg3HF
ob7sG7FhvYWTax85KFyqLEZt1/Lscyd9BN4QvYHR21VqevdDIjLLGIY8LqWaRnVT4QgH+WIO2cM0
QtatMa6Qwq0gxczMnQfEsW2Eu5N7emXH9VNftTdCyRDKIBTFksmZNhEAVue8Pgxtba2jMgpW9CaG
LhtXRjXjoAVBcyKAln2zYFQY+fNb4AbqtLSuZ5hA/LE1QRqsGD6ukk59CzROpVG8Yo0noJtpPqtQ
YJ5UkVsnLAveWsFowPYPRPKvlGbECSvIWK56yw1On49Lq1/hu5NHL8G5jvi8OjXL5fPh54UsToyk
/+VfR8r75+8e/LDFSixfAqxDJsLuuve++lmNgs0hfHPrGURwT2V26MlcPjTLN9CZArS3JIFjr2oY
tG466denz0ufTuZu+impwRk7jhzWLlGuk2NuFBy9nlBj1zud9GhkFTnGsE4IGMPVrYrvE06ylWG3
Abc9RJTZemqLUFNpGsHWzxryxT057OI4nZ8jYAAIC+diZw7xw983sHFeEr9/a0RAaO3C2xCuS9Qu
QPCxaYiiJuze3qtw8F90w1gF8MKHGIvqNYym6pUAG5JjUeH2w9GovOw02MGEkDSpN65PYmoG9ScO
seDVhM6gMcUU1BmKN07TyZiA1TiRQUe7KwBIoEk/BZAkaK46L9g+cABkp7Caf/Jm+yzZhnt0BpzI
yLO7TaKmL9bQhbdBErabh56iUAS2PLMbN21FBTg5m75iDi9zOit6EWm5aXsNyD3HwV3uQ+5kYsFL
JH9VQoMICN6apFYL0uUXryiac4R9bh0l6O1b5mVYQ8ubbVbGuwqDYedzRjjmzLAfiDiwn7hz92PM
JDK2bo98wHnxfYmzS0TlIZKyfK/K6Iwo3fiuI7p3+M372wh18cYWTaFETJXiMP49VvR4dLIG8gZq
LZYPL0r8X0SJbPqOPATWmKc8svtLGacQLMV0qJ3W+6tYhOtOh0PdFzTScy2fw5GBTq9p8lJQ+5sq
brOjZQzkYBTOfCDIYCYZk6UDYYvN3kKeTEhjslJDiowSA2gStqcWB/+qk9q7xTUYD5oJ5sYgpvfi
N0ZMtG/obCj2f2MyOFBQekdv0aLGfvmUmb35SrMN2a/BFl+E09mlgpvsSr40uMa3yyO/ZhzHDNy/
dcx4EWnMBmYt3W2dqXyV1AjrVFMFx02RQAkmdtARxE5H2Mc1J/PHGF8nHNHXtMH8IwzvRxMs7t9v
5dh1N52szHE0VokrrLOyFS8Mug7MnyPOdVhaYGyLK0Sr5GLmuHR8MZ6ZTmLS6KcrrDP9sFA3ZQ5H
YgdZ/6fAMRVwPC3JJmViB649/axbNuM2Fgz4g/lnWxf9wYmcdGXQXMUUgO8KTHx8aLAwpA1Rkf6Y
tFc7yIbNgonxjFmshgzPqdYTZNuOI/rQmLfPtlTo4ucA/f9siu+17ahdWVVsYV3wxVO4YSRioVOe
zC5dDLXTqP0P0dgw9Yznd5Sw5cGahhferenolSE1EFS1XWmBzfIJkCLwWVsAksS8M7nBWCJyoHUh
4dR0h9EZxytpNx9h5yN3ZYxUT0Kf+7y70OZ0L6P51dfFU+m2zUPOJOSW0OCvRgEwxGFLa4Z2xJj7
dQqHW1iG4gI7cuvy8mIMK7/kczCc+yUQ0Eq9WzkNH3FpVHddI6CRoG9sgJFrMTKyWWz7ocLNniED
y/CRP820tmOfiY2DYozw6lqSF6efZw/KR+D+rO1xW7q4NobY4LBNahoW9HKp1Ds6kwY+vB7p14Ct
C25FvBmH7ocYIJ3NsKY2bT9Whx66bbfwaEZ9lXVvETdEJ82Yr0MduHt7amz4/wouwdI5aAty5aMO
azvWvkPjD+Wxz5CZJUFt4u/g5XAc55YUAYH3bxOLsht1cAj65jT12Us8WsktnVDLZx3po7Ujtug/
XTwCqrpGxNmEFJChZXkHw0l2kjCSk6ShN2gNwKel/KdVDGHF5iA9iHQH/rX81s3HKUkQCzvJzUPU
suWQ1EJLaSLxlMSchHwmT3ABWA7tpjMu+FP5oVZ8H6C2sM7P18ABLaNbTS4dRcg2Ziqx9mZePw62
3lnChwZFF74NY1ijsmpA4zal/eY704aFh3+kOncjkXH1TFRSC9k1CGkbmbrKU+NU6mcsTfpLP4kv
eBCIuSnnci9N3mJ4L+YehKo8xlpOa8l8fioYjZkpAIfK74l8IcP95o3MgBUHv7RzLqDb/GM4Vu+g
J+QFCl29nkq8ibmK7PVUtDE3oZE9An4EJC9sP5adRnsh90Df0ET7B4zSxbntZL1yw8k7k+6zjjoa
R1kPEoAKt74C61yIgnRN3cq8JtJ7x3isD6xV74wqwLqUVd3uxuVoYTYMfIHH0F+yuPuggRbrcBqc
1YhNccvuYJAwF2c0TiJz37P1npzEmk8Kts3eSaaLyXHjYi+XxGJFhnl9jgZOhEpA49CMpU6Jx7AZ
fsLrUBCkF6VGsjHqM53U4hzbpbluB+N3HtU18wnwAjamjicjy/Zu8FW4k/vaGo33OtP0J1XrayL6
7urnBNS45OT5gwk1ZE6jE6/ITJ8uee3A2t3qemaeR7LbJqJxdi5ypzjLOAfL18TOGhFYeR4NiwKx
GK9GypFPCsdG8uVpqCJx8stLYc1o6TonT+TBMezei7hicmCm0dqDEFOsPDZ22q0Wf2zyeAbLQuZ0
RMti5bUsGDzB8VRCQUb83pq7sY9p+vkLHAuxaX9M6Qs1+Daag9JtDRDAxYGOloJQdPYXFFrx/+bu
vJZbx7Ys+0W8AW9e4ehJkRRFSS8IWYDw3n19DzCz6tzOiqqKfu3ICAbFo6RogI291ppzTIkrYtEf
QjK0vChhEN9lzVWS7+j2ej8amWjPiQeZ3O/n3HtixvC26EdcASjQ5pvHspNwBqNDiVf6cGQowF69
bIzsoM9gAWUQ6706HCVSmlZGxAofZYh6sJHGx3C+p98XP3FO0Y1dQlv1ichsFIRkVyU85mcoD7sa
tmqyBH9ugO4bAIlMcbIOoYLFHQz6rNKpQE35mlUJl0llJswofsSVO9D2fTNEK9gf+xhgmVln6dbs
43CN7L5bse5NLjFbGs3YtF4m+fQR6nJAhZyal1YELNxUwpsvTxk2Gy1zhUl8Qhjb2mnaklTIB2nX
d5xnSpUvsCAm+Kyl0Il7c1tkajZPzfUXExIl+/2NLsjBc9WINOwGiCkq7vIw0lsLkc/XGCqEY/h5
7y5CaYvdvnobYJFOs721Ykt6EIvA3+ORnWWcnavQQNl0bPVIJhI/4770pnvK9IBNaGbQ/ZvBc8w2
JTo7y06W5mTC2nyOMgxhIXmH7F13Q0I/oUuljShW5bEUCGRTKzeOYUkNnfCjBu2Xmmf5CtbM+FzQ
nqa18Awb+b7CSZRaj+PhcWT4QrFU2HK4MNRw1qWpv07ICrM5uDni6/iqVCXgUtoZyzpTqlNGZTqG
km8JMu7qklYZc6j3Lpz9cFw3LIbx1S6IxGcG4NjRMuY5HbWbR2eLso9xp93e63MHgnSNLwNS94Ab
sqvy4SUz1Z9FDck0ShIBBnQjoTVk15pN0oSMnkUYeL/BOseeTh2arx5ZyuxgEJZjVwIFz5hsVhHW
iXahq/up1l+Aq2NUEUxlH8rSS1yeNOb/F6La789mJdKhzu7iMoxMZAKmUG2UHuMMbQHuPn6WkTX9
dQ9TXbV5/BiOCjKrOzGyJEVzSbhH5lpWTH2yIRyUm8dNlvU3kO0ogJFgKOa92LQ6wDrAHcJ/3I0Z
a6P33tNszsFyc4PVMN+Yc9n1uCeAMZutFzTAOeUjKzJkIImEQEHBTnWywf66n901EBSVHBHDsEjW
/t1PN1kv/n1jGncQeRqM0qYU1rXcfscNRsVoGnmCfmYWNjP98HGP4DmNNVy7RbqKlrijabb56y6+
0RyWvsQL1VmNwlpNCevJio3IRWszzTePH//cqIREuLhoaZEQobd5PMHjCf96qv98rFKQGetBvkop
wCaMu4nvIvR9efxa/Hjs8QSQwnhJj5fwjyckMdt0ETO+lPRIN7nW80UsorDc/PXz/GAQkkXWI8og
TUKG1UReJmJWinxmd/nmce/Pj364YKMaNOyV+I0/jz8+/n889ufHP78nM+YhpfE/nzkhdpjeAeEB
j2cI/3yLj58Xi4Jv4l4HGw5+gcHlXdmg51Y2SY/o1m7UFEEGtri+N0xah5fHLyyUT1Oqi/WgD7Dn
TDHNgH1ydOgTlA6altz18y5jMsy/PO6JoVG7QtR8/Xno8bgx/9rjXm0a9RIj2/rP0z0e/+s5AQNh
PCnQz5HR0Wzo4DWbqNb+vvf48fEP7Z0KPInxIQNMMRl+rpsCotnY4W/AjlttkjKtN+yLgFnLYP/n
Ayt8HG5/vtYkhqTPSfU4k4Z7W24eN9D1y42iEV9YTvfZW9UPmwdbQqI9T1OPH//cPB5Lw4nKEABH
FDd+AZsnzd3HGwkiTpLHDcBr3HJxNSAXMbKrGXVIndALJCoDZHQukJTRNYG9kePK07WisMY77T5T
GF0jBfuPYcaKjeeFAeCKcfMygk7CJVrz0rL8Tu/hVcyysxzTgu0Hd2SUb9E6X1gT/J4FnD42aNLW
UCnxRWy6kHhyi9HhNblLx1SKMCmO8bdhUu8wCL8i31/KKQiisuWcXmT5zRjldQfbnITuMFjWsrxX
ONxgCSHUC0rUR+pA9pEKpz0KdoESeOE0N5vhKPqxFm50XqDVW/pYf9KLY1bOYNRCABaDkyJ4dlmj
ybDquhndBv5OOpa4y+nchUlCpg077bWvyXtfUSqAvfthng23DdRpLToKurlVxhq+igYzvGRG2o5g
bNubklRPdMyWrX8F6i464Wh8Feqt0SAM5I25roP4i9XaYQjI+wkgWCygdEXl+DVNTO+VdNhIDGaN
0TSsoFCvUq9/LGbMfBrZg958GQ1zFgxPsM5E5gV+HeP7HpnghBLFApfxO0nTodpm4CJjBRSy4Lb0
gPbwlt6xDWPSbRMs+9KwxmR6ipjcQCNZa77/dDeYJwYjW/mMuAa9mBPKHDnBosA0h4aMYUheTwNV
AUEz61EmSjewpl1iXJKE6HqZT66mEtv4UrfGGAj3pB5DwoeAEWam+JZrS8mkzJJTtvhF5QMR90/3
5pDlgNjzNLYx9MGuYV/jNLLdUdMmtRE5bL8YBAIOU2QRZDYuqaEskf0rdCUl6b43K5nkBMnEdgVf
CW3EmRbVnvdewyrD/YOYKvJ06HkDKF5YqZAsCi174ez8hf3ZTPRJo5oBNxv8tRJwcImitPInhRkG
eCj8VqWrtcInBUTNKSuJlcOxHTnsD2Hp0eAaPNBxt7GRM3rS90/4EiSdGIKDQtJ3J1WHmZGK5LWq
377mO2q/KeIFWOCGz7itBMn1Jfgy0D/9ZQULSkHkZQsodzxhUcZeEzbDVUpIRMc/PrrskqHP4a5w
qjLvVjC0TVvBZfs8EAyZ9gKYaTNEDZCm6vNEMOiJqTpQaMqGx0NBbOLG6sWzkI0LrkKq6dbl9Cb5
kronLU5f61Gc2pFCu2AKJH0dqIP+vGjDkgm6L3jMFfODTDDLgLp4bVIkWpCtOUHlu07zABwTRA/J
8XkHtVJkJ0XLpsvMOMmrCOb/6LPjEThsTDR+6FrQK8mM0ehM1N3zQETQgcyzKxeK7vlx0wybYaiF
S5Tv7j7PFJXyd0ngLDWW3z/rSkW3Xwi4FE4/yf3ebiQc9093eWFYfepBgpJYqxJzpevTfJos7mcg
aptQkXc5g1mjU7ttiS9pqzTtwkr1s9zI+hlQjjcmU/cktNKlzKqvEA8u/zTSq4bWcyQYoqJQF/s1
WCSZVQNcQ5WLgyPiK3VTs1rmSi0fRCo7Ij6bLcLvD/Y7sUc6Nx1MhBZsF5V+p0cvUL0Mdv995fr1
wFHQPyP0aCypIz9cNEy2TgXbwkTYEyGq7FVpVPaZhFxxQNfgaYtR40yOMBsWWkLbX7fvQShimlRO
ZQdQBO7L4NKuqq18cZPJggLxYOwGdFcEmpZ3J02hdOCUKJzqDkoGMV7oog//GRPpgrICGibt+dBv
0qvWb8epNi9qqLGuxDdM4f2O+JpiHy3E80N1U1Z0Je+5sAlwHnUaf/5/VhaLs2Pg/9LfG6iudOIM
dUkkI++fVoupkyLzrsvFKiY0ddV3DL2b1AdAGupXA9HiZUjryqnwyamzuGPQmvv/8hKk/+L2MObg
aFnAnCwwCJT/EXhm+mHTRgj6V+kCuZPfSlA/WQEWPVlhXMjeEsJ5Z0FA4QFdDQ+KGZBqm+KfK6AK
1JgyUcYF4XYWmwqdmB47A7gCw+U15apwmFWgj27U//zBSf9FhM+r1gUB9wQ6fOLV53//t1hi3AyJ
jKGYD85s4NGporEm6PAgyhOy9zxRlmpn5M6Au6rT4FFTNsVvk7wSlfjz3o87v1bMj8HF+BR+apLw
ktPMofmj/iBQURXWL7bAdGOe6lwlQPt+n/6XgFkJi88/v3iiV3ERkDXI23gIzv/t9Y91hGdG1HKW
uoytu4K3897UvAmVhAcE1WtUGZmN5KnzpkR/hULN8qDso8Zs3FzKYalKxq43PtU4AmykGa/m3AEh
gumNM+8pGopiCZaot+s0VIE5KAelSdr/v51bBCvOyXv/vXNr/f0R5v9u2/r7//jbtiWK4r/oD/Gf
qMiCps1R2X/btkRR/xfZECIq4r/9XP9h2jL/JcBZZIRPth/ODJG0yf8wbYn/Mk2Vb1/CQ4LzVJD/
X0xbuijNfph/W0uE+Skwh2lkk4sK08d/uJNi0S9bVfe1gzhGHdEJuc0pHKwRIMLyK+7JbK4IJZwy
801xJ5hWC8KzttBr+lj3WmIQyN3HTVRDOCToBYFJiejwcTMtwnozzDePH/OBAEyLWbyX9BLEy4oO
4OOGwUe1ucvS3z/+9Rh8xyUEXzizQQ6zZq62Sdz6u+SW8CBBoK4MAGS6zzR7qIpNEelU3Y+7fgmO
q+90SHv5bSq1ijQT3C3lnBehq8aKVueTD9HeNZvyMJjIXc0wNS0yJgHDP4r3Rx2vmUHvNUaKBXNG
7w0xVAPQ5nLTCk6boXQrTH1dj/GnmWk1VzOEHqGmQN/pw26DE1X0SqlG/MRDVQNxHxUHTP2gLM6w
qjpvofOagsi4tqO51hkJ3GnsrGVpEq24poGvzqNi1FhpYj3u1lioEwtYZbGRuc7Gd4rXx+tczH2E
xz2sw/rab7xybj0+bsSpDJdCfz8OJB+u7tW4etRCCDLKeAg25QwfHaSOHjPwSlFbG81HdKepG3eI
UGuUfkx3C78v1kHQW3w+AztD5UIrvQSKlv7VUWjn6ao4ZywsyEmx5ITgiz83wdwA+PPjODcinKyP
ToMhth5u5HzzuBHmJsPjno7D9697ksG4IGF/+ChU/5Ry+lzsPh5bTBpctFSh8OuS1np0OJoo6rwg
JlV3lVwIBRAtqNg0HqwgssuTvBNrDHZWeZXUC1HAwzdMVGD7kJTyxsOuC4u7W3giexQr8QDo2wti
kmxj/Ghg3iwuJRzktj1zz2yXJijsF/KXwCLXmjcKRywDbPYJtd7W+jYWEdha2Wv8KzqTVd3yPZ2S
CLSHbDO4RJKXA1SpgdUOFwV+vepxSa9gh1ZxC9jPKkK0i5uQ2s4utwNLs2C17PRthjHdevoUrqi3
2skmKu1+JpSdsRYlHdl6eM01YU2Ws6B5pgTU35nina6ACnM6jsLM1X6iJ9Mkkt0iMRBW9kxCa6zs
kl1kNlQvOKYA2PGxoe5RySLEtzk49CqSfq55mWq7obnCnJZgBmeLOVilblfBoTA/i29i6/j4jmxc
T9rLwmSS5Da75tJRyTIecaBxTu1SKW3GGrG0Hw3bV6z7Nj+Bd6rPPE7qgKW7H/GaBKQtlJ3BVhSr
eGtzV85Rm9pZB/fYAd7HEFtwqfgCFgLwHdbQLcf7U1HbEF3Hn1az+uoLtbduWvxNLV7nSFe+BMOO
8abGFp8u/jH+t9S0EbbQ120stuL1ATc7lmo67oG0oXOBZou8oSfpKt/w/Ysqa4hFWUGCQn2SBSJC
7eJCzswaeqaQucyr48DTODfPhbECLjgnF9MJTNFeuslFg99mNbfsU79mL4x1jhEUvZ6Ur61ZvQGX
1VcjxQHfInBcf8kAGKKMwYrUfekSZpursbzvEQIKT2PppI1Ds9R4lneLV/q3vBkOW+VD+Rme79DW
ttoGoNEawUnHrEYCo+Ik33lNWhpRAcvoKy3p6GIRcNK9JLNSrJSXeNuXFoC79hTnl25XvgxPs9Fi
Vb1WKIRMm4Ot2xnFgS+1/dUSWAfYTpliwBR11cSTyAaDAKtvGypXzQ7eq617Xwuamz/TtERwp9so
pucRNmh8tzkpoTP9QnSyO2B+ZM+5uh1vtF/zK3yWt/WP8g2k7OP+bZ5Yd8ba1S4BYimL+Kx0uvrJ
Cpmi1DtCvi2eank5NLZ48xHJ2Bh8RtjhtmZaZLOu/HV3HDOX0VXP1GCyoGx9zJ2hZGVwPKReAUrz
m4lXzxjO+e72rex0+wKL4A2QGIjS1Ov2SNlcJli1KxOomVj+K7KKyIX2xExBt8pt41TP5b6Ztnc0
Fzj7zZXxm03e+CIAVEJy3bzW8htrhz8iDLMG7ZtI1URHLuZyp9oJ0Vr6GCebriunFJdcnm4ALDq5
1RtTLHkVfTfBEmcJibCr/Ex0JZ95/TE9k3Pxmf8AmEAjY8BsgZzN31+VlR29jld1h8aOZbFfBi4a
ASoBOnO2er2/TaXdezlxxVb/3jFoXRdPUbMSUVH6S77LsHZ8/yAI6+LZ3xAgkjWr5GnxhUOD77df
uHz1nHvZ84CimDPxTpSiNezaFzbwQ+UIJE2QPYWenfeRM6m1ajoxw1aldxKvMi50rDviJnlGR90B
l8OF/UHcT2iihnTDHBjpUogIRXO1E6f3Kd1HnxCWzK/g3PgbFRACC4j8Y0ixx6Ak1ClGX/PuGpX7
WFyalwXWj4XH08AlhVI2IupYvNdYv8TBy+td9QXd4dXf0/3QR3pTVhc4wQu63TR/wZZO5CXjcpJX
vDxdNuIL/FxBONXDURd+mSIR+BkwUGW1TV1f2dLlTJMfFOVCBz/Mkk7Da3EnPpgq2NIv08Xv3qX6
h74amDK7hKCoU4pbiHWT2mSmVlha+sRzKAiSBFKSWo/FYqbtIDaBGA7K30RAwzfjJP572N1AMKXR
xmce+Jus+Q/Jl+cPLm+M9V9YsjfbhF8B6lXrGWn4KUheY2UvHcgyvTc28/617b9WJKICPOaYJWKN
mFhAPkPwRRRlBCwrXWf0JluPqbdEaSx4Ug5e+imHknt3xWbf9VisLDS7cK+hUIv5PsYRd+TFiu26
cZjpBta1zNYDybIsY/CeTjqaOJE4sjdzI2+is7YdV8pBPk5H/4otzyYvVtwuXvXGLVliYmR4gl28
8hLm4Wl9ZBwczrjSQ1EngOdd0V+RnphJF8l08LQQ2eSfE7d/zj3Vkak1rQQApAdBN7u/0EyLh11P
Si5pVNvMjb0XYsX4BtVvwjiU0MOMhZKGgJUcSGJlk4Bm3Xuob4I13bfa2cQ/RaCKYJefDUZd2lSo
u0JAcwSFUIJFyxKRYsDlc9lHz1PutepexOuBdCjZa0ANMzqFuGROWewGQIQXdsXRdWYhQolsL3or
PYY0kdndWua6+MnBrV4XT2SYi0BjuPRqaC4sunrRzz0+SRGgd4u+NJjKJnYRWEi13Zeu2jogwRaK
E5duyZxH3prxiw7yRrKRIMP4uX8pt2JvvqFlzE48OlZL3MJMuA8GOw3buJX0VdziLG27yRp3w9L4
JKDKEXbJeaydcV5Om9+F7lSHwFxrXrVsMHovJYcUThdtxmmx7E6TGzwtxE27ro/9Vn4rVycNs85P
9T4cmsk1jgXPMbnhVlllS43gkxaZ0B5JwauwuvvP6DEF0Ta2fEZgzkfE76ibLkCVat+R2K6a1Arr
zHC7+EV+KhuslDZ0wAzKMDClpfBpvgm3tr51vVtdSWbsTqmXxE59GbfslXgVkBbx/Cyhw0LVTDbJ
niZbdIJffhpv/a268vnzx+7ttjgxOqgOXDi6wbXzdf3cP8Nl4YgtHKA0zUB82oGhy4t4nX4INWOy
mmb76Yq/Cr1T4TScg5IbfLVPxYfikTQExEyTOIYcAd0PPWQcyed2HVwWz/o3B061FK9CcyMCBMMj
2DAM9cjAamBcN2OCQGODnOs+ROqZl4QnQ6XfrKruTMydmi/hZpdbXfZE06apSfrIDgMFGnTwavME
/j06gWCBbor9Mlm1RFbhQYnPd81tu6XWWXXq0RZsoOJ/zOHpxDB90Pw85t9cp00MHbQMX/CkhMv8
e3IXS3RnDbBJW/KvVFXlsbkKnyn2+VcD7KkXZx5xPjp9znqPxxDEZNqzu33qztW5kjBb290Zt58Z
r9FowGPGjLAtn6BYQUYqL/EXb76U3f7IH8BsHiS2ed+UT1JnNwMAfrDxNEUPkuAsUAEZFoqp2uJX
GV4W4io7K80anHqWuHSZOeCj9xFI/SE++jdeUYsqbLrbWYCKd9llTtQgEHfMXyLK/MWG91IogMWW
FVLk4nNIV+13iWy4f00qIIdOC1HUYzchHvs1n3laWMqun0joyxoIiAzeMFtW8kR6WlUbG/WR0dcT
1VoArc5FlLnzjR4SD7EAeWkY1bsvE8behWaLgBe/xePe47HHzSOq3RToOFtGFVhJk9fbotVsGXuB
U4EMBGIcl+z2KZc3hCNR8c33epFp8uNeCp04QYrMvyQKmTCA5LYDFmVE/vMvDqrcZKv/9v9WiqJF
AdGzj1TRPc6K/sVrWRHMLmXsFKFRFQ5C2HzTzn9QMhhz32U+avNeL+mDbjLEdCtlGp3az6oNAGEu
+4+7ckGdD+K9t6UnjeWWQUN+C37ynztCMU7/PSVazfJI19ZuCIOuAIXaGIpppJPWNPBXOZOxQyhW
/wPUflvh1193+sZAoPsJNszYUfHgNl4ccIXcCVV5IxXBtyV9l0sEzsB4tCgm951ACCcdcs/U6HM5
inZo952l29JFu8h7BMp5tF0YHuGQ8Lcl3U1/stv4tHAb9qIm+c3s9d3iZoSWvwvtYN++SW8USNOW
d3+I0LFbOBhWmmWextBpPeWt3ZfvVJ2EC5FWGcK1AAJtuOzHUG12txLs3luwEZ7Ed+3SfC5GJ/hp
SITHpfeWL/XekzDgafZYMpwkjNaSfrrvCJQlXPaz+mk46mmg0JpWcXhWD5jXh8/My9ZsPMTELnYN
1Gh2SXb9u8DD/gqb+Sf0xPeIfd+bflIcRIfIjccDtOW5eLZ6zfbf6p/8vWSGUAMtsDGgi1s+vPKH
zWXI/xbQ++jmYkp6qS6d7wxckJhmsLru5E+J69+pXvKNNOyH96nL3CdxQo+vG6Hd+DQSbbZST80m
2NPRlw8jEWJI73VLxqAwWsJ3j5CZQWvMlr2JVmTIIWNASt44Zk5KF9Y2i6eaziTDv/pe4dtN7jSS
bjUFcQf2LHrygh1HJVn12SdZ0dRU3S3k4yR657ZwvwZ7YB277/xnZgN2vNbWE8i9ve9V6Cm9+0aG
z0tSlNUum0/ijJRvnrUk8Wq0sxX5t7VtfpLAtLg0oYtqN17xwHlxLmOeQyE6Xef6fqZ+lrf0UcSt
yMJyiY4B2UDABlEf9y5EdOWtJuD8LJCEjG+O+fp3sUpulU+Fz54KwQcBPF7ChfxKXL3oKJtgq7gB
mngnh5exLM9M1kkb5jAyFGZNvEdbXspMYGTb3Au4P61h1V6jI8xn/VZuRJzDy+SYv4eXmLEbeplv
sDMnHzctxuFr43NkMoO2kOt8DuBB+ZZvIxCCJ+3uSt/IfQsqqgUaDZv3Aak1ZUt9kdbVarjxbZRL
0yuOuNeNN0mx4msBUHlP9dLOm8DV/R1pL1NzUPZ2mxMRshbPbM5PBZEqgcPXXuQOdG7iH/xVjCcX
RXy8grrLnQbt4Whpyrml/cSFM7VpmC3EE7Gq/iUP3eiD2DTCpIxfLD/yYq9W6wW1+xebP8pTbVms
52YZgE8cf6GrUqGUj44BPQIk4y/Cr5Euux11JNOy/n3a+d1HyHAHBQPXiZoXsQR7krMt5VJae+2H
+pmu9NSeaHrQnWR4ypAyuGTJs3rzhJdhTSwDbSbGlOIKZEsoINS1MzI0OMfpg92yN2CXwbRsY6cQ
nKl0h0/GTOKW3Ki531Lb9ft8FL0bP3QRiP+9cGAQLM9pSAOIL7w90RVYvFJ8q58cJOErcqkBV/a7
PDnqZz2eUvjHkZfQkHiFzEZo8xveQZKE8oS92rZ7qg8LiT2V090KLFyY5g8zI/ZcrLUT8g66XNFT
/25CYRSwGdv0sUb1FsO5Z4hZusIP4+r6fUSLzYfW72EXTLOX0NbutvFb0/9KmCZb6buxgdKopMsF
bZ+AeI09yYcOduVP3/DAVit7ubXSF0JIltFRR/DVWtMtfTfPo3pIY7dvHXEmYp2S+BnlRnYjnhGj
X1eRN7Kvh7nNwhKqRYfB59pLcyjY+QtPugiqTebtOWfRo3Cg6UCfgAzycjfduqd8g1zwgmKLrzO3
phNtLXtoXL7d6js+cZIE8gV0HXk7zHhk4B3jMg035t1jhZad+iq5VC900lZEDYzX9CSGLGxF/0LX
iyuRrz6FJlsFl0tO9am7qBipq7byjXO3wey/L47a0/iEMhTHGmhRwClsFnJL28gevgTKUZ7udC/O
fI8ljPnrvFJEdnjhm+eUW9zafWKc8Pgj/iSi2io+uWogIYkilhu0I0SMxNv8SqLek/6uOC14n8AR
fhiaz8mU8XbxSUoiQFky0sZwMzvM6ISSlQKsiW2E+eSzi9GR+LBfXOeLn8fnzRfDjAikLXLKN0cQ
kCwvUytXt9TZ/rI4EpqhQpcfbBYfU7d0NiEouXK7klzipDREAuW4EUaMkrbxw6UWKsx9XC6SV40A
ZD6F2ubAuvdEZFNqWs1zf5Z+gBN1F043UJlp79ISp3cXLRxJ8uaAj97lDyqKI+oY2C2EVrGED9QK
D/kajwAz2LrltLayj5CcRiYBr5jl09fxvd9zprFgE2IWtTwr8tx9El0FdUs+DkFTa9kp8FDrHE75
mgqVz2ohX9kt9Lo7rThrF8ixl8riDJBknnjjzWWfvc2VC8ZQzgst3xGZVGxlgsRcHRxHisB1jTsq
BtQ5eEaKpckyvu8u5bFHQjqWOuT8mvisEb1TrUaV655btbbQO6wgl/k9s7KULr1ODkeLQwyZQbpS
PxP2KSQ5kfPV7cNiBQwjvm/GhkOBqpLLdjxvjBY4EHNb6Umyd4mqng8UhXaK1yQnMg9qnKRtv+ey
UZXunToZnXLmmQeWX6t3tRfIYqh/DWmbmKQZ2v2PWF8IfK87qsuDcOWiSFOwpUr6zk91sM6XER7z
J74U+aZcg1NwVb4J+NAPHdIfWpuDBRmotoIVxIi59+uIX9FTsK0Hu8vJiEESjHZlPvDyJX0RHyX/
NefEJCuUQ+LW/7D3Qu7dMByyG7o+ZyWwq6P4OXZIwKzpc+CjYDt3ap5xURsvo3sHqUCY7almIZnb
0THVYr4mXcvrz4ioNulHfBZc7Z2BtEZcI+F4j4Z+26/Fm+r1v2a1Csjv8EKbsU62XgxfRb6ql8HK
+GD5VTgsr1wkJ8UTLnywfjufu/UPe/EuYtQKjIzJwH7xwSU93kCv2Rj7AoKGFfyCGYQ5PBnXpkFU
I6OoxdpL/y7QbX9DfHvGQ8rcWBVoWYIw/k0P1Pzvus7Ejd2e1DpoOsrW6a+9G7yknAFs8HoufF6a
rUTVBpICxPA3ZAU2rYSnUS16pOzUKn7Tgjewk35ZdQV0lEgkj8GWo6y5ZN+Km/kQaBwQvAB/d+Op
0V3/B+kmK7hW2AV9oGgzMfzof2Rn3ERP5PGuOFq/eJF+6dXNjmZpURz5ksuNv1bYui1VuFyU7e/G
S3lQ3GFLGIGHh6aeLDRBZIUIdvvLZRlHUvKMyBez7DamKNkkO/GoTk/jSKgxvyQ7bM7PrFGVjMXa
SxiQMY9X522GL2JM34UFdY+H8ljId5R23af5ycm5gDJy42CRvqXG4fOz6n3/4m+yI2dvfR1uOKs4
oRw+vu/35HnaVZf6yqIY0T+hf/OMupAd9lp5mz7N24Qq8hoHdvrOdUlVjkmL5e+LCw3bf38nv4NJ
DaE3fLE7WYQwNkBgrMNzyvbhWT2h5DYuscRLtpBWazvpGeVecutW7U9C3bNJjsRTnoRXFZ3hGixe
ustwC7tkiVLu5eBuCTqqmLdY0hqQwT4AnmuFq8FVjnnGDlx1oxfJk13Ond3dlVek1T2Z22E1nPtX
cWnsCIMgWWhxGJt559AcaYkzqAg9vg1ASFjME5fdRWhY4ieOuu7CGlnP64aVfIoVLsQV23fUisLc
czawXFCNsfKxmyzcCorYZCno6Hbq0lzSJuifQV9RTCPypqkvQ9KfPIMOb2vnwxZE84KY5mVqrPPE
My4tfqotzBNyhPkDMUBoMgxMRzrihl21OtjAa8HCimJ37jaAMSATZAWFiQ1i4fZf4qbaNO893GZP
hVP2OtgaUTXzjhktmEpxeKTqY2N6JpZWfFddbZ1fqfi2DASwxln6tWQl2ieHIlwnAsERRBXMpUb9
JtBpZdEPVjlFLs7iD3/Vvw6/AMh65If78nXReO1X8+JL0LJXyakkXgwCODFKL8ZW+KRxNYv7b4tN
haz8PLygX1Ibj9ZF/k0sk8GropuvUZAJBCZttAnlk4VHm0Y8/aH87hYa7RDgKFbNGA/JHPSQXSNQ
4NNOeVdDW9jR9xkv47STXX1pXMpX3B93RlBsxvWRmG/Mp3ZzVuL3jneEBfn13l9UxTNHe+TQoTe/
o5P+tcLhR0fozNdW+hYiRRpvFr40Q4QlaI8sIyvop4vvxtZ/5ReGHn7gprPViAng6v4kT3sxcWoO
C5ucqdK4km5Z1N7EkU8ZnIBNX+Fl1oHzYOdeKqsesxvuSDBxjFaXKD4t0Q5eE/pjij3RmSYiBdJL
hYPWGs7iiLmKnQYYA8pOSrzxmBwaAhg4YZ6Mrx6lCqcEJ9SI08uN96zaCdUO9d736Cmc1MwWn8pD
sNXhCbiSV2xSTh62ylxIgj3GEy//aF/Uz2YXdRaknOCDyDSgFCy/8W8+Wulv82YM84WKWZ+2xBy6
DffMWINf+Tlams/1prc7Cv7xXfkd0DGTsIjGifUEsPNKNTzONCS0Z3/xNFH2l/OMcwJjJDxN04Fn
DJFKvvp4igiYQhbK10bnv10u/I0Rb/LJVpUdElWGdJD8k84WJ0TA1n2+Zl2hVk12ZqxEc8nQUg6W
vu6Ql7pAKFe/zhzRiaGbzZiIrOJ2mQVLad5HMBMFFAblhe/6rLApR8PJjO4VuBNT0xSi9IDr1+Wy
UA+O8cHm2D9AHKtIn173GzYEzAsp/LAOW4uv7C2lt7bA/4Fe/aSqyzvBH6vqQhrTaLCBsaIv0l3n
S5YTr9IPaHRgfYjSjJkGJ0cGHJhB4A4J6YrCBb4Q5+IhwqhqCfvgXWIdY3fvSjUTLr49dsDxiXhr
4Li8gglz4YkYGPqf+DZSj8uZi4HxGKn7uluT4ssFcQb52giXl+OBt8vOOHplt5ySZj4wI8pX7NHM
D/2aynb2En8HABmYHe5i23SNNzoBOiYiSi/aTOmJFK0D49PmOULQpjumueyeqeEZKJpvFSRyGibR
rYwPnNJ9zjtwFz/9F5GArSWpOGfJsyWZYZO+T/58+eYKh4+SxbW79AflJz2RoDms9a9cs0o3Dr1R
Wvs+bHkOOPUV67JJJQhzD66/x6x/GL175jaVk40gEa15rebLZ9v77JSVxzSZeZlu66LVfHEBhYHy
PV7z/0PXee02ri1p+IkIMIdbiaSiFSxbDjeEQzdzjotPPx+1MWcPBjNAw2gFyxJFrlVVf7I9CdUx
YpGnHHOv++hNZ4nlSAWZmqlt6hHdkpcQL6Ph8+32XGmc19Iqeo399pbaK1nx0vZgF9voMyPR71K9
luXWklBqMtn24Ph2pe8MOyW5iPGObQIO7LCFgpBig7fi998pc54N6i1KWi4EHCq89kk8FTtCDreM
jjgXqOwqd3hlLitit6JgulkXg7X0rO7ZHvW75jd++0YAbEXiXbseXlVl3RAtUhxjhsYpY6nBg40/
38L7fIPu3WufmC5CJcWyiI9Sbm3m5PiUd2uooLFULkiVZe7CyMe0bISQEn2aJ+xM95Dv+2TdvMeQ
DZJX0l50L/5CFUqYDP+0rdA3g7gAmAMYjbiuWC4jS8oNHdAXjSaw8Z3JhQeM9d4DU74qF2mXn+uX
7JlN3SFv7SC5RGH/AhihZo8hzO8AHFB7b9ObrJ+T/Xg2uxV/K/sTvMlvgt6XwntXfxQboqVcFG78
yhfD7u6T+X+1X6j2ylo9NJ8ofz1p173GNz4OvHkFkjmvHu1iCAYs18Y6egrP01Oxwdl4iY1dEDo0
oJw01HbZS/PCpTm9cJKx4Km1b9y0d5uF+zz1KwUx41pTcen5kBlh3E2GMQRRTd5U+NkEJrvGfAO4
u/pTaAfiaJCI5GBlbNEce8qdfNuKLWEP0H2n1Bcoe1hesPxK/TLdJ/bOqp6U0I2sXV9tsJzvSQWa
wDJ8WGSk0aOQBkXAjgf8YVI3NgFT+NSnb6QqMVM8DNJJeWJjacQe6IujZz3wuMTAeX+VYpZPl/SB
Zd0t/57wPvsDIHzl5Tljli9h36JSH1nq1vFbe2j+NDKnCFv6yjqSR66v7GdbXj6dNjyQJUZb9QoI
EKepganfC98OnxFV8kwZ9qYeetd6Ms/QhNbywX5e0mkaz/o1Eg8hA3j3GueICJPJ5IAc4kv8pArX
4Cr5C86x607NtMJLbko244gdIOxTD3OBKPWKa/g+1Ct4s1frCQc9sBGZ2lYH6NzMvUuoKOUGwgC7
o5tdiW9CyjRQwU0TQVkFJ14Lr98bXKdQer4xhgrX0bV6RWUa+9KO1UH2Sb9oyqNT+vO4RXqAlBqq
nltr1MD6hbzmZ0Kc2h/SAbs1tIjX7A+hLQQ78prqG39v8PnszKye2jd5q70CKUpueZM+zOfpI0y2
yk6FNbpWf1pKlN/eXSKiVsarFO66tbMBW3y1xIYlo701+2ha6W/hjUXBlPcQ0Qzdq/qlSTnZT+MW
nKEy106CqGNd+/FF2Yw/6QVtxF669PKKM7561T50QJ74lulu9Wp/CzxKGf4c+hfAk3kxy/MaEh9W
4oXX6K7NVf7WD+nZ4bM26xaA88FHme7zJxHI4QK1tgwamIveAJkNwi482G/qu+rmN7J4GYHeZIbN
a/sM5FMJNz9+fdFWp0wYttOGvIvujzWuuteaodA64g/xHuObzoJ3S17nG9yAgqqWFbxcFT1mDEi5
V/W3w+84x78ZB5TU7U1IsLnbw10AG73lgQusDHALb8rL/oib6UfX9rBUyFDZe4gAKygkrwwsD90p
P5snyeUrTT4rLqxD7DfP1dXZGZfUxX9to39rAIbjClrIQd0aF9vxuvf4jUs32sducc1Oowu6KKYD
/lzwXhjLU3ZeXWVXbOJhrfoSlA5rCw+PMQuD+WeNxQPbC1zG3rpPJOx8WuDb32VkG/JVg1LObnTA
/kRwnGnXsXB61bfZsxl6R+MvFgdcX+ZWL5nVkSe++mUWE4VIpDa9sYLeAdGN0xfiDVMHQERrP181
dWeeKTHT+sXZE+nJ8snWUx85L6t99lqSGvWF5RjcJWWl/WGJ4ERRPhLoNFT2b82T6ipUbDEVEU6y
l7HzEpAasSJzukfTzlhUrPRwo9HZ1rhHr8ZoOUXkl+YK7xOPQZ2OOmda/kX1XmkvA0XS7CnqhqBb
/A3kn/rIK0GWRRwr9+vmPt5MmC9cCMWCBNsH/UB8t/HVv+QvyYHzE/C67FfSIjTepzeMJvbpS7+D
RYWsAJSfrvFZPUbCHXdU6jiCIuwh23VpEFFkvwFh1wQAPCkfzHX/TFRVx/BeHBeKWOja02cgds65
/op2XFoz89R3OCHgNtV66FfZUWK7hz7nVc45gBELH+7evGN6lo8u3lCs29N7DbrLdGof3mF0SEfz
ylQAPVHwyU73kqZ7+wqx7ArN9dp91G8IcKijM7/6YsVGipWsB43TRzuzg7DTmHtYQ3oNDY1B+JpC
U6mfQnwNrlTZ1kURa0wGsMbom6t4aW/GZTw0myzdxfraorK9NxsWmDN28dgVvmThzjzJEEjYmRl/
zD9SvEEwtg8OybRm5ZN8OI+MWah6MfrT7I3YOC4rwTuijOkO1t3ck7vzSlPaEb/DZvMa0gZRfnno
qvbvWN4XEa5Tq4SJMffiXsb0HkD8L07eznvyQsOAa68RbjKaJq++NKeEmoO2pl4HLSR7KmUv/+2+
6FTjYYPJ3Wdwayi1VbaFXUf2o7ytaS6JgB4PRXVK5K35Y/6kKqa9q4iDeMSqwUi3wOjxOz1V/64L
4BDPBLiSz9hBhvk6vYy/crctb8kW2x4uzH6NKO7CTkcufR5+1HBYNE4unX5q3Mri2I1bp3iOs+uI
D3fk10CtFKZ/avC/N2oIRIGUGThuMm1itvIa/kyppwaMOdZcPpyNme3l5XYkllpZT+mmb97IsaJX
Z2uqGacpsGW3nGVNyXQZ3JXhFVgTVngQop6INduss09eS1BWcT9Ly+CZ5t76yBWv2ozfcbEjOQhC
9sEw14jFaai1AihhWZBnXP8MPrOXs1lHywYc3sS2+zNt1EPMFTQs2ILx0r6lUFTDbYTDYoAbsxvp
bqlty+wphpkRYr8Ce8cnkpyRHKkLyo/YR8eKWca8lLB0N8wtQ2QpXsReVUOUSRiaI0ruztaOTD5Y
PZoGDfXIPg0s7RPyRKLOKJ5D7KMQpUKCMPdq71OR8Ibz7F0JoIxio0dAMParfemSLM+LYJhEgBaH
n0yC9FyNuxyTzunalc/xkpD2lBOxXEJkX0MynKW7NO7G4VKIvQ3aBQZZAkyQFPykZd/C3BNpWSV3
YTOuKbaUJdRl1EIUCTpfL8MQSnbKbtWzY5+1kq9jxkJmOjrSBg1kKtaq2AaDS84ItLvsXX/GVztd
9R3c2HUHYF1uJWlFYVTgrFp+hfqunY4G7knpnYU5NnfDq/k9XB7Afr+g/f/i/I+bisaqbuaK9A8X
4PE8zBWX6UgDH45fmEzckdd5E4wbQ412j/sE3o2+1VmXIViy3mzZI/sUFlzLlUCUNajTHHQI0xeT
oeV/VgWjnthZ8haboy3p9IqPux4PqnMBYbNjtP24T5kLHnaW33jcdhrdt+va2XQ6FHssXdFLT/Gv
Mi5c+8d9zfJAnUK1f/wQLdKDx//+feDxvH9+xdb7xTaCBEF3QP66ejwpxyyBFW95ocdTiRWnMUnU
dD9gwXfG7WOq6MZ1AVEFyxKNN4tlCra6Y4trXNhtBBwgNcF+dxpN4eJnEb+mvXhqQnGdgrZzQ5tv
rSTZ/Yyh5TnLoi9Hy7G9l75UzFB8HGiw6AfeiFOxi6XEa7hee5IZiknbRKWSMO19D4hqW1lJNvkZ
fLo0HKbN3LWhnyclTR4TBKcAasygxQotkV1LUmhpbIs2uYcnmmnJiRTs93wox90QU5+iOGHrM9k3
zT4GuGr7aZubINvx+FXKpXrQA2hRbbgVtu7xreySgmNkyIPfKrbBOchodLzknaoccIsC3UAsastg
8bbmVyQQipTgzUZ8ogppSdel4OgHE9NNKGnobN2c6BKP1FAQYNgW7VDjutNDa2xHNsK0ZdiMi/su
K6P3IVH3JezURUgSAA/0TlVtZQPX+jjpcVahjzBKDFsVo4Z46dQ9FiyQvGY9gUw3DE+hqf5psW0A
4YPhj5XLPIOXV9Eor9XZ+k1y46twmGdksRGsS/yUDQtmwmTDfWkY3ySwKXQLaG/QFAxUJBLk15Jc
2StTGgs61nMeQbaDECiKX3JzEo8Mz3iKn8nq7lrYYg1RroBheD7pWA4a9fLrkZMd4ugeN0PxHJQp
hKdIvSoyG4ehGQIzqrLYFDn+G3Kb5fvW+J4EJrrY6kmsgaJMYpdD7rUTFHclJmA7zvt3rO2qXZX/
lROYD0EDYd2ashGHWGPvgAUMiB5ihZkDJlPJKelwo+qWtSYrvmICTtbKibgPSAqlDWlh7ujIU+sz
sqxuowbmtxPNTwLrYnT6Csxj2fBFDL02XUwUdWabamROp9yoYbWUwdaIkENnXGo7SyPqdZimbSdm
2Ny4l0k5mKJmlveaM9FTRoU5JL7aqgo5MmUxS+zsbzNGOGDa4kx6Z8R4Fj8TPFYmNuNIhqehA/Jk
1K7WJ0tg9VfPw9/EbBitZextqcKISuWU7ZihqbU0HGdbYMGgcZUkVAMkcH5INntBxQSt7gCIGt2U
PLU3WQzU7Muoc0ZdTfJuYZG0hKfTMlY3OaUlGKSCuTJhvBQJ8iVM2NoSDTsbPWTsV6WG27CUJVVu
nDEnkNSR6M8kwnaAYYSKnXxdhbBz8ab2i7+jlPZHJWXl1lWNBMKaijzO443pAHX3lDRJEJJjOZfY
6EK6LTGrhuBMEnuHA8u8Dgw21HLISl8Y5sHkAAw108O85zQb8PbEODzSt7YKxX9uEvJNKFTylqqv
qNLrGH7F7bRXdHhfMiQDltiQpFp7LXRgiDgdf3NyG9dpHL5HJZByiVcTOe/pRmhEwxBwO2+wciv8
1sYqaYKpGg4Fw/9m1mMa4PStmee7nl6mCmiqA0OcUgH5uecMjpZMCIkhVgnwGTuSm6dCvlp63p1L
/CvjdPqRLfljmviuS3yxPEmkHrTs77akt98HkcpXSzaorTNylPR7YSrs1Q8KkABwwSFvPeYFHFyj
eZ5ySf/AUAbnLbBKi1lwGA0+eez7kSJCxVt6ZbV2R2Ju/Jn1duIhojtoZHPCikTfis0vg1e81bBo
11Z42l1JRFnZfULesQZMnNRUDp2iyS4WN41fSOKs4sigmlbopnZA24PCP+uzAvI7M0NrKjEVmmJy
H+cG+Y0VnQslVMkI6d8btX8tG66Tfi69biLnVcWii0arjU55RQNqANrPhrzS5ZRhO92chR8Or8v6
pkrBsxSE4BS1lO7hItadcYgM6osEu3jLOQYskaX9LqeMKYM8AcBHoaAkoiNIGVMkM3t1kI+vUrP/
7Owo2MkW5fBofmdm/kd0poOhzzis8RH8W+ZehNTZJciI0lHNIxf5m3LuS6jmZF2krq3TL/UjIy01
NHHs769x1SLQjpy7XsoZk2bmFFxmMOVajHd1e3ZDznKYfpgYou8BcR4LXBwz2x9C+IaF3BZrdqO7
3D+Lsb235fPyFveBFXFSRaaEKV6wUhLN4DzJ7rGjRX5UGAqaejCaBnu/RcBOe4kbiGt3XIpZKTrf
waLOLQA+BlPqoUDL2HWTNjxHYeAPg3FOA6pRy9BLz2nIn1GiyjPb7JrnudgWwDw48G6IkppdOZoh
NsxjBlwhsFnPMckxLWH4edoiEOFFJjqcPllk9uci5JS3kpYMq2VM3VKI6zHfqSN3ObIEuCtSpazM
huFyNQ82xgPMvtRABoTojLdMZmiQ28e5k2ZPr2FPlOQPwVyat1U1JHvE0vvACDOvLCghHTJL0T0x
5a+MgJhb8kf8gC4sleIYBI0WBuLJCGUhtJka4iyY+lZz1ZRK8iIDN0ltorHHUIHIE5Peb2CHXVkA
T5GFlfCkZmCYElxsmCO1GDBoNNtqExZQ+CzTOAncAuC1OmIAi+3B92Pih3Ar47tpEMog02/d0DKS
bQzQrkyZHwcQ5JtIfVPwYsaXV+Rex0CtTAQJmbH06mCo4QZ2Dsg5Eh/d6flNLZK7VIdbZWJBDvt2
ZA5PMyIXqtuHiF6KNkG3xGaSN9ZbmxrqPddPQmsMNvJqK/UMMIWcotjqyl+OOC277bzhSj++i97+
CbL8NqlEm+b90B7GcKdN4AGqScqJoYYwzR2a+iFnCtU49tEp8i8jCEhPkUHxy+QyRba11+b+VXAG
crJS1lDdVWO7WSyMWgHSmAQyifDUXvC4ZrQ34E+5qb/nBGs5EiS2xApofGNmWKTiEfJQK79aatxL
AlHdqcKscRS4S0D6HOhfXHLWM7dS9E2RQl2I2ueZ2IfYrF0lhtSgKvXGrkNGhSGaHy00P7V2rOm+
MP2KJ4ZYUnGq8K4zmxnBGOBBlau+IynSuef9Y60YNqdSNKdAij7EZEdbc2Qa44ok1696h5muYJqU
q1h/1RapuA38H7kF2V5iV3DCSLC+wm6wHS91VsabAneSKGZ6pUSw+MukRoYU94gVlxZIajIvohYg
RJaLwzmFoyJ2Vs/0BSsOojMGx5crQPosStxCfzIl3GXMEHjVMBEyyspfA1dNW+54WniBBi0O1Hcc
sOo1WBKe6qMzYYs7qzjkdIQY50jSZoqTzXwnM0r3UYDPW8K8SDdmMBFw1pLtTpCYAZhSY2BswRWy
VBJLDKb0U4sfjDlfqjBHcCuQkrbYj9mdgFubk743W/CuxqfJYZcYwX7a2lTwZIQNOfZ3TdOSHXY9
F4gIk9oguIRQXyt81XFHnp4s4T2D2nc1WLW1E1Z90Cc9fK6S1A3VaN2STcUASzd9ve4+LaKNjjlZ
dcKhXXGMCveiz8J4Uqt4STKDl29hllBgf7qOrbdIMTDJmHJCweyOw5TAJsyDlAIyfRGh/R0bg7HV
hOb4bdE9K90QHnOdpawQ6YeR4ibYcUAN5qSOQSKdUX00NRRjLP7eczUG15DLUxzUBiTgaT9y5bq5
2ZCo03EUYkOiKcmQNGk3OZfdKh7OYcVsT9nUoS37NpYTTkflVBfzcTSiX2vMA1SO30HKZCdIheFR
jPlFV4mTZimnPJJwCupgKfg6RsrPdcVQrafrZfF36qvsgKh0cdluqoXZm9T9zrFqaR1q8L8QbBrz
wBAjpPZsUYjUhrjrU45Y0Y47xMet4jlGfajl3CMT56NU2YfHTNoQUKcS95jCFMJvF+WvdGmQFrzI
gGZj3H7kU9KSKDXCmxyJ1zEg5qcHc1BpodXhYOI/xlwKjz6ryPmfgDsnh1rjWjH8NEMj2iaGqtHE
OgvMjzzPyVrqCj7ptavRQI9IyiJFhJ5JHtFqHGJoiiJM/CCg1SOi5BZEJlYtPVgt38aST5p6Q4aj
tJKDGNFFM8+3Uzem7dhpmMUrVs28q/VTmeQ7eBNYapeMJQfKc5L18CacPTYtfAZIjpha57mtjk2G
HWy/TNzgCnLxwHGqctch3UjDHzgKGmBlEXVXZgqvEp7bFdZAWy3gC5SUhhnI1H+mfZGuTd32qOax
L8YDPxCgtbKRw4Jk3CggSxvm1aQb2ivGdZQBxBJxT8J+66R4gFmYtvp5KHHAuNhV20vGN0OR9HUU
KNBqnUUv294Rd08HFUvr1VkvSEc3ynlbL7ZQZmxEG82crsOg0Hlj+7oKNCKahto+aSaz11AKscdf
imWFk5O6FEJO+8R5nrt26IDvOt920+O12CUHRRouSag+8cHnld3SsBHoioZ9qE+WnHymGh6orcER
6nMWv7KAJWilz+oEe3zQOqglguMrL997AJ9UU4KDGjjZm2wGjBml7pB0i04xH0AgRVas8lraZJ0B
1ieDu0wOs2m+Sr0D2DDSJnualjlfW0mnJvruJ2PfiC49YCDH2WHrwDpNiMoHSiu5UnhmaYDWM2pb
TIlx/HwuM2gMYdThHgSnomE4UHc0PQ64+qQThmuh7S9Gjm7FcMYPCRPj8gLwlkqaC7NGtSXE1GzZ
BRBANxo8XfiIZm2OT1Fp+ZVjjMsoA423CikuVjFJNScCj4JZLXZ9A7+u1+eCbltfjxpsclJL7U0P
x6WB+GiUuomoqvkrWHoNJxLHvM9mTovGhMQI+wi32sDVg2A8tWm0HYb5aSZ+D9NOeH/TXB1wCWpd
7LvgDgaxR4jqNW0gX0uzetAWeMfQWZj0vL2bGZ7Lsuya49schvIei5/7oGuQuYbWWqJUzRXfZ7TV
JYzPpgnIvcDIVyt6hFJYEuVCcF4T6KUZ6BrEHf9hpKjyPK2TCmZVy3YQctYTJCP7UxEFLl3wG9SM
Sm7Un7m+RWqseMuqb/GFIjDFBfWkxjHaYC2+lhA7KhWGYSXqbYuNZa1IwU1uUIjM4MJ8sEzJ3jJT
84d5p7VoKyQtPlAWXpmYzJAtxg1hxH9ZKH+jua7XVkF3V2CtxRWQu9jmSITJa8BrKimfhV16GNPQ
0NrOC7nwXIQmJ6oFWDjSw59VFhvEWdbPHMdwQiC+961Mt2OOHyioMEPFpe8oDD5sBKO6rorJl+oE
nIM4vaswv+3wGYlDxUwKd/7e8axR/ZQ7wJRxQY/EuzXSuRCv8qnKtHWV3wb6e1CiLUWCtZc7eB64
zH91+AGhwWRKUyYuoRCUVXj8eG1dv3PJMWAKFPQisv7RaD0OVRrEU9ksVGju8rdmjre5AdPozFPa
lFABSD/jqodANqa/kRUXlxmqvloClZVLH2vQwinUcNW4RMZA1R4ZgUyZcgzm2L4ZDYDICHglGH6F
Wqyc8JB1SwMZVTtA1UyrqbjNmvxtV0r0TW/za5DwlSvmCxaTTDW19pf97SM3mb0YxCLDlivrHs/h
em9M4eSHdfyBRzy8rF0/sqHGOmLetmesxtJALFi/EgW6/U51Yy2vN0ZIEWPh1dBoo8/WBTShl3tr
XByUleE7UJNqrcIULwOqE0GaCarrYYvdPFbH2CZSMShfWeC8FnOCfiV7LFaATyTgxlP2YZO8s5nN
vD3Wk26Dd0n4iJOBAyGn/hpGfbO0GeuyMWZPkDt3cMgN6RPqlnJuCn9QgicWuoR0LYcA06pguGEr
L6RL0BvmkwTVE1Gc0b+zecVX7IXF2rCdm22FDgbNAaz/un21i8I1MT90p7JGllpqNx0z1VWh6I2b
hdXGkmQSsizgNORPgZ3l7HPMeCbWvmKSG1xHFj/IZsnUKsytBfNAy6x+E0gUoTZKTg3bvjWFCnoE
qiQ5LtHJ0+oNESuK3ek7SScmQQqrdVokzlajttiHpf4T55JzjpPqMsuIOkdVm3yCDSpWYBQveUEh
T0CjmRh+UMv+IDowS6foTtr3CPEkZ+Ff0xHWcHtTN7daUIfgTSsKz541SPoDeEaUfDVVaV1sxtF0
DWJlDnghQ77LkfqhecF53qikv4Xeb0bTxtlyls5W3/yGDN68soErMVbavHFgYswVw3osrDNvmdqX
cl76oaXhQBuFZDEF4mRPEzZ0FhipEQgKuZriwJJgFAcSHAShsmIozK9wUMNzmaCztdX3H2Eo3ZPS
MtzMpEuOquJdFXO+VY30EAStvBYj8kOtX0iWXefmAh2/RCaLVyoMm7X20kg2VgxhzpwjjAy//eyl
/tC0AjRpHhF1mESWNC3BtqykrTsoaHnkYm5dIy7A9mfGERM73DpRnGybqDJplCpHVZrkH7M3nrU2
Nz4cCY6VnVSfiTl9yZ10UhvzyF57Gflm74Sz7yeZYJOoaGGstFyD2I/7SfE+0RVvgwYfGQk2Q3FM
R4T8CdT3fGTx75BlsZFMK/oR9mez/snCgoJUsaEXl4vzzv/930g017FbBFXGEntC7lhyfjw9rC1b
AFQvTcQwCpfGv0Adujxp+fHvzbw28UR43P7nv49f/z8f//fX56Hhff1727JBGMeNIo1/+ZMRGgkM
a+Plx+N/jx/SYkzbLBa8/958/O9x3+PRf5/8v+77Xzcfzwtwm6mGH6UJPLH4HDv5lO+DtOLTiOUj
/vPfx72P22Sp8ZCU4/ahOuWN/qTcP35wdqG4/fc2cUX/fVtfdLboaOJ3K5+NbTpLazxvW3WtM8rc
Z2mH9bstdbvFmzOrhE2UBQ6/tg16mg+1sY/kiFjOKLBdYlegrCw3O1wY/3kgXZ5imTrIg6Rt//2F
x9MeNyWGQhtzjA6Pu2JD1/eTaqNk6+VUR7+Mb8/jeY9HHj/KvOGP03Q+J7GGcNssEHQly999PNyp
5LCX6o/QVQPCsDOgbjXhCsS4iB0oHHDZWtyKrBowP8jYi+sK9FdPuluXANAMjWjWJqFk+8cPdeog
RERlM8NvnGGI4Dpjld3v4t2J+NRg+pkQcJaygesNiFmEkzLMVKIxMBvbxotPdbIYRRWPE3y5+bgv
z0eo273VNNsG2+ZSGZA3PB4ZwkKZvaAq/mQjU/l/fy9rIzZU0Zv7AHO0Tfp4hcdrV6G0OI9Iw4GP
g/vsf/7eP3/l8bL/POfx0NSBpChjgSr0P28q/c87ezz78cD/eO3/9+F/X6Gyk3ZDoDaJk//9If/H
3yxjexunzYE0rmGNZxbLn51jpGA4uMGGzm1c4ixUQtl9S3THlNEzdlK4Zwx4ULu5RMxGQeCLUm+t
OgAVKKOdlZJOZEZJc5T6EVQpBcfvwu0QDV7SZZjVwlupS6y8sFhxA0f6Ghr5r6lH+X4gaZZMA0r9
hsqFjtOgy8apQDJNZmJglmpA5+kU2oQDDB5Eg9NuArAPyWQU0HYNgzfnhQKsPKUjS5pTy1BnZdkL
uzRwq3CoESsB1g9FA/HTphfRJ0wNWjw8ivwPeZaS12CAnVILuH1KBjgjOhe5POwis3zpTACEOsIZ
RIFJMTAlcym6wbs79Ipxpoe7elJuKik+lLftespkiAhxss3YgvHpVEgfKfDgUejL5CCGTmWj5yr7
S0au9bomfOE0KQBLPQimogHT9QsbPAud/VBOwg1SRFvEV1gMAKqZSwtTHAuuMr4fAqKkXUnNpQRb
DJJzFMwZoa8OFBql+zXClIDxpLZc1VEOZTT20E8DyOhtsA9tBCCy5byl0Co7cBA3DGMURD2MnqJl
eE/oUp9mflO037Llp1nWATQaIPppemnJJoYTUMGhjtDrBrBBVcC1g258Wob2paY94tmWYZoulK1h
wh2PSogB5XnAq961svoNlQEZFTY+J00XhqvaZk5KxDxZVEo7Y8jB+iDp5bSrLXqHEAw27eLmYI3S
CZygGbqXWqYuVuhMuwIPE9HGa8Dg05gqR7K0DPhjfeJ1dvkkdVrtj0ZwllT9u6iXuS1vR+IUZjii
SsSSk56dFQhj0qD4a2Uxad4jwvGwlp6ighka2xmeQrHEMcnUU4jLiCYPZHi2jANqKDCiCtV1kSrv
cqf9MVNpW4SIK/jVJ8YBXDDRfMkl8zaYzXRh9qiGFGupAQPMNCxMc/GjqRmG7CVdFqim0nSn2HRB
hSMdrOCW6oNx7TL1r6Gi4o+zV6IYYZCZBbxdsq7IjHSdbn6LtlKo0CbMarLV04XXa3Y/gIFL4zdK
nl3T63W4b2Zan3kVcV9rrJJnwBVqVhJ/2hgKbFtYsguMpXplav2EQxPdS8ZbQeCQnTTGfj1i3BYw
1/WDPNjLabxjmPmq1npAuoSzkhxNYtRZGq9K2R2z3IEDZ7OI6vmIrE43toMW2duuCp7aKG72ul6w
jpT5npHAk4wIa2qHjzprPuWKd5BXkGDz4FqVyqWNJlo/jvcgeXgJJyutF79KSrhLE6MTUFtGeFKk
wKaBh5XG0MATI3iPYkjVcyHjqRPlFJ1ogLsoeCpnk1kv1wfuEdIP7RqMCnlH6BI9bn/QYdiNCHva
BksllnNfG3Hjq6Q8hFOb19+5ydigxSHR1UzM93T4bQqjPcgvaetbsz7e8q6BZZhAlOHYQmDuIomw
MlzaVQXSrSgOnRWHF4sYYnrqgKNALvekKZ924siwYQr4l2r6KvS437QpbbgSWcZpiIKfjhFarxhY
YqjQuyaCMVZ1n1wI+MM+cNZQzwY9V/c0DNBiBHFzTKaMENLUMAa+MU+qV1nd+NKXI7Dl+FK3JF0Q
l/JHJcF5XTMs8DsDzu9EDC41PC8KSgzHpV+UiKPjrBs001mbd/idJKonDWfeouqqbdDBGGX0oU9t
vSEOkhOmgQk7kQVfhGOHdR5sUogcm1mSDG9MEFXgBpSnMI1Nsh92qoaxkCFFZ5xFRzhaixMC6J0f
JHa360L5XM/wwgCrXvs5Q9Q0XMe2nQkOYvYhKgV5oRzq+9HufxKcUhm0Fb9TgiXh2EQFVZp8J1is
5ag3aJAMnDLrThxkw0bY1lv+QHYlfCSNAY9mLTagpALJ9XSbOhU+uB4zLZbcWa3mQwe5JjPC/Gkh
mXHmWuUQH9MKc98mz4/MSc+S/CCgx7pXJiZ53rXVbPoO/j/ZueleNHzRztye9DDGnKYaAsYIE6mH
cECyaTqnzO33I9F6TW4j45oSDdFw6ezkKf0YIbxa0/SRmYDpspk89QQUQipFamGqSJjkRluHBlR4
MYhj3yTZviZeMSd2V2FNLZyvqmgZ5uOoHJrNPbXlGM5MdTMBtYo5xkXUZGfOJevXXC5Vk8gVnBGO
zcgFxMyOam+evgO5Po2yqDDN4dMnKN4VGUm2nSNBrqMXxWkNBaquU+/g5eQ1RARiEXi5fD+amNsB
MyODWu57PDDbeOPVlv5Stl14cCLjPc5wNkwa0qP6xcFmXH6QoomYIixeIymK9lHeOHuhT++RhFFF
W2hir1DtQS/hR0MEtGfk0AkSeFCHtC4UgttnV12mh0Grbv6Lu/NYjlzJtuyvlNW4cRvagbZXNWBI
RASDWuUERpXQWuPrezl4XzFv2hP9pj0gDIhgaAj3c/Zee5RzAFUwL6iYRzpNoe1UCflcFvq/1pbN
r7coH9AQm3LIN8sNfasznCO0LqOGot0rSQrkRwzq2sFbji7yKRtbgn6g+jN8nCk4TUl7cMhFpPo7
Agko7NxYa64CgKR2dzlMxKx+MQK0/5qLznMZ0i8LUg5nCDgsls1QcaigM2FbQ0Qnbsn/EZgdecvL
mzKaZpg37dTchHIPT0yuB22czBc2RwuTSyYRlQ66hPTVX5Nhvm/rHZfrpo3BqCbhffVLjkhgdKgv
E+scdB0Tuu8cmGWtkWPULrJIR6LjvDIrmp17TZJZF0RqQIRfwtl3t6Ry9DKaI16iOZbtSEJZ54pq
jJsae1vpE3T1MvllIbNm9W3fOppnC3hGjlzMKUJepZWRCuogSVXAYg9dieusLqzLUBScIGxdP0wy
FXVZq1VFPxAxUlDMoBQbSEZsZRhyLGYx5WBreQ/Lms1Ud20T10PX4FRalXaAe60d0LH3oe17VgXN
RE8Q/QYELOiUKwleDo3bJZYl15yKzB8HKFvzMg+M85jrZYS8ASXSnUJd+4GCZUc0xqHUNePQGHG9
7riGXrSw6tdC51Qp0cmwLl2RQwuAeJP60BRIx7ZLunVTY+oro2cuQx/zuvT9aKcR+0qJmynvpo2U
n0vezrLo5AxDG3zE9LNBYejfMbmC9Ox1nVIQqWsnP+a9hn1J4YIG1at0EeLGEQpnFtRXPUKCtN1I
f/Qwy8Xy/S+bBiVFIriCPV93AEBP/gaM3P5cuCMMFQetwGp2FRS4KRMiPSTMkvpt0aF4IUli5UqQ
8PdOuWxOMZ7yYiKZqGucO8MYXsoST10/S61kPMfNNlTHNxlGyXlfeMNYHv9XZvZNKMMxzjowwtn1
KO4A3yRRwqRmDXwy2RXJJtkI3GHqj/kjZAIRUybcIK+G57hx76s35Z48YLBoiFRRasuxIMzlmAEx
gcsrcQofSGu41D7GKzoW/kN4n6H12IkJwukq+wlEUR6U446yJx3EEl8SrQDSKMwNTRDo1jHgSLrh
z7kEjoEg2XJSn+/gSdcDoNctkYRQHcN+r97OV+17weaEbPDCRAwB4oge4IvO4autEea0z7yUTS8O
+Vd9od5iRqNJmOEGR3hjn6I3jVkM9lQyttkDKT/tC+WId6qNN4yc63GHI0Q3t6H1jhgGvG0JaPRe
e7kBYLWJrjvacRfYjBFa3CtUSpUttvNYgqac0/QeXOsn1GmACzb4YyESpLReP4iXnUg5vLM/rLN+
p/wwDv4d9XjGeg12LAP27oUfnhgzcFrRX+Kn6cr/GPGGPw0wsNtdcNIiz8TA360GTto2E8mtWa0V
uljIyU/AZ+eSSfdF8cx+gAN+pjtB1+iUHuM3HJclCTUbzdwGNY4CHLHoLTD2AnjolIsqooW1Qh4H
KGq4ZiTGeQNJvHtzQm2xG98CkgtvP91225IBG52IecOLzsVwb1Z7V9wp6e4XXPv1F+v8b3mXXRdR
3jb/+LvuwHNnXDgFRe59/OPvCE9US2U4YQnCAcCxW7+FGZTVOMSpoWHUVA+lgmRlk/xUjsU+IeYk
uIVymqJb2Kpkwoj1lO0oK4qTczm/s4cwrkWjl0q2y2SvtS3RPRk/BQlQ7F/BLnQ8P7+G2TmUMFTX
hrJTXJ0eO+OGnY7k7xmiCcrAx/kndL9tts1eoHBc4gHdl4/9TXyb3ZePLRWHlb6uP+MDxNrn9NXE
4LLrz+mBaz86TJUdFmP93thNdCR24oaTGVqDPbIZ7NTIp/HtGxibpp0+rMw1R8cKzBvK0tnEHdU+
ikswzCPV7JPdE3qx/az7D/s+O4HjDX9iTMDQIH7igLLmlX1klrYGmPYSvyGGVD+oWyN/He5oLNxX
/OhYbWAVcw9HNbwGBVk/UjIPw6x/sm7YZVvaj7eIzaonJBbOudieMUrg1aU2nPL9HZBEvYiIQfY+
fUOrv1VujEcomFt3E3zObzbGbmMX3ZOvU5/1Z8fYRKfOU/fhzjzjCzV/NOUK+9QG6317AwYQwXP2
VEAWwfWCsmmD3BlzJMepwA3wFm9WkZdb4FovOMKmK4kAuCed+hMwWSQ2jA7W7Spa74FZAvukgx1i
IDx20nhxxKcATn2j3dKs1EJGOidK5NDFJb2B3RYZ33laM8pYK9UeIgPxShfB1rjWPrLMq/bjK1Nw
3iodqp11qF6mo/vCvHLHyG3L2Hyv4BhaS9DC+cX6gZIQhejmEO+czX+z5/8WJPK149u6qpm2sF1X
/y0PA5B9g6JLH86605/xLIVreY5h93oQ7jOxiGAlI2hdP7DNoGzCaPSAI6mRxG+pVf5v3sxvkSLL
m9EIjxWOapJ98PtRaMXtaNduP5wjnVohf63qhflm4isC0YbDhuvHGp9dDB2DPthV2V4FNHCxWT7g
H4mulrfzv9/H/wNY8M/TQvPPf2P7nRh4RvZh+9vmP3efxfk1+2z+TT7qX//1z79u8qA/n3T92r7+
ZWOTt1GLi+mznm4/my5tl5fj5eV//r/e+bfP5Vnup/LzH39/JUMsX0eyUvbe/ho6oVu2/l/GVFx/
5jkSsP41j17/gwf+mVYhzD9sV7dN12FAozqWyx7xZ1qFo/5haa6mcbduIwLXeLl/z6vQ/+Am21FV
3dBcw7C+8yoM9w+hWYhTNQfLB+IL83+SV6Hpqvjrudp0hMk8V2iqTjCHZvN8f/s1wiXNjGbOShW5
YFreDTEDa8Snd+YEcgqpXNnYMIwU7SpHc7DVVSRljm422wx3b5On1t4l0PC2BALQSJJZSz/Rndua
MqAJ8MIOJHZDFn0IVT0VNMkGYvc2mdKWWNoRucnaenjKetuBk00bKUPEmBkBiXLGeDsOUI9d7Sn3
g5hoWZxApGvL58Lu7xh0gtKwPZjnKrX8a04+qPe9Oilw9yOFmQc33EchgAIzheCT5GZMK5I8bDPp
sLAJuCtNEjy5BoLpVLGYgJGESUosWpmuaR/i8DaK63I3uf0ubMnxCHTxQmIxhFn4T1MT/BwayBbI
QDbhVCH5KN2TifsDmtZIcS2FijsTUCxsUjAyhD2rysYI2aAqxlwEpCmIqImmMXZWvwPXMYeJvVKV
MSGxon4zpugnPYwKx5XyYIu+opgJhrabIheFp+PR2MRjZuuXaA99SGhOjLOvuUyMy4FyOtOhwMvD
PloZuTuQWjaP645zhDcmKNIEAnZv1lXYvm4SnacQXW7susQ+9pdRYLZHzX5rwiY5Gb15aSgGBSlB
WB1aqY5KcZnsajruNOYrQOMjk28Dq7lp+1AsJ0guU8lQyW2pnvQqvWYzt1D+xtET3Q+XgSPmgCKI
8bqU2FyKGXrpLJp7gqOPfT0g6APvH8JzcqhKqkr77uOTqkd04eNsX3WuyK4sE9WPsCeuAmqHRbhp
L+c0VRhEBjAaC0FdkZg6F9zkWJgvQkOt7gflaSxdYg9QBbmu0PYK/cL1MDs7o1Cme78LYcUAy4oT
Imun2WIMldTkt8KD8AnZI8gE200hBGfMMNtMCF8RtoEuUhJqwLo949oJqgZotNnvM0cHGJkW0NrE
YFE6/6ihFtURBL4sa/qdJrIt5pDPivS4VTISFVcH3BUEBnrpbTgowovnfs2ktDvlKK2xUYzlVrUR
LvAQjLEt+wmi12ElFMYbthlcd30wb4ZR77y5BP0e91gtwjDZq2M50SPDHtzQilihrn4e3Qi/qq47
lK2qS1VUH0Pu85AROpldOMRI+D8yBYmiivohhNbY5dGl6cCqHBhT50lib1QkHmutN57dOr1r6Juj
1Z9gXzS1V/uQpeq0bHbFZF8Wr9EMAwU/CfYi/W6KAJYE+XDjgoNVaZ10zFzXzQQSJ4VYHQzKpxMx
H0lGSoSGNaHj1AnzTe4mW2LbWqkr0fKfNNsu5obycoi0gP0F0TVFekcLCKh2QLg5NQqJvOG8RTH/
yJs1kCTMb1E8HApyalck0ENv1sVbJYpdgQHpynDd+1qrGW4SSW0jdl7bLtbANnlAGXUaiJQzSwSi
rT1nN8kPbew/iIXiTYxdu55sZ4VCVqFL30ruU0e7ogNHhBUmfvYrVBUBVg04gDmw6y5nQtOjJ0QI
cPQdWDBZO2o4LpJhjTQCiUs6H7Qq3OZjD/9c9Ox+fptuLR1ND7nYiFojC4y8JraqGcEiAbyeIMKI
Kk0lAAKK0AzcSy2sm9oI+nNJ/Zc+PicjzRS7YY72Dbp0hqyMS938IdUb1yvQnpTuMemYzINQUFTO
D5a7Mx1d39foASI/xifqVM8WodPrITUqdHEgylTjqaDKRhO9i7ZdP4X7wUBPZ2kWua9j8thHCE2H
Bps13VCosY03VTmMjNZqHmfwb+rQ3reWPTFpdVCGz5wu5iw84ouBo2dkV4gVbkQPRKoYJlzrJYDF
eHooU/pYkWid2+c5NQBu+t28QSs89TjIMmGtRpXSwohZeTJUmA4qaNFUPUnDsWkchiGJz/OE0L6D
23xJM8lGMP1OSUghGQRfz4Tfys3Eu+Jae12mJSoyN5E+nU6bDT0d5GYsocOBxtt6xj9nErqoWgKO
HxHrm1ogqrHniS5f9Da3eOy6KH9qKVUAa4vBGaoy09Eg3LH1baYwe9Gpb2pP9mOLzFqZAT2WsLcD
aelyfXgGyBShXTCzhaFlECVZ2fB2ZLbkVOPDM2qYSVpLVoXja6AW1QY1ZXrpE06pF7iX51bmVWJr
MfTo0pLd8klmWhL/RDONmMte5l1GBF+WlGbwpZNrh3hhQlpWVOiVSjyHhUzNjFsIPv5NheTIlKma
hszXLO1d4WovlczdHGUCZxDCGVb03mtV0jlDXWuZ31IBJrhTlQmemczytChcUFglYkfmfBql4FIs
RZ7+2mF9FclMULpMuyph4GH7wU2tzV6uE+cRljdjOntFzC435cCxQqJGe9Uic1RRNzFJnPC7yCMl
95yoFKbcgWucMzdn0E+SDU5AKMcyz9SVyabuAGOorzAEODs99l+DSTy4MgvVqOpNYJGOqqIWTCoQ
IzI3tZUJqgpRqhqRqi3RqgPhVJ2dQQuwnqLJebfCTFt39WPjKLshaa81c3gKeojdcdVcKfGJk4JP
v849Eop75fMG2zxWoJFd4q1FTGMbl1WQ2F6ExByCW7vJOResOhzfXNtkamwFNYIg2ZRA2aj3rLqi
aK8MVGWm5g1njsyfVWQSrV47J62sGI4QUtvppNVmrcEErH9MpoxJx+hcBi07V2sYl4XMuo3HHK5V
rHtBUTzVHfKSmrMb4TNiF2nNgyszcw3Cc/URN/aoGFclsbqzzNeNZdKuiyd8kNm7ATp6du6NEwZU
IkpEl0Mnm6/4HNL0NifAN6+qDwUBVyKTfV0ifhERoj127k2Z/csxh38aP37IxM8I2ftMgoIjoNyM
rUqUiReZBZCzk5nCPuHCKiHDaNCl8T4og00hi+3LYmgtqiEyoThZwooHXAudXxHoHQzjoUbV+Mti
uc0e/eHrNnYAhpw2cIy4Q8SHGezPhWNhNK5VDlkl2E5LQXcpoy5V3WWbg5OIZGkLkbnMvkxonnsS
SDqZ2uzL/Oa4vMuSzgTWgKw6R8NxaILyz0XSoO1YNpc7LIq3OPH4IMpSd/dliZ68R9KpZeAylFKv
MTUUAPJ2Ry6WtWWx/EfTVe+WdF5/37SsLc/x9ZzfT6eVPlfJckpKL67e5tg2DkV/F0QquRQCEyEG
8XMY5BZpXDJUe/kHMU/qLnJ8VK8yR32RETlLaPbXS8j36nekxIxcs750SYuYqF4C15fVb9XRsvbb
bb/Jlr6kRyQ+ZI2BPOVfcqbfHur4mCbieG44b3EiD2VeeSmTy+slvjwhzby0ZbD5sm2iFEY+5KLU
oET//bOiD4couQSlx/JnTpf49OV+exweM5mtni+3qQSf7QmvXH8/eFn77Qlrmd9uyyR3hIEEzP1r
gXePxHe5WG6L6Amua5kMv7yF5amSZR9bnvBrNfDtJ10qr0ZZ8e6ksmVZS5Yo+hQpIheT7qOXPQo3
DQlHG0AuxnYuQBdKhZZdpF6gNWCaRAwb7+tnC4IKJc/X+vLdxzZnc3QVPlK9ERv2ItQqZSdlWbNl
d2VZDO1lUmZQ0meTToY6khb4tRpUFLxThzIDTkc+Vvu0HEbLQoiYX6GUR1RutdPaiZjUaEjOqaBz
6NBkbA7T5HIQyc1lTZWbZh9X6BHlqtvHhOkAyfRzQZGuLF4U1+mOBQr3i5FbcLPX19y8apSyvsdk
iPbFh0U5/Wgqf5dMM4TEBph/ndw6kUU2AhE+CCsPQhmIG2UovU1aoHCl8KlatYchN8v7vDCsbeJk
N7kBrcEK8hiF/MTlsjMSeb5kMmdH06aY5chDpwxlWlTywo4BWuWk8b6Z7Xddg+rYd/Yaq0EGXlsY
BytWz1WXams3MhzcQm7saSOjiCCBL9UgWm3sBv9fhxpXg+Bw1vWCK6Q9M3YRTK1L+vHY1iaUgUF5
pVrj2rZUWFpj/9LrOdjtMoXcEdTNBju1sa6CKTnYQ/6TI/ze5ELv1SRjAtWIwn2nqlg1OkLG04FI
7La5bht8Ar5tB96kkA3swgFxuSrQlOsRuhuMCDVpBRhCu8j2id7iXIiZapZy9/tqgcp9blqUi4Nc
/b7xt/9Z7l3apN//VzT2C30bWYl1L5f70koKJ5dVXJdYZUf92pfZGbOMzdDkYtn8WjAtWblpwnW+
M8tDzHRmXqWEVnqhurNLGk5chNx1ZXMEYla7HtWZhFf5HM3Afrys1QmgiqSeR88er7/v82n3r3sl
QWch/x/XREQfg2RC+cBOLr6f4nszbxB2IRZCXBDpXMoSP0z3U9BsEtmwKtMM382y+r1IpYhtsAcv
TtEsmRaN1HHZ/52OY4RgTDkFxWUob/u+43uT2t+AHy9HYN3l4utflnuDZHrVmxhz4r8eWjaludIY
512U8vtavpe4FOj3fPNYRirDA9M2T2jHEcXJhvbyO9hOxB3L7xpkBYTUZfWrr2xYT5phkF4te5LL
YulT6mEIEr+enVXvwgrvMj5abRELOMSlvncYOH13ypa137pny22mrjn0O3Q3XRcIuwKNbyCXl193
WD4y2r5KIERDgX5TEBvsyTxLoldnb5gudXkS1glEPixrPSKLXaoM+8DQq4NplxOZxfqeiWuwqTk0
EDnSDodTwWlvXk6I313leqC6W+QqIGT56qONo7gojfMSthqnSuM5/Q9afXT2u2lXlqq+8+UFEoNq
vTUd52bppjbyolbHSdAel+0xHaGYNojuN/EYRIQ6WDjQRDBPBzOtR89JPr8COeUVgCRik5AdeUVQ
M6VujkE8EQykplBcuG1ZNG0SX9SCr/u7Vf3VOrVi2S5Zrh/xsuySGnhsxr61vMTXf8kn+n7F5bWW
O/7T25xFHfr9DMva8rjv2743v5/m++1934Z7H4ZhQM2sEfGj//3Myz+LL+Hp8t6/HxOmmF9nTcdY
zFe0LL4+nqILqiYYai+WPvrS6y37wN6WNTYZmQFbTCLadFx6meJzKC8hsBSvoPKbVE8Oy43FPD4g
Ag/R6cZgfkmnWDr4RQAyzawN7QKCCbvMsucumoPvxSicc+1H+raeY9zBw01Ma/yr3Rw5XP6HWRTg
0DPAN3lBwlErr8O/ZPAub0Kt+7tBhzjvONMmwEKCmEA0B5GX+KTxtDIt0KIDH6Go2/aAwwRFD3pg
QUSaH3uZHIFGk3ZNiDxJWVyygSMg2lieg6u4FHHMVrurtZTzUtjvojb7WbdhdfH/dz8Augfdnv88
tvoqjP6SWq1/PeDPPsBS7KcLQ81JUPVnkv3dBzD/cDSC54lPtxxKUr/2AbQ/oIjQCjA08dUk+Pvf
qCO14T/+bjh/YHdTNcc0dFujG+D8T/oA5m8dW1O4ruYgRhfILjRddhX+0gXwByXoITJYVI7TtcCw
cuW7tNh6q6FyGVhvqA+Rybw5vXZbuoW6Sl2TZLjGea5cJ98ilKcaOwT+pjZ7j3HGRQmPZ+0aMbpd
p79Oi8xC5T36Bwqp8z6ntm259U1J8vpFKTWp2pDpxLOijmZ3ZZ8OXW+Oz0WrJ6sp1ZoLS31JEpW+
ae7AlWQ4tkunOdxnmk5ps9EPWoOk7Zdf7z/qYv8HXwn9DNfiW9EN29Zk0Pcv2fBu59S+NrimNyso
VgM9Qm+WKue0JIGjUJQd5jQwyk0J3W82zmoQ7vU5+aFoaG0gywDw45O2pZsQypbzaYKTW6r9qonB
BjKK3zo9bvnAtZ8nYZfef/3eKSDQIfq1BW86dI0c2pAWclvHNg3nr+8eAAvF3w4YJOfO56zyjVVp
ZDcZ0zIKj26xm2Z6OsNTTkWNsj1lhUpUg0f6N+1dhXpHHVBER3aL6ZTEQlHoG3uY9h3mH3skowtd
EzJI2hnoQ/uSE4+hK9VFgS68CEJ4LFZ6NFI0c1k87zR9vok0uBm5Un9mVtJclH57rNIIUa4k2/cB
DYL5MhnMniaB86z3wYMoW3NVRJqnztBqe9vTEqQ6tnMdhAWpDGXXbSM3eZhPae/Pe6XXkfL57jpy
ZnulNBsu70DqXJnnjSp5Nt9qbJSkm/TvE1OnyjHxcfgzyexXDm5nEpRki9/uXZgrH8sQJUX15sRQ
H4OUQVqoZwRm20/MDvi/Bm5VwSXVVh7LqrUpqSvvbZdAfhatdRWm3V7ozLnU3iV/ww8pSHXqqRrY
W4gwR4uhCm8y8RICrljVIynYLU+iFAAco868MbP8PfDB++hDvxOx1NLg70um+7Gn0pWM5qsTIpZm
SuBX7XVkQcJUgRPNUMgQMKLlRzITpPHLPOPR8SFnF7VpXkBEA4KeNZeVOWPeDg0ofzMl9jx/nRMC
o20rU0Eh4ALo6+eSOhPYEroFVTeOm6rQYR8667YOj5k7IwVqMfRZMRT+CBwb/lIg7ZqOjFs7BVNF
1LFy5xhOsk+JsaE9RbiwpkMNHQ+ZaN/8GrBsOANsIgEkjHKsDGS0ZO0g1r7ag+kq5pvAgdc5ldNL
1j/UvWywVfljOZk/6rZ5Q0e/ic3uWTijc9G3+UcTRzd6CAJdi6KrOoH2H3X9k12VL+BYFRNdcCuQ
7swAWQKHPD7TP5YzVJlRNVFsRpTS9ctKnetVQdMhmrB6JjXJKKUW7ERJ8JgKKom6gkN1FxGcGlZb
CDQo8wlB7rtdqLcnLDm7FjiOMw5ek9TvQr8x3J6eYvbQaH66CdTxVdEIGeiQMhrxBi8rx8ogPZZM
3pgpjgGoKmcC4zWJdK2EnWdh14cBDW1eNZ+cRNynxNRgZT7FZahuQnRs6zAO1H1OQb3LpisQA7ex
3bwWevMSpv3ODGTvgClxHkpe0N7IsU0WNCQxCu0bDa9t4lI7VpUYL5HPidUmcZVKgEjfGsf56fNe
6pQEQtN4VRqMlHrLCV002JyJOop66znm99TiUEJ4UJ7Gu7auHkaiGqsepbdlvfsWHyAnPHsa6p3Q
8L3k/i1GvsvYVUgoDOCBKtZtatYbODFoPnRwlJQ4AHJkPWmF2mfOkYeUBCVab6YPuFO2tipFZjb5
xBgJEC3MCIeM0b+IGrVgeFjcChomWpLwHC3xXb0NgIm2AVEfNjN15OhZfzMJ5zoaE6Qz0xnt/r4U
uFtKIqQnqwvQe2F+dV3Kis15ipDV2BhFVwATwCkSQVmHSFb9N93KTkoe3rlTiz1rGulN2DDGYVnR
sFOvv14Xs9rat4stVRPicOLXFIqNPL6npmA0zqFUZ5FHAxdWtbrRJuzWZvACoYqQwX78ZEJI6cCn
TaQY5abVrv1Su5F3xK54TgakrqP7prf+LRAdQHzolaDMrAzH+eGMxilwjj695MaFJlT1z7M3qfR5
K80FCUAGejqPm8gljKpCQjgoRHaosqiv+1AL7TpDC2hV284O7/3B0vZx1Hk0DWnUtzayWS3YUuS+
QgDr5a32BNLJjLF5JkKcbQGIz62PGFqeW9AvlJWQuNmvKlpMSKjjaY4QG+YuzBToH2EcOmuRN/Qb
OirTXSvum7onjRysMPOL2Btcx4Z9KByggZHP9evRoFKRpniGxlwftijfr9KyfvTD8Zo2uUA0LR41
ONFx0nyEEb0ZOjsfBlTpopUDalYYe+O/yHqiPbhrcqvb0nTpEUFUK9HmZ6HxQx8he5ZEbcQ1aHUX
Y5FiKsMK4gbxdbS58EQpF7R9f44GTKrIXY1B9maro3oYIfntI9s+uQPD/yAaa3SBPfivySLQGS/x
hFapSLv7USkGQpER4qCMayaNz5xo71kFyNcgBEAkoN6EYb0kY0N+j6+/lor/VIfdpeF3AD2MIt+O
gbozTNJHfPUyE+BFdAyGtKvAY3UTVBWXkk1JDXeYnLuYwpDiiOfMwbDSZW64/hGX0esENKSz8S1Z
DERipjO1ouOmMsduVUYt6c61ONMLzC5mOGBV2doUQST+FjARmlbOLAPxu1FbX5tAD0Ks0BdUBpCH
lEZ7FepqvnIyt7yET6IegV9+zI56jyl5RvEAM07u8ErTAHaHwdHhRlctZvNIlz8jFdQODjH1Aojd
JpviHfN7PBEVP09r+BvHum+DKDj11KAltYvK8rVqDvzY5vAxR4QXVTrKvEl/COsm35kQLDm5kLMu
xP1A2ysJnIPe9ucRSltYUhTFNunT23M4b/lz+5rSx9tZ7BKXWyuNLwe/ewLJQQ+yyGy6XKcBMFE6
WmvRJu2L/OqIkqXwyO9B9eo5qLqPGTIWu5L6PEhchYLV2TbFU6Bld5kguq5riRgotGdR6+VWmGQU
melHn/dwdhhttxEpXKNbHd1UuR66/ofJBXE1Y/IY/PzBzidSv4AnXlRV8eiAyx0M0gptDAiTfQvI
8Cou4ZtEyT3Dz4PSjfd+iGsQCwinptn1NHD0POpiDqyH5dNxeVyZBNtkUEs8+bIGwFg9wcEf28j2
Rvb5UTxSCbrp+YS22WxwiOwdGXBSXSluzRs3KRimK7QoaHFr4Lij66bIEt7mnrJFkHTNrsaMqdrG
xi6hPljN4LXZJDzUaSiecWwYsorHqV6bdIhCJXPr6WWuBJqcgQRIBXWzkU76hW7RGcyHSKwQcx2o
kVQrEwLrXrEZ+bjwJEvbrJEcRxuzpIVfuMN1KnRcO0VMcEuu02LVjYNWU42vM3TGXV+eEjO911qn
38Y6M5jENN6hz2nHIcNuWdH2myO8XgqYolGJCF81nfs4CW2oWg0/I2xfP1HvtG6V56SL+Fa864qA
w1+D29rmQHBy9zMKMEznMFVXTswXj0sTBa4+A+dravSkJX2LzK/PiM3V2zwfuRAG0U2VJQCMXLBo
ZQ6qr8+w0Jeoi9LGGwMYawpFoYb+7rp0bCqAuGg2KursLB1UrIPKMTVpz009TZA8IOUx9bNLkYEs
CQX1+JmicB+Gxw4fIMgbDg+lokVIVblYpbIsSdOaCiUqJOrbsmzZyqJmLxeqrHh+by5rGrXPeimC
yjuhZUo0NCXS5c6vBxjXqSyjNrKg+v0Uy9okC6+iV64rWXcsBpWWSqVybTd2YTDbBJEKKrd9RAMn
LBGeKrKwu0QmLws4Cn8+5bJZUhPO47jffvnpl9rzspqoPvMLH7G147wsPvo8JLUvt2Bwi1hXPHwK
XlYrkCWEqHYRzVFP1BAvmMAFBy4fd8IEhB9P/r1pEdEri9zL03y794OFHbDcmMqyE4JAQMQQ82jY
JlW2n2xYgFqm8ntVwylqAkHgMh6ajHyfMtZyz61V9ei74OHT0JnPsStnTAaUMENp9gRfzUd2mfCq
VrTwCrqbRoSAQDZfwT9KS0DisrVzDgE4AZ3Ta8y/aNGhU94NIxeF0W/1WxEE8Bik85MRDKO5tOo3
wTBZBDcTEAGYybqxdEpHeka+BrBYwu1pUa1ERqJGhMo6KyaF7rFTMW4fpIAuVq+SUNnYffGD8Ujh
mYEbnaKwfmwzZWSUmG+qVN9OWobcqDXmayyFSBayfBPOk7tVtJKmisbrN2BTTkNvvVBfeJ/rOYG/
wSi1qX36XNsUOJoXZRatYaU0b0MthllI/pllzdHJbjg/5CWXijYrGQWGVvpj5oLkxGhEUiRRx0qe
Z02nNzZVUN9k9N2PulbDVR/qO1PTx0sCyEMClcimbbHCHW1KHaFdB1dAQJmr55bHHB9cd+8T+OWS
oxVwyDDUyN/69jQnCuI5kwtYo2S4TDRGYnEVNA/BBJ0sVFxGl2i1kFL26bMQwU3hE22sJ/G4lQ2r
+2HOfxoV5+8BpbU21q3nDr5B22R4qZJs3AmalpfsIoTB6dguhiEI9rbeM8YUznGgZneE6kgf/XZq
S4onaf5MFYbpHrS2K9Pur5MkdndJF7wBt5m8sjDf0lEQp+H3yWa0m2pdSsZw67fRWTEGk0orqsxO
tw/TXE33ig0sJiGFHFq1fmu5rnMfKA2Rjj0RDwWIV2b19jVgWYIXsQWC9osZseaxo59KuUAFCBza
6lehq5H9hyzlIRL2dVIO2T7qxstmUspr1/XPQ6whxYezdQzG4QEhB/wbF9vtDDxlnQOnvEXZ5Z6i
1N6HKOZCpia305STHlTT4BtK8zmya4Ivs4RIFctwvHAMWgzDgY6lmKuqWj0DQCcqKVANr7Fi10v7
YmNmdXkuKzhJgIlNz07RoFvGdTAkKuIRGZDkkr+eNjqihnutofCAfOnSLsLgStcFAvRUL3ZjHxwi
wGXwGf2Ptk/KW21U13Hei90UmkjFNIsvTJtf+npM9lG7A29SeJDVjkYP1tBiz60BPqNKfMii/hCC
hPXEMOKsDfMnf9aSWwF2QPOp7Q9I+uDcQe0U7BD9bCgM54JjQFVGYI3Cc9Dm/nC2Ruoljj3eUOUl
UNeiK16ZibXHJ81QyCpJ12qQSOpKqBxp77Q9ZeSupq+J5+0zTtvwqhtJ88qMx95lJDPO9a4cAJ/U
7LlhFWQHLaBI3c2Gp4Wke/Rht8omOiyMJciPqKMfRlT0txUqXqVNDnWWBzfxVJ4hV/UbHCU5E5AM
BV+6NnJFsqP5dEYWb8z5cVZJTHVjYAwRfk6qpZReWjFSULgIAMIezSHpjsDE8/rGirLriCENLmvH
HHf21FTg0w1ykMZcPYZAfhlPx9sC5JbnK7s56dwrFSYl1+pU2QRiOvvJTGcqJRdBBYpJmdu1z5aN
Ie7/cncmy3UjWbb9lzdHmMPRuQ/ehLdvSV42ojSBSZSEvu/x9bXAiEpF6sVLs5qWWSaNFMUQLy7g
fvycvde2AdLuhMCn3Ln5i2MMb21vikv9qaqN6Lkbu3VCl+PBD1ssqxSMmXBusAHJRwtSokBtQhbl
iF2J6rytIVt17gAhaFHKjo7PAHBUEH6YOs1DV52QNq09B2l12ZIuTCVSBorWmmu/TAgR972Ddwk5
CnAF0EWlQPVat/m5Tl4QiV68nljBoB3846RXqi1PWYHmYU6bkywa8UjPEtQdNycYsgFNmq5Q+nrL
h4/PIox/FVuyURlwsOrl07E+cwQm6BMFxTHoYzIZ+mwf6xI3kqCXZNQwb1apkZNxaBGLnBmlcUzD
6mdumHgKlllfTL/4zhS624DIR3kG3sE6/vlpVI4WHYUqPWbVQeWD8Bm6pGQ3qwlfNHUJ/cV4i60c
DKnmAN9CQd6kjoeorLHXoYcwgRMG7qDljz4+TI1+HTtaHUlbDIRiR3I+9p7s//o0KZh9iB7BcuaI
47R8+PgMYSTWqb4d/vq6ndJoLeKUmKBlHGvXyEI+Pss/BrO0PtA8jIHFeQee//JXUFwi7RxjfDP/
GpjK2NVrUaBR/fgz/6N0+fVtl71/EzSLihQWnpNofGr/+tmPievHh9/+7NeXAlw8s5k6lmSbcgb9
9SPQIkDX5UQz//rbH981leBH/vapWdKydcIg+3P0/bfv/PqvKcMlTanBd/r7K/j4O7/9E1qZULaC
EDTE8mLCyseTJEcPxTuz9X/6iX/6s1//UXPkyY1asS2XapGFMLiz4bGQmxAR/GC4jLWaIow3H9+u
lhwI+REwEde3KPDE4QOU8/HB86PuSPOUcdfH12rh6IwNgUaJnxabEiIoEW5ZRmZHDxi3moynNFfP
6H+LlVzuAJ6rd03LZ+MUUyE23OLMaZdboQ1qDvh+jT1ByfQJFMUx88dqZ1hZOJ1SdBzInwgxCpah
MSL/L2M+H+p++B5mxbBFZesG/qWT5RE9Jkk2PfL5cHIwCnnIcriL7vCFr2unf7GTDFNCUj5Fkfcz
LMp77VSErOuHwgy+YqUlpb1PrnRif5Jf1fTRQzV2guhKbHWlGx04dr/1EQNBRgUrM7O+uQ0iTBo+
7Z2oAZ1AzHBnL1jFM6jlanxPsgytZDmO69BAsOYFxH3V7XRBKP+TIBFw1eZTPtgvSOWfwwpbfCfV
w8cEIWemSTDr8G4BNAmYYGGoLz/V9g9iFlAGq/4+E9gis0MvFrtpPUDaCdsfNqngoTWevDA5ZUaw
kyYZlstrNhhX4N5nzn9Ck+1TIML27rCPUf/F3bgdO8gEQZA/GUl+Gka9ajGPJFhIcwKGpdO9RjTD
QprpafXaT87NKRq4Xra9wzv8vVG2WOsmupdAD3Ccv2AaGfemDSCl1sW5rZs9bJljSu2WJH5yLFs/
2Gd6upVIBK+9/9MrJsqiCqlxOHBA9pvmrvlQcmIsiNyWujO1QIgj4a1toKWDyWlApy+jpUC+DIT6
nmqKrVWZKL3W9CF0BTLOY00C6Ej5HxjVra1epmQafkqOpgzSkLt9mYxhW43+wez8a+WQQNTrS5tX
LJMwLyN5FSp+tk0NzLzQT964jqdL5dirvO0vlXL26JOApnzphwZWwwAFhKgveDOYhgM4avFrKeNP
ox/WNGE7CzRyfIIel20QzELpD6MbqnC0um75rbDw2eoGozgLCfYOi1Tuzoq2Q+U6W+4e2PASq3fg
axg+DJOWkRfsB4YQmUVsmV064x4uPz4PBeqqoJBHhOvduUUBYzP7XhvDuJol1PJmb6U2vhGDNBNA
7T4CIy5gOZDVpSfOgpzUj6onpe+mjUgAY1ffvS69tz2bzLzRT1Y+3N+g8B9lvRgwcsB5tBSflbVE
xjv+S4TWFXL9K4eyA2cJF4YY750tdHEX2M5DZPGCyxGNKshYMELpjwLaUpg8Fan+qQYBGLYojzrB
N4T8nfVAyy+NsIi+JAZ2TiCC2nRUVzIlxMiDjRELe1yTjlhK5POk6RaZRyMojZhIAG9HQIfWlyUl
2SfIge6YP402eZXlXJ0Gj+umg+Rt0uIAJGlFowhMIZegzA1nPeInZJPbyuVZK92MQ8uxBEyx/N+P
J9K7KF1pcFqbpGV/NZz6mRuelcYNubVqMlqTDqt8QcuuSukykApBZAWoI7smRwy8HmGXsbsqwplo
Cvws0VBC0JtdxD0yuGaMCtjNMMjAJDmj0Z9cjd59MoAGBOzc6ZDTKP7c0O45NQXWrVlZ0yIXHNdF
0mjGt3iRVPJW0x7ZWBnkd6uunvyU7KfaJt67mWk3GW/ZiMd5HniuXI+GnftFFtrn9+VCmjExorND
2LtBRM3sP/U2Wj9Hv+NVosnXmF/ULqhhwUDwwVw/Ip8hrzJJbpEugJnmCpNU8LIMpJl2oTNpw3an
3HRXDxXZfYtCCb5XvxoqNeLJoKQ3YYOQO4Dhdhrig6VCEv+yDOV+u7x8WDdrVVGp1zBzR+3tUkhR
29DmPDhaLv8ggtrGEQ9Q7zFHgB6UVdjsYgnqphKHhkFajYoZ+K7NzM/+2StOw5VzcnoiRZeGfbs8
kWQe5rie1rKLXKzhkKa08S7D+JykxXu99NNlHxMVRKvwdFEazWKvEXdZhLshkYSuXh58Ob2DfVA1
bWfDNLFt0Lppp+izP/4cjWmhZYLvLOrrYDLeNWh9J9x0gtapcH+CxqThVjI6oCOzalPCPZw5J6ea
rM6MwwxyUVVMRDVkydamB4sfwvkcmUyN4+TdSmVK0PJMRxCRGQl7w+Ncq/eENbQ0nBcvMU/ZzNMg
TXlvZP246Uz7a4se8o7nu8b2xe8Eon6dG1a08nP3Pk4ycNF5g9N+bNc87Vx9xGkrKoi4+ngr7GcG
a+XK13XGQjVxQ/iARQEB3hSPJQHHBA63JCQUua93o6UTEnD3qfGjTquUvgGTnc4xRjZRqF3ZWL0m
6X1agFqZ5mExca0sq5SXroNYNpIXmXRXImAqEjinTW51Fy3IX7FjiqRqpjiAcbb/GPj/bzXXmha6
hI9X+Kd7eLHv/mXLXfzB//f/7L8OX6Po77bav37kLzkNgP8/lHBNlBm25Tn/0tKYrvhDokQ0bYQx
MBQXmc1fnlqJpxYZjdTM123bleqXp9ZUf2ihHYXbVngm3zH/J1oa01rEMr/wB3h9Qa1hXkCxI5Sy
bcXv93flCKKSdI4RNT7RlOUumlAEGASa3MW5eUmixPiU5jNnsiE/mW1nv6gZpa3U9XRMslLvenN+
bRoaL6mfDxs7omOIgmE8tiIjN7oyTkIs/IrArHfQAH18VWa2Kdv2gE44u8srJ7gNysjPVtI8RyV2
uzbasyUaxymBvSV8BL4GCQetNuh9SkhWnRkYRNdBnw+GZj+Zo/tFadwL8BE9hD6kYymF34KiHDNK
PnjMkn2Y6z3JX+jh8jvhAk4uQhKKE9U9VhwbVywTctsNBNS3DZyYltHq3LgvFVGQUjdPVTHucY2W
GxDTzilInA2HuP0cW5hAAxorOeDs0SpOph1DI3OdeiUiTro+FNS17/Ww4+3Bvm/64b1h7M9aZe/q
uOx2WTmA0jXcb60zfVK5zToReI/Srsv7ntkEwHvQOPTVHicH+JNqPCKTYrq8xHo4t6GM13aFWr1R
/s+q5EjgJpqUdAsSo7DTchN12H6w+yRD0uyl5tkWZpPvYchs437oro4dXLLR7w+xR6JH6trHohh/
FsWQ3A+d8UaN8tAUcr5lzkg8XdIETzk60NZjIw0ru7z0dUDAY5ku+W3iJ7FQA8lj4h2Jp3vFHAA9
YCSkJRBtu6/mmWEapXvZhvkOxnD1kAXUo3975v5BAuUuEqffbmTXVR4PhxAc5NRCGPibBCqbbTs2
/MZ9osxc0UPv9uQVOagPUvoBDhM4xyzbzVIHZ2n8RTioQkq2LpXaMfpD2dzTQALWULCBuEOBQao3
H72c4Vkz99ZDBR1KB89mgcNvnlRw9MqetHrR7+Ywnjbp2G2lmUe7oTOvKQlch9J24MG2MHWZggVD
5e1UjVvLrNhxLQNueq8hssQ5sRxNcy0yclwmIC5uipLebdN3GNtfvX5uPjWQSfXsvfZp59zC0tz0
8/BF0qhC0satqplwdo1V3MfmdAN42K6srpjA0gzyGUMveZaWAJjfZvrpP19wKRYyyr9dcRscF4sQ
UYzCth37N9kW8xzFzlQyb6iSbh1STBzbcNoMfWhdAC2vtO98grQY3KfnMSn7U0ysxVj2X1phGIid
ynFdTRZFcle/44mDq5L2OdV2Vp8nyHXY0y+RGcVbmrNMk5YPQRVEKzMg76cpB/MYj4Ozqn2So2GA
P5gxncqwUWQkfQtyOznSUP/U4IzbxymHzTBZaNteSAMne60Nn2TQMXqRZWGeuEr52WCKo7rAO6Y1
YPKgGh8c5b8G9ih3NSjNo1uaA1XGgO0smiHjeuXnQTTnNC3zXQbuDSvquSlnRlkoWTeVxqXdq/Jz
JBr14A72EYICiUyz9T13u/NQS3PvsbgxNl5M92a1qvK4eJ2C4WwDIkfg5CE1MfBTEpjQKYzV4VJ9
IL9AZBMUmL8nwlYGXKRRWFjQzUP7GDMWYh+6Aj9geDM5em0R6hBKkkaZQ5o9Or4aqt0dR5w3z+ne
CyYSkEX9c2m/QG+Nnhz0kAlWCmrwmAYrbpGwCDF7GwoDZy+R5MZ6IzqEPJnudrGdr5s2r88cSzBm
ozbsQ6ZGSTw7p9I1Gf/O9x2z7q1oknE9jYSCpE00bHWoaC1HpEfo0Mu4m6cTeia5Il5LYSytyNNI
7GsXrL16Gk5GSOZf2/NIz305nSpCtKhe6Li75VoNQXewEej4EJSZNIsRYp2hjrkFcCgwKfxnx3ae
lOr2Zd9NOHSCS9872Y4H/Tu8WIohCaupk0iLfZW85zCI9xlCsGMk1mnbigv31QqH/1qiljxXTo2M
SZSnjsUE4mB+GYYpZ2IEbpMGMnO8Obkfp0crzOwHH08tta6zGyNg9R1BBztC+JAYLB9QP9+VVVdh
kkNjF+RJuc9xDpJ+017s1IexMKgv2GGDrehI0TJLd89DkOw7ggD15DQ7w2eckA8Y+GNh6VUfB8nR
IilokIG1sxeH7jR7bE9JQPABu6NU5UPrNu9dHQ5/VnN/1jr/sO6a1r8vvI4QSmrXFBZiYG1JeGj/
vvDKoPf9oPegSqfwnIbQJNUqR6SpvVive4fUO23Xj0mljtM4cHbzOg5S3So0vOjAw9JsRKKnE7gJ
RhY5j1eW96/4gBgxsb0f+mD8PgfCeYrAdmPo7brx3Dj+XepUR5Ub7s6oSwcaKS5FMAMrVDHttVLl
27iIfiu87wfOMMnOYMa1YlgvzzoAUul6u/BetBwEZVCveMvNcxEtXrKmaUm5IY7TtvIfrm91pzDg
ZLsYhe+K0u9Ps5QuZ0kg0EF+rsKxom0Pm93G6LsaRnwcuJrWOf4j6X8bwYPsM2FncObtdVeM6d7S
6igY9V+qnrV/MEBfODAEziX//J3TchCdeLDOVmnSJwJEjMmT1O/CTWkHGR6JL2ObbVsLRScDCedU
TeK1z8IvfRl9c41A71DRrdAvBKcM0h3CF3PTOZNzajzInYABtrmu1MazHbLC4dofa0CdcRlzVuIB
PkGHIeOxt3rS08BLRWZrXwZcZKj9MtJ49URd5iTBKQp4e9sxHtYurX4WAOJoat5RGQ37RpfJhfMz
J8OCbkLBgOqsguR74ZnurppukaExI3gQxgWz4puMRXfGLvVM0BpJEtnZzNWuqMrs3NHte/j4sB/7
7ud/3rzc3wTT3LQWxbMnlOtKx1HeQpr5W7UwVGZjBHPt3xp/pLHVB/rkuwAGGPs1e2HL17LOCEHG
f9c77/Gsp4vtbE1DFisrmquvwrd2Rp4mhLqkVMFyhAMvC7kNYaqcM8zVcLduxtTEx7ElUTCp1aPh
pNNnlTdEJmkR3sqMpgHCtmhn09SIKtpXzJDA1jscurSq+zX43fFSFaxlllfP25mAjLMMEFVl7uDv
+DW+kR1nnlonmfG2w5hsrEs/Pua+p86jTwqcm3eQuFpb3Bx47RTRvGluLV41ATGzN5sLCqFdUQm6
ZwdSIU/OQwwof13Q0Nh5DvDQiIn2f77w9nKe+FU0LKuFhdkAE4CLfcCTzm+rRT4jDDDDwLul7txu
kGePVxJMg+2b3c3+Qz6S+CbsMFgXytliXLnTRnhCuNDBfSTDZ7KN+JYV1xzs66Zq02mL8tEFB16+
Cl84cBnAjtV2r8mcK6EIM+EulOlcc1xdd1GYnkwqg4NfBOlKsWSsGD15+0KiMimcvjylk5U8m8K5
TxP1GQg1NirUJ6tc+vnZTdSdYjt/agOo/0z/gi1VMnkdkLr/8zWiz/kPF8lbEEeMZgFz/X6RhqyO
aljFzo0akR2TGLv7yHyEYdId67CH89H4b66MCbzqx+4oOkw+1A8EvvWmDXKHpQ40RL5Lmg7nqTMO
JLFkC0GzgqLgldUmT7QJhRT9QKDni9CkvFg+wEJcZkxjS0a7sLwvXhV/Kjph74vmHGb9WXhlsW3K
0DwMEh+ECrptSwdvpxvv2xRmC4timp898qRruhKH0hKnmZHeuYdmg2x1uqsFHouSinEtVTauTRVP
19RmkUuiXpyMqKEZM3HC0YUNBThX0F0KQi39oTssqYf0Ga8xfos35MkOoZmfeqOrz+hUt1OXhBfP
tUhqY479LEw6QlYyu6esKSEO1xMLyRF4er+Ko4zzlUxQ7/fDsJOkDzBiWFUN2c0aHcBdWzlv7sBj
OXDW2YwDiLga8hPofGJEhgwJU0w+7Kk4SBPQCZ4IY29QND2gM402iMzqtdGm2WWoCVkPabY1hQtY
Ie1u0Sy2Ruujgmkr94p+2VvHkYDC6ERvndWwbDSIx4rkmyT/6atK5CpqYVJWjq/2GTXhQCn+4PcW
punVNGY57S8/pZcH9tTsanv3sQPZYf6gWKDOhaiuUWncp4Op7klxRWwWMkiykf7mKYxjZzhUAgwo
dIxVQaIQmfaw47EQytgzjmXoHkReB69EZpG6N0XTY1SFx5rYgLtoEp8y6K8vjDIOSVqDKKYDx6nT
MFeTjPAz9MDpWwOOaay8h7Z8yWQW36P9uRYS5SYONUQwDStPkO0i2VunBu5OVvXdaSCekZHl8MMz
O4/ppBtsy6hGXInI59mKjmFkhOdKBXTz6EUDg+VLFZCbmsXvVpEVh2mkiuOR4tgrScFUaIhVwmW3
U7SQckS7PrRPljVlxM0NxOW1AXEzyCEvXFz1p2fs/1sYsZj9/hRrCxcVXiXH+WjY/HYiVbmJFo4g
j5vjUhyMGZENpdN5x4aOypVN6Ta7LP1Ondv3HjYEGS5k0qopN+nAgG7yK9iPsUtFwemOTLP6ZGEl
INMNaVL+aMs4f4Y35eLMeBQyhiBmIZkN7VC+kM1mryLlWneKGRZi6fK5jZWzEw379sc6a9VIYKMU
eWPoQ7pCJTTcq8T/3qv+JlJLPzOv2ha8zdc+8bF3mHG99WmgrNgzFUFABSL7Xo07KlxCHLSBLq8g
P68ZGqRaYGf2vlnSjg9BuWuD2OJ08JDsTupkgFS5Erce7LHTonh3q5x/OMjvnc46GVNETqPWjH3z
oPvslfMhBpX87JqIv9IAT1U1SvJfy8c+bx0aMkX4Ys1VtU8i/t0UYO5z5j8RpMrfFrNxGclnOmgC
qUFea1ItaL8eoCE89kxRLr4W8zoT1jn2ET8MClclleKnxjWhtkwyObtkUB7AlzGXmUQMHNN7zwiE
v+GQcckMiIKTZzGVLYt9rq2BVAjKmSAmOSmdNDPNnvY8YdPGrUUU2NJD2DW0ssG/sHNFtMSthAPd
aM5U80SHbFN8EDnFHnigzL/KqsDsLlxnFYqYDn9YY89pyVRtxoS+xmC8Rj3Eytwvxa6eoMZ44KQ3
HUVHQbb2KZfPAu8H8YQ9UXjAh1YMtxzEHSEpXiHu92yAKdstknvIw2RQujW3TlW1G1V2eGE0ebQA
rT/h2iAomqnKEv+Imhvd4B0TJc6wjX/usSU8ch0YCcGacVLziaF1snMKC5ERQPN7F7MIkS8Lnr7K
3k37nh3X/0pSL7M2AhPOgTmkh4RZOQ1FH3VPllwjFR1Rnacvqel8o2FjXqrlq7bSJx0QxlmlFmIK
Vz6nOe6uAKLk1o1es8aQ941oLHQuTPgwyKZbRWwcgvNM8RbqhImgh8yl4PhtJz/9evjmVsp9jF+l
ZQQoNhh0jvs2topHZq5RGyp0u7U6hQDl7wIvt3bkDqu1KQr1Ys9ptqOLWG2MOC12ycC5i23g1Wgy
SMUte2USWC4OErG2QvbfsYHNJOcMcOkEEa4d8/gQOPlLyeh514kc6qx47i0E/EVhRagKs31VX9o5
KM4on9W2JTTHtGJ1mjJZb70W+cmcRNvADKOrgB5J8Hp7cBZoTWAbSy54Ob0mPrcdxRFz6/mtGrGW
tEmfrzPHzFeEG0IxTPNkb+efyzHzVrbreXsZO2ecaMUDKPSZ8I0xfSjt+qkjPmWb6spAmwW1CXl9
D/SJ9mQfjdRkRjMdgy7GmiedjaKGWnVKZ7sMvQx3yxKxKM3wLTO9Cjlg7z0QSELPof5On0LCa4Gh
PUa4Y/IknLfaS92d3UOba0HeRyCAnnEMOdaNauXAXNU8Kzt8if3W2JTBPo3bel8x06INRlSiW0Lg
7Tg/ARm2/X1mqGaLL5Bo4tjsb2a5RfhUbETbENedh4sXsPYfRofGqd3nsPWDvl13toWOKslqLhTh
g55JojY5PQi9x6Fft9XwFBRpepGKzDCrn45ZluI9X8rmyfna4u44cHh/mv0JI+ik4x3p7fIaEZ2q
p13Zxe9pPKRbkSpxlpUgsbBX68GD/1YUhI65k382hmq+Dn2CeKGsLKxENsUstlr84dZnL/f2ZtNA
CpzlHgXoeEBFJ1dJy7gzibzhSpzwl5lm8UYsQ+9eDTdmCJqLph94WOpjLLoBR+iIwi63fqYVI8xk
NKdP9pTfB3VIOHJZsabZSX1Laner9SuZAfmbone+blMHrUbYNXuX2v3PnfJ/7UBI0u78W0X//wyE
IMfWwb+DVs0/f+aXwVrZAgyXJ7BS44qmc/rfoFXnD1doG+c15eoCTuVbfw2FLI5S/22oFn9Yjmej
y+HoanIu/J/MgKQnl07t3w5ltvY0CFemTS4rJjTZ34ZAWha58guV7pus/EGo8eKj4fRU/WRwdBwX
q02HgTXKqjOOGqSi5KeqsO8Ah5qXCbWKh4tvEyjYz9mY0D9EonuHfZyC2SAPMiOt3K/ZgM2G/Ldm
MB9VZ1zh9FkoJUEul8r6WU9LZIvt/Zjd6ihcQ59iq4+2ePp5PmL7ahBBsG5spp7mSFzz6LHU1WF1
pRPSbMjRKzeD02YMbgBWW526ZvJtMNl5MI6g6YiZxBfOQ2nQLOySBZxoNRcjmxRFCQwBfpKo2xix
Gnpm1LYZ9thEfqf5H6zjmcEy5iERDas6kde8sL+YNbYlt5g5C8zudorFVzsNH/DH9XdNA1FGZwdm
re0qiTuFbVgx0IFRnLgeDiIyFyfSrzzPMXeRjeUsDsOnHrNf5SOcUJqOPaE575ooa5R/4UbA0kED
C32VRLiZ39K5xQkZLk750rX9gKj7VOTzfLBZorIGdc+cAcNLSzvbRNNgM7BGioSy59Fwpx92apzj
wF2jHCYHLdjKfMY/YG4Hek53YVqSt4x/hP/JKX1MXKQmc3VgjEShNKkHUcyvKtTx0cc6Sb1R04un
CKlbAO6DaHHgEs1Mi3EEe4rxBAXNampHpsxSfc8A8dSJgUaIcCvjWAhSjWS4c2bnnU7ZPs1zRgWK
+wHkWue8J8wvyJMo7ydelj/XD17XfvIz+1xquiZonNa0b8O7WOHKqkYck1H3OBtTuo4zdcP19Nno
BEF8Bb6zMwG630sP3G3bfQKAuDhaaJ56au826JmtJcuosc/45uxNxfyQRModheiPZf9UHie/EPWF
tMrvfg9v0o42fZVhvZjmPS6rYwus924c02A9SRmcBj1tkAppFsyQIxc4SToSwclNmyfHN/HHTu+W
82PqfAlTWOiNtbTqA1tsIETmS8JItPXM9gLhpsR3zSPjD+mlVEW8lZ1vEovtyG3juGgHiukWh3G2
JSgsvHQiPtjJ1D0Rja6Yu+5ZWLLHoTqhbgQQGo0YsoN0b8TTympQ+E+BwzxM+294T8G0L3o+RNxp
FQZ4EQybANWRTrlFoLKRYZ5uAvpFcUp6JvKDIoL8r0J5EkaHPpE3s/JDb9d0pO0y7CVXx2+eG9WF
hzCswKB3wxcOhn6ASa8ljSlGduDBYbrgsPmS07I8TJP5Eo+gSJDbb2srPiI7wzpsROei4N4dTTxu
Zj9/DvGob8KegUNrT1v6divXGKZVa9v3RaJw5w0DzKWx2xPBYWx8Vqlt5zWPPU2bvfmdwSvOvCQg
b0eO0PYiCpki9Dd6StxT3i4vuhwfFBDQrTn11DFRtQ9gEWDZUjsnDfVuIKV3LcjA4GAPR8VOKpj3
pjU/WyGXRoffCCDD+jRWT+OkkntXiAmlS3qsPad89Ezi7ZgTN2tONCewecZdXCC1cXHIGtq8OlD5
U5ccaR05ZyBD74Bwegg88nWoI3dfDFzYPxFdQQe5f0BKZmEIWatmUNvMIoYkKwil6ytkMYEq8FmV
n9POc2hv2N0pBWFdF1Arxnd7qUSdMVnPZh3DSUB+PJqEntmjW9GBNCH4Z955MOicETDH6wmSFlb9
aXFv0JbdZvN336vrTWUSGFAi64vb3uOnGc/5DAD2gyCOqGdMVSfua4sgYo3GettXcrprZLId27C+
FYF5CBI9YgQjEVcP2ILZC09E1mFgLcPq3q3NfRPkLxYInS2nqR3J6sWpmJqDHUZf2EAzFPj+LUJG
LU0096KCHTZbRBm4qMIHu2FIuxhrDPA0rwAAvnpivMQjVmBTsaEo7b9nMdNWUSdrldfhhehkI85p
GTQzIQQOwi5lmi+Ap14xWlnbJo9OHTc/MWzM67QY0k0mynsGUCvp9vlhIA9cW/iPnaiHSdTnctM4
Sm/l1J0UZIptBx93a6Bapwn52UCe+DDF6hhOwt7qHkQDbpVsFzTjZ4TjxdX0ApSg4Nx0RLJezTiX
zhS8W8Bh61YaN1wSKN9I3sIkfSP4jdwWtxnebNnMV7v2bn3hYPlq+VVN0utpH8P2Nxk/H5g2zi+F
IR5UlY2nMVHJOhirbFeiDioAj5E72BPfxLGLDQ3dQE3TZSof8mJON1Niw6Ou/AbTEVdEQs5ICLTf
Kdo99yH9MD9PWEkTkpP84prGztcOwdchU/Alrbb+7KAGBy8MAZg+BTkn03DugiYEej1dZVDSv3Z6
hMFO8Y29xv00e7gKOOe1/XhKayyLudRPfY6MWKr6UzKn773la1pC9NG4l/YEVm3dYa3lTKKDzpxd
LbzvKMLyO9t13+JQLui++DpodFbD0eVAvgstPd3RUU7OAf2SopzmU9ltOFz3t7yPgQ+n+l6FZb8G
zhHvtFllR8VmnGZdclWxfQmzSh9ZqiEkhRNnMa3WnVEbz4IHmhNA+zn2oI7bFS2YukjIuleTxYUN
AvZjh6DM1CP7cibK3EssNFucYOis5HqduXV47GL8+0l7mGJHXsZ64MhJmCV31aGe2QMBskRXDtj7
qq8P1awpM9hOmHi4TNKgQrifswKvS1KUn4VOuyv8se46ieqrogVr+tuRFs6aPmiJtq3el1kpVzhS
Q8TktPGEDzthUmW7rYuMK6MlKtcyS3coLr8kAExW+C+XfSk17kaF0qTUXrKxONgdY9fdGFhddoMQ
YsdrCD8F9WsX/mzaL5Nu8U5r2OK1Vz0HntS3uCVbjPz3sfaIVsEBcSdDM9iQoNvgq8dkUbpBcm9n
uwkP2SHHIQpMgIGUTykiRHMl/K7H0DMS9JUVFxP+9ar2Wlz9hfeVBka3MsPlPU7S8lTFT1GdnvwA
IYAt3fEgA25NT6CocMv0B+WQRixP8LdIFHQSqAereXF6GbP8xLyvB1iJUdUyDLreLY8KrdS6buWq
LR28atERDV3/UzIUN7193+Thm52N5s7NIps53EyNVSwOeL83qL6QCVJX+nuMkt0daYEgt2VZ415r
3mPFzNAqnXIvOyYg2bSPBnrGnTNc0uGqTJdxuZ+px+WWKZPUeRz721AZ2aaaE3rPbgv8Jp+rje9P
R83NtiJP3D1qCSVl6tNbZ7ntBuY692wQXEaPUh/58W4oAaR0uP925CXTWVXetpzy/KHOY4w+zaPw
aHHTfyjuW8S+s9k5eyINkSd3z+Cpg7t6KsmVMitszqGHPj3FfkVE7Uy3qNUb08N01/K77VyX9CHS
zDxugfIbQXDJCfdBcTfgaKLPKQUI5WRT5lLea/dLhqFq7Zcy3eMIzldhM74FRflf3J3XbuRKm2Vf
pV+AP4KeBAZzkd4rM+V1Q6hKKnoygp58+l7UOX9P9wEGmOu5KEGmTFYmk/GZvdc+MQh5Z6dL3kpP
gmBCEilvlByKNjYXbeSQ7tpJX3rsyNdSchQMAhuYNzyUOTOZDlhIhwNJl3m6BX4O7SBbdcgbGMSS
swj+aKB00fB4FbF/x0+Id6GeGdcJsILgrJEvLHJrp9QLiIpfLtNpLG/b1jD2ae/9CvryO2qI6o7f
4Xw+MDjfgQxfOS/QK7tl+dnFNnTeZos/Zx/b/pnalFhCax8EoHmC5mEY+l1F8njIqoWZjXY2KSJa
c1p4Zr6scH2OUY8vwFsqjbnhhCJLa7bsdV9sAFiYx40VCmhUbrOVc5p2lmnfzTpgCu66v+x2WhH3
eRpq+chvJKaoizbSkDcvZ/1a4xCL4++OwpsBZk3Cprmp2gh8fRvATGFV0nguzzjDiaLVz5JRtgJx
Z24MmT57tr8jT/LQJP2dtNGTxwBlhbnssdSrY21YEbtkPCbsEM6ICFizObdyRKnTu39am3SfkFTZ
VG4k8W04ncifFO1GMuFXYHe8Sj42ZfjaV7fQl1uuWJgKV2ikeHKJzp3CozKtb8e61iY5QvM/qMx6
p3f0Hf50HPi53QFwSKzsBWfhbv53aagJuqnPvcsZr41M3qxHaBQEDujFptciEicHx12IHjuKawYL
zQvWTEyrZaHE/AZBxZEvASas2IwcofLsyxJLG/hhhOvxbmwM0HrlPjQZ9ypR6hAR/K2NGXeCcJ5b
NXFiYMA9z2bu5b90iL2bQn8f6vqtr+oTSrJBV5/gRZ7hY9RYKgPduEhNbkZ7+K35I1TyD8t1X4Mo
QiWdPxVtzIis/sBcfMEZAzlpOkWV3FoDQVJ1+cscwbwYxtmpKFhgK3jzFsdwx8diwEE0MtzUQuPN
DdOzM5q7RG/ZID7mEL1bShwK+nmuB9HBhG9PmKddZE92l+2iB1lxuE6B3Gi5Oa60CmyJViBUrLJl
qMEDTEqZEp/h8W5Imk1QXaHUX0FF7gaJragSUK8a10bDPvgP+cGmpnTZNiKbxjsJRmOJit/uCSi5
d3J+QxpX1RoHhCjEsqbrtkzPEUIwiS9IqPBOlBFPRjM85t74RALkya3RbKXtJkHcabf2pS+agzVB
nlXjQ2W4+TIrtV3jqYuCvaLThjlM6hzNPjEaeO1I1tAciGm9TUI6SP68jt/bVNzIjXGxiK9c7FmJ
bd0drX1jxXPkJrTsuvpbmNaRKezZJwAa9f6F/+nJ4pQesIKRXPkxuuaFNQjyS/WdDk+Vnl8xyTI1
MA7h9NwI+BM9hR7IBpCbXzJUCMD0q4/kH2riPnYTuP94uCHIj8QvU7ttkjzgGeBMzfL8Wg0ebFAL
f12KUcAa37so+bllFpm1qbP6vdbE3fGiT9GsnACz5CwDC+O1cMzHvKyPY1/+EtCDR21OcK6fPGMb
oR6HOL4RkIysmnYLLoxnxbeySOeG8ZnH+ofQ2xtgiw+Ehr43fLiNeiEmZD8RwlE2DjJE56uJBKga
w3vucusZKeqX32i/wgZoExDJMhCr0vdPiV6ivfwdGvmWrQcNAxdLaCfv4PQ/G4/iLbIucFUgtUVv
dvBU1ORSmaLaVp21H1R4tkp5lF0PQaD3YRTZvO3HvL6Vs5dJH/8YPW85V4nXYmA+ldpzBVyyENff
msZ7zlH21pp/GSgmCmm/9aaCV1suQ9ld2tRcy+y91ZJPUqdJRU8f25KkMV+cRgvWTuAX2xa7mibo
0e32kRvGbI3Sicwb1r4sSGIA+5NiN8gjknjUTjTjNqGxYDo9Lz8ekyTaJ5a+DY3x3Npc2uye7fY6
EDNSTDzECQw2LZGhzbfF3RyzE6WKGYJWHzXrwyVTz3jAdG+wUMIhYcfgusb4haRlTDkZS6W0Jd7F
QKPWWQ9xiumehhef/GBjAeGGmXU73StwA7XpnQSWKwEwCEN8mAra8IVc9kVGFWwbxOjo+wpmJP1t
LGCjqVR7qjg2F0EuzyPCOSXMDQral0lyVY8y30LU2VRjtC9159L4N5moW4qNfFHL4h3V6sZNyNtz
EGdjuTJQWPSjuOP22isiwbHJv/pDeVOYbBh8AXHI2a6ZGTJqa4xxc/SQcAnzLq2JjpgbB9MJkTAi
HGSPdb2pP/TSuRG6PRX6pYizh7zJ944mtnrTPxRYVHI7X456vcYjszcHOI/ps9WXz4Ujj8AkTi15
E6OO5ZApuI+yIcn1R0sCclPjWU4kE/aBAdRLgWzJE1qi0l6PGK7zudBTwUQAyZw3tGu4mTj4Ag0S
IxjnEOK+NA33pPLmLTK3AwyDcLDuLPWulVu8RfmDFrM6tzhx6f6EPxxG4EWVXy1b803PWspk61hz
jZjC2aAOOGDVeBNd8jSjBqxtyD2CtKMzo8fLFM9v+7J+aSjPq7j+8JzwTAFMpUUwUm2vis65wRRv
1vPfVZCUDvNvWYyIvPEe3gyCH93yqyKHJjF/Lny3JwNF5rwqGfnNtvWNS3324P2pDfdAhPEqncq1
4Y+vqd7fkAFvWw4KvTgORrf2hPomPoIcN4TSC3t6RVZ7HsxpnU0EnZjd1XFcnjdNjpT4+TKBvewO
w2l+vVRbvndO9+IbzUdeZxc0GlsSGyDYYDmQd0MmeNAEMzVnrM7F+JVZ4Z+YpLhGZJ+Bq5M++Rfh
s70H6RxzNyXxisjhfq4RWbGbq6jgd490UY7VUtGbwUOoudhHg5tuEBGcJO4iGRRrsbJ8bCpWPEu7
GecwLo2DtEXOMtS71CqynR5vaibZxH06ycJuWSsWkvEkzhwuAaabk8IzjwZd2e0ZYKdY+wUmVBr0
x8TCBtY/0LlSMBE06rnjDQi06xeP+EG5XXXTW9WhBnZLSYjFHMtZPKDgeG+MEvtd06Elzr9S9nFD
+x2SJs8N/CXrHAvQBlsxNWbbHs4fwx7mpmrOHtYSdawC5gotSoVFRVePatxfYUe5tFa/0JuOJL26
O5dcyyxdadDTAbpm3HkH5CMLLY/FmakzVV2J6Fs5O3diul1iCsSnkM98tz9ZUzADawxUgVPHejoQ
7DShrOlURjYqEcuM/CsCNeZ2Pre6eoJ4pmjhN6kM4STZMBoghIXc1cY9HQC5iF3Dbh3ShccyoX6E
hlitCeaJ1jbqnNZBIFpH4RMdwa8JngWS3KTatx0j8zDDtTovuWYH3NmIyEXSlfWEC/4a6MrY9pY5
y7QfalSLC9/UXpSfwe4Mw6cJOowVFC+BTfSL3aT1yhxajU2vsnaJTIdthrdtkRk6dTMBPjFONt31
o7WjV96S7fBLm2ZY7Uf31YCnsomLYV9xblWW82ZrJuUPrV5MLYdzM0R2ilqEvLBlJZMGwxzwt5A0
2jwkoKKq6ac8owCAJQn2RN2yRVTDMxSPG8bszWURzIBAP1LkW3Xmc4mJwNY/K5JNEQC0lvtcSWxp
LPx3INYtOw/WwtAIeOGONqYICm1wUO4sKZl3OKFPM16gjGZokC7dKOxJX0k+I5nzDs5b3BSmQf0m
LTRApEeRKL43M0UwFzk3TVCOp2REfVhH2H/8mjCbIAk+7J7yFKM58rS6Qpru0nMOXEpmOrPJnY7c
kQ5IO4AdHIFOjnwhfWT9/510005mfr2BSozL22k41JxrVA1/cs/juHvNy5IOAPZYZj5rifVSwnQD
j6I91vOVXFWsRRqP+JlRt8pFVnrGuvVwOIYOw40fFIGLcpOLrZp69BIcT3kbkWi3jIZ83WfVNUnM
p0EvX3A3hNa1IgTOlQUpM9461blk7Q4sCzK191H3viZrO0v9HUgTi1IL8BVC5S2z71Yw4Z2SRctW
FYAjcaHpACi0R2Gg2eO+NYDXN+oXR9xZ9HhGdEGHa1U96Ja6OpdQSXvzt75FLnidPPkrhxHWehrm
nY4bkxcm2zSo7/TXMysie2ndeXQodfQ3kQ913vwiBSvh+SHkQ2p4sCkS7F3myTW+/pWI8C+E5qLh
Jch5A+e+sR9YOligg0nOeeqs7j2oCQgG3jfJdA/Kd4+p6zmIgSIbGoJAX9lYw+NL77U6NstmZzQl
ZcLwRVvF6qrNPp20WKWAWsla0sGYpMW77nd7b+pXvdBJUo2/RE/e9agew8T8ZVTjOQlSaq1i+C0G
e5d6PUhFmhI020yHnkXP6eNXv7Xylfi/aB9w8tZo3JcW72RG0hqkcDW7O6GyhMxlUcl5dBcqxe3D
qZgEprNIDI0kW3GoE3lHhrVkCIIscLiw5Hp1mBYu8A1/R1F1gy6W9d6dHcpKiWAjNMIkxql6DIfs
ycjbBz0IqDyiG0K/IxR0CXhP7JkwY8R1Y8UhDkbKCJulRHE3lgOrEKcC9F98OU2wS4fwQJe0cmPA
Jn6Pzpy4RNVlnyH1/dIK7Fuf9qB71CYUELqEvh+c/jtz0nc7aN4EalU8wu0aWxN5OMvUSb7G4jtM
GGgU1I1WwzjdtY+Asc6a76wRvCxME3c0FLdLpaMJHqcR+u3wqVsCGPLoCti07Qq7LAnSnfdYQyW2
XPlpDrRas2bKYFzPPgbNe9Wfw74jSgHejy/0AU+b/NZislDYKVaTcbHK6BY37jv2/+cAl/Jk47LL
yxhpbk8xgvZ/0PKrpxEvlVfNS6hYKSbdVj2H+fCQuJ23hGlBVvqcNDyU3+RIkDlSXLtiXCNOZysL
58FtYG4zVTTZUsT4wB0kHgGZNYefD36V9n999vOlNn/5j+/948t//LGfP/HX3xfXJLKYrJ5y8k9y
5zFOSn0jJp7CSs0ReP8VgAQxFJKdOd0LkpCIDIfBYvywWv7nh/+H7w0sT3DrMxZx+zjdN3P8whiR
qYIsgJi9OR7CmwL8y/OHny9912327vRcibZrjv8tJcjDgrciAsxYiEBmE/pAk75kjniwhtybQA/y
Kap0uLo/n06N/hBY3rAJfpIzfJThh58P2k+mxvylBuegdAKCbTK/2QoJKAcw7d8xPH99+pN99POw
JcIlBnaoLtFnLSnhSAIJy+rQ6v3fH36+9/Plzw9cL+x43f/rx/X8mZulGdJeizBmy4Pt/vNjWbxY
Q4cKao49YIMG988yONhEj8LgJ08Jacvh57P/8+EncimHJ7T321+e7K6B1hNpLeTeqUh7xhCEtpRx
HJyTXxPrm4uJs54CIGrWcR8WK2uHbYVWlOFbJma9Tc2syui/U6Lb6FL54NH3gDNQR6mP8Cx8bT1O
3CZNuwhWOdFMyzTVgz38aIDIcgTXMu70SnBzHbtLWg04Xm0XqSzvnwGOnx5yCNItL8rBfhXdmB06
moBkssuLC3l0adTduJ5KP92GoAiz9I9w1cEcPKxnbT9evGGCaNynB8MCaB6V4UGM6leVRGrXFUFK
b71I6h6BIW7SS2Mpnzuqc2TLAOETAB3Srr2LIHI51MCTJoPYUBJdePnzPAHh7STUpJhhQ09D5kvY
kJPXOZMPA4F8L25mr9eXzq7OeolqZCodGIZTCWg+Xjw7AZoqEXb4oBrz0hmmeRmbkHe/ORBR5jxM
pvzj5mm85o+0lxw3Vl5Y5yqOnS3xV9e4Gbw9SQHBKSWwMpDmKtCGD91njOJJ47s2mvxclNTvE8sX
MGngtc1z4g0B04KRZxVsGoTJiju1X3+CTE84ZsviQaun4mGK/5StbS/IgOlWHtPFpBPpunF4Vew6
oMQVDRoqsuIukevmF6E9sV0azvaE7iySGSsVxm0I14ZNpwPQpD93zxkTacDmvO5xcTdC5TLKUuMJ
zoEn/piMCCZWbAtH+Sb5axNU30rO6Z0zS9rPp1WqaCWYA+RrgIRrVPfjRR9YCBf+eIrnR8LuSWM7
R3mjgzJeYAZpt4MT8qpgHULinlecRH52STvjjfNO7BjTPVGArMX8IrJRQmnCQoX8pvl3RQVXVqrg
of58768f//zEzvFSgrbhiTlO8Q6qYUa6Tv6KwemrdaYTgZ3Urkn5CJiDEVp1CSLngEH3eRiWkH0+
HWV+izZ5Ilb1nOYgB0zYIYP+FDdIThtLfynNlNQgX364Rs/4ZmIqq6Z7P6ETz+FwIds/2Q2Vou70
p5IFzE6D4wSuS5rxqS6o8xK40BEcsNgkmM8NUa6Lzkbs3r1aJaE5iPZXmTAkTNx6jYXcJMmROtXV
fHBw0PXKOAJIA2l3aendk89ZpQ3erY8JjBj78YqBCNeUcaC9XZizZNJr7Jc+6M/emL73mkWZSuMp
HJwBOdIZHUbPjtU2Zcng48kgm7JPauLLTfmQu2ckvugtVp0Pp7BK40cZB0huGVt1rmqwemEoYvj9
u8cmtHBz8dFKuUUo7K97qM0rTT96XsqLPZl/bHo76NkW4b3hcA/wvKBwL5n0hRiCqB10BxNBCMjC
jjfYmYZjnxJwNOTdW+uYd2u6TxGXTVThvdKM7ATZE4YZuZCGAa+lK3FpzHmH2kXkDWDu3mK6okqM
J9prINm8GlHBbjctd5U9fQYBb6e0q+6ebq375G7bF+74Tz65kguCRp/HKl9po3lSCipAazs3T4/2
skl+W/oVFzEhAB47i9JrPgoUHwRRYPdxaf3a4buQpb+v2JBctSFCbd2yUhOGcdRLPPih3E1hkK5s
+jw0IMnDNAlrlfc8DRmpsrZxEgkVZW3sWxZhQwFgvm78RV8WM9cSa4tJk2PGOhdlOSHNEBPZuf25
RB1JFUdCO/SZLE/VmgGFsTRz9e2G1i9Ci+xFy65StCYzycR/HOt4gDUClroqbP2ows8u0o3XFo2m
adeHHMbmHrSkuRrhLOjaRVGfAY7tN1alvjKlc5vuDqWM/ug6931XlBSI2dWnOOuMOWM7RCumxTr0
JrGoShpoLUoxM3ICR/VEwFSzqPHgjDYrOwPu9tqpWn1ZDUwi4rH+TLyGSb0ksBKLEJcXG/Lwy6ud
4kjSAlI1mh9STmfvAeOEhTF6O9eZ1I5ut7hXtXxGMfWrs5LvpP0yLdvedMYYrJwp3HHftbD4U3La
DPUKVMsDHT/7gOEZbxGpbf5IcHXQNJtPbPjtBkcHRiJrWo/KLwmYGB70aGjXxMgmK4XBHLKVaZ/s
z0gzyWalo+TlfpChbr8Htv6tounBiXNjXzhYEwiIXgLCaxdV5Iv1hEV77UMNXTiYoweGHtEoQzaa
rQagO4DTZ0ofGZDV8nggIeUTV5cTqltG67nWjIrjN2A/U7nj2tfq30ZXbEMtm540kO/ckaJDqGPl
AMmwDYX+GNnUzFjzhyXaHpysrdpFALMXQVZ8DzNsuCbwauFzZ2Ok65wTG4lOGZyEZ12sEKo9d1wm
Y3VlsTtD+2VHWDWN6qMdhb91ZHVjLOvvyMR5iFlKVXZ0zwg0WJhsKta+CFHtVjsmQ94ldIHY1I0U
+ySScJzHNieAmsLFmxngJQk3JCP0B9Ns/zhqesn7ouPvdg4I609tMCYvWfsQWfVXOHRPCu0BhVq1
6kAgritCptskuDJl8TYqVEyfm3HJ3cbadtTGIFn1X5UGVivX525BOd+wmSBwudCDB6PZDML/EuQd
LLsWTj0xOb8DhenIdCVqdMtbxA0axzxjPBHQUseOEhtV7FP+Z8uqgcU/enpw1MLvonaR13kpVGlN
Gkd8lHKTDuybQPx658gT3nnMtJXeWy6RGAEUsTwmZ9x2R1bFJCkIt25XoTcDyQrRE0fFrEbyIrr1
2UCYdEiIpWb6km3tFp2O6OFiK5X+ytpWO2C+cxa1hZSrm9n7m9xJKgjrPPpUixOkB1BH+/J10GzC
Jn6+M3/AN0MXED0RhTMtC9GSJow47OhUiqMqlPWwaSv1+teXaE62laX3uzHorQ1NNsvFufgbQzYW
aXT8+cxhiAxyM1mPNqiUmJAj0svnT6eKgXOewU00C/2lmNyGzSHf//ngdkG5SYr2ja+anegjNBoi
O9Yh0oho/iz2aF2a3NyPzFN5CxZ7gdX9KOsamJZWYQIBPM9u2oESZriOXBstlj0XW/DCHaaPMY8K
bluqOHJzP0aFm6x5gU6S//0RR0VxVFrQb3Bvvv58K42IakRZAs2rsXFm9jVBE0qz105t+Du8XRvU
zBBC5w9dH4jlIGGcuX67M5xaW7mVw92rSMShByMOJCJMVtkA8QCuy6IY7W3IK44eUEOGhZVgkSQ5
XL4pxOnZtSXuR0qMllsg13X+i2R2jaMLm33sXdpqYLmYz+B9lVirVKT1Ebkj8eUVUoE85vKxBUq8
GIrE0SRNjceY/KZt5XpARXrsaU+W5K+qZTKzXPSBgYnjsp6yRnlktiCPjWhRdEhjq8N4oJTwU3Xs
pFArpguQ70N4qwZ++W3ZhCecKeoIPrc6Fjb5nXodzneXkEXIzzdJ3llxSTEEJ5eezp2kBq+YUWAj
9GTPYrbz8w/GTNyUfShnWk03Pwnwk61tW8fkOvvtvoJ68PPYE8ZPx5/PmpiztU0oouqxeiiCPL6R
egEHu/pthGLa++x8MyOutmUHI78EwCBUf4wsSHhKUs9oU/vQ5DyAWAxvBiv4lfKqE94gbzGJzpmP
7Q9IfNyslJ2iSKGcGw3nkyd6A3A2O7PWBvPgbUp0QqGGZ9z1mCZBN4UxHJK01fcDUol+hUmQBNGb
dQ96aj2iMrZx5HyYXf2S5AihNVFvconksptICzQgu7FOS/6ylP//6mIgJkzHkPh/z4i7lATl/cfy
k4E3wUb/HW/19x/928zg2v+ybMNxLc+xiSj4gWX928xg/cs0dMcSQrecv30O/zYzOP+yEUIDn/IE
0AjDAS7zb3OD+S8sEbrn406xcUngfv7f/+t/2C7rf3z9H0WbXyEpNzVZc3im/+lu0C26RkbXgLR0
TOf/sJy7rC3yCqbJLhY2w9lBPtveGLBixkAnjfYGFTK6hUkP4lTPtqIJ9ZUpBb6jllCINJ/aA6GW
jPIL5y415a+n2ig28QS2qh8J/OonAIxwVTw2xVenDTd4J5PHUpvf9yhUTzXF+qtZnbHrYNQR0wdS
b96vfq8uYNLlMZ1AIYZJTXgB0Lmb8icwkcCXH12oOmnohOwoAxMHm8acH8wcY/HYPzpd02505bBX
jJS9wcgFvWKsh9+4MTkAdY1H7mRHq3Cy3TQE+bbTx/5N4E8OqErfYw8WFffctayyZpvkTvk6jpCg
VeR2DPLLw5CHLRlJTgjTcpTntpmaZwZfpInN8GfpSWdBO0FiOjPR3EYamE85Tt7yMk63MYisfeep
T3wnZNOk6VZXA5G9se2dEmeKthVcgb6n1m30i2nGrxQnwxrTAMAOfOZ+fgIkOB5rTiDMi8WLaKoV
CXHmPvGnp9LJzbVmd9XKcaxvrfdYOfHPiXqqWT+CVU0z6g/VrYpIRrti6u9t2vkUUo+9i6c6pDMq
ECBsMO6XW608JXXrv4hjcoO6VlzDdngL+rzf5AOWljFP8M5XbbkDTN+H3WxwBdOiA9IaOv3K0Ole
VJ1+yVvkok6eRVtyeifDOWke2yNJh9CUxLU0lSBTofGMQ+3GxNpYFemg0G6seCqumkfAlqX0ciet
L95HuFm5ae3c0REPMaFocEnNJzhGAfoY5qVeVLPpJ4EQKqjck23D9NE2hq00mmFj8+JsGj/aYjTo
Ng6x1PtsUNoyTFLi3HP8ESz92l2TYjXRpB0d9V77U9bil8R4T8SvMm9iZmnjgtGNwj/ZrS9ZBABK
yILYXDeARQ4mql4OGsXYxIy1jRYkPgo0bxbi+ebVZCmy8Lu8XgZm9lGZIj3BAUhP7tQQ89TFu6ho
5VHMgkyir+axLThiMMWuf59mLIoXD8aZGgn0eAbAJbaSR0hRuBwGhpzBiGMuGYmrCBKQp9ryx8Q5
mMTF6RF4XjIC4mWVV9AMZJFRE2MnDlXdLzh1hyte1nyVay5ZM93sCQfDqJXQh6MJtUtTji/FaKAd
5ClnyTkp4oTn17RvF0lAMKCBnQXXh0MCSCsZviTt4qkfivY4VNEvEz/rvlLwvWynYWiQEPYrKCk9
Bc3dpSwfmVzE5Agq6V5dkZOjos///ZFdLBFJFckxCpMd9K4tsn/EvBioViSBWatal+l67FLvGPfp
q4is6uqXxiOVyyEOTPOMiPUl0oLymLHYriEQLTpiwN7yUievqQZBxB2YmZPzahNExJ1Ldzd6Nt2m
wRixQkNarahNsRFHG1Mzo3VUlHPaTOBs2yaVeBUid9EKgpDEmHmrADLTXljcJqpSOqueUutixrE6
JyZ1ZFV84GdS9OtlchCKFuNZ8zMwVnF7Lg2ELiMFIMNWKkJhNofIoxW0/emlGAr54Fol5igGunU/
dAeG6m8efdt2Ktx8kdj5OxuWVelYAc2iVr7HibkYhbtplSnPIRF/F8cfhruMScDLXBmd3Jnxrzzk
i9ZsaXAK21laGpuaxq2Mm5UKeMoNzvPevU1TisuyZCPihSCTFejR3FPuLwYQpAna+xDecNhjlvRy
6a2LVQmrdD/Wc6+vpzG5KG69wjLhr1Gpx9QdLNhig6ifRGq/7KRksx8YD2WGEyMy27MDcHGJT4Jm
HAn2yanMWzG2r2Lkzq9/CzcyHiRX/xq/mbjUhGUsCo9dFp1YS3s4GeQeVMUq7qwAdo+xhAH4GcaB
/2IGY4D2Xz9UqYlnRgb9rk00YiUgupycXCPZhNSqjTMlmxwzxHWKvPIjsdl4Y2J/HoV5zFEAPJfu
ujYCApx011vh+u8gMrZ/kthv2aSRyJDCMz/ZBbxTDcrYLk8tmFwAcbNYZ/k0aEcviFZdmqVP1fgb
2NhDG6H5SjSYuG57lNiwoA070SE12GsaEWILw+apzXOXk3ZS1cWI8kM4Iuid+vFjEsXH6PA7O3RT
c3/kz85pH1zBWDOfgxXpc8WvGkipN1/bg9/8CsvIf6ExtXfEGF3JKZYY/rzoMRnxyvZjfB9EqrZF
xa8i0c7gohjFm6RNS787WrgadrEq3oLIxrCc5uVBplEHSGLKt8OkJdsukO3GAWu/dSJUDQzfn2B7
mPAsyD9x9BLDgNnthO66GxchOiRbW5x8JVnqaY239SanZ2iUT3sI+P0KrgjCCwQOl17zrTMDrg8D
f4TeOcZzr5fDIU70K5qIEKSNY98hEFlh32+cUu8OTaAHy9Y27C0ntVwZmeavemX8McbxE4OC/jLq
R9EV/suY9XcKo8+pQCytCCFYWymRL50fMfrEznSaFIbq1PuMSD88lFr/JuuDhkx35SgJ2HrmORkW
lLyfg8Qdk30EYnM5JhChLVWJHdt1PINtY1ADNBAnKyXXTA/yq59lqPCMT0MJ+5ay5d1nQpknIwXA
nShO6gggDaJCQh6rht0sXKDyqYyTaQ3PzQPYjgeJGJ9ql5l1eawMM9mXhC0u2nSc0aDejrc77Wj/
28nuWTAFR4jjZDvqHuYYler3FFee23T+0VTltusrzBqYUA6u+YCHStyb5oIUOjxapAhVY1nuJaOB
RVtqx24IMElEaJVgV9e3GjqBzw3ohH4DylWKcLyuaufUFdGBCUWzTFibQS/MvtWkqAqIW1y2/U3l
XNkSU889FO1jU2v2UwVFLGscgW+MyYbXhFsNQMIpTz4yU6CdbcavavapFz6arAjMbxR7yXmYYIMB
EpY8HlAZ21GULfumLNjyOi+wi+cfveV4G4M5pewRweONFJc449ovZQXteBzEhlfaXHvhO3zlmltj
2WJ9bLRw32NyWE7A3bsSwXrntBSPSX/C4qnvgh4ZI0oNa2V5ylvQ+UYnxy6/aY6DTcmO14mAk9WW
VeyxoVVXzBGvfRlVR0s9Nq5WPibbnzIiBeWCO+BOWAoLUwYpK7JRijdUjC2Dx0Gbrrqd/nbZye/x
MK2UJd0zmcFkx4Sy2pKGG9Hyvxf2XYMz+mAF1qdtRRBUp53wVL0UelIj1HJQQTXu0cuyjaL5OSE4
ZfhW0OqPf0zbjE7YRoHuh5BnLJeAZJ9VAwDOPD02uly1cQD/eKaWNFXSXHNKLfxiJJYk7ZWaNT+x
ABFLVj+s1Mkr3UVmSlSHxpC6M0N9k7nOC5IMRPjpBB+RIJul4aYwtTvRHFMbrb1ZxkuL4elu9MZn
C0A0BtjgyUVKsGsUvCE76R8iardFgVGrkG1AMCjv+YZH5BjaU9IejMCr3lwl+RuYACfqQVoFnsz+
5hux2qfyoLdJuROpFax8fRQH2wDqSoWtEqhFFDIThhXJvMTphntuyZeINj1tbbmHOcHZKad7yjJD
xNF4LuMKecwwXBn2ojsk27geLHOvsbsAZIkjCs33uupLaD/4ODdRVnwVBUduAOX6lBYjs7sRBwP+
DetCZF3LaYeLk66LGcUselKR5m5qbyoRV3KiIKF+zavE2v8UQzxeqCqDt+4aifyglXMXYDwwsVgG
/eSfXILpFi3Z1tvKkI/uEITLH1CoijAt51ZCelp/yBxPxyRc4ihMDWJC7ala633HVs0io/enKOvd
fjihM0So4hikjTaJf0SD8pGUwHEq8G4n1f4nY2fWHLdyJtFfhAgshULhtfeFzSabO18Qkihh31HY
fv0c0BP2HdthzwstXVMS2UTXkl/myaQ+9oVZbDwjTqGkEUPjTrT1PQollKxRheEhHvSI6UvSUkWb
Fv/UmLlPjUNvuCwnMrHsllt3CrboNuVwI3NmQcjl9rT8n5jpIr4s5J+8mgjOGdvRd/NbCO94XbIc
R9LsjmWILD718CxrDts77RYzR4w641QJGAMOIGFVztRENtcqzsvDSLMHRkqB3uPYBwYmF2pMaQWl
XAqECU7MSeHT05+9zQnL5R6wkq65TcT4B3lFbfDqAdPp0l9QCnhDOlXPyB6zPm2CxpoKX2AVrUOZ
I+1Je3KLxJayFPSYkdNC0ZOqYmIYt519X2I4IgBUR8HBMWwegciuN1mYvCepgo/cqowtlmUAxivV
Aq8JUvS1nW0XgU41xw7XGdXFCTcobL4EQsXGhuDvD0XxbFUYchtOwGWPQZwDIwZM1vpgGqOzGMkA
mLJHNzPVPgscCB8cV7qRC4uZVd4h1/Hz3DLKj1N6GF0PHZOST9pdnyrZ6jVgT1bRVOds4LLhNB3Q
CAx9YJ8l05uf1NQUdPjWMuxeG395LBsbqu/g9Kc8TS/VVL3FkS95/GCqqcKJF7H2o817igHFVJ4Z
DFCn3tKdOMwBP9A4fdc+BPyexMAm1XO765W8uLZRnNwl8wsVwNsxmQ1xaaRwfUR9tGr3izRnvx1p
KQawiASKudk4jCHKalLjwp36MuWHtPm+cMcMJNdBlz9NxODWQ2/9KTm/bHvS49so7H+BJuXHTSGm
S0PNXcflk6AVPZl+XisslbF/Zw681eLcZEgyGeGuqT3qP1NmeCnlr8C0c2c32apdR83Sg1cVB2HR
2xrThntIyRcRtZEXfHLlxSBJIT1OKyIOzJ0ldIiw6P6KHboKzBrn8BDacK8Au0jilm1I+IDtvmPd
3gWi/iHd6Vc7Y4Jx4sNMauRS9Vhpy6LwL3VALeII6roZsfNqvAO3JebNzxCGLNk0ruWgIOhpoVrX
ngPIUP0nN1c+YWmQmlX3pjyKyCrb7R6akp6YAbxj1GGAsdu9QMrZ1BWvC6LVHpusM2f+3Tzg+enI
2q1cAN07s6GH0AyBScbt/JuU5dKdOCYcxbmEJZO6o8HSepYM1O4ofs/2MRy+dcrdlN2juEVBc3Rc
u7tmmSox8IURJkIKL1TeHpviHp8rHIPBy45xEVAe5hXMcSwPGbWdZvzrPptfiXS+z4Mk3hsCIGlK
IoZ5AM53yAw7g3r5Lo+C18hqgQ5V6S5MmCNaDqedsoBg5M93M+CeOK3Se24E3V77mY3NMjS38OTA
Fk0k7Bk5mGvy1jOWENu8C/zkRTbdeFdZ7HNTepin5mEiOcSAfiA8GbTPknLZ1ukYJvruhXvHPgHr
99CN5q3KjEXPeU1HDl2mVPKoQ0YTirpVpvFWtoF6WL+VhHosRmlsl/O+Dly9LVsaJWLAvQePa2Ze
RANGOvVo5a31UKpPmNhcWIfyobLyncVUd1vOuUvYTaojQvu60QR05sI4LEDBdW7LEa8xIpUnDALC
Q3ycrIvmOnyJ0+E964z2tVYzgkHxszOM+Elk8XuQ9PmZ1vvP7x2LIq5V0BZUNFo1yLTZeOkRYmZL
Nk9RyvriNM4ltWcw8OA69ixyNv6iFUf2R4fk4WvkONFm8qD7UUJWNjQjYvjdU65nX0nS43KiA2pf
8pB3uwGiF+1Q9Gv6lvU842DmImIemEsunezjvb18t6PhmNyaRXz0E0IQDor/MZ723sh5Lxys6cDc
1V2JkONcndhoTVb4h16l6SGjrtBcEGYjR0B7Avyuq4/EKOFJJGhHThruFPzaNBH0ABbJHywd5sWN
3K2bY3QVSLxHikHpFWHMt+9aM7qXW+FrdQQ/tWolFJag3ufRYBzJoKfneAT4Sm6722Fy9HDokMaq
lX6iCZevv0nNY583ByoVij38rgARMSk3YsK7nQ2ujfufEptwgk3vj0L81DQ81+JYuUP7DmRmJSxU
TepoZqLDpOCyJOCI33obVRr+xSy/1EgEc6wnPNWd2gDi+IgMXi2FPrPmsEd2h93toc2tmwlra+Vo
bjOcbIaH+lPRcbwbSKRsGvxzIgjKuzw3ILNH0SZpzbeo75zP0Hj/HjrFjnvyLRkcpe2F4BDxbEX+
cKUHFHyk3exFoswDFqt6ofkaG4PY3LnIzUcjIS9WxV5PnwmI/owYXOqo9KnQ9d6fcYBjGh+3fcAz
Wy5irTO0NzduEDMVlrmkiLztnNjQd0XBYmEWr236OMppRkqRv2wnGk49NXpXIaDM6eE5DlPvKpia
oaHf+ezLtjUEB7clhtFKZvXeMlucJYmXPh+TLabrAL2REFpOsyh4nkyfRtxza1i/49oIyeTEBmfr
AofCrkgDRqvM7rA/teHOrZbc2qJY9DPEk3wg923E5CHBFXXbPjTyXd3AvK7i0t97vNXnEq3cy6OH
0phupcNtnLKCez3q/nXyOSmzP98PQv3qXZqk0sTyn2hJX4cj2oQSD4M0GE9bhr9IzgnOTaxxmn5j
AlpUDLtgejncXYYwfWsxZp1YLmPcrLX/iD6yLkdMAMM85seRsx6yfkixNhHJIqWVggHBabImzNsU
qa1iIApqsD9sVHOQzXKrsy5+Y+B3UGnzWru/+n4eFoWDBINp/qGsgZTAIn+okJNzBEnTk2mN16O+
l0s/MdJd9piM5ROQXG/P6Ws8ZpO456gTHkMzjQ4YlhK8ytDmAlIohBnhXQa1LY+9YdNgpa0TDnPi
wX5DT2qfNAeD9nHlFZyP2CsSm1lEW7Q/4UbL9VAZ7DmT9QCvOt9Rx/FDkRiJ5jSEz1me2HFAtxos
yd+G1W5kpJoBbE+pPmWoiajACG6fhEsKrW5PfbOm2M3B64BsnGY3Y3Yw+DNTx2o3nsyvMUYazNPp
YNPXe+pi98lEQtl1QfBJepUERMkyqa1yxeF+XssGxdXgk4xlygtV5jDlylw39ZBQRkelb6+c3SAa
ffJasbRqGs26bY3y4Op6Kzu2Lyb9ACFQr1YxZibIBfoKwr47jpHauQlxWgemDyPR4aTDEKvDgq7i
ZUO7pRyRyMgD14pNU7vG3snFvRn67s5M5D0hdhrr5/qRIlEuvBmxESMPy+3315n2cub7dbljZ5hs
TIfX3y9fYHtcErKt67GWm6xX44EjNYsryMa1RZc6fRn0V/3qWLRPsgWylICR2udTeqzruT19fwg5
rkM3MI9TjTgI8qbd5uG2h6y4c/v0rWyyr6qkbwhoD0RZYqpFzNXRcTOa4BZEZLi0MgnlodMUQFOA
BeEP8fbDWP8iDcguaiBVpXdJ43/MwXuEgflkw+I4lCJYuYRQT97yIUwxsoRgMvEY4EE2we2tkMD0
5tvs/P0ByRd6M/OXDZnl/iRw1OwD3WPTTBaDuD1sy2j42UV+swvt9MnjHLTmuEc2gqk1xg0amk0F
ZJ2JfRb23Agti590kd6KqQlI6xY0c2AtkVoC4ovKHdbo5jTn+d2kRuhWuIRxEZ9wigMXVjCo0mEb
45LeGYX/M6yzL1KD+67yniGf/w5MY2eWfcjwhkEGu6TkWTlORtSeLCeEWRuZr98ecJtgNxyF6dON
ECnBF3IKzPbtaDy0o7KOUzWsZmVbCDe5cZrMUS8lxQD3Jn4QdfFiOjMceMAVWFuEPimSRY1mCyzd
i156uKWA6IS/5FwOeoG/VvMefYKHJwQII3r7pZw7CyCVd3BZBDDkenoXVmWwm6vpxc8cZ/M9I5nh
npydYvm37u8sgL33htLph6L6JjE4fbheC+PXcp8jY7RJM3jOySymV3sY5daMuwXq4S7ex3CfGgNr
Nnb290naQGRMDE/YpkB9sCvyZ4C3MT7hLiMV5Acfw1lehVvLJTdDvbyzqtHpY12fYNTQdtBWzY6r
5u1vzyVoKlZQB86pkC8i7i/N5D3n/pfbvTZxdDMm7MWzrn94dNSjXPh6BZ36qgA5Uh+Q/hnNaSP8
btpIA7eTAfR+ZQt1RBY2Vm3b4ZhNg465jnBwznj2yeAPR3axCI78jCW26mUzBudecijioaRYGQ1x
JzX39l8cU3xMr37bWrhexB32khuK45o0Un0yhP9D2dWnGdMeURRnepStlXwa24c5HD+Fj/PJ8Cou
OEP/bhTVW/tLRfe5JTVklDuTbg3yMMul2sak3z4JT56MAVlm6m+VIj5qU2nJlkCrRcTTrTcmeOdV
nfsvaRNtA0O9gOztT15kbQcngQa7+N3HoBoOw2ys8/E+rGvnyHRDn/KI9OIkCyxorWYipDnxzihk
db3HpokREg+z7OJ2pQiscB2srQlm7VQ+qnS01kSw8BDhXvShTGGEoR2NVr0Q7Q6XYRnjN7Nr1Ajc
k2uwP/eCLCRE936Kn0LkJ44vIfQ5tp3QGWaMdj2j49k3F0nDPHnk6uHd5NtWj1+JywCwwB3bbVTT
IBkYOOgCGPAVkUZwN+IQNa5P/DjdWLIbDs5EbiwKxeE78JCF7FFmIk4a3w0qmm0cPCo5QzvbycQv
Dj015LRt1FyTHP8rj4wWA/TMmTm3By75SF/oA2tDJlwqff8SS++dA3G4GYP6+h2r0JWiQXWE7hTC
XNrHltOeKOn4YDLBFSOhus2dQt4bgZmcmaGE2xb4NielAed9RQRpnsy7nsj1yHkSDU+b+9ABLL9Y
svKaY/XokWKR4/iWE4jaOWp6rZY/hsGFDa/mp9Maj5wQNApzcDVZf763u+8P1bK2i5gmicRVkAQi
krZ0wNpBCYNdkHloneypdl2W2MDhQFxG1qYX4Za1jt6K2eZemOEwZUK9fLXwkWl3CmEhOEV+xbVQ
g27k0FfqkIo4/gqfoJLAetnN6V4S0dym5fRDDdU2jJmjdQXgvO9devnKv381ZBBPyNV5LT7ZsTTe
GWCWaxMo1/joAPuSvLAgWmqAA8m54jiDPIshzC5aigibdSX6VZJ7N/arYcEM3nxQkCTgw/mE+Yoh
gLVke7FP+6M10oLSv9le/kOH5JdhH9LAS2CIO54tuCE7P/3ldOJufYfl2SkYqkFG3RgcT09paakT
XV3FsRn8tbAtgsvW8Oq67Bks52TeghQ93k8pSV06uPOqFttMqWQNXjLEzwraL82oXYyM3j9llv2n
Fu5R0HVLIblDSpPNGwFLH432h2MazyIer9HypCgnOIehPODXvrX4cPZe6+GH62h0kKwBa6+frrrN
xn2Q7EaqfWofl6hw6teJyhce7+Y+7cazgyJ0FtCxJ6cRN6fJMZ1V9PzkcrzjJ9lhBBiew364crJ9
5LamNmqhbeS+JCMTF38oVkBNaLuNb1Ja5c3ZGyg8QtcksYN+ugyiOnRvqant40w8bF0MDj+5sC+2
wvzdLr2TY0mFLStdsI97xLwhCJ4aroC0prbNFUW0CUiRtK06BHaRr3wYtKdBL8FZGHzeIsw5Xhnu
0uc6MfSaOu9H1okAWREZw2WyTW8yJGhWRitsj7oZgm2bilXSefSyhCXOoNw0eQMb+8apg72bttkh
tKg8QrETaxKuO5275tGECFyEEM+NXH3EGU2VpsUhxpuuPSORM9BN1AQcNzoerlQ8ZETPdlmjfwRJ
8dPkR7ySaiL/Y+kWugvz56GvPwtpfxpLqpJmOLMiWWcmP6G+93cUwOMWUMZwHF2M+VzYsSVzs8ab
HK3hi5V4FLnx0M5CTsE3+52IHZhxTGvozx0NNgMPW//svPrDkgrSX6ZlHFrLDo4OnCh6HteFb7nk
UnnxCPc3eyuHcBnWybPHwPbQTvqQ9oF1GtzfQRmAMxXh0eUuuW5kRgqk/NNQ8vHuF8grbX602yj9
JE3sg4tKOEEeBsy4uxlSpV+1cpu0QJTAcaDeB7S8EdqR86jWhJaOTmuVW74B+CASgUy4xOhVYcPA
8sh4+SQJxEiqMBAQkGDgixlBKGor8reLMQC3prtM5gM/v8YDRZN2dzN7rDvAZNZTSnlCLELeVOvC
DH+QjSmWccov6afkqfnNkID5I4+xJw7OghtopEYTcrEBO5Tn/ui7cmBCZBELmoYQpempobj1iAVr
WuNkgB6W9A9YfqnvxtLpW1/I9+6D0l7OVQoCt9Vt+rAiARsj1+kW0T3LrhYXbDeXckM2fM8ClRxU
WbmkTjFd6GOVmV/QxdEmHJBxse/jSTIJ7Ae0cQQIQ6xWnFJMXKrzhbAD4BCv33pUYIGB4ACCPdlo
mnY9ClxbjsA2ZgvwKE1AWZ2SYORdj2St4/3uL3S+xOh/TQ50dhKCFgeZMCyfN+QgGKDtAoACdvPs
eA4J+AGPQjwmYplf4fzB/bE1W0nfPSJX6WBzSYtHzBVq56VZw0AZC0OuIBoYbEfpFvGRG5RLZxNT
Ga7xJHz7bqIc3IQCkBbiPJrLbQ2HThnvEy+Dd2qW7x7cg1xSV8MqSHKMAUmcRNw6bCpZHBYNQzBs
atP8pz801EcsX5hb+eT/p+nOLgJxiFtwYnFkfyn04No8Gy7BWdg/z1lFNGKiJtipifd6fdquKLg4
0BW887DMYAfDAyqjdZLQNA6v5cYtj03azCBwxvPWEkQQYj1B68YH1LTW1jWGVYQLfh3P+WOOULBx
4v6n17hPc0cyDJl/U1XJMbhKMFyIpoyN0B2pm9RHs4l2SozNqWwBr01meug0CL8gs4kYD0wP3WqV
CafdgZph1mkNN6MJfYLlyb5K3ROD0WxdB9U+oT5jH1jF0R3Nao3PEjKjBzMzbK1fjH4JJ1UeIOKE
3o/ZHh9MnMyb8fadk3RjOpwCGwOsmj/rGP4JYNEO0Wt8B7Ma+i3pp0r8zBagjRo8c6dj3ud52X9g
/iHT3UH2STKqjxLL2GdNvlX8kV2mxltTjJqT3ogNaflbBgmussarXAtcTl2ZeUhBx4Q2w0eZFw8J
qLcT8xu5EcH0pzQjqrMLeXEUwRSuEC0HR9gJdsTGm5ZiZ4fRNSXPTLRSHDT2vDzr78JCwasUPbWF
PK1VXQ3YoUnZSuYWm3Bm/0VIoY0034ZG+NHYj0VXzC9wZmaeKDFwtB5sG3g8obZ16y1tXLmJ1usN
0MtNn249pgPMxMdtPturvpDvRTbptWo1RpfxKcwTLvekhkg5xkx38+VpaD2m8GT53ACn3UDgzzST
Zy2tN8X4KBcd+go2UWWVEe+5lwwf4g6LBtd0ng9MZE776EQqOjOmokvLtFZ1JuOdbxPZksFb5FMk
rjtvlyw+cikaalXd6LCo+F0rMcbo0FknnP9no9nMFhOjHEYT68OCwDL7h7rKroEHu9eyeGyUaALM
fcD66zw+5aCk7ptq+kjuRy0oMubtOlXFS9UR5zF7/zMmZLKL6EjJowxq6WwtMmR+zmauFkVPAdji
BusJ7cb6FDrJtoInzCg+ttmXfUZhnOdjsBg0lEwOxcpZiM5pumBLi+WduMSNWfvIn8XLCb02NXnk
Sr6AouuO5qIaeEto+fvD3367RJrlJOTGjavyZEx1isiRrYbvDLSzZKe/P1h//9X/97/lSwy74+I5
+xmZH4VwGyxp5z4xiYeM3DMnqS1Ic+rJ5EqYlgGxsabbB0taPEk6EuTLr6K//+r7t//uv31/yj/+
xL/7FCFGLguxC65AWCkrTW2TvG2iK2RtRaXFPK7NssOZNwXzxqAmkW4EYIRR80KP7FeI6/8aJ/Gw
DWTqrUStzoUCtl1Js9iRLcAswGeJHptp58BaCLZ4iKoTzWIIgrR2B7pDLRz65I4nb88SS/5t4kyi
/Wi8DsbSZ5ATP3Inc4WjlEklMofLqHYldIwFH4hkhO8YH8tazwfEtuDz00otH6zpH9ZMUpMmy5xu
JxIcdbd3hU/s1foB0UFv4EKHm2JARbISVkkIkQN3QsR361QG9odi6TgGclOMzmdlBw9TGNBCxhV+
GWIbevhpV/QuBXG3sTqGoBLbf0YQk5fn2viJg2ZIQLcHt72ypSKawolSBsarzv+YrZ8/DdZHZ02/
EVepADWDl7AGyJc6095pu+pUpjTqgRigMrKxxbpR+7SiVyoYuNkPY/k1T8mFswvboNm+4odGl55Z
CiaV3XNc2CpuRKvIgrIUW/qWB2vVg60baW3im3oZGrnnlg5W06Jx3LbjXy0CxYq2+3E3+vR92I16
LowI/sYwTBtLx1AXnf7qzPmH0sPTSNRyZbrgIYbcz/D0EC0RUMVVpJ19PM8uSS5yHb1W7kmU6jkz
LM2ZlxvdmAPaQS4CLgGTejc2zf13hKn2PfJHWg4Mhr8oYQ4Yt/MXlq0Dmp1OtuP0GKLA1h5wsHK8
2syq6fTa6mabsdFs4jyFpULgkHbd/HGGOx5ROcR43e43TQ90wrBG7ySXNno15TUs5IKeYMYtaYyc
OvjZnhgzxQI5WnqeT3sfiiYAIPsIeCM7TzTdd2k+HMRyx+uhCDI/6IJ12OCV8EteCyvM7bPw5jcu
iqu5861tSN77UAXNqapSPN+jdfj+/q3m6kgPCWU075mWo2ROkpt3/ual6YM7Og/JgO8tehUBLiBl
Via2BIRlROmbTjjv2MhP33+R796BoMY5PCA5R9LYdWgGxMblAd8GjT8zWqzvWQsIVQUnakj2+egP
hzrq+0NPDslxzYmhlc1UvTynwEic7D4pklOZk0wyezT9aeWFnlwbAL282uDB4TyMx5Xbf+rvOOR9
NBF3QUHGPldDD2iS41uWkqqML8q13rrRLdaOH/xoK+vOSeS+y7wPqr7ex6bH00gC2BuCDyeIAqbY
iX7qHYCEswlnmAg5qDdMTY7A8ryky3XwbtXa3HkOzLU6nj7SqgJBnaJH9YmRbkH58IM1I/OpdOvf
Zg7MNUqTGwB4tTJruabmZD+kAiolQbAVqKlXj97mi5FxXuf6sPWYSDGaVsk1T5ODaQTRzihFBElc
+seRvODez0+6GsRdOfoGcayGiSOtiAFBBzze0dWiBfzo/pB2lt4V848Cf9FUe7cRKSdk4lhh6thR
BPGYLbeowSth1Mz4FhSTB+aOCWW1w7PK0DkyncA7X6YOZeX/TEgf4ObSxdZS2XSyl8evc5Hq/ZaX
PSxgEjNePkd2xfk+Rd0yOZGuA84Z+6BoqbORzK2q5C2pKJ3zB0JZpCnqEwE8drF8CmdWP5v1z5Lg
zUJ8wFoydZjGLYVb3nqeAIkMiRuy/LPLRv3w0fvxeHL0EtVcPvgV+KDBRjegFe1SWH2/px/sXjmY
grL6WEAXOgWdDT3WpCHLco/dMtD4/qArDCquaSyciuB1TCHgkzuoyO3FEK97IH9m6cFFx+pMfvzM
kalMlx0EarWww+ci56BIcmJY9QjWJ6kpIhTLh7mk2w8W2syaHxcny45f54rPzVtScom09dkGFzjn
zZcdpwXiKn8GBwAXq2VNk6b9x1eqWw+xeF04ATGPxsGvHWaefUOSfvY/qooJXoXRjCDuW7NMsEuV
phtzSL+wS0XHnkTYtW9xv8P/o8UuNl7xK+ZzED9gMu7WowEByvRSsRta2bJrjswBzKRcVwpGGnJc
dJ6NP4AUDG4S4izbWF79jpE23Ibm98JHWmfuAgEYLHYV533QDIrB3tHWOqj4mor6Dv082+PIKDiX
6UvOV9/4RXkLPPfn2DpPoYjmD8hxZ98bxt+5E1/8h8Gdo48mZ6Y9ExNlggN/e1BJu2Fq92pHE/BQ
d9j1CQr+RGRgBkdCo2wVv9va/3AGt/ma2jcvKtdZYT6EHZTBuB1cKkOdP4GHGTUpQwoGGpVsg97m
blhg2HLIomyo3ozQvIPf6SzwUXck2+mZWMh0xWXysIg21uw/eYsF3C8b9WkNx65qHzrTvckaLJDb
hOmxJZKn8voFjYrBVbakBXJId+P0w00exBhHz0VjIaPH7iZmqM87g5WNNskfNuH0sxvgpuw6B85t
i4TghphKUsB6JR65KjBb/MWtyXW2voHMXgvf6X+pTtH+yLz3uYqqU8LJFrjRTU66uwuseVtPVnFK
YivAK4Cxa6JQlASMRSiKn6OMvArIChqsPf32neyugJVVpoP4Y9fRUTVYvrm8y1088EL52nGvGvb/
kaVQ7wUOiycyX9xzyTT9dsODNRvABTjhwsqb9TmMXBIz2npoXKzaY8NY0ZPyztblfiqH+gIDcX7Q
Ukd76kqQgJHbLkqajx12aezLbXEJ65TpaoKY2jcmVWyZtj5ae453cQpT0VvGFN8fcu6Ep/RtiLqK
WGRSXfImlltVoa7+7bcI+fuWZoy1w1llEvPwoLronVZ22pEVEx5d2bdEBdAGabulsTqmZ9Col5iI
b6zTqFsHhuux3o3gIccOOE0gu2Pnte+eR/l16C6veYVyI1JL3NWp8eJq29+iAxRUx/6xPLlskdMr
46CeO+qMH1LglnYZB+uAcRNHVrCIVYrJNZtPbeQG9z1+ACcbTnE0pQ/qaZBkb2e3KNaq1Bgk/BHm
XWFt2wE7JuENjsS2QEuCqbui8qY9UIOotioAZP2XnOO/qbR2/6l+lQmNcMkz2sQGbY/w4FKX9Jdy
YB0FWVxBDThIm7YPNbf2pe/MU2xDMOXl2mm0qVMqnAKG3NgAjZxadnEm/3NBKIWjFGb2bIqB86vk
tW8VB9w8o1U8jY0D9pUcVrnM09VQOf8bhXKyyF6XjQcctKJiixrp08QRHsdAJp87yHdkP7R1dqhg
OEOCA4FsmfMWPSk62FXwkRXOcGn9Ojna2rlWwRxe/vFB5UV7yEL9HFo1cy3BOanHAQeQkHLGWVM3
WcFf054f/JeXUfxT1e/yMirHWv7HUw4vJaVZf30Zh4hAxGxDX+sG72vpov7QDbj+1KFmldCNROHo
4/f5vZpaPD8eUBdkfOeG29HFDpKVRy0y58b8tb16Yt7hWSDAInLiL4jdT7xxCeNo79mcWuOYAvzF
XxI+jGkiN7z27baU8ldmNe0Jc3D0SFsuyMco+syaDE/ROOevVjyCcSop8GGJpjaQUsN7D/y1Gqf6
jCX0obPJ6Ym2PnbMnTmftdarEszP//Pj5iw9oP+nfYvXyFEcAW1JTNb77hH9y+NWOJrqJ3wBB20H
m7HI+62kV6MaSr7dxJ44SrrJGsdRd+5NrKxRv0t4BvaDQ70G8vB9UPjmXcSEwpvocvgOsCVuVx/c
ELZ6zrxx/eVWeXhVFNnN00s+xvcg8cdNkOJlNIL8w0iS/skYxBkPz3/+3vh3/+03J/kGJXZhGHL/
9yEoJlKsBWnzAwyjjAIe5qzUGtB0+BlVLRHIsKx5K/GDYHoldk7dLnSZ2Pipaou9q+QQ3GTAIRI3
2xaKYSvz055ovzZfQOoPG6/Jkbp5rICHlphXmNheQ8ej//Hvv0rd6N6zqYWfNPhuw067Xz1LpDSn
4g3+HhyJPeaf8UQq16KXty02YWh6H0GVH3PBNK4YzVezSz7oqo1fON3ofUYC5iA8bd8yjOArvEgY
MYcJVlVovKH6yCeiEulKJ7HYNtw5aPijEaRmbnKYMnmUzoZ3jnW2o4dG2dB6Qks9semdsJbr9VBn
ETVXMrrnMsuCEJClbJIxWOpx3vpW9r97hl2B6D5LPU143LGC2u6t6/ExpAtP3XI78VSh5e/hFxQn
xYUaQhBB0rzGzufpXlIJWV6tZnZ/s7QeUD+Ds6Q4hw0bjmGnVficBILaFsuVdIZgDWMKeCB0CV2Q
kGES7di3m91sEFEZdjTmtB/E3jCOt0feu+R3B7+7o9gdszhwQGdoqvfCkz6lhtMLXiwBsdjND53T
TFDxsWL2ie3hrOqoLeOYEQWl9fGfn0LnX1ci1/Ms16PMyzQ965/fYQx4YsMhk3vwMYkcTKzLDtLm
BRRU1tsP8cK8E2Ej4fDP9jmz0hLJLw0PWOi58auh2zbLzDE27Z85/AWgzjrcg+N5VOYEHSyH7jb7
xDvslqSAXlz1C0fG69qcbhI0yBYwjVP66PdB9IGxDdMG6uha5HRvd3xmpgb6NJhV/pdv+19q/Szc
FKTepCM8xzKtJRj/l4XFcGsADLYXHWavBPs92Vd7isO1zIz4PnT1OS/s/FCExXNpQwYWvalphoJ9
NmgumE2rH1pBxrL3AL0CLL0YQbZ0bKJD1zOZ5arH/R3mPc7BxQg5Q5Ak/bdyDBKAYZK88CaqNj4z
sbRp76UTnezSPSBHw40fQZw1Xu1uMjt3d9CcW+Zfm5lx1n95CfiG/2X9gUggXF+S90B9tOAM/PU1
8HqzIhFcR4fervrrlIXqohuHeZn9Lr2ue5xDGZ3qMP7lCbwbIq7eBthbjReOO+mZCHK5T5NWeu16
6ymbUlzMue085wCfVtRVofvG49mtm/7Njz8CbAoP/dD/pDLXPNj1RM7NEOark3gLm5R3WpuQV5lo
UXEC7PuMsaMyey0YvMGaa95oBonXcQCitDUa/eR7pyAoqmeNIrShsKk6aF0+ZJU5XBtGyHdjOH0q
0P/nGNteW024w1352tIYdO1sWtFYL98zAdVD2haPaRd3N/xDzh2sgXu71i5Xw5x4yGBcNKmi9RwK
F6IXHQkto5pNN9mXb28Ja/axzbjy9yakYHeCwla51k3pqjzrurk5TqfuKDjAM8xlkCopHMf4Jamz
Gs5GWZE56Yp4r7RLmuJ/uDuP3crRNNu+SuPOmaA3U7rjnaQjNyEkhUTvPZ/+LkZVNTKzGgX0tCdC
KDIVOoaH/2f2XnsxN/1iwT6pWRWQss4tz7xpUp9uSIcRnagLAYUJCFKxKYYVVODKqMyjrLUCoiXk
LxPSMp/5xy9jBu+Emzq1sYAVDrCQ4JrlEkFUdbZJhqzxKhMlcVuEjRfTvnuilMPzB5vpTJKQ+rGc
Flcx7rdITpHvxfTlwcKwW5NC8m2iMTmg6YbDJzA0h8MUeFItyRuV0OEme6a4ov7LmOgJEcbn9lOT
SIlqlhkp1zK8iYbSbsh1IummLaj9egyOVQFJYUjoG5ol+qkzmbhI4UROjnIZc4ajxLJtTIQ5Ngis
5tpkPSxyQ1O8aWbgEs9Symq9QAtooLaYY/EJn3l5y6Ipdkadn4wCnVp9MZ9RitmKQd+HwlQ/5v3M
gqcKhPt/vrNIsvXvHytDNlRdMlVJ1S31byVyJAkMhqDsQnZhYL2aCC+ZEQQOim4Zoqz6a6CJfigq
uPcQ9jOvMtRiP0bS+1AYIfQEBnekEVYnYh+mK/HN0a63ONbyyHrSLDPeNiAL/MEYpa2i6C9AmiD/
zPlJK7X20s0C0r16gNEWZd3ZCgRodmZJg3edojS6ruu+GwUp3gpJNgjbRvUbsJw3RTmBs9eRsd0N
/FzIOGUyCiBPDDpOeon4YdDG3h2xSp80NWdtXkoSm+Hyg7U5k2qzhCAZVaj7uR5jTTLOctbVjqLH
rR8RbwZfGut2Pncv+Sgb1xFopYLbbPXp+Xm0z4W+/TIIsYst1LeScJXlT8YXw1Yo2ZaDW14oIs4G
FS4nyThugYegP9ETd+SG7I0DvyWUiQQX82DZQrm7wtFDckMLxmpuhsM9ae5vH7xmHBSdsV4WVMs2
Z2JjZ/poPWOjPaVzDZ1CvRULmisKb2UfaRZ2wM6ot9jnI5wJluKp2LDthZjgS1pQmiNMOqLDdCSh
otjA6NVkKGNGrEkHvQhFHxn7KmpblRCIq9G7aE8JzhsmX2buDgFazCQtFwiXaX2O0YMsYCs8NcSM
h0oyCZP8y0oRBlgwi6UmkEEp4VX8fcX+36XziJbxp8/kv2UMn7/H/9p+5FUbxc33X+E8v3/yX3Ae
8Q9dkjj5VFGXORr/CeYx5D80BAPwdWSdAfifU4ZV7Q9F1CXNsigZVFVbu5V/gnlU+Q8ygg3TUhSK
KZNy/n8D5tGUv91CWPTxL+mmaoqiSeD3324hKpkoYW0aXBdhu0ljNsV5hNnIE+71kcQvHMOyX3ME
yl5Zu/1T96F+hU/dM7g08DmztWFJNy2OIbx0FWiujaTDQ95UlqMB52aKmMD6cGnbojvwTCByVfCQ
bXJX9osPhfpP8aTEzgM3uku/6PZcY2e5DPH/9J78D5ME6e/dz+/naJm8bBp3Xd36WwXGxTxLMnTl
rbgYz70kPUQ9PiZzXTyoX33T/2D5AE+Sxm9aLD3851+uWn+v/9bfrvJOGZoqGiLxaX+tfco8mOok
VJatebfGg/hTPjQXFezIe+fnP2w9kf/0P8aj+sASWj2sm89HwTdP1qPJOPqCbVW9STB7j/Ve/sjP
yy69oY9qz3iDx1vPgt2Lz+j/oM8iKX40ks2SuLhPv+DkH5WruKnM71Bb8wCBfKTf3DH0q/qGDAAF
NZI6fubEYGcxbBv9bv9e3/P7gIxM2WnMjw2PKANyzySInGy/axA2dnvMj6OPg4Ah/bYzbBy2hYGC
j1iI5rE+Y2mQDu3G3IN0eC/vBEVFX8kTT8efXoqfZSM8rFO1U7DV4Viw/f8IzS0ZlJfEE00/+Z63
udu7C2Rx0v8q+0c+YC3vLHyvwg4refuJgYNEA8HNP5FDoYkQds07FXAOHvK+Du5gXcoes6nwiYUD
vHM0jMltvi6GE55CnZ3iU3lLv6kbp9wWTuWTtoHIjHeTw+KJKqOk5GLIfpxfiw/dJ58FtKP2Q0Vs
nHRsHdI+Db0iYWa7HUzgSbwgLrg0tqho4fT5dci5pk8LK/SM7b14U0V/RjJ6a97Hg/5ZXoNLV55h
IClEydlDuaUPYOZnPWAXPMMrPId7QhbCq34Y8Bq7qFJaxak+sj1GMfwToO1d5SfxiIzu/byxSfdB
u0+VMRCcwKDf1ZzgVW4hOl3jpy46mQdENsboFGyDvM4rDstG9SNPbR0r4UC2tTfpV3CqZFs/La/E
hhN6eQmc7D06Qf8JeWnhvgFOWjh9CWTAt7QxjpOEKGQzH0xsuLi43bl0s+/mhhgB7xvg94v4RsyM
9hDujMaGW6PgDWWqzlD3iT0z8jiCbA1ydzpb3iYf8O6c/CI/SGg37uGnfu7bQ8ep/hLczRurIS5t
Nnyd27Or2+nn/DLuxM7LlaNxa1VPoKLZFp8j8S5OsgWK+krgHivALZmbCfN963mp0c1uiAyZvM6B
5ZXY2fdwBhLJSiR5Yv9QX8qdfmkzf9FsrLVorox0PzLg501TyXYYbBIfoAB73QfTfTR/toQx0lm8
VnBK37ppewaOEVHRDptAbdxB40CY99WQuc0TJM7HM3aortg6CYUtYdA5QUJkkmLYsDTPzCD7XXRK
EwdjdXRXYEyLzjB4IBZ7nf7NC4kB+JXdIw8h2hvC12xDXbedrvju9M1MRtkuuRPp6W7nbXRX0V9W
aHed8GJ0bki4yxObyB+h3SNdYXg67OYXROoemwbr1gdMTW2SJpudGNvTZgqdVrbNi9Lfrdtw6t4i
UkRt421+EF8gErrMzcUH6cL8+T/fH//eGYKfkzXVZC0rSRxz2t86QzlbTG3E+E/ScAeObUU8GS9m
3P6j8vgLkO7PALp/uwmvv4asLMMSOexk/W8DsKYRGFaRMbPVpJGwCOPFmqfdHE7fS8uiDLssgNKa
I/6/SX3/w7kjy/9+usJUlkV8GkwUETKL69DxT72/EiLSmpiBbSUBKPcMCYvWPtlWUwiSXFeEd0lr
7czK/KB6TkJLdSXzo1TGwg0w+FPY6zu1mp9KAku3qwQah3i5+KAHWI4r4jHtJ7DAeK3gOSI+Umai
wkWmXeYkm34jS9TIS8n4um7P3cQtIwO9a5FbJSpZcikWpT6qIxQLGuN9qrOMaNtnuerZ7q5xGcwh
LBZbpeAp5vLQ5XlAd8tBH+IZw84/m+UdIWT/GDKLOYHMJdqV9itPkXQ3cHR3VkeKokHPOYccZACE
yZ8gjlG7wETFTK999QhESUjK/EZH0YJJR2B0WNbdXsxTaaMAtiTUiThh1iy2uqra9YC5HAzayhJo
uMaMz0YxXOOCp8Db3nE7MMnKabEuSmu2PQLsNUJErhrBbawFynwT/yAoSs/y2OD9KcXHVA/UUzzU
JNEvOsmgMj75UhP2qTlvGSfc9GwVoM25j10OPJxWKDxI80d+iiSiQnF4TkQdI9wLMzJ1tVBSiGFZ
1I1a58g8kAIx5mQUg77p1LWEgWF5dg1x5OAz1MvcIHvRBfVzxDx7tjpPZQxjB72RbYdBZmDTae0u
RRc5jckVh/iXJfPICm150uQP1uB4zc38V4MjbKtVOufZIl+SoTtFAnlqXalrvhzrzz3IDU/N15Q0
dDOZTpHA9JICn7S2RdcfoeQ/MpuhNcCibkZbYdau0vSrnrSHhYQa8mjml0mvnqsp+4guvRhhFpmw
J0cFRK3wSY7bX4k51WsC5fNCcJ2jtS/rn9XRw8dNMmiM4VPLFdLV8OKz++YppipjIGcs8Fpri644
bIDYb+e9l5Pww5Q1PEeVdo/l5SSsIUyqxTsNta9MyF4WMlXYNmXjJcPYEkGBNKPpx+cC2bNorpq8
CiSyMH3PXOqikD1NlUxS+rwf56LhxpeumTcbIe2JNwv7hoNCv4pEXNgzJ0NH7gH3Amg7Ga8O2mCJ
aAJcnz7qH3IqHCAwPA6o0X3mYoLeAHtdR2ckeQj+lH0z6/UNtXeUSHNHrOjNkjlIorfqVYf3kqPu
QJTjFCX6VxJ1TMB3GqJogn1YESOox/I6xsSXvGsDhFW0OCmFV6F9J9HHMj0uAyvDabib7Xi0FDam
KEhVIpyMdGHmjrebEm2YYv2QG40OCjdUYUXklxkYNhbBwJA9E1WxDXtcOQLiNXsbp+iiuAl8kx2j
auIrK430MpBIO1kv5m3CRL8lo7BiGDP1h4IRk1CGwUYtMR+x3mnIBY2kfdguEnYUC6GagvjIHGR2
DMMABAesfhqArK8A+wIEjYnciX0sbzIeUb7oM5vULG6o2WSGFJu6M69BN4BpELTWTSSUruqsVN4Y
iaQTq2O6N/SPJA0oWn//VWy+FENeIHbOs8Pvv9GwhvzjT4P8xScC2jO6dsdgS+fktTp4YUM6Aqwk
bp+TlQV7nL/fdUiao8xOwbvGToYC+rI8tGATDFRHNr5htz2VNyu34w2cCUrG4E2+L1v5Lam81m1O
2Wk6SR/E6bSHNnV0cr+ui2Bz707f5kc++/VxQsb6gzPAG6gQjsrZfLPLW4RE542kSvUSfbRH1Z9O
7CqDM6HrB0p20Ya6Lb/yHumv5qF9ZDXOss02SFYwLwbhu2tyFexCF40g2ChSREfVRa9unMWrxXqN
8jR1Gx1gto0jH+mnaeykm+lS4IskIrzhgpiNo8Q9QXUNCkQHFL32aV7NX3ACvuPhLSLhInFVCE09
Pzj81IqnPY/s00klxOPnFClVj4MqJTtjD38unyjkwyv2zme0ghuAmayzoWOQGkWhofxk70uyYZ/8
ubyDojE2mMBKksYY1HA2ceTpbnfotlJNq+IP4Jb3xKJkAzdQ4nyTM8mkjQbVjYgELwSgN24n08dG
hXVVaQ+SumMtN/NpI8M8cMRTM9jcSzXRxs2ObLOqvTUpASq4agveqF81Ro88vVvNvelArpgXmz5i
aGPkhsB5wq4bXzDrFZj8XvgClbVyEY+bZ5NHjoV6Rx5V8ypXG0XyC8AQswPWP9McAd38Rd6b8Y4v
p4Knx2gNry5zUsQP7vjKa5zy+Zo3HYg1ZQsWwNTXlGHyDxPmPVBOCaUg/Nkj1JVXi+ryWwscpTk0
n8i3eHvWiF6PjD4U+mTB6nssw3QhevEwDrvJehPO3MKss6bt9Teh8oYtl0Uu7HiJjZBx0qNxZhrY
cffzaMnQWiJII5vLWagZzSfjXDRYxc8m6udfmifclufgQv/Uoo6ha3/onthL8bvDd0rf1+JY7YZf
9GQFOV/fhOmd9ROGLyxlaCdfxnuM8Ut3rDMfG3Jayq05YvR0ynvlQ+Og1eps841PgELKmi2Tkyk5
PZG1zAO5wO916JGJek7vGqUqMVfSAWWzVXlsA14GwtTGbcXj3/N4IXfLjA4pu3mpPSSWhmg/EWrE
+NaoN/WdMdoc7nia/NPDcC2lV+JyCtM2TXQUbgwnChIw/y+NJEE/jnaUiJI4BHumZVBh55J3Cvwc
WWUub1DhisFznz6HyybXQbttsv4gfEL+ih9CZI4L4r0NXrn6bF3m3BMXO59O0w6fdWuvpiqPhhMD
UL1pDn3qT/tuT2hQ6FLZZL+IQU9ekcVnx6BAgm/rASs7GxBd+dkgzKebY9kMYcg2Xrmu5sWZYqyr
wDJtYQvf6bP/TDx1yyi3PULanWyYkaAgocE6FAM0YDD/n8n6YnmywWkqjG6qYNpnaI4IFv0Ziicu
ESfUvfGICHoo3OVkcdXQojIX8MDHCjQuzqQ50Y2OvNin6dMAjMm2nkzEcy9AbJVpYzrKrnWkV8kH
ynjPNgxz3nLRXjg+dtkp9pV7wVzBM44oJ7zlEevAhFPSrq/ZjX7mrfOTXYwz6ZRyG8Ny6lrcuH9h
bw63+Vnl3x1e1Y35znO40ema0PT2wwYPQoia5ZjlLrBC4r/d6YJ9fW4c9B9F6Yvn4KFDS+2AyqUF
HF3a8u6hvQhv9UF77Pnm1bxZpf0e7dpDwCCFMuEWTB4mT3zf0wCukq00asRgZ/nWp+zlzxyh3bWI
bOk4+eU5PDdfcBVgc8gnGEjWhWUDARrqvfpEo3XiDqs+Kef4nh7CrUq2tLJXZy+YSfFAU7pFNll1
u0q86jf1ZDyWz8SdUGDGkDagaHHVadvmF60BFvRDs5NeMfwvF1q6MycMoxB6xPizQx4o21boRXxY
DdbKTkZ2IPufYM/rnrvqa30oyBpkA/4qKZ6icBmYZ61zGslnbTAE2whkleTzPqH/5LmU6U2cjiXC
n8ShSSWqJ+j94sRYZSwpFo50ldKvtv6kqrCAzHZH9RY9kWVHEqhv3uSN9SjBjybeQrdD0WH9rrJL
85h9N7sITEFvT8d4G1MRWOf6zPpSVM9oVRH1mT+wpJUdl134snzl59+3OdUL9/n7qlEH1PGeh9tV
ouzN13xT7tNbGO8V6RNjWmLewvEUv6O9GzMyHvZdhDHxYCIPzPQTN38kpGF6CEaWeFzpwo891BuT
OK3kyv3HWqXD1lO6Hx5nL/qSXmB40hGMp+xtNeG+ShcGIEzJ2a3sFr++QY9EwZDfwnfOJW4GivKB
Y7g/DZfyAZ+w9sX+qXXyF+yQAB3BTFq8ACOpByCdbHQ4EuewLnnZfaruIRoc3Um1jcXZQmiOhJXZ
s96S985w0gsxRPMNEnbwSDpHSgG6U7hiExn9n9t7C1iDdxZNKGrQZ1Wf9b18J8dEfa7ih+RqVgdL
22rb5G0tPAU//pgIsszsIXYb8qP3xPEo24WD4kXaVj4BBM66pGIgshU33Y72tAe+RO7VBm9C/23C
gytsbpuE3Yho9N/waCzn4LHYGl7w1n8DTKqoAp7wDueZraw0Ohu7spffDdEJruUNmeNDdcwXJyWC
0q5/FL9/R20X/sz7/ENWbnnstDR1Cy/7cBhHLmk7e+TMi29g2K+DuNHiXbePvfld7d36zl1dyblN
OiGzsXN6aB6hmHCKKFvzWWdMib/1wkDpQ/HFb76RtM0Y7ibmzIxYVx+vndReJjnBEzC84qA9gIbV
IgCKt/wbjaY5ePm3BqUyxQN7SCVfIMnBV4wzFvbhCqEs4FicxXeVcUumfg6LSHNCRkX4uui526Qc
UGSdtD6pK3ZMYzuS5lWPsFp6XKOUQHXc0Kh7RjVy6GL7gs9pq6eZBv0V3V1wapSftvlqIre58pyg
ARiDQ1TZNzVMcSHwm70apAK8PlQJewNdROOxywIU1VPj2ipmUxrrvYb3k0v/PrJKxfXwNBxZ2H6N
7+SmpKGzfNbfdI1YI8vGCX5a3YeEbI/0zIC9CXMN8cmtp5CDNnG/nGYX9uYGuZzkjro9nlPKjAZZ
rropBV8aXJI0Bpu9kgdja5Z89Ze4o0QEoUOY6EE91VsGftxeai88Z2/FLtmgvGg/YXgbjDWfakwP
+GFsToqLuanPpnkQN9P38G2euSoFfHJPyyk6FV/WU3jpTkD21U9rFz83x4GrILDr54lQquJHWq5I
QbC003qByAXRFBN79GWYm4o1BXA9qEcmF7rQulOcKyCFQ+jN0yweFpkVoT3hwtiDtXAizRAPY5hJ
WPnX/yCJ3QmxtLAR27nxuozTlohF6fD7y+//7/effv8Y8dzcyFOQMFGJXNCaYixdv/9zaSzVPoDy
FXbbMSeptBXx0+GAcBVTRJTPfaarW9U1xUb2DJnXq1LCNc8TcmgCYNgGh2RoySWMiGJNUHc7eSXF
rmakt9iKDrpm8tisjsmtmos+m0D4y4Zokc1Sqy4kcQKohjRnfiRz89BL1u94AUKBaJpgFr3WMBs7
bUSGUZbGU4b94HVJ9yalOgzuvh0fpZWxlBeQXWUm7KJFwd2x2CIeKpnohJvHtlVAEQbmBzJbDi6h
csOZPGv0xi7RNrIrW4SiEOXL0FwOcl+Jp+g5jn2Yh6ojgDL24xDN66AgB6s1qAR1wVFY1mX3UFMd
mUDacLxht52IWM0mYuhF1A1qz7lepQuDFJPYkyS7CUEN6FGUglPUKm9kWg32wv0h6aG1FDOTTFVI
HipU/2ZlHAwOJzwNh0GB+bzgy65rKuSxDG5ZHLyrStruO7lgWD/RPifc/+BN+1nqjyvpBoPTLg0P
9NfXrhJhM6ngXmY5hxYf53QiM0VF3qm7cLTuEVl9ThL3fkR2d2uEx6DCG5oW8m4YMbvmHZlwyUfW
N80+sKRvtcpoy8ATAfNICHYMoAkxAEmQY76RAkIBAKMeZnBFiNbSNVBNpoclvOVFoeGBfoW+xLZe
7N6KfmG8TDpLEjzV2g/b4wbaYfY8RBnnag0rbGysn7owDlI7NbaAvsgVCx5DjjG+nlCCyKZA67u8
wM4ett2EoQ2V4M8Ce11i296YZE9EI/6WgFkevoV7jap35Z5D3BGgQIf6yIYhHF+wEk7UnHSn0uzI
Fm7ACUgrcc+oLKLOh1cpOHGCrraF6i1WjKdjxdosKbCKFAwk5uZDv7yMtfAC8xlCFz01GeGYUcuX
rqMZ+/2zmEd/RHOXSrBSq5H+nXlabEy0/Jl5yXSYIM0sPnWi+lpMhAyBpyKAQKW8rzl1sDo8c1eO
bNR3PALjSwral1LDdIhHxq0KSlSl7O5Fjdq5UBVq7dH6bCaMhMGnqlMax+QiGiUFc0X4mQFPzVLf
rEx6bXomjimEkbaLSdwa5yMRnH5Y0TLgM6CyqmMkElm2kZo83D1Ea/h2OdPRkZu6KaWYZgaSg1wb
N1LbnoVkpG0yCEM0RGxB42eCX4eqONjMFvOgnAzWuNs3KxvOSgZAg8m91kFjJQq3lAzNsRe1Gemq
2LDJmJpR7hMVjS9HhxQV6/tB4gAwwqceg+vGUDarViPpBqCTgngjsNhvW6tzhPgpiBIY0KuBfDXd
mV23kzOFDPO24lyULctRBuYWQqhApq6Z6JHnsN5ZPYWIObvBzy0q7NvCvrrgTr7FY3OX6nkdk81k
obcglqTuwRrBOdfieMfkS2KerNPJkMpho/KL7QDq91iyThaRs+CO0kJMYZVUQnWsuIM1crFtVEpa
rVHB16f9S1Jm1CMZuxju4TlM+Ges9S19f/JmdBbrqySYz2qxOoPMp2FMjoveuoFMiL2JBKMs6aWn
gQxMTRBmaIho+Sr2gAIkF1+3Yt3ODAXxDehCFc5BYmKDlDLro87oXCG03knqtFEQUVVaCu74CeOH
ihqjYszQdcF3hG9eGfoX0gchNc5IovUswfE7s1gT1WnfDnuzld+jiUK26t5E/RBK1Zm9xrYyyIk3
u/bbmljc57gAwbkYQnGClMdshnRP56E0tV1e14+iZZ4niN7DqLNp68RxlzfNryrbW7NI2nXOcVr0
6HRihDlQLRk2GdlbSpxpyvaXvLtTVmIrYpdAwUOLM7996LOFe62msG+j2ikG5qSKIB+7nqlII6y9
qjk+xGZB4ZHEN7EJIbagPVVq1r5T2UMXtB7DBuhW1s8crGm1JUNj1+mkRyeNeCgbAUK1mD1MQ/c2
VFie63yhPJEBievURDnBeaUgfEyrAy2CKz8Qnihpl3GyQt6NHndiQisJ1MwUjMnP2ghDi8a3ei43
2yAVN5FBT1yEITGF8PTc0srv5TTyVxVjtWYcDlkU3oEjuG2Jcr7VpE09Zhmr1ZHp7yBviElbySQp
445BOUuL/AzuXN/EaoobIdtrsKI/FoLopHARdoko3XKTGjTrqvs4ZasDrXucFCa4AUkYPdepg/8a
B621UdQ2dc0+o29i1xrikOHTgVAzIP6rJmQ3rlBmIf+qGPQR/yyB4C4IDqoOgxk/Cjz/55jheVqm
r6mBatjIiB9sOMgkUKJr+BE5x4N4EC3Qg7KSM0JOFO5T6Br9CEwRxCBC0LpA59gX+nIHysHtl7hw
xDCJ/aAYhksKb2JIANnpBPPwllg42EfJV9jrODMDIDR9tIb6/KEihXPGKV+ds+luESXw7OZOTbre
MwVwd1EPyb0odbIrJ3dEseGOGLDSBaJiC3yAWNjFVyL6MgkRixMkwnVWu3ynVWriNpjIyGArwSIY
xSYZ5Z+xHhjjZq0zPg2CqHmmrjv1nNA6tP2JfImYzW7kLWqxnc3usc1N5ppdsyMOaJsZYHSMRruN
OUdutfS7eLLOKS8RolDjWGFnhojPYcPSKsviR8Ic+MS02otMKp4jpvlbGoi4jSN01brGos56MXCl
+PJAMpAyBk5sAXsZQv0VUgRTh0RwNUlJWdIUho2Jw+ftHn38Ja/dEAIF15kJmOvMWpOzh0UQDoRJ
PjYpGwhu7BpQpYqPca7ipSyAcYSm9KvP++akJu2GOT5GBbWq/SHoHsD2AIv41GW0qG2h78N8/sGh
BjlDRzkf8AqVqur1E/M1CTwGI2fsMHo7OzUGLoxjX0Zdc7LpXBIRuctuN7W6m/oSEawOkZySU8jS
PRD78Dj0NAoq6ogS1CAAoPgxzZPeZ0HTI+RevYWssldmpL34cRZY7sRGA1QUCSudcZIVKgNubCdI
xTNU8FsQtASSzsuyiYvhMii+gJHellff9dIU6h7GskreIn/627dTVs67iLxW7F2fMZsh4GNYtEcz
+vOX339nNisHXgzfw5W1+PtLPfAJ4IYleTl2Az+Q5DexL5V9qxdfWkmYHQQc2R1WO6dYhx0q4oEJ
H0Q0B8AIYgkAB+40CJAPdWaaGZ1bWHX7IQxhKjJ10jKYib8d2L+/4DC8gfM3/MUS9H2bzKB1ZK00
9nKk6P/4UhToT7o3FJoG0SD/+hIjL1AXrd4lK2cyW78Ar+Ph1DANDXAL+WgyFSPv/CoGo7wZei09
ZnWqbn5vu//PavskyUJr8N/7/H/T9p3irygOP4q/yPr+8UP/lPWZ8h8qmly8aRat1eqr+W9pnyX+
ARdTskAraOjd0eb+v//6Z+aeav4BoFyULdw4uqj81sL/S9onrdI+EY2aKhmWjmLsfyPtk9ZfUv3J
0iTj+1IwHoDbMUVVRfjwV/UBjuoJ03MrHYRAeuyaujwF7BH3paL5JYUrPq9mzyW9ngudyE4mXi5N
DffTWqTz7+8AwMLjyqwbliYVaFn+WpcLKPf1O23KJBADEfS9Kvyi4fwu5HY9h9VjVIDKWaQqc9MC
5rM8QuLF23sIU26Ibc0+gxAo5qZajrC4LuqHaRregEnrB0Pnvt204UVuCuVO4hcL90ls6bPMaVeO
+YXX+tp2wvSAlyX2dX1l7Fkig8SmB4vVJdNWi+T2osqdfiYlN5fD8CZp/bp54YyItZbol2WMPnSc
Wfk0jJwpg+jOk1Q81ilz/jkwZTZGkBK6CBsO8kz1tog9i9ZAJ15QFh5pMD4UraUSxoV9iDWBB11/
6WU4PhrchpHfZb2b5CWZC/L8HmJSxs8ar1mXGu6OXG98VZ4O3Urgyfi0enMiDo9Yj7fIMK2j2a+D
zyjNd8EgLGSSZEycUYKezRkZFO0IkCspiY6mOiBo1lhXdfNO6oRhTZb3KzUsvmepN4792CIgZLbY
yzKxO0NqgDBIxEspA/fgcCIgY6BcCeN2OOqd/qiLUbCR1TzBgCcVF5AzTmrkbKg6rN5tDJqynfZF
pGikHVHxwhUKzvgpBiFsrrH8g00bTYaVqJorC0pLU4NcjySvK5ktwSHSwhs+gPSUG8PDEojGg4Z9
G5ZpdyZ7aPIEEDKuMGrajV5pQ5pucoo64T2bQa50nVUfiJxjy1Y/EzJWHqSBbIhIrB7G2hodzSg7
WLBEs034rhx5MuiniazdAoD1zEROHXUWpWtrTaMDcMXcGAU+o1m59FI17v90g/gfBD/S38S0sqny
OTO5JYgmaiMSOv/6gTPbfsyCZmkOo24IkMEpZ4BGHJWO2Sv2kVMr9tFOU+LHLgqlXRG3b7CQWrRV
ybjiNALvPz8eaOXrb/zLLYDPvSQZqobGSre4E/z1EQlxplSUbuHBCmH0Z5zDvqZVwGeqNZExV3ci
EyE+k2yvzV5/zyVRuAWVdmgAhNc0KS9lwnw+wAbYZTlwywz/VJwHIVlH41Fn9JbDI3gzeN/sVknC
J+ursjSQsNCGD0NPigXCWOYtzJA2Bb5nKHaaDYJfQNTHTwAJO+nYmerSIlWz5wdDHRFRaFkNtSSU
QKXSeoBsAoMxrV8u5F6dKC5o9WZjV6/OJ0LrpEzVD9GgxLhLwDwnDRR+Vdxh7sk/hWHR2NwJxkYX
ohOil+QpxK4+SxGDn8DAViwOnZemkrJT13wMQQpPuiSmBJDAHuyBoeLwLh7lWXgfrXB+MBtW4Y34
DKkWLobS7gkFUq9LE2yiQEKOB8nEt6zB7ZJKfsJJU6aFoyaTuJPC8QEtSrKN1nChMMnUnRpNO0kw
8u0w/uSAQTd10t+lRufDHbOirxVhgPgVneeCgrfH6AakMjnqSWJ5Sv6W512IT6jQKC0sCLu59AH9
hW0jyqBN2vcvxuolnLs03SVj7VYwa3YCFSWbsG4VnUaukLewc8gLJftLAIGOJ69JleFWGL1Htipm
DXa3DCcajxhQL0lalLA10LUJN5sXoOyyq54YS8Z2wIUYLVvIb0B+CU4XLY4k4SFCZzc7omAcVxXK
YQBpaBpte4hSxjKDlu4kjQuk75o3A4EI+i4R2Wyow9aMwP92HSBdjbx29Db8o8n6GWk0gUQ5ckDa
YH4ZohiBw5z43aCyH+kg1hxq1YLIRnieM7c0WFaFN74lW0YlDfmAB/SJ53RZjOBR1Ql4TFbecSvp
52xFwmf9JJ1xavGQmJUYa6HaRVjBEot2SA7I2ZHk56FGegGODtnFHKzxcqRRNV3iyKXVHSL8ZqWp
WEctMG6RjncmGcEhmRksiDqw1r1zfGkYc9mdea81roHMYsYDf/Tj/1N2ZrtxI1sW/SICJIPB4VU5
j0oNnvRC2CWb8xQMjl/fi1noxi25u4zGBRJZuq4ylUlGnDhn77Ulbhns5WTM1Va8QzrFWZmxT2eg
xwVfcnHQHXRFkD0DmIlxHXF4A80fjH29LoVigt75/W50GhAq7WurrfHZR+zqGewA+P6ny0SGT4nB
9wDmmcNkLV/EaDmPc0e7ZGZ0K+y/jMZGJ7vkCWVJ+IqZ8XMlAYUSbbRTeDA3TVpV50mtaxxCFriW
W+4QNzNl5bVOkdiFthlswjL5bHO4XPUuECy2YsaYKWwVD479AxQrOtqq3hKHFdCCokVm9Em5AwCA
nJCEFu2H2Rb8Z0xMBYvCqCRtAczUjbGobfMnahIIJJbprIMEncA0EYTltxUxetMPp0bO5YjolirE
SLohyytR0/OYoEBsnPwtMJyee42VB9vk2+Ii2vSxAVBOqs8E9H1qO7m07ZaIwdJw/s5VqpQ8makx
rrOq3Kf5bO8kWWHdVxX0QGcteBxEPyyV+ANAMCgEghiLwNWb1LX3Hb66cxWj5Ilzg/FT7fxVJ7lz
FX8BvauoGVAZNMOWPsSvISm4F9sQ7Vz8noA+2dwNsmUY3mJXwVdOaRj15BF0CbaBZY2rM3AqyqHI
aD1xrumLnCZyGO/hgIUlm6MzqLdqGNK9AVu6bpnDmPqtLrBwKB/rBqYi/yGlcZFNKbatSRICszy5
zDqOkw3xrl4gfuFQbonBkiGnks5Ebj+P8ooJ39ven0gYKmBL4urqeRCfWgoq1Xo431V3reYK9o2C
FuXM6kwcE0lYemo2bByAzxv9syCpiLxespO9zgBIW19DZfk3EKbBzfeZ4NfR0HKEBH/Vi+48cXDn
2tCgF+LoNu4brjfgR6HIwI8YJzSy7WkJyQG5Hx80DueVB40eHiU6Q8rm1zAX7h6NIKCLGe15tW6a
xF57KW13jLf2JZxS1EKYBWk6GEtae3rALmKeyJiQCPi9X8PA8wemf147fmKe+lL8dFmN99noNxvH
GmF6BpG3lQN/gqokXKWwRuHg+OAxu+g9C0B7NlliPYRV9c0MnfSoRPeE4Uyf7tHFKpf2Kek4ARu1
JjTPDg65M8IOMmmytyTKlNGSHzS416q8ZmaCFxR6kyjyY5vb4Qb+QHXSjuNsXZF/x248bR1XLNQn
L7p5UXDBrEhBlrvtmdPiQGiNZjN6RL8KcbC1UbuYDY9J50iGdCUixWKqNhW9xYG0m4vv+86qjYbv
nUap2YAq39ASpgkaOdMp8TX5qVaw9WmXwoPJhpXZgyVtQ030FXC0fQp89qERKEYMg4fRMRqJN0AR
CZc2tNjCsT/T0H66pwDf/2nIGB04HnFXbDXlWrPFvuQAYuRMqF8j+4TUUAbZBSNK7jEoRD1ruRWN
hxR0wxOzd2maO+H74ZeiJhV06uF4E3b0aJoo4khkITtc+t9JqM0ZrUTdRk0cS/qWZmwZOZ8m9VaH
SMiqZYFNlqW2i1D7ubNkks+jdLC66aso5vhs+yHI4NraDi1KGvy82dolq24f0/tZxfEzpvKfWc6+
ndmETrUc3ruAqimnpKVuUe8kC6x8vLDXWlivXE5Kpknyc4xMzYxZHgS9/4duxFgaRc0niGJLQ1H3
zCtDvRuadl73y9cOMSe5zsP4ORvI6GMpMsESRshNr7oxDhXGR2ZYvxJT1PuYnpTJveoYpnoaY9gG
LQ1KhLl/RW5+kpnfEFVkb2hDHHkISZ/TI6nHfLgMoMhWLI1nti7HnSzkYubNZNndOzDcyW415gfF
POkgg+KbBzT81CQu6S1Ix2qFPsEHfbmBstZQd9acwvA6YuNvMX+xWAhstg+ASHAfRGprB5H41KJX
DRQzK0Bzt2JUiJYhw2+xFZen+0tXmu80yfnjRswBTEXTCW59lJEJlXZohyb+Cyt77g+dZsRijIu+
FQpcsB9RNu90W/YrTYbm+e8DpEq8+ZmxZpLIZUjPvgyhFuHbPHfrhGqQeRhWeQTbziaMi3Efw7Wi
v4PUlb7aY67iclsPWq+9GoGUXY8pwAFX7+eCTIsQwpjR9wN/NOsZgxGSnnia7C6bXA5SFb/d78qC
MF086/E5M+VjUDf1LV5CDNtR1ltbjj9iTkirVMM6rZRpb4c7MxrQ5JbG/xeGuh7wrrSFYIlqzk8q
awVV1fnOlXF5GnxrRE2/JiulwJU9AYHPp0XtMxy9ZenXfgvSt2NiUtrZgewnl2NovWbMELJviYps
MkQRXlkjIItRbkYpbkGj+BESHH6lG995rnUlVBrubrMR5Jgc2t59FgbgV9/I4VUGf42dbR4dlfx0
EgRrYwytuG28vWVzbuh9f5PWDcpGRWL3kA3uNiDX8w07M4pcSfoI4x02OR5lfu7ulGZghhcAI5LA
CNsQj44w9CD63qLzaP+wJqqciPghgcR409UoEpKShlyZBMyik7BZ9zEOIAPk3Ur6tIJB1GD86u18
08T+U+gw5HGGoNi1bR+e5ZvPynYdSutZ0IgwLEQpeViC2qZ9ncuq+ixh867C0sQgpzzxOI5vts43
4qnSrk9ODlbDarSvAQpDWRiofxwmP9jgt4mi/GCvEMe/PGs0r3lPfoETQLorCRMk4H0+JGA06MxG
3zAUqJdM2y/an3ZdxzQ8mgbvLPiwNhzwmaynOOajFFmkF6UWJAfnF99KcmxqAvEKEpsYwB+c2aKz
3NFQttu2Osi4eOoa4DoJhC+713KVustTEMC4diwWgKBofoRZK0igxzcAhuJkZel01fu+LH0iwAhd
I+hZ7E1ltGdL2peqC7MTF/Y9HGfvSYZ2AWhAc0i0pXkxqbmZWlBbR85NL2S7BODqBp8FA+kicT5T
5b4gwYZ0oQAQ6is1QHbGHYQmrn2cLIFAR2bTzaSRY3lNfoS/J1ZxiQSae5Pzf36RhapPgwyydREs
QAgHER75P39Xc6UdAhFOo0seIp6XLicHQ9E80NTum8IUqJbJZT6bBJEPKWCY+8uMdstxsscQauiG
xEaye3S18r3KRHrLoTa1h/cMk/tx6Cmc4YQTUREbz0PZVadBtf2uXdpuSb00vuDeUivQvAkU8nIK
noNRTf0JC4e/CqExs065MZlsaXK6v2usYh32CYM5R7vrumLST154c6ZC8/fCsh4TEHrP9CfLR9kV
nNBYCDAkVggM+Rmw0e67CNPsxrOS3UYzRl/XcXis7WzrRXb92GRDeA5tjfoImA21qBHnJ0p9Ei59
Nju4dSg6zZmM89wKVoOtwXBpP/0LMzy2AKMsnmmAWntr6qyNrVHpVMzgG8w9Thl+A3ELXy5enqwS
XbzTpf6xkxwjeq8BuqII0x2y8guVbkfe4RJJWzQHLAVEx8PE3TR1Mj1axaw2UQ7xpp+b4sRgdRWJ
McOIgO6aSbNYmQG8QiD8UFhtzIFL08sYxbUfg/GhA/YAMT5KXqOxlMdScy1GYsavrNLzeaqi9/Pg
JN6L2XjeS9wolgSrdA/xJLHmeQRps42nT9WUrRIMTyezyjmpKNbGCTK5tJq3agbfmUjZ0zPrKwLU
CvvW+eFLz4l9K2SQ7vO4M1YTkRuHLGPYtfzSqci2RMlC1leYLH1lwaPmXtGWhZC9eGLyVd/qOgdz
vzQha9vNTtBCkK2FGFncPnmgTgZpFvaPc7iZzHK4cfrCX4hMxUrRbySDP1Eve8gVoPZ7RWte4ubT
7Kn5TK5hdlGGCxORKq1BDOVUBhrnJgAld9H6ZzrH1TkZWJY8B/l4b9hsvPARd4rSay2TxDtVMsTb
GBw6GUQXJDMM44vs7NnpuMr8LCR0bET042ubCp5fCS4LlOqKb6r129eSgoJs0EzvWzVfXa+FsJuH
w6WYyVl27Ca5Gi14zztITZhpzRR7cRfPA0LxhKnc3IfPBMf658xxyCNnQWe3NUeyqa2fJYSYEyM/
tCgJx6S8B6MeQtYq0wCY9kgwl2PjgBpy7Z3uL05l6908DC+yt71TPyBeJ1ev298LEN8gxSpSBTSl
0UJlqvnLZ+tARBg2yRKhD3oK1gubTkxqred5+El85fPoNaehRATMivo9Ii6d6gGRo80OtQ20j2Ui
2rc0PYD8CP9gSHo/Zjp63N093HghG5DjOGCz9nOQN59UbV46C+FQWVxsN16oKFijCO+2LtJIIKUb
HtyUGA33xAraZK1/m3WOGaL3nzovmNfBggwMZpwJfiJOjaofVUySx9i0X0Vt8XwHw8VNiNENxwgb
hTMfiQd7BcILGqjhwL1EmdJW/6p9GjqwkunRkmvsO3rJjOTXbyc6qZVbfU/IWq1iX22D9otBLinG
Mu9AcvgljExSZeAyowqFEpCS6ribK8NdTTkZcnN1vCNm+JKNFeamQ22Y4lwZ/ZMuiZiUUfk1ToyB
yjP4LpcjHsPje37rWC66ZPxNJ7oayg3XIbv8sTwRLE9PIeWs7jQ2/SbQ3bLA9M2Rl2Yeo5otC027
zVnGHyilESYmxNF60m52nOPsrU8cKgpiYwNfZPqUIm5KLWbfbiXM10giKCJWFz1AXQG9Wb5/Srdp
HRpzsHKd+ovR63IHSYyjUN6nWwal1M3i81RQhE1Ffu3pgp4Dz+d0H9nnOWe8ME24Neu8FZep9LdW
Nzg7IyD0w6k55KuMHI/WamtIIbA52Ssf42kzZIiq+RzFgUpwvLUlD7qhyLZQLoYPd/o12G5zaVmZ
2s6vthadzh10nYh8zUEeQZFtHL9IATODZogHFkKF5YCSAKWoKtXakCU+fr93V/2SfFUn4tVdBvFj
jZ8nBbSzisAUMWa2iZKMgeVgMGlUQacOS9g+mbg4HFqdGfTHNiz5FCK6mFQ6yXEDGys6DD0S5gzt
sHLc53uq2mxGn0kwBdRvI7wXS8qvrpBJE8D2nqUoS5dmUW2SQ4oJM4Qx00CfLGlzkZmJADZLAf/S
suCQQWf4l4eB7WzkkfHSMdxxl3TvezOlC5uvjD2eiSfuN3Of9/sCOiYMU3tFNBcRtp9dkOuHiE8J
+TKlleNW70LhWptsxN2C0wXZoB5TVU32RFzvg9nkNOCV5j6OQtR7lXVD1RSv3YJAIqqZXT6SVeK5
tG1ch/4O/XcMjk2Mp7wG1mm4b9kA96WtWHfA1JRP/UC4ZQ07HNjPNifedmOSXrW6X31q4TQZGpgI
1fdY98NboOVrxcoxlwyi0vAipr58MucI5woeN5E12Em0VX/z7QHjWFAOmzJHKdr3EcWU/aprKzhE
jk5OJNLiMSE57sh9+hWJrJHQBb137gX3tec0zVXo5Ll1OWgHMzE/mmNuUJHOEN/zQxETqWzm7BDW
LKBqME5d1c6re0eiE6zhXkq15aczCPp8UPuB+VcUfUmT1t17JhxCcjvoeM/1/GB6QbKHVxoeg57C
j+WLHpcbv5QR/gDRQCSIQgwfrujiF9RRFR5gIOVQn2rkPrzIxLvkZqR396Iltscnr2qNbZCT+mpz
62jLRwnqh7rYknCYct1+c0prNMv0BBDHB26GngT0SWAjDVteStf47KL6etAqjlYWeplrtaStxSzV
WltPmbWg+MQv39BiX3r9mwCPTjfD4fTUePNm0Fg98jbyTrRJbyGBPscxq5tza7sP5lSjNU7dN9OI
0PhVdUr3YAyf2iH5wv6P60sHL2gfc+YljQdUuKv24IJJMIrH/NVFSmdoOJ5zCi9R5QFpvMxNEQxz
ocrrxZd41n9lLYdvqiLraKduRGJSgdE/64ZNgCCy8DsfraDVso+TAeeoqUFlXCG1NotjY/vFQRv4
wPWIBGMKGbFmdSU/UQLtew9e6dD34WbOzfBCMgb9GRsYVzeIFfzx+bX1KfohQJFK5PX7AZzNTafF
m6qHbQwA6rVx3lt0POB7PfM2pw20wmSRFSfFNqtEtXIGumBi1p9cWYZboWqaHdYgTpZdfTJ9budA
gCyBke4/YCz+mjdApYX8KqrMZUsd8KmHhcSBTOBZMVGgwPffFQwDjyYe9pS+pgDQ7VaacSRTWkK3
nVu0KCTz3BxRmIa/wmzmOEjX7eyj2zFZSr+WoHujlN5NVtZohwY2Fr6iRXyVtDdyISlR5Jmnw7qk
qKXWJKoQ1VdS1c4JVs6cmNmojP3nMQowx/WENc2ZX2/TEftJmsZfIUiBMyQ5AZtSjpq/JQWgzzFS
3lfJQFNhuiVmRRLx6m9YkH38jsR63v9f9kzmoiaad6c8u0aVrSuGj6t65jzh4D/wxfTYoXo/pyCR
GzndAG6DuzdiqBA5Xhl3Gm48h8mOR33FWMxcOb7sPoXx98aYNEHEoXMIfZomnInUmhFWfXHkRJ86
oJbvyrh98MI2/SKr9ymG68wV0AQPCc6O8c2fog79UJoW42lEL1cZjf/E8Y0mLCPAWU3dxi1m51K6
epsPYYrkh8Brhn6mtx4VQaJg1xjZTCxcM4EsqlHt41CAADGtX3ZApuIy1s5guh2DrHsNdaJe/OEL
IKab2yWMNllGINESTQwkbK2SmbgyJdDbuU1woplzM6b5fehK9FH4ozSOHek0w4OebVqMVvprZKFa
q0Z8L23z1Y0AaEozyLbr0YnQPgZGs5qiKVrpUTw6bbLVeUw4YRo9prJ7cWwQ6hw+Nn0XKsBaDf0m
451IQWAfhoWXouMo0YAYr4z2ojnb8lnCcTD2pul6x7Hl8YlN68T5JuFjw1dc3YWoRbvzhr0K+ycv
S7FylSlX0hfvsCcjZg+rZZTiWvOwtUofbXIBaYiAvRXDd381pmhrCTZnfGDkYCfrDj3ttkry+s2o
E5tHhtLFyVZpjW3IHZozMAZk9LFLYvfyjlhpPI1DgDpz7My1yEW/R9/xdYj8T0NEl0AKjGkuMihG
+7zc391fjJk8QsAG+3JU0TUqi3g/6vi9EZj4H9q8ia91OBwQWE4IVJafdcvPhrZHG+uwTzBtTVfu
ovoeKg+NmqACu95fTFvg0UeP8/fPwhkDitJMSIBJpmQFYyKm9J8PaFtvGfgN4G7//fP7O8usXGoC
5WKU3pqJQTulq/30KN3qDO6JE1qFV2ZIWGIbb1pqSJw1Rmms0340t/z3vVXUdxBaaAjjhRA9PZbM
PAYB2V+YO23LQiFnmnAdjAyrJjq9tT03amMF8BXNZJo3ho8r0rTD4SWjNXkm021tmcGzSwg6UlAQ
2GQsEBJCv49e/K3gkyXob9iQCHNNSjpkInTfBk5eZEsmnyqz/lUOyWdBGAcn/yP9ZM1QAuNo1NDK
0ZPYKZHQflfOyULOvS4EjtxKH72qYDw9vJflN9ftv1sM/8i5sfZDs7MtEBG59yXHSZWouN2qyD0H
E81iznZUbS6EmbiMnlvmqBlUkIcIDjbmBO4zi1OcR8B55aLTMCCcxjJeVZn5vQSM8hC/ddYPj3kR
JynnWEFD2JSNydSmj4pNkGZXYZfkrPSu+YCklHDTFLoFiDoLHfZCjB8fHYVdw3G/AV06TqDuHmYL
/XPse0+5mzPirdVVzv2WY2vXk59i0lsjaIRxdGAcwhCpcrd0omPZYf2kvPV1SIJk3l3xReZj/EXI
2kO3Qn2QUjQa2qGPp/OzF/MfRMPwjXxetvKyZdltNmwaK1rH8gGZNrDLfDkVtvvMmHLipX/kcA0f
UimqdT+T+mwsCBFvw3WAdrAIEfGm2xj8yEZks1GFzXWqkPsGlmuthiCjbbNlakU9XAAotxE128zz
OOSI93kIP1Hnzbh75EtQe+tkTt7hNLmkOW87ZS6uE/TPDn6GOUFBW+VZvouRZOd1dgVP9sTsGAmn
xnlhZmOzdVV4soXHUxAFm9bxYfkvCoAGoCBJqLvA07R4YjzBXkw2YfaedR5T0zZaGnoY0+gdJ2tZ
EcoSiWktwnIH/0KvpqGtNmanj/zpl6FvgIx1DRQmBP9koCvOXc5LbCfAB93W3NSwpNmjwZpI9cUm
tHqU0DHYO/DlmXvK9q2dLfgrTQ5CAEHDJx66LPkGSqskVqx5tpVstgVWHT9kkCQM7ylArr1OInC4
PWaSqMfgzznzHdj5rVN0Hx3y/QQ+k40pNcKr5KfnWHyRxC0wrCSUb0zXXUB4kg5NMP2e2tmyfGxp
8JBJ4zKlh/miM/ONoeQ3PtekfhSjwQ3uclNVOGc2pmZA3xkbptbsMRVtlBpGRh4NVPUG30+IJGLT
wUwgJZv4Bd3uOXOWTNkkQxiSKTi52LDth31lVPl2mNJb6y5n0gykQd0EwZoOGhuOXWH4E616cW3K
5rbfkuFGIHBSMTeEaFWSQbyeC4RJOdvhECkG9LAJ6pGtIvKac6RwxjdI/zOgGA9mDjoD9xmaOkAJ
bbdJfVBwRvZU+amzCmU+r2Yj2HgJY52pM5C+9iWzspL+VmCJK+PQxRwChWtwa3KwAvOHBpaBIY7S
PlM5A2Echkb9PqWVwMxG0352UbEX4acqsPd5QS9FWWiRGbi/dBaJaWpbVM5fRZQzXZm+o2z6nrGi
kaCC1SJGUJO3RE8OofnWTLR86GA8NKP43A0Y+b3XorP0di63oU3ou+fpS1Uwqg1dGnHOhJHQAuKz
1JvOIPUhcdEYzxTxyJazXV+/KSQvKxKaAbjP7cs0JEjuS5SUVREdJRpxrL7uFr3+gYPdlzTNflgx
kD3JYlyqaRMkQ7wz/eB1Gk+NACPCSoSEuhm3/ug8m7TrY5/msoPxyEmyr9XcxLB3AZlU0eeOpy4F
//OQZkR6O9X8VgTFT69v6x3037D3D1GtvhHzGK1n0TNqmM+VErROY5tmBP6krtASP2B/s9oi5hgf
JheT76IIUxgeDnPzGms3/dJ31AFvUdUPB1djyJ6DnwTL4QLLje2gsCj+uzztTn3+pzjN8wT/swIv
CAQZM/8UpzVVIfw0x6uO9n+dTP6X2q01Xi+kV/EQiZ0twEV0RIGx9ocbyKrwQoxLxkF/3Xl05p3M
hZ7FE7aLqI7+cHGAPj8o5zxPwue0XUS+HiF8/7w4UNqxFzNLOKatLw5qaX9h8UFSHTsbWvT08/Pg
EogOzHiFHaz3Y7TbQHxcBrNkqxGnM4ccUQoLHwxKVHt6/sMFfggssH1CClyPywtQGtqm+UHa18eV
27VBFB4djnnYxRTVRBlvM5BL2FMk8ZbtAJUvZOJo5jjhcqzqtqiu/34Zv2mMuQrPNC2+R4sQyY8I
YoskBiNCekiMO1kS9byEkrvrqpBvlUvRmS9fZh0jJiFL4g/yxg9MNz4AH68S34wvTAux9Ae1ZRMF
Xo062D2SeGJdW8aFaQJyShJthgGY3xjn4YBCpvL/AJOzl+/+nzeub0nWT+5cE6y5/4EmZ/mwqMq8
kIygkuYR2ddRD8Y6CFtrryOIZwNpy7gpX8vZ/4XpV6195zbdq70CtEhoJL+KMc/Ap/b030gGYAbf
nfJU9Rcpq++FSxGP1uFP8tSPAP7lAxOmb/qeLRxumY/y1Kmg5RNQGR9Fp+ivGPNxWBQEFUMHoCBO
fxMAYZBm7BHoOeDhVqE952cEuDjEm37aokpMBxsIRMbM3cAVqLp22me2eqp1rU+dWW86hX7Pw5LE
3BgR+fyO+6DbDW3KwIHRxAMBXN2Z7Bi0cp4LaadNUU+kMEOy4kLhbb3+f+9OH5MNd4lJoAdDxg9f
VFU6jckn7R47JBgPLQ/wgymaTdN3X1tBJZgoGsCWl35RbmZu//3v/l16y9+NzwzoPbNPJMH/XEDI
6BtQv7fu0TLdDWl47RaRZrepvXDtLW3Tf//bfl+ufOkFli+lG8C5/biWulrYDWpJl3wc4+dQ1Z/Q
eBP2S3c/s4pfYx3+CW64LC8fngEZOMIU0A19LAsfPtqsKQgvSip5zMIQ7yrYaUrindU6JcjNpdmx
jAiSirZ/ZDzXZGoj8xLsthVBwveRV6M854BR8/kuGi1q/GGl4FQFbtOopLMldWc160g+Ri3hJAad
3H//xOzfF1DflcsiyklM8O7DF1QmPYnUuesQKWp4K3oWeMdadbMw/x5HLxj3xGR8FQzC3IAJHYIq
3EsFxtx6kSMOPgqRusSKB10md6aAcYZ78Y36s43T6HUuP4Wymf/22PyfFMvfF1s/sANGu3zs7Pcf
P/PAHgC919I+0mqgwS+ZdkjA+/Ak+4NFYse6XIwOtMKjwjz9+6dl/S9rHneyR4oFa63zG0TZo3nL
313Yx3FxDzQl0DnLR7nTq+yEfw3KgCKm3tI+tMZUM+taNLVqyR1H49f/4W63lrvrw92HQYZ8FscE
Xiw/QpV7MylFHLjWMXcb1qtFPTQvmp8b91+8mxeyCpHimvrQ8IzqD0+29/ujHeDSkQjqPAY2vy8r
zLp8s4zNY22a3+gJ1ihHxPRV+rtCYNIj3vAqJEbaIlxGOCZwdep8hiSx++Yl9h4DsvVDWd5+7iqJ
oe1I5x7npqqJJUDNEBHfsk0YXD6OjkXqHCVGHTrHe/hU1jdECEqS/mygKFriqdUxI7caTe01SqKN
oM/ygGFEbosG6kw7ufjaqjxYp07x3Au975qgPDGUWJYGOdmAf1jB9k6NataaiKVzY7yXeUuZHiiL
vcwq31IzerZnv92mAYPCwQr3kV753CjrhIQOkixsdzeMTQ2OyThbop/eMM/uATqsBqPInpVB4UZR
e277YWYuFjDsbDlRpR2cLMfv/XPp5S86ym5dG1uczkrrD7fL/7JhByZGKDtg2+MAYX+olcqE0+Nk
hNB6B8c/zQB3UBr8SOPWf+q1efIjZBjZhGYgtTjItFIDOS4xwIfyYM6K4XKm8OegK7a7fBdYA30C
tIwMS2rQjVjb5VySjdHN9h8uXP7+xAemxypLeRz4wr/fif8BkI3yHtkKNSDAs966AlXfzcb0q4si
+aMo1JtvTMc8l94lm2c4oHHOTLrsbjpY4rRqtlMkNAX115LmZJ4JVFvRfRaoB9W4YtgpgFdAK3AJ
nGRatemZ8u2cUGE5qpk1tIy1rOCrSAfk9ZZROCeRM8l3kakfrbG+3Ssrzbn/XNwQK7AwBqO9yW0o
CSGz5ZNTiKfRYBaSA7MJET2vxzxhUsiSuW/o4KlhCrbGmy/qBRFK9Aw6LH4/qnvBJ/wIN714ULjB
9pVG5yXt4dsflrTf7ToBbF7ccSyoPMT2hy3MbNp47n22sNzfBzR7rq2nmw1yNvxFQQ6JShcEAS+q
UaLSq2PeeMADY0QRWUC2ocr+sLpbv22pZAEs6ysWItY25+P1NEnL4FJN85Gvdzh4UCR9z9uMlamu
cBSQ/T9luqxWHrFP9mjWW1L+SIn2GLwlcdWeO5Ij1n/4iH5b9bkkXE3CdF0A+r+tdP5so8mmeYgD
NRHITEEc0K8IB+YNWWzRnrGR13muOV3o908HF35KgSP+JCxICH+4lt/q/eVa0BpbpliKV7lc6388
CwXunLoNzYkMbWsB8UqwErrZJYwBH4aOLy20gUJGzD3X2jWstddxbcZQP0ZZTtRtU9yY64f8O52z
bjjtcphMgISO89sfLvT33cmloFgOJZibOCB8PJrlIk5Gt/aGo6Hs4AG3pHkoIvOMOjbgnJb5exqw
A0tMGz6GYbA3gl1T8WgHSRGfjeRZzJhQBk9+iiOlDqpPwKcpvziTtH2JtyNC3+e6GQsYKvYV3k/9
wgpRnJhYYjgimcbuWIarDHj75GRqA13hW1jqn+aM/BMeRAivApwzUtwSt36JIFymDs3FRVgdN2B5
ep8QSY7WO4FS32k9eZANrBM1kQeg7aYFpxlVJ3CrXIADt6XzvV3X5ouKzCv3NAsE8iA32M7wr9Yk
OE+PPNPkBc6ETM4yRN4IdbCCpnwaBWPh+0utie3pp8ohgpADSMVAD/Wr0OcZtyTukJJYtwkJAmSu
zrM/WRPlfJpFnwqbXKiWI26U5BvD0dYBB+cvZaIH6cXsr+i9XKIY4J3bdcHjfRFNaRqeTL9/mZru
m1nNeCMgg6K0OieW8dwuwWHRiJbCc0gMqL8w8E/xHATB0VXT/n6STkL1ayxRsKcB8Tc1O8GqnCPr
auUJe1wR7ltHjn+oOX6/+aXFSR+/cSCF+dthN4FyXaPmIkcxE5zWFPxkitJ6gK0rcMQ3DBBILf/D
jfz70y8tHnvHcxhSeECo/vnE6ci0dT/G6gjaQm+Jh77kXR+cUqPMyQZ2k/XsC8glRAksqqwCM8/f
egXZuf7536/F/nDAcSjTPd9mJ8QMJs3fnqkS64fVKOkwmjZeG88vzzxEbMGShi2y3x32DefgxuHF
cDrgEfg1Zo87EQt98DkFXxKrgVGZDycwKX9QiNA4to1VjdBxNApqp4BR/hw/CcZ/AECShUqithKK
VzWO9p9Wet/67ddhjReuK/hdbMEZddmb/mMxc3ImlQ6i7WM8NsnaN2Apz4U0jyRF0te+/zOWRet4
f5eBNGvrKTkMHnFlqcYJ/XB/S5Isb3O/yLeTMD6PYzYf7y8JVTwS95HCU8n1/UfSqGge0roAh6Dn
oz1mDBS03guEcAxBwIlkGQaKx246qAZqyZS64pjIFGR3XI//89ZEmWJENJ5xjgtCBP1pI932VxFM
xjGpiKGSbQvxpWhDGMXjQgcNe2RLuSj2jsz2KelFxz51wmOOXDv0a37t0YfHs7ydMAsxkDiWy8v9
XdAmHCjN0uQVdzLFqjCfSqkxyxAKrEMHt3TYRHvOovl+dJ2d7UMdhFjx0gB9tFnFUMw1r4UuEBqD
/WFkNe+8+FNcRHLnNdjZmCWgFzfc5MFW8evdmfm3/Qq9IJY7KHZyxA/ULTSTOneam5F8tzR8LFE0
19mJKcBVMm4FNi1wZBXA0iVqaURLYjPceE6t3notYxJb0LKQNpcxKsgZsFqTo06AMJJdzioNkw4s
rQcnnd5zuK0dYpOXdXQa6puTRvDNoszf5o6O9xqj2P0qmYFfSmbvB6LZE5CnpXzRmZ2sgZznW44v
TOaRCBEiYuj/4u5MlhvV2qx9KxU15wv6ZlATSahBsiy36cwJ4ezo2w1s4OrrAef5fOJUDf5/WpER
BJItOSVgs/f7rvWsi2JU/SVF/MTiokZyD6ds23bUmrpyuIVhoz6nkeodIrTDremFT3j+t1nDNaQq
jcF9SdTKDkjOovYz76Iyyu+bFMFslaHAsiXJKKtdh9sWCA9J60ppB8QUXYm9fcIuj1uLtDGKlGMZ
I141lPIQjy3rBcFy2iNtG6TUD7yzxFFK7Vma0HiyJlLwgFKSnyqruKByWdRO1sXKUJ5F+CgOHSJX
4odSDYgR6yevIciUuORnBGO6T6pZdKgK/JAZzKXOTRT6P9ErNaJ7rFaUoTTz6OaxdtIL8xix2Eej
Pus+QaTBBKGL1kdWNtpbWViv4KDeXLFAzogk3k644gn4bfcKIJ6jEWlY+SB62CoW/zpe8I+D/gXh
LHPnMgeeBkvnKGJf8kfTvh1v/Dc3nY09/qNCqWbIDt32sWpQqWMke1yNqdMiyx0b71lH30UThlqm
xdTvQlzmfaXNcLiVFIaqRF415MkXlLDNYXA5jVZ3cYjC9mYOdJiUxE7gSL6r0WwfPKHlBxmj75vU
XN+WaVxha2W5jsuA83XWH2aUMc8SjfgmS/IYcRIP86a/w8ijMdqqAOoIXd44vUTUEhvjLWmZ9RtD
KvZF4qZH0agXz1LKozHge05zzIsjhj/fVKYYF3ZoPKIX4M/P7dOkw1lSLdVPFZC/pu1CJ+POC02b
lmd1Mie7foLMEG3rtulpnpj51pjpsJZgBo8D1tsdjNdcxXKKgCA/EmDrIRqKllvvFCG2VZFAtvGF
YkkMZIhRSIBvor7UK/vWyAQ0xFQlFM3K70iXppjjMH+Ck3LHqQC2rzJQ6OEsOMvDlP2qM6SiaPvq
i5okizIFw0mOsPICtIyVSneh1Jv7FCC9beOkxt6tTAc2ZxWd3IGshcyOmmfmtdvKLc0HZkxYVjxx
V3a9doVfl+KJeMS4UxAD0DPGgL7Kd0PnUVAxR3nm88eBXeoAQ93xllrldENBFXMGzJtBOs3eMmP3
pkRCu6+5mBqWs9sIMWaQ4INfCrgyGBrlAjUxCyOaZL36VtUjNblSPmdgq7hTEpza1dE9AmL3Kct+
cGOgwwrJMegKVj2sJIHkY9tEzGseOkwWQzgghLp5oyaeKctre7WZwJ7FZR6MeXQuxmDKEgdrSfee
E7tAEIEBdbcmtapFlnSuKvdRqKPFV/oe9xFBIbYbZB4iuAnx+z6hrQ33TIs2VjsUL0X20gtjO+K2
OieoyQnHqAO6jOlZsbjFET8c4gGp0TU6JtPKmiHlUcmifU2il6NV3n3VQYMeW7U9EOn5YJaU+ghy
QMtdQ9QiX6JBdDPLE1xLkKVT8cItn4EKjSrftkqhzxM9hiT0bVvmxB4WpHHY5TSDD1Fvb8aokms3
Na1REZmuONdIp5NN7x2UpuZqVq2rlxq/s8jeTQbQc3QBuKStkYxPVFNlRL8b4Wx1JmNkrppwZ5fm
txAe3wYagr7vXIt5M7mnqO45DGkNuQnSAx1gifNLOUQ5RgHcYvOVliSFNnUmAAk38T7GtuzjiikO
4dzglfA0GLnqnd6rxpVlC1o1+DT3sjVw8iNrXUL/DN+lZn8Yu3ZXObp7QUDX+5VVxXukWyo5onz1
XT6R0JKNJ8to8Jwvb01TONlqC60F6Y7LxTE+SUYhn1BxFLlV+9ToEbnZUT8inriZlmE9NQyVhSPK
2zxV5UEOHXkLLZzkdsiw+MDg2jahCtF4bEjtdSy8lJNYLCPJBXgiqrx5TN9V79XOrmbSO19teBvC
InAUT5O5SUc5QN5rt6v2t8qAGE+x9V44NqrCNI9PntL5TaiYd0VpTn47tDeWlD/1pDm6gzefNHVn
MpViYTT+RM6B+7AQD8Qai41aadbR7J1rnkVXnRr3vS6mr5NZEw8V5RddqN5Rbwt1OxtIbaOF4UfE
jXZgiub3yWwfBeYJUL4qIE+TVUcMGtueKDN0YohZNdsnSFrarmrMp7Ut03dGdrKVFlhdWn4zwB3i
/rQvXdmczUVsPUbodoCIV6nZnvSMwKgujDBaD8CHPU+OR4O/ohU1yWNldUiiWLtYg32e3fxn06Xe
NUQWZFDgOXRze2tGgHB5FJKSHc59kGiwkudzOXn1FX0ZkmKzVk50noG8qK3nw0wktrWB1AHZrJ7S
x8pz4zsL+4Q2ae6lae2dOxvWrg3l++osJ/Z24zZEC7azuDQuYGLLgyDjdaSBLc2QrobkCfpu1zSa
thuRtvpjQo2oohBNxiUnB8E5J6KAYpJTtIea6kja/1CJLUaMYLYhNGA0JZs4BHJrqRjuzRLrvV1j
fZeLhRGHKD7h1qBRF39HWjwe6864oWglxDBtIe/ZfRiwyEMnjzV6q5GodAmxZx4S3XpPQsO4s2ax
GJXSk67mb+EoTQKXXBiV5HlvHbw+iVp259axn7y83mZmqkBQJYrArliBwuh8Kg2hnnsz2tFEncCZ
mSXFYoKhsP0S7FM9Utt7LiZdPeczehUZZqc8gY6aY1v1J8eIr8hJ9nLG3gyghPiOvsN4Qhwp2GuL
1LGO0ZeyYMGC2brZSvLKMN4GkuLR/czN2EDeejLcmAGEAKR+trx7Sid2goAyoSOIwJJVdyOGb1T/
6gf7YQWcRJkz3tZ5KKLpfe4Z8YX5vsEwjqRbaRboLFf+TmlJkSCLGU1hz8kJAdc0u/6EyEPsIsMd
HhSP2LYxUu8gQoJYjEjsqC0yFMrYuU9Vsz0oRY5pZkZ4B7MAoYpIvjtDNp9G2eNY9YrHVsu4oRXK
kxqZ9QFIocdwnyI+sSRm8CQ8eWNTP5YLr11T7OXOGRGzxt8ah+zLYIinphhfbU2Gj1SL0EPVmX4/
YLKmPARgZkoFYr7MLY4k3iyEIw9r3jCfE6HO93oPeKAtpPJtMvJ7nEi9rTi/QZ/yaVv1nfUw8VJ6
d0lARaYN6M+6y7RTmxGKqJqcG/liqsIBJmqcR4NNfo+BP/RoN+536AA6zrFz09Elm8OpCLJqyXu0
PAPjBnSnDxGwAE6AeJR2Kuaijd1MMoDj89KAcY69unxAjV2dktgdaQX0D65ROO+SC8ybsQX1uSgJ
azHVx9pGc8NockoiskzGsU8xqIfLPYOl1kgwbmq+2QB7iXgQSJJrUWu7DslaIOomOcXFdIuaudqb
5hy+2TFqmxEOeJUOt2gwueZSYVydmbtyi/R7SmKilQ3z3rNGPCDSyC8TXmovgbPvGngckffd9Y1J
/WJqHyxRi4dhQBE51LO5XdYP63kr0YRvZQvDRfQof3vHGB9H2WrXtDe8V+4+nm9N6OEx+uynGiDB
gD6W0HAo656cTrPCOo8V9qvpSfOsFCoGS1UvDxyZL2NbWvToGG3DVN3WHurQEvLuw4KUqVvE8VM2
mgCajPGpWHKzZTYc7RxjN2VD9yl3v4azBQBF854k+JUPrgiXdbsVc8JtfWkX9Dq2J842zItVSBsR
snsszNpPS+CHFM7QXJXjqVA77pOtCaJmGEZwAINf9cwH8sYAcJFn88HLJXSDvDIv3Gom+BA6AqS6
/E0pwyNsMNO3oi1gGOvjdFI1XBHhaBn7FJHenVEZe8Q82bmg2UQydXfRQTkGI00W12pvvB3i33RC
wpxl9aHzkGpAjFYO7TR1hypUn0p6AOeJgvRa3ppF/KMEzr31cL5uij5ML1isGZp1+5kW/LMsp2ur
4OoymcFNpUhxPJKdo4iYgl6L11MjvkslznNhGYnUAv2NB6cBMeuHi6sJq764r0mUPpSRh89KI7+S
W94Bf7W71yl+7ZJevOtdb4AkG2a6CSh3iDhaxrByUl5U5MuRxcrAntRd7upXmmXj19zCgjLtizy3
mdqOvh1K5O1RXbLeKsVVdl0WaF0YFF1enV1AkVHXKIc8GnF0mHTBKoN+2IpI6tDP+si2CM7JvG1C
CeoKE2dfWqJ9MFImktBqv0+xNzHVRpflJsMGTibeT52+i52M+Q5ASnceos4IisSiYFZZfcB0OLlY
xZk48+hubGK5xwQAHplWCRJwMCc2TVYr5jssUVFtqVtgNxvlqXdaEinD8RohuDyOuv7baSfrrlDd
y+TiixAmnhSYp/IYI8skDM34ZqI49m1WFCyaBgjpfH9Hp32VLkODbnBb76V8XEFQzI1ULnwPfLH7
gZlAaq5dwykhOiNu7xSrf25QLW5F1xZ+7dqktTZJ7w+Rlt9RQg5lNV6kNQYua4igBgHWo6zzUfxm
ULXs9uyk+r0mXfHI+pzTczHIFsl1cIvAzTzzHl/uueoJFQWUFd2o3++G1COeJ4rUXecgq5yUuLm0
TU3gSdvca3U/fSGnBOZLrUbtPZB+kE9QYIZZXJ3eOkdDzJEHD7EPreqbbBeQfcRM3JJE8o19eZ9h
FdppEerLBlfFJnO716Y3ngdsyNiMJmAn5tZJQzBhMIi2jPzfCyXGg5brzZ3kb548ab0qlfeNucqm
MV1I3o3HNJeixiFvSww0eXrXCHIpllVmW04fhdK8to1TCfheaLReZ4t7l7pULb0hvzZ6zIS3z59C
45cGjAt7eDMxrbKOalPpX9zwHYri92jEM2M6MvRjPccfqbHsH3XD9bFZartQdNEeZ9sxwh2TzYbw
zQF2TOwRWVqmP82eiZxDYYBAkoaI1w5HEIJp3Gr6c0ag+kbTevvnvLXLb8psRHdVTDpQ4WrPXm5v
RGR/NQZruNeT/NSqTn5Om+Ixall4mYYJ9yUcH+RkKiiwFMDIme0S8VG7p6TTz6KPJl9Iw3oftITA
qck6QcI37lmLXjjlK1uMJ/QA+k4h53KzzuAqRlctoXuRoDrmI3kI2oAwOkTGhfgFD7Pq/I416lG4
MjF698gC5MS1KlCsxg7r10oy7HjCeBOc65s4mrqTMQ8jziql9D118hkmiCbu5FmfaIEOGnEWtDUZ
NxGQAX8ad2mIWY8CZISNwgT/bFF5DyfOzaFHZ1xW2FkyipVF+uTZi71SIBxE7XtwG1PZoX+rt4YS
ksGVEMHhhOkdrjFJON9cgt7BIjTP4y/HBs43qympJ8UYL17BZUAXP+s0AVW9vCtX7ndyKOIGx493
lXovAwD7BDQZ8bBb8V1QBWAnjcj2I52kL6lTrF1FkzSKye2geLnJLIAuVjQeTIcMjZBlnVvW4mBK
pt1eznKKW5A9oOcloZ561ZD5elSVwdBl731nJ3dM5QHp20QBuMybYOx2D7LzjJMhHG4pE6mNFE2p
5C3Pqe1E2JwW7UDQDvtIDl+l2XZ7CYF9m2U2tU+HVAiyG1jojYtFpVswwbFQCcPijt93kCQqAOst
q63GwBfGOYkNFajdmBfyzRb6KTFxPTvqFROtao31qRxpmRGopgBd2QI3HW9IPJ2N09IpVVt/7HXj
FDLI9q4tzrOqPswu+ZfkIBi7vlVwbEvJtcNC1F0WO3kXfm8l1AS37TmbGyAbriUqAjBkGpigv7az
ax/ypZmo4s1jGUWMil41B/onxqnGHkT8RIn+acZYpYXNN36G+UXv/S5JtIuQDYmko31SJgzg1NJv
XlDdbyG22FSLaqpTOF1OaaaKHSmP7k63xVOd6+KRHA3zBBafUqJS3NqrLS3zwcqiS+tWP1Q3d/16
MAk6QpxAocLt91R8teeGW9WppOtRtdUtt2C5yQQ3X8gNAYP5CUnz9Ag0/GhnE9lgSpHcpY9541pn
u8+1HcPHzbEncAGyibZ6yhA9x5N9YSY6TPfUkHdGC8MjhXb6gGaVJl1jTxvLloKrMZvuDVxuGIfr
fIMP0nhQXAZbUxfuMQQys617HI2slS1aEcuZ20CFwerbH4CfAuiyyohGuDCJnhQwGghq8ItRd/aZ
1nNfU0iDU4Hwf5XTTzfGnaXUIUtMfcyvalu8h175rbcomkz5syh0/UUnanslKIH1qM+6NfxkzR/v
ME0R4o3695671c609fIiAJXsydTUyZrAL46M8rG1LH9m4HyqGIym2A0sJk37eDS/182UvKI3eHO1
2gfz2/6yqHdG2YtbusalJ0L1zmRA1tCUkahI+8Cl3HKEEP9LJlWMtYHYD1Tc5msYfmVF9FxQMXqs
oszYJTH5Z32u0slIpv0cxxhMZZIRIg6etaScrpBe8NTWKpdPN1l4vBuiTUJpgbyjJhXbkXjA4/Wq
MwW6M+qLoifqQSsB4wZTnPV0g5rXzOrFDjx389VdrAihrMf7pqnUB6mVb/jp6ttUid9lD41Ml2l+
yKTifJmXgALGJeVaTXg/Mjmbe52l11H0XsoEShHXaLz1UJCqg5OHO8NJEQVTYttCIGGsshdQgdU1
2aVFPR2EyUwBcNKDGYsMfh5ksieUnBS6liTYWC+fZDp+CStlJLEpF5dQk2djKY3Y0zAw22YxV1Tt
dEVHN111hrKdMo5UdfvpJesj8zZMvPHG5L/WNJLZbt7RhO6b4SnGsnm0B4K71odTHfZPqncy7Vy9
z6v4UDmV9hLF0nd0tfja0l055GAq9m2ldS9OU5yY+O8GG7f7xg/xKnM+QqgBFam8a/X0VcL/eI1J
vS1cz/WHYmflXUYmFjIyr7BOTgd9ilW8a3fnKiaf2+Nv4wAhtYeWdIrfAXxdb/uHR/79+nUbNoT4
bckw3HK/9tFaHuCFnK2rfnOf8y/2T6rBOvF4ciMNDP6QXJaw+o4ZRLIjaQ+Lju8xCkMHmI7gjduL
dO8T+YSOvYZVTFAVdBtz5/tX//r1irNs8w7If0tquD/6+t4KmlNyS27Dq/tm/AZ7w6y3tgELUs7Z
4hHlYfrYdH5v0frwCR1yv4+0q47qKT9PN3nTn8mWRLSOzwRPlAP7aUvhOhQ7nGBKt+/lgVo+7lWU
IDhI1Gs8FURM1PFz3Nd7ARANtxSNyr52ayI+ioFMr97Eit8SpmhMysmV5RXbXXV1+/irrIqRC9X2
6Vsb3zMmAqS8UyDFrOsco7K65Nkg36saGEA/KtXdhOTu1kv1dY7KvZBD/oWdFGUSUY5lkeRfqCRv
rRYJQmaRHKQ3pvnFGGwqZinTzbQ8Gxg+Sv4TT19anyA8OKz7Wyd3ODKDWwa4Kny6OQ+4KZta2jtL
TE2wbhqzboIG3OfHQydOqSPWuH5SPW0DB2pbQEh3G6wP172MPJlDXxQXjXZaQOfrosSXgsrtvtFJ
ZvBqu6Jfzt4/HrZ0R44zgb8plPqgKhxIHnHUsNXol5Fm7D6uP5lDm0xxq6VCrBG2G6bGxaFBuF9/
GFZDGTRDVAXL/0BKknQ/n69LcipMPDil1Ipg3axU/TCBr//53LoH1mYZ9rln57iWida2gKxwvw7n
Jchp/a9bSc26kp4ucH1ij0HdBaGIqsPU5a04q7XeHyrwbrNl/Xl3IZLy4+/847m0AeCktXm7pU/6
MpdNvG8dYui3Ik66HTc0iFAK8WmsfMpAYOvMy3Q+oGPUGXr0GIcQjWo9V/++WZ+LnDanpFedleVb
Xzf0Y6mdJl7GdrRHcDcKEglDZdQfrATKVtsRZLj8IUl7/0M7+H8VyG9oSBL+pgn5H0D+p6rv4v/Y
vWdV9/53KP+fF/6B8nv2v0wEfbblegatEHsRwstfovuv/1QAw/4LNRbCVITrjm4vhpG/oPzWvzxI
2S5UX1wdDlT3//yPv6D8+r8wu+uL8hmvpYrv4/8Lym84/5AuY6zCDsDUB+Omp6vWqgz5m/LDU0XZ
0XJXkNEk4a6mZO2XLnCgnonddsQ/JqI4pGoi3lyLejyc4SAdxdtcKLecxidFRnXappIV7mA7e2Yx
8UY7TiSO5RR/3EjeImLJnWTeEd4dhO2ysFApycH1JBcuz/cVuW6xBgl9hNRNp4o1c1U8Crt/Myhx
RyozMuq413hkWdK4N7TdTHWrGSAlnOGlTs4i0/uqts6T51Uv6TxfpTn+wHS+5Kb3+76YzmY5BW44
HsGe0rDX+k0RI1H16BKqevZYdcl3I6VlP+M/Z8XbqOIxs6B9QIBy/LqPzS3SBILgc8SkI7m8A9XI
BJFMIclhU8rf3PUP5CGdE4ovNTgX0d/6kTQzPRenYeTuE1a/ZcwvJ3lSbzrTfIGss5N99qo4NApL
g88Moplbj3iYq6jaZD2Qcy/Sf8ya6U9Mbalm6GTOZdyMUVVIROxGTZQsbMmd2yrfOmt4rpvyHUbW
AA9G0BUAZUmWl8EImlUYusf2BdtHt1Plrpux7xNBgHsdZUEf2XeK4xCjOr4ipbkbKiZpiixg1/Fx
M74FoRAXr6HLoPIOw0EPSzzF8TFTT3ZaP3bleESV6W61PrvMKfN3VwK3ZC733kxAopSJ2RPLmZ9V
fsswT1hR/2T2FAF4j322QB4ZaHHbwr/QEd4uPlh4QopyDanAMNSP31t4GVA1qYQQb7P35sc8oXj8
Qx1tKh25DDq+hKmuxsdphLQ0sTb0vrtZwrAHDLvuw2drnG8xx1oHg3WQyXCy1JUB2jgnzcy07eKC
b7XJ2cV5/NIbyD7itqNHwiy8dobnyjXxY+e0kmYr2w8OBVIkRXvBwYTSmnEqp9oXeFLohQ3gNZGb
XeyqocwMNdgcHwR96KMl6JcMaLkNchu28VC+FW79lsXZtCnVV9PJvgCBwxozgO0AlvealeWPacAU
Wd4R3rd3M/QIjYmcW7MdVpIkK3TVUyXtR6ofp4rO3WYiPaClGiVsiq9GFN5sS1z18uooUUIP1nqc
nWrcNhXUWupAltH2vkpBGELJuRsleSx09+4+N8JOzB2esgQsC0ZquC0lF7Sc3laou6b5odv96jNk
mJmLPH7Om2SLovWlrjlE+mD7XQSgZjZZISNg6GJ0iaVDtaZG+UrN9iHvBnQuqkLnVzV+NgP6lHIa
dl4bn0KrK/ctEqvASHQsYYvEbN37fE5ptE2Fzmy5U62b3szQQ693yGVvGYz90XTf/vwQUQdnDy7d
TU8j7K99BTXGjmwiyKrrz/72dgVsVLPGalPrZh+MstOOnJgfjzJwHYavJSlmch1eoz6GNkenYIKA
EAzZh4iHwO2TH45qjwwfKpUfEc17fcpZTpXxFuand4zTiphIDwoBs21gB9FMRs66Jw0WNRMpr59P
rc+nrU4BKHH2n7+fLC9af23iXrKbrYJVJpqoQHcTpl8G4eCzAziQYM18sz6nLj9Yf2XdlBGOggjW
/fKiz1euv5UwJ2WyUE0lg5sWrM99vFO3vt/6xJCkj5E3tNQiOLutoXoSPYKxrEzMZ1koFOsPtczS
d0KPHWoEDDeuwfz3haauRmJzQrpq5TQ3TYR4srvRPBfDcECpgdRlqJ7lNLV3vR7rR0JArvYcMrXr
EI20RB+eoEGWzEX1OJrfx3h4pLPu6XNGDIBS7xHDbSwa9lfyPszLOA3PBSANvxxAGITOrEC8yN2A
iVZzpJL0IlwFfIChXpS6pgyS1o6fg4vtYlyE89uoeWAEyNUKwvmtNVi+WMrXGXnqZqbXeBjHtLui
b6awrlZBPYv3hgDCo0KH9Qi4+ru5RFR2FjWWWAzuS0JMaWE72bFLFNuvFcBGigtSdep/ocsTj7Ya
Vjd9cLa0Kn1sjT2NoT4JUC/f+nCk4TZ21Rd7zPxiih9JbUU/LRA1IfZKfeGobwN5B4csahYRyzIr
1fpd/LOvx/aqxw8tZ9deFt5MnGMDorGE+MKCu9mFUZdBo91wGdfEGBDRdzKp/h9sPTyby4WVWlxY
cUu56bg+dgdWNoNHT9RVyYxYprfrZk5CWpmO3DObKIIRMRedlE7I2XdNQnbqAYGMKQRXoeMM2ilH
zAxhgiDmZeY/95h1LUp+hGuySlg34TJ9Tdc56+fjqVbBn/QTur1Kn7f6stxYN5AUXBQ5nKFtYC8r
mVFAzIP0faqX1UwExDpo/723Pvf5kDzcV6UcFV91eA+jLJGAohDM6R5J0rj07KjlTkj4nIb6Zvmp
STTiguMct0WXGBSm0WXUJcLYHFpMsG4s2vLzdt1Fng8O2bC+2Pbgksjas7BiVqCbQ0l3msiuedkk
Gjkenw9x7RfbMCJyuSAYjXm70ovgYzfWvDZYHyvSHPw0q3+YEQBsPi+oQL5Pzki+BvDApEzmkzMd
JRL0blnQVRPm1yWMc7se17lYBkdwtoyddWEfGuTy61GOU/palV6jcZv/HOD1KPfLkkQsm3VvfS5H
m2ZNauXjSixgp7DOWjfrifD5cN2bl6VTV4/xx3FXlqXbukmW02A9FwCLMHuBIxjtC7t5WY+9qc3J
n3OD/Bp2I0W8haWwkLup9UlNvouIULMQpP0uYyVNAWD5WpevbN10Dsl2fRnGXLl/Pbd+39DStYM1
dsdwXdX+e6NAdA3+t+dm+2tTpd3J7eTiT1q+0/V0W/eyAnhPFqKxW8+3z83nOfh5IjrwvYHhigPJ
gISVR+TCZmU170njq4J1k0c6x0UZCDFfH1MgrRmfml9SsF77OHYf16haxcRgLpdrUhKAoGfT7vPA
OZFCbNHnlfp5DI2eMoV0+uN6bIb1mv24cj/2rbT+QYdM+OuB+TxE6xH7x3NO6Q3bJi8z+rBcwuvV
ay+rZRBQHLD18foTUOlwdWP1VVsXr8sV3LWCb2B9LFKH6y4ZnOLEtI+Gat5wGS6XzHopxdiLP/Y+
n9MissGFbh5QwbXgHhHtUmeyHDEehCZbeN8Kw8Hys49fWJ6roq5g7ds7Ow/7VaAqsQicf+/94zml
hYamMHfHJejOy72xS/ZOnqAjjhF9ecl80NeBY2Cls+6VXqxRl22/rYdQW4aMzyNaELb054jWSYke
KwWovFyC6yVZiThW/SiCbrIBhe/32RAd6UEznH6Ms1dPNunHmGuA1tnAJye+cbkkbYEMXRN57K+H
2C7g9Xy8qDa0B/BcLXlrSxWksW1slcvVum5Cl3v+pm1oB2U9wnBvuSo9y+TV65H+22Ph2srOzBGB
TRSpGXHWI7xs6uWoq+uTxUDzPutS2LB/Dc+Wx/xjfbjurZt13F6fCyuafmXjHT+HyzycKc6vI+fH
Lu//tYRemW4zYe695SZTLB/GnjJ4Ue76EUYDvTs4++VnetTO/vobo8b86Ljurj9iHvbntevDSFcd
cqBt5ftQ13H8neIrUQfLRxo0PtK697n5356DyMko+vk7ES2zP4//8esjaxWwQPHv9fl8fR161rNF
GNfhby/7f/jzWTzbu1mA2UyW/+v6CjV33h2Jzm99VFHosUUFw6vtfiJ+4XZUalw+tIr+bAZ4Z8Hn
cxTSudh0Vdmrre4cRpmfCwXlk2Evx2J9WTRhcNisL1lfvD75j7dZH/7tNURF+xYVu3L58HFrfNFi
tCPrb3283cfvDvUI+dDl28C6C+lm+b+tG3v5/378dJhN+pqcKNg5GSYEqpygxhk5c3droLbZ9QTk
DqnbcdCyLkAhhVGJrkgClAlHFzd3bdks8n+8DEbKqNNVaLrmp2qZGygps4S1+hnFC4YxCou3VjUt
fy0xTjFlRLeWl7XWGNY6ttAiCcsLjt4WTRNX4FqxWzfrQ3cdedfHqMdghS2V1GS51D8267C97tYd
WejMNbsHYCOUw43+Z0EH3Of/zXWzbJzltrA+NNc7Qlq+uI4BcY8FHu0wRh5k6iVfWxisn2V9av1A
6wYav30YivzQoYUi2Hi5ccXLLCFZbo2uhzfXW+5+0TK3ULgxsNRb7oFqCvKtHxEKxCQxM1dYZinT
chNd90SHYgvJ57wMoFaufkXJQHhrYzEQL5t1T6PAayaiP3bL0Dsuv7rutbaJuiacj/0yOCfL0J5J
nVNQW0bs9bE0c4pKiHvMzlKrIzKEJnCW6RQof5NRMnzrhlnOsJuYLM7LcPOxp1pRECsbWRiz5q91
avffFWtUvVSO5/4ubUiG8ondWe6z6wdfN3aPTaYMEeTVy6QCQTafe41WrVjLq9smRvNOW6rYpYJl
HFE9BAKY9gEnBdk/a4V4UqJbY1Xjfj1x1po13U/G04/ydadzQzbDS+NF82mtC6vUsyaEF5SN+7Vi
rKvToSTEhcANqrLLJGzd4xhxX/h8UgV3Q6+4oX+xfIjPDfhf5wCKYP/5lLWcQR2umS3eHUokptXu
R0V5WN+N3Jnq40+sD9cN+n1eoIkv2I9cf32jfL13rbv2WPDFm2m2NdrBOnbwcwcgUFF/jI3m792E
9VSz4p1BUftIrAEHeG0zKJXB4qBr3tcWwnq2uV7RM1dYDpVVmuzGnYGmrDbedcy8ZRFNTAaWk2/d
AKFAQ1WU0W+KfY2PDVVd/NkedDKkgojTxsCL5BjALCJc8PNxETXymNHCDttMBmnayaByBzglWhOD
6lyfTRCF+cjef0BzG4LQm4YAVfIQrA//x3MpHhcS4reFvAx6Wd03IJOvwDZpFiMGy1UKRejQvcwM
93OBFA9fMB2uGXeESnpbrBN67HqI0J2S8EXCv6CVq0vkg+rON614hK/vHE0PB3vdPNVids8Acp9n
M8RnkljRpjPsr7o2xRcJkbGtZvXWE5l6yQmjD907ptvpXT+pxnnUSKOH9ZfqEVYgber8RDO3uWvc
0HWqry5B4adsQJImBucxHZulCtOBU1adQGYUKsd0CAF+zvSMpgSZLiqyWsKJNOwQOuMyWyCnKonU
cTfbyl3vsPyYRNocbQcasCKR0HijQLsk8msZagqEY0Hs2sQZTZhWf+r6/uhFeI6jxrKukTNf0qTH
XaBOXyRJ9ViR0WaUDn1ETRkxDVmqdup0eU9lqzm3qYHmd9nrs+aXMIphbzVAy414neQWOEMU2uoR
dc7tXGvESfftsC2tRgvKiMROJQxN8uDN5JrnBYVPVuN7Ykjn3PRg9ZgVwWtxdCzb9joPDsIwIZ+B
brl7HESkS6K83pilSrswJx02A3IZ6+1SBonEzkrVBt34iDUS6JDuInoY6n7YAUdCgFwl9IVd984o
23LvNCTZx9RmTDJnKBU+WLXyjOC5+2/uzmQ5bmTN0q9S1nukYR7MunuBCMQcJIOTSG5goig55snh
mJ6+PzBvV91bZrWobW1oJqXEFBEA3P0/53xn73tpZKwUmtJSv5y0PgNmGSNGrXtVQNqwFV/iPim3
FmV0djx84QKq6tnY4GxoVhros1OV0xUIYUb+cX6ZdDOhSq+iLk75AKSShfYbpT5qm/IGVRlw35ms
z5n+6UqGuNXw1YjYCGmxYcKPwDUhG1muulb4+8LAGk3yTDqT4AK51TU6MttJv4ulhY3XmfSbtFks
x6rYLnplbstZtjuflYJwH+VZPY6GInCigSE4LKYZKoZmktYyFd4mSNu1Plu7vKwX2maECl22/jtr
Lsdjs5gz4U58LWP6NRSHfuiBjq8DaS37DYUWqCbbvo1uUGku0ZOlV9ZXi6wToyb+x42D2b+ghPNu
0pC9QJFQG2vhsuoVYkbqt797Z91vWnAacw6YcFlp4YKAz5RCsJr3ABjNqdynFvFVUa0RC/CH1uoX
i6nrtloZbCdu0E0l/ftYJ9qlufmaOiC+3ZRYDdvPZkIsqQ2r/zsy/T9VdDPxQJBM/q9bsO9+j/92
+t3J3/M/S27/+Gv/kNw8669ARyBDQbOoNYEt8++Sm+f85SC2AbQgQU4W7D8EN+Mvy0Vpoyc3wHpl
2f8huFn+XwHfTdf5Lww6dbCB//d//wsiSf6nX/9bpQDPc8KW/+d/ray+f2UF2QE5QvYmJNl9/qPx
n1PsZttVPLwOU+Fp2lDqol0XGsBA1DINQbUZ6bYDr0FnNcGgMnnGIw+BinaJkyx7bru4fRZB/6jg
v2yzPssvlQQwnmIcDvOukOHkS07zRZ3t5ES21qdG1y6n+Byn+h0eEWdnzIt1wthFtgh1rw3cZm+9
ZWPJCVYSuK05l/JFIRv0GFRtQoAMuukFDVJrfmKVNrJPHF0Zz7KZR/AY7qpyGSE85q8YyaDgazQk
F3RVbaUMmk2BmLNLRs3mBdU8+HSu3PlD8ew3y3V28FZ3k5BHAa1B0/VX0IJalORBivVu/pNSADGI
Da2uq3VkEhtXs0+9jcjSqhhpcCrvB6apz6qyf2lj9oHWUO9rUAoPbZZvG4T1I4mBtUcnpIIwP3lY
OkPdTLPNtcMSXptWds1wx2yl3sktzZ1LmAOc39HFox07u3rOFsPbtWwaIgQTUhwtJSYiK/edGF9m
hINDNe59ain3oNUYbboF9skyJcJDH+SmruFLa+JNsI6HsgueO5davsR7RhyaQ1b/S5mwSSeTo1Ev
sscHvSsVSc02pd2oqReQ5QPileFJ9DhiGJViWGeY/KrT+yjhlT4EAb/NRSTkS3irEOC2Wml+2MCa
WKuqDTzvQ4+tnEvYZ6HswWD5hdzUGQEnbyp3XsM3L+jIoo/yvQ9UtbesTT329WOtp1y3cqAop6OR
eBXlqFTn3bj+jdGlTTqLkUr9jKl/kPF7ROtJsTryoe+hUphcji5oApgZ9HAPpIyW7lWnubRpk+NM
yHtrre/XKbBhTi2v1WrAcyDcs1m1MFh53VPvwGdN46uxeFQc5T1+DoO0x2yO29mJSfkaA5Fwtm1m
TmH35FV48ri8JDRNb3oMOrCrZK7xV+an2Q8IjA1GHy0jj0bDTcfM78IUJY2sGLAQYDBFDX2yEFLi
VuvsgtoTSKgmXZY4jNDJ1uxp1kdiaY9WMm6yKfD3gqn1DoPRzCJJzpCMnVkT+SbuQQTd0u7nNH+r
lnvatDziE3SyeX0BhuubSOCRKGFUnAds2Nsx5Z4fxk/XfWuI5z8p7YdjLNn6oVKBoygsaV1tT/2L
f5l6LlK+JG+KYdHJGskrdLMg7m7VWVTSrJ5kZv3aemujlnT3E4XMB+qesPu3lXOsDYx/3AoXP9ab
jd5T8UJE4GZyCCCRMezdsr/VHeyK2IyHcLKpLPbKfrnC/4dS7+rbrtPWZheNhR6fZprnpDJq8vio
1SPsOQuew5oa0UxjOXQljj7Ow8mQ+JuC3QgO4i6Neg6JTR0cLFLFrm9+GL1zI/aZR2lXALFdxGUN
h2zEw8zIYdP4lXzyLVqiZ5xUnNmLiMh3TUQ9KLa6VL/dOgYl5jOHGh3+GIsspTqaG+xjr9ks0/hM
FJIlfBqGMC4SuQnSgNeitMLaGKo941gc21Bxp2oMNpyKP9MhcaloyL5wOGbEMtrnXCJnE8zusUHz
8WYdbi0+BbYkkI5DaJnazqFfWDPUwf4j/DolbMDn7AfLYZ6AaHidETrk2i5zT2648RLkXG94KtZE
MWXoUK4629oWtf+quSO3qG+wraZdZdR+53r+IpbZ3xracGQj24eJhEVdeXvR1r99SoCbuHLODGoi
egM/tYn9qgvQoEe7PrqSslpI1Z+d1CjmFjuyecQuPCRXvTcGzGs8QJ2ZE0hGu7WTtdVsKiEOK3+X
p9O56Lwyctc/hFe35ApVBwHzhNRkEexhPG9h4MxbZ8zsKDus8u6HaSHwUSsDPnRuV5J0+eyTZWaI
MV8Ci1uhwkt3rCgz5R1H42HnkeXPMY37JZreSNfC1q6beKcqdKg6Hdn61hIMQSp+Q+k4KLW+VNMv
kQxwcNpho2n6ANq2jiTzEvxtwLFGF9OWnMiF08HNSVXx2tKqeFPVAty0hY+zcpydm/p/Uk8z0enN
Yb9U7rtsdPfSGtLcoQQ3IIBi/Y56n71llzLqSkqzZyLgJDCXZKOsodiVZt8+mHOKMazQDqJrbrln
N/feoKWXqhD7RJacckzZU1Lj3agmGGClDNrFF+2pNLr81skGTDirigZEfG8LLb4N/UwAP2vPjpfm
O7o1vibNOgnNjK8zUD1M+eafBeD8GoV2dpWJMZeYsCTGUdEOlvNq6nk8KxM0iZOmVtT66izr6Z0S
Y1oCCHNwGxxof8JOmsECHBjR2+u6pfxqF+AUtOepj4DSgQTHKSm8k6aREAfre5e4KgutSdfDOPlk
tUf6W7/dVA5PU/dzwM4cEo8kpU4BAe6eNgfzPlGDWKePwUKeSSjOnaLbszXjB06TF9l2yQ4IitoI
HeX1+2FcVBIOxOaggMdAxpJp6/gianJ7OdjDhCmEUKI7Ge+FKYK9WwR3XjzNu6B7NSUZeljepHBE
uak7XjU635a7OA+XdLqjnHU5GG78y8dyFQIuSjeYPOKwGsm/GLZ3wO3qkADP9IM1pI+9BlnZUk8e
dlqstuamH9N+AwvpJzaXZ5ahYVutQYnZH8FJKSJcvl2RdcyHYZu3NK201WjSA278YWG2V89vpmYw
D666o5ztMH+PavseL0fZvVtWv0J0hjWidZFGPu9sn+MolRHQsPMfNbThS8y2cF3KoE/3JzOdMJKz
QXJGWngmVnOPfpathxxacfw+GQnm17GvtjFZ6RDOyC7N3mWqg6rIJgMCZfIc2PLOIhK5GwPKVGwu
7oZzPFpZrUFabOwfjba2MgM04+zjOMfJv++WvruSN9/BqznpEOQlLzn2JhSj8GLAbE94oGiOhrl1
UVm2yayfWQvTDS0/Xtgwk7tos8sHqsZpo7vE1myAfEcWxS4sOPjedxKKSoGz+pF2tl/+Yj+5TTw8
0E1HzCLzH8vqqe4JULiknc65kY7ncR1UKudSszaXrI2EbRHmrbwPDp1eWHvR72ijDOgW8dKHBqcm
0u/CG1XQvgbYcvWcP3e+FVzy1vrK4mp5ymmTn6T+pCYQ22J4/v4yNtnLPM3Z3ejJ4ZnCenfDgjsc
YFcUkaubCy4NaNpNl9WbNGm2jst36m1SsJoGeqimoLp2QVKMVsqFaCtyHk3vhHNNvN6mvZ0lsb5j
fqPviIS11D5M3rMuTO+Y2/AwCbOAgV962uti07n27fLuTg7xS+KFkYQi/8heGQGndJ51Z3ae8Uzt
9MqQt79/KyAUXI16xfgBb0bS28+54OGQbT0ciE5hFhpbcz9r2hzh5DbpkeqnF0Pj8TUo/IKByI9A
hOCXgx2fcjY+XLPX+Cl+kcTjhDyZ1bXSG/A3jZveBaV56kDCD4xrcqbty5jzuOZ4YyksVgLb7rCm
J/Qjh2cMaXxuIUdgCogMqmEozBheigLPXI1XeWNRYj2Z9m328nvoLvFGW7RTM3YQeYVBZ6HjMiMd
+2eLauWglfLVxRdDQd0R0v8QjSpm9KfgIMRV+lrQAnOwzZHwm7bGXEpW6HGk55da4h8jLbl2QjIJ
jIskYVO/AQkH3EZRxJgM5qHHPLPMpHuo9SRRua8Dho+087FqHTGFvBDsmvYAVbgEyQHK2L50uUIG
2wUmRKa648Bxq4TalYbHokfL0lax2IU9c2RAo1HWKKZ+KQVrmT0hQQzeM414lCmkNLIuPZEdpxS7
LoV32JrGJ96DYUvAxghJ6tchqOAzgKywp1YnFNXS7OguoLs1aA0ap5cle0uh3YVdrZitYBdEDdI1
fL8+FaAKazEBmFCfhq/sQ7pLeWMv4oUDN7OfdxeHnj2oMGfPczDprzuUQWsuqEHPFFu29y0ZMSdx
Ptmc95G9BFTsTAq/yfgp88a68bo5dy2pqNykgcv1+4qBt+gunKYmg+qUwjKtA3WewBnpegi8/E+Z
MDWdXB4Bt82fdAjcpjMfffYmoR84HI4t/zd062dd5zRZysncyrY5+Jq/08rxhlZdEmDi0SUqnSbW
HNpvwrGvlkiR1V233vayOxpiXiDakltyquzJSYw3v+ETKQl9kX7wQssXNq0X4gocm+3iQNKxHi5a
F3/4LoeVdJJPQxV32Cv7L8G6u4xkC/qyajaDZ775LQfUvHFFtEwMkVBvScIM3sfcDJxiSVcd+0Es
5DYFOISe8DlhMdpdkFlTl1OEXvj6Ba2y4acTMmzNTF3SZdgKAi1H4LSFENZjy96EZdAMcW+wlxXp
nwZWlSmXYU8ZX4OPrcbA++Wh/e2JD9eMdM3pkLn2cPD4F28Nl6U7zpORnrVKDzcTtI+O9E8Elc6L
xgCnSaDil1xQITTk3XFaHI8T1BicO7LmgWJ0ZrJIPA+Lvyd7WMCO8IxDTHRkbKg7DURzcY2yvx9r
m6o/i0laYt7ZFNYd8lrcz0UBdkD211hXw8Z1cVwCHW02feDRlbu493ShMxw36p9sD37lHhFsg/MD
NGBvqpcD5pyz7slnkWNbZQuHadTWGogjqocwZPDI29qrUznafuThCqeW10VqJqz4Zcky17nsWlpE
IErydjp4yC2QonxTNWm+N/KS1i8DjvR3Tn0xzSvBeTJA3Sd+y/5sJ+pqYahKM2IwFeWndxU5x4jd
YXsMUt4Pql38o6LyaMtoCSdZzJaaFtEDzhlsvf3V1dprwnoEX5zSxDQxrrHm0f5tuEdlEI6ujHFA
0Gh4RlXwYtgIJ2ywfldZ87loU37kBUwlNk/sFggVAVQceBuyaUVYBvqz0/4isQ+LblHVAcbH1sUI
yCaBfxyK4b7GHbYflNq4HGTsBSOtWPR3szKC0xTUNIKMlrnLE5Zyodg12rFtnStbPghTGZu2K97h
pjczuBraqesdtX2m/zgr6hJt3aujYjV0N8kUJjqcBFXjuiDkTGbBZp9NZe1pGqKmBVkxy3NBvGrD
LszQn+eGoazZbWn+ogwKapdXyGC/BHjBIR0TxJHGNW8L43Yn52nPwRUicPAH0BaeyTy4tRaWy4xg
GcpbjXdNMaKiIn0LuQ+sDebPfgR8o+n2U9nF1A7bbMkXPTEY0/6gEU3fq37aGwYTtK6v2DAsv22z
0ngS04+YDTgJ3GDPduTn0Ndy41gs7Lesjj+cIQcbU5HlAxy2oF75vDUW+9fAOVyBU4ssl3yknnza
BEwxXE5ochpbNL8GyGVRx7b0bA05+kWUtAA2Vfd0Uz31a7gVmMPBWDWAzJZ9VBrOA95Onvac1uSE
UnRkUy4vWwOG8nl8cvISFID3sXh6957fE4+ngbbuEkLIik4Z7RfFWcDgxYdh8Q0C9vn7Squ3xkj/
L12FD141EKTHl7gMnF5dXA9RKjJMRy0j8oxxVtQBuK8muPecKOndXtg0WVLfjCiFdGBnn0vCkdnU
GcXMdXamLQ8WAFroOl9jjNbEz7PDXH9Oyx/fp7iMSPFWs+5iFrP9Iqj5ctauF67z91HClzHflR0j
5dA9RbK7qfaCaBTTKVluI5FDePhK28jC592HKRkoGfXybbVhN9GR63FXTAaznWzhLmrpi+pbZxf3
PL4tu8J1hgY32wpLRjUlHKpDrWMqEiz9kWxH4ualOwDitT8zbeB4P+onCqVQhUxcxvgzwYFrhvPW
zUkN2JAjcdUSKnXNrVhHlfPQJYAqhDjQY/QU9LlG5BBnqihabMN2+zz7NH6qrHyI55ZlO0H4pMy4
2aZNfF9wcMJ0j8mWgN6vkR5iLJsFFvm5OJtZdqMl/KKGxLx0EvRjz8E7YkqyhNW0RgTyZH4srfSH
aqmnWo8ahaR1Gj7FuUa93sx1O+6UoU4Ui9FhU9I6ZDfTE6WD0cg9IrOgQkqhxcg3nL/5/P9ThQfL
sVzm9P+18PAKny6t0n9N+vz9l/6/7OD8Zdouv4XjgMm+b4BQ/UfSx7f+cj0PbG3gEb1CkiAE9I+k
jxX8ZZMLwpuig181DR3i+j+SPpb7F98NG7HnokuYiL//HeHB/P6//HNJgU03De1GHt+Tf4au+6sw
8U9JH3+gO7aeBaUwS3sDSw/kJa+yyCPrCiWmFxm4XGbAXst+ePHOcNByezAYCzo2j40V9zBYR3VC
MLaOpndX44g3zGk8fIf96qbLD0Nugi7whlPZaC+Scd88aC+LQRufo9jykHMprAIQKD3VhTtsYwCT
HghDofwTqZsn13wB6w+mBIU/9OprYbgq8pK7/M+ydD+aeHpjrKfvCEYh/4vpY5QP6WvnwIvoxvOS
Dlromc0HB7dPAvcMWpIAzp/7mMJS9qVkZOVa0aAdURYoeIPwG++ErHBV4kSeD54PRCU3kbh1UW+E
ySoUg3muK8+kFtm2Dr6ntrmzmv3tBB822PTjYttu6HqUXzDln0mZkmmqqj9eyeu45C+3XYBOCaB/
O6v2ZzYVMYOS7LHTX4vgC+3q2UoH6lmDl8mwOKua2PkLiZeEj+8xjbHVi9UM8+2AKRlRaBn6hUPn
FsNVAZgHEdRmXLFhdE0VoV7N+sbMqW7TVv/rBCHa9hKGtpX9lmlMANe+0n5B3ma+x5+3LDfquO3p
VW3famer7IKjoif/TBQZXZrUZWzNj10qpZ3gNoacZtMHUxF1dyi8Pg+OpkIjGcigBuJgzSK9hx70
hRFA4crGN/xdyDzbs/E601XfzMbWbHVW/bFkCsK0j0G2KLd27hoHP7tZbPjYzow7DoX2/TB38dFP
WXlIqvS7PHiYOZBhNrYkaXSQXk31wqakx9gxQSBLyHQZtjgP6WSyaQmIjMF7OHaTxt8bCs5tW/gr
bLGE8aE45v3t7Sil+eqkdFS5q+OTYQRudhg2Hh+/T3HzlujLfs6K384YPI+JsR9F/bX42meCgWYH
gGGM9Jj60o4JaIH1jirfuXKsfbWyoFeHk2lUNXgQ/+RTZZgukrQJP1bI4O2xpgIAS87gIrKU49bS
/Y0+2vVxmpNz3tkyHLrC2NRu+dQQ4t3Vxvw5TQj93xamQA0X4eKN89ZHzZlsanfNDMl79Qh9f6FY
WeHF8mllXD1jmphZq1oGwt92uH71xNmwI8oxcw7fVqSpeE+74N3Wy0vcOVrYB+g9FDb76Bx9TtKs
oyFSImXAJ54Y9rJlikyn+FOyJf77lk2luPB6SbnQ9VfhlT9AD8Y7DtMoDjKaWgdLOpy24xg74bcf
7/tLrBVHGkfH/bcT6NuNhn1ksVhQy7jeehrZ2yzRtDAf6MhbyyThORDZKtsrNtYX+mYPWTcVGz13
JHqZS1q/ynRQd6KOYBCw0MLVOde6vHUKwhv91nc+dVY0Izp3LQVFexchQWuyB6/tqEZxkAjYXPMu
FONptGrkJTuNir5Yjn0d7ABo9MfZVfcJ9B+icDaCEx52tiSlHlFIEzFrrw+e0pCApN0ifHXqlA2+
tesGHW7BmIWpKxiMKqpQv/+dqfMECXHcDbXClakzu7NqwuMtGYRkTH76iVQ7rD1P33ZFknBY+NN2
s3zpeTAhffElXpjJj485+i8xZIAwRs/2ZJEny/PvGuFxaV3AJnVWHjnuIcgRA/jOEreaUWzLWJK5
JL0cjB11z5oZelr1E7tcuVOz8SBGAov0ZzL1quTn7Jnprqm9eSsV7X8QaW4OVcxbzeNTgqLpnfAQ
1ptvznTh+xcX+8SWKdKy74814N0Hm+q0O+IiJLe85WxkkcvNu/OnzjstlBR1a8azwGUM52H0eCMg
t4yzgRPT3ruJ5MNw8i9zHkXkuqJCe6AsrJdFij6m75I5P34vRFNnX6UARTyLaryAeX5iwxzvY5nf
8hrbzmTo9WMXQJc2uu517mreW618//6VSCgA8yzCqlb/Y6xM42rSIHW3OGmHp10D4WzkBkoE4bYq
Flz12MVKFOjkiXLDvhit+bsfklPZ1d0th4JhI8sOfr/8NJP6LunyJoSSjftpXKdNbWD94NKi0M/9
edab6VJxUKVts78q2i121WJStBA0dFkWFmNfNzbY/sPEaWlNIfhJWc7ezwY7BE7CXTfFYlvZkFj1
QsMPZpXUVdWud+LGl7uA1p9Q4qt5EJxOoMWd4XoCae8aI0om9dAti88rv0257WYAKTxT13oSn02c
UXc75fjkDP9IG5x3MnGvnNwkvRC89/deN9bbasp/sHumUQIH905zK+tSUwYfYkbKtzRopDRoaXYU
FzjLpehlZMrsFdaoQAGR0xbEuDqxprfbMiGVFbTJD9cp2ZoqrQ+bNO6jHDDBYZp989TTXUrXbtA/
OWDQ4kLex1Vzn3CQhUCmu9jNzQH270I02MBqXhZflcUq0mPOhyPin8fUBgVZBs/paOiHkR0Z7wma
C9DdnEOhAXsywIlfdb7X9vs/cAmryIP5wktpRErMH5LUfMA2OoDQrFyO1+JRrRilNEO/cYOqujYd
v+K0/1goHTlQD54Z3hw1zXrFUx5/SAcrUDrkzZUA8zBk+RPVEBiSbWKDFO9tjcnoT/i8+p/dDNBj
1DgDyZLzYxHvM5to66Ys1B6NLd7pXXZepS6SqI07PY6WPHqe9pCNdXCzRx+W69BCoz0HFtBbNUiS
Ch6ptHrmU11UxzbOCA6j3xNyVSVDMJjI/lz81FTwaGkuBjYXmKAzUMPqe/Olai74gdHUndikNne6
ev1KmegCe1eLldkpx12a36vJAjVtDyLqBv7Q4rIvo0v7XS2+eDBoNavMFZXY04bRcMvGg/XER3Ra
EvfC7rR/1OZm2bl0nQ2YXraMWaEuC6oeMhjHgGYv8ZjjbqQg6Kx3TwQv6LEykVztGJroXBr12ZT2
k6MzlU3LTqMOcU6umsur1f+YKyEe2ERAesnJgys72WcZboyG3iFyg556wUhRbhTj/JNB1e6L8nPg
D9NoUoBISSxmanSfun0pjbdFGZQwodPisyZQ3nlXo0ZH0vyZjwPjz7QtrMw9ZA6CwMpV6tGj9r0O
Ki01976l3HPQL3BQPCLlTU9eOTBZfFUPXD5brnE1MPKWjMeGJFh2aoGeGrT8Eyw4bwjXqXUZh8Q5
xFNw0SfdhmbVWy8t99eGxo45gq7zEygQDBWo6VHQNc4hE6RVpcUoYGTQcCzs0r9NQ3cfZPONbtXu
eUnMKWo9C1WW2PAJ0jKl7Ocmm7Od2WTeCzr9B6++0GrS/iWdehhEc7lm6bUHdmElg084KGWSUkfd
lr++ObuWRvJzyRS0tx0oqA8zr4b7hC1iNEuo4WVn91uDFfJ+VtZjMGP+44XvIQ9Q9gQr3d1ho6an
uIiBskqvxeUuaB6bKFDR7L47GELk24UGkg3sY+Opbvh2eSXj21T3P3qZQAqgYBkS48Q/bLCTL2fA
KjU0/kvH6DoscyB2XvdSZYS1y4kBLitn8y4zEu+VocEOd1YyvcdJPx7qT6/scP/O1rBSdFFgZfuC
huo3RvIJ/+DeqUtaY3nR27Xpor81BcFrJVeqF66eooFy2nPQyVz1mpS5fowtfJCO09RYUPQ96QaN
11RnhrEul2uqfssSCPU80rjUJiznVEuDcHS5O2oN7TsJYL+wSY67H3NsdBdbCI5yuEV2gwbEzyln
+6CB1zGzxD13wZJvBQ0AHPA8/y0p43NauM5tnoeSnGl3yZHrQrIJEJS8drqrg+wn3yU+ExHyN55X
A8aDR3BvJQPFy8Eo9pz7oiWejLeesyGY2UcxCaw7K1esxtfED6HLo0FpQJgJO4I1Oz8UVYVeUknm
UQsGVb2hmb5IPHJ3Rf9nsurkKYdyurG88QfFOCM98GwO9ZgOCh7/47JYV9/ATFq2OE2lw7wXf9DD
UNAXnjiI4kr7UxHlAFENhqc+igws/jf5FEf7suNGGzZpr5kQK0e6FuYG84TUrqY2XzKWT8nL/h6i
IiM3P5m3FR26Z0zg7VZyRVMdGzO7L5qboO43Zm4zMpFHFgmyIgoaGq6Cz2Rc4CZmrgf1CzuTEtLb
M95M6RXHbToV7i1V/fMYNPmBOIofTUOzMgPFBWA6VlOTItOGKGvZieAgEdFPjK7+gIVQ+9bUIRjZ
VXbP64b9RmPIxy6baIZLEmKhGXhz3pLMXOOMrhKLRnFPlPgj2GFs3VjcTaWv7uJ3RhCQJAPZHUqG
GNgk9JbZuG0d+9m7pVLr6cRg+ieozQm/uX82icOLWVwXAF9rJayJ5lgnxzjx3oDH78vOK16qWL/X
bFq9y6S8JEuL1tXme5vC7mQt58uajJ/NgVEPLLiNnJxIp9fpJtkzwDRi4FEfWfJHGA/BYid4thcu
MhZzLcvVTfO4MTMjSitYqhAvfi/Kbs+DCftGVu7PTiCPknxtt17V6yeNiWk4gqE9GsAtoPsw2AIj
csun5p2oEdj5JhXs+iyk93r1eGVijIZ5IJUP2DrLM+sw0+eyRRWaDg7x9rCdy4c0Iavb1LW5MxCy
iHf7v/o5oG+K6AH4XfMcg6kL+zYfL1483ttVH43eEtyCIlMM9vJnrXx0LJU8ub5Ir61tPOiaWE7N
UD8yUA+QtwSlDB0AeOwUlzJjo5fY3qVO3OA+cZgXAikM6DYFLWSDDfa+dJTws5mLHiwWaAF60096
/TQqaZ1yLCTn2BSRcgtxLLUiPfoY5kyY92cpNHeH+SB+tpnYJ15QR9PSfPQlaYXMeKg6L3lnaMkU
p91RKneHgROCP5xc2PI6xHxMHrvAyekOXldcLzbwSU3ldOhJ/GI9VBipJHfviItC+Ole2tBjEtcD
gtEpyAi2eR5qvz9nmJAMjM6X2pfPM3EKCtKgn+HnkFtCLMRwdCeNqrxsdj1FGtILwqx3sg+WapOx
OCAXV41bPRHqCL6YsvgSYc92waBVap/Pa3ugWdF6omvmyX0BvzlNNTsX2CG7KYBhnEt6fpmbvrpd
wbam4Hkyud47loCw+RwRyG+oXuVmGYYvYxqek1rZ+yynWmVsHTLb9u9WD347xWTuS6P8BTa8OyZL
vwuazL1yGAZT4lZ8wez5atlHItrBixlUP5E+/MMSoHpPRiN2vmKk4oItBNfMSVtWZ2VUDSFN1fxM
DITGxHyzJdb2Oj2zFUxu1QJkmOWHUULxlvTQWKv5RyzA4PDMWVsMVyWTYP8Y1GI+al52AQL6iqpU
RIYN9NJJ6nuHR/ysaSPYwM6ooqX3/RvM3FAG5lE4sv/Fl+3SQHBrG+8pydCnimGnUdFCuhqNwhnQ
aDuQUxPbpfs0lSZ5MxClgrGTq8l9bnNF55GxYex2764HjCJBvogSyw6Fly2PlZY+TQNbz7nT4r16
IxMycHxXlLnTkcfvATCobbnRqmaHf6eAT7MTucN8sG94u/UkcbS8PiTmgHDMcGUblwtBkIU6Gj6m
ctWPcfEZP9ulrKMHfKA/IPzxvplqlkJFUQsFfBs+8vlOjTRg8+p3Hgom/ySOWShd1dxiWftnV/fU
xtR8dmTOtG27Jn03k9WA5xYf9EVHtoehWKVtci0DK2WnjowoJ/CTC62rXFsmMXJS8t7Qmb+A56FF
I4m/yFBRA9655cbuZiapWpkdh6y/VRQTPEgN423rayhYFmMPnZKPw5LxQ7uppm8nsOJsa4zk0HHL
tXUX0tEZQnL4XQpO/YZot4YtsYkyYH0giTnux6LrWf1xKUGgdK4U0zYRgDr68nzzZ7GAc27FtaiK
CdesjCB20NGLZ9g1y/rOzOMLwM36nPkoSJYqnx1UY9p20p1S9lM6+nXY9ua5W/nKgYOdeYm3kB5y
rn+bPA7rlwRCb+v15c0BJAi0LXRFsytGgqiUWrA20g4Dpt5TJ5nlA1GPeA5Fkm+GWVxNiTdthsLX
0ysQSqpvAPTwkLoBJeZd421qjTusbvA7DuPGCdofhrLvwAn8nFLzoxNq38UOLviuuu9GS1EBzxsr
6IH7DNYLV3mgqg7dzWzep9g+5BOz7jK9LayD7HPoUIWKSbfCHDLK+ET9Zu186ZzgofGTZ9ccrTCM
1+mzoGLMRi4M6zqJfB1dvmDHg7nMvP9/3J1Jc9tYGmX/S+9RgffwMC16QxKcRIoiZQ3WBiF5wDzP
+PV9oKrutp0VmdHbjopwuSrTmRQJvuF+9547WhLfg7ljHHyHbA2clScR40sLXiN8CobpTJb9KQQk
vSki7SlPP+dJTGtkUi700pCvXPfVmIxg05tnO+LQhBmSUmcqKLe9i6ltjLMXKLoOonPxYqKNaIt9
esh21dSfuhzTnsDQCkZr/iqjhzDkpFCmrzyTBAFAR/W5EWxLq/naAg7aSeE/u378LRkTtUs0/a6c
umHPHr8e2ACkEqC/Eg7ZclIrGYubCe4/Q6NYWVC/NwmWHQDRBgZS5BXtZosKq9Fg2HeIb88BY2Pm
XXmJQqCo28kkKS8o3oETP6miOUCIZjBnAlvsCm3eEHlloqCNXkeMfV2gWRY1H5+ex1879MFVouB6
z3jS24Efts3mn6nmnJJgxovEPilw4mFAcDyR4CMg/Nrt7SatceZVH50zfthaiWyMfJCULLXTpONR
1sw7YEbQrq2N3TJlrFCT67H6YUX+2wz8k8bohM8pve9ix/YCADWcGSR5WNut9kJhvqUFbq3ghXYB
fgVzItSF2eehSFBpFmevR53M3hmIPc5F8+YnztUWwIV0hpRb8Od3E+MQAQxGucdqgF1VILNwmabX
JC5A6Ud3dVl+C2wOcnMUbeuqz8/Cphtq/tDTTNugprhbPe7uKBT+CNQAhMYZ1uh3lAVNAqoIE+oq
wljbsUaREz5Z/CWSMMHGDwuicGXzw69MonP0+cBE/jZI1b9yUiE/YOdnM7J3gz8825y510ojLKj7
nOwKg7e2LkcTEnZXvSU+vcmdhlernZAcKm12tqRfGqivOLJNFO+JgpPlg+s3sqxxlRSSggY6BobA
AcGm5D3NHuRYmHdoRvfsEMVjHIs7OHvTCWltMu2nFsvu2GHo3gDaCuj7gXegEaLWW/BusTOSpyQ3
t5ps4Gxm3z2F7ohhtoRdbNuINjI9tYbmwEnECF70nMzSlgeB8Ub1hUqhwyg0do6c22zBn6GrTEAX
6LvF0tfuclW9cCWrv8YWcKBp7DWwyLOxMWHirUcfC3+G5AXZZuz2WkIy3c3as2OY9HGVV053NBM9
aDM+dUmOY8csOoAgCvG9ch2GyGEF/5yL59jn93k53cD7MBmQ5Aq4e26I1V2tAT9EkX1hgs1t22VI
HqSqXIWDo3lSQ2GvCu3BKO5Fw8IrywI9t7jMQ3qbdZrA4yFJ1vF9Vi9EJGmoTWg5IXUH4YX6LevQ
9PObL/WPTpb0UY5ckrjHfLDc0EFQ7DS63lZG8xEMIt324Tnqu2VT7yfyBSDxGpJHXtpUAQ1GRr11
rdDeNTx/8VJAlOtpfoCFw1mngSYzvISTz8fXBCTzZ5wwA+7pNq953HOgZ7X/E3f1zylR6kqeE2Rw
PF6TjptklLApLKqVsjCp2hFrgD7TlQXw9ItdvY3AatfmHLyGJgGhBvN2NV7F5FReI+W7VQfmHein
hzxpDu1YxEdCuO3CWMelVxn3riw/eCIywhi9X5ZnpRHWcXSRnHOXEwWDpWCFAfMJ8zwjx25uTwY+
16F1N1SaUNcZEQkC7vtMc9DNqgriuxVDOZzNxB0NTuhW+p6nSbhCmX+eCnoNxplOpS6a5Lav4VTb
ZbvB34khGjZ1AjgeU2nR7OuIymI93rHXEavQ3A+3AC2e6m8F9TtbMpXNfqpyqKr0zu7nuQ9Zmhp/
Xx06a+CaM2xlYr8YVfbFRnP2fLcZX2iyWY8zI04/2s2ZfBsKn0KXOXwSNCisYjAj+9qmoz6KJK6R
2vHIdWcX4NJ7xpIrPgiK8upwn0evPcfKc+zG60lDg50t+OwpopmPjDBn+qGE5bh2scBlvtF5lcGU
cHFbE126aayR3A/Fl9j32Y9KqmB8C9hzJZjpjvW2xARZKf5NkJ2sNRyIH7kJwrGwvg9lhnZeqnBT
JIuPZeToX2WXruIda6eVEUjmd7iZM2ZJ+66QAcD3bq33M0WKPlVRbdHdWqm/Tby4rd/bS2Jn+J5Z
dMlq5JquFlT3HpsdLr5qq5aaENPqlmHIUN+n5FGc6U4PZXedZIFUBRKIVPR2MZwyet2r3Dkgqc8b
a5C7gNnbegiy6WA25baM++wohu7FJb6zUvK5afpp1eLyJeT6JNvu0SKHHZXNPkisfZAN2SHo9eSh
7LXkgRog42jq7iPQXf0OfNY5Ca3+3mRZLQxLuzD7sspzBrT11LdssrodHexQQyWTXKXxI+SvOJlW
JdlulTTOw5hVDxy1K7ytxsHRaAjWiJjsopK9KotgbRvylKGa1KavP/Ad5gBcsW+x0axpiuF0AQrD
sMblQj/5zAhalvOs2ww6WrlZ3jv5gI2PWzcb61SOlG9X154w8HpU1Wv3LaKIe5/P1pvpmtEu1wEo
67RJTNLkfYt0vAhj6Wk9vqQOGdIpkCiExRh79pIBr0AFdht4DhGXjIoc35zktRbRNs6jYOP2CVMK
qMuOxsfT7C3f/ZKosTu7jBiyutO3g0/VGVVSRyfRhNcZ7AmxGx4bm7F/XOF6ZzxSheopwM/Dpsaa
kRh3sc3RS59IETMRpVqFaao9bhhCQs8QLHWhuVw63KQ+0+fCsn6Fc8baHsFf08fqPLsY3MQkWZ2Y
AjA+4AzPgxm2H3FJqRg4xG0xkiaaBSt0IZrhfnA/ehoDPTqqv1gFD0pgDMDYuFSqRP5IJ46xycx4
MtSsZzP+2cXGj2GuT6VtKY8u+9JzoDrwwyDqOdRTred4JF4m7Ksd2IcJsEg2o9C61TP6WnZsjfbZ
LkV/HE3zEnErZdaSGRdibR59X98Tmx5easu0Q7V4FceBroUsKbzKxLLNOtoM/pMzO7fRr3H3Bbo8
lc54kNaguBn3aJ918W3GpEhRZhLse2qU8VO14AANPg2Ou42rh17Uje+9sDaiL7NNab+PtKPg8np3
xbQfnYoi9XDOCJKAEug7g27EaAYH3gljbRiRuSm0+L7PwrWLB5Zpw8XRidFwvbZ8/wGmBy2kSbvv
O59MydzSGClyjMoOzXJTS0flMrkynYlDdbnuXJpPp3o4iNm4n6bC3tlO90NLXqqSzdl2oKpbFM4n
Y+R1c7HB88HMxbii/b6KijiEzeWyobNwjDSsvRb/VvMhd9rwdZzrwbMI+uP6pqJb51a/I/ofrDM6
uduovMfQ+10rYr420/CdH8gkutlpu5ASVj2/udd5DoYnBl5b03LKs9Wa91R+UAhl9kQZuNCavn9L
MttB7Cxwb87mKowrRJ+Evg1jOFtVfWFaC+GvDW8iCujKoK9GGCPtH6Z9bEOcMFkce5KMGtW9zQvY
Mo85x7CL6AbwZs4kTFpp5aMMaxXmoFlC7Ge08uF1txEyUkj2kx1w8aeAK85YXQsKlIRVOR4aECx1
y0Edq4e9NswcumV16YvwlZGf5UXRW5G4GjYb+5L65rUS8qTpxq2rEg6ZimrPABuDkGhBXRZ8ccdv
YOqidTlJfBmUQ4mUG6Cl9/QGuhZsUcH3LWc70iYasIyFrzqZd4u3ibNryrGoGWiz6v14pU31tuOJ
2NW63m2Mqis3oT2I3eik3GtC8tZYqBdsKbDIsC+2iCb4vy0cwX44vTZOey5yoEhVBhs0wMyfthbg
JbGPBdcuNY5YUChvElbbbClDHqitUfddBgjVYv5E+sot6Aht3rqQy1NIx2qdMlzxrcPo40tKJnYW
p2PXHCFOlPn78lejYTyr2r5UmnvHxctD2lsF4jnmlVtAWEsLRWKwaEPDnBMO17FtnnVGm3OofSna
fjilpfyiUyeXsZPXZ2EwqmgSNz90UDTx0N7cKBu/+KnmiTCJN5ifYuoXwi3Jv34VBEW1KQMyQVZP
nEdrhbbJY16gPZXnuWMQsByBpf05y4s2XM2nS2+FDMWCd8iqpK0mol20s6ed6WzbkdCY4JAUuEr3
lJ6CItGtdJc2JoU6Sex6pcLSROlpvZoyYg5doyuPUhDyZl0zAxHuzvaAKOpHIZFb+Whi+/DQxKlJ
9/OzHzYh8yIpDhHHrkw4K4lVI+8xSA1JcYFGCYuB6/0QpPNJ+uNdwmeyNp1h6wQo2EY+vA8TY2dT
IcY0zlgceqc4oH1vEkqMDMMtt0qrwD8KnMYYmjfISmD17E3kzqUXfPWT8aXz08QzYqVxJsIWa4Fg
DIm9WsNdkDvncHJHblehv1u+tWtl03pHbi734ti/tLn5rhPYFGakUcDDpWGqELNrc1v0xHEnvbcO
tZckdXdviVNY69kBJ/z7KBJc4T4u40QlNYnQ4ILfFOOxn/5Q0xxvlT5+D0u+11zVjLjH3RxwRzbK
vrta2r7EJIVXffK9WKT7mCFMTw543RY5tWKpDzHFoGTC0nEdTWsmk/ZNV+aO+lv86B1x+r4o+43u
iAhyUXvBzBgdgC1z+Hao8q0vuYEuxjf/URqLdBNSyNwCVjWcXUPsyOvHkO+JLD+Bw7EXF7wyW2oJ
Lp75MfYbeiGrp27Oacyc7BU7b4zQ25z1ZnoiufcUS+TCKW53GAo2vY1olPZTBePj3S1kuO8/2sl6
nZg+rCKFfWeIxC3NYouuPnQR+lk+QocimSiqCq8rqp+YiUZtGd7mEJ1TkyN7xW3ELrKnhqoJWrOW
vjtHMKsLlkogKlrTyPJyxsuctPLZfE/icfI0NoljzMTLI1OlkL9y+l0hCxV8n3wjzV9puFuXVF7l
kJ7qIbDvDNK0kKGwObBdLdWxHnfiA8Vy0zP1Nk099W8kbgacTjo2ywNnMWKOCS05o1mcK5ArCk0e
hfkxd4ur0cnmJCE5gc9kah0UlHIEBpdPuDtckm1nX5AgJ2BP/smYyuIdCkK1Kmp6xVi9Dlrk7jrj
Z+zE6k7/lnM/3eidZtL+gXHTymS4jrAgsAjg5UqWDFxo1qeQeNcsxM9o9BfidPcFdA7ygWW/dqqj
dNkSD0LrxAPqHI3vAcKwwViY0d4M3pRDA/o6VUgDQeuxN1/1qN8y/ND1gCt3CAhCDebXjOTfJZXX
0b2P2ly+sE/wc8fWuIoIf2M479BUHEl2FTdVEhWDpwgQpSC0Ehz46zJBixVNx23JZSHDdzav0th4
bqkZZWR4N+s0JpCNuvIUZbu+jch4+6cU3gK3hUWsZdDUlA9RP1ueU7f9quJ+t0rq6IWwudDa7KkG
SdGiE9MyQdME24wXMs5bB6Skoik+8xFUjzijHiac4GsXkNAqS2+T5Zz7Kv/a2k66tlyKIEyC1G0C
Jc+C+6BJi3HUhCO2LXGdN4axAaKJv9S3IfbWuLhTptPUwun60aSOmYUhREmdtSupWY6QpcuwmwDf
SPui2RI6ItQa0Qe13AwgMO1yygN5vEcPBrPNnrpJ6dvhroe9nw7AM3hRsdcVKfpWVDzYOuseZT70
zs+HLPQ5rEoTcbljTe0xHNKmWHz0bPjH2XFWqeZSPk0NEFef/IVoXYK27V9woxBS1cNpj2pAXeQe
T3y+/+Q7JxZ6huU6HOyB2Bd4X9z2QtKflh4wyKupMhmt0eiH8+ojC/tql0jDhr/Xsy7zdhs1cpPk
or6eba0hDGWFGIhj+97lAOXMoEMS/FSbySkRWEK+gpOrzsRsDsQNzE3Q01EXmdq5qbIffhz3W27S
o/61Dmemc/OIl/ZmEkO/q+26PWgg6WgQ53yfzaRzwLVEBr0dgeuofYoxZkLAjftiU5i9IHJGwaEV
m/chKT/8nv7MlsoFLseWx2O3SkceSzofPUZA3MZaTi4zc7NpjG9lDp7QaPwn2byL/0PES1NCnbR7
2puGZOUmVBxWppJG59Ku8E4snr88iqgiSyG9x+LHPGWJFxiLVTmGezmhU1WTNRw08qiHrA7v8bdZ
WwzcMYBdvYY2JdNtupCOydNG/MJArcdAGIx+ctSrcZP0fsUOAgI1TaF6mEusXwFPxBlFVqhCnBvD
ZxU92gQ8mcj7NwNo3/bT4plXcGH8hpopZ6y4Hko0+cVsyU5wUTMWMtehGM6Q/Q69ezzyDTsjPSOu
tOWXZil46SeI7OGS5EO7tKEu73xqrcGsLNGNmhqJOfSDw+fL8Rc2asX/3CTx41DTk8IMR20yewIV
/en+/sQFRn17Q+yutp/cQE3W5UonDEmhwoIVNND0MCPMfrKhavLa+eW0ox3JmGKcHZVDKsRdvpoZ
nyrtW+A2BJgytbBOg1zSxadVF0oP8PHq0bfSKfbDwJfD0kygLSFN1C4cLDqyv/dND/GtxzIurP0Q
RwiTDeixhAexybJbxz5MSnQxlRaL71az8/dCz+hMd0LapXvlbmanjz0AdV8XJwZjGvvLrFOimGW4
OWmZCdTONot9F2aZ18zam0CBYLySX1syqzRS5LbH1/aMDz1mLCrfcqKdR+ZF/FINlPpWDIhDQC8q
4AwDbZ3qIJVw8DKJzMtbopfAw1TNSCzlrr78UiXhkS/cuKPmewIeF71CYHiMhH5vtcndMKFrd4R8
4ojAr0m1lI3nJOD/8jA8XmonfJrtd3KZPa4OEJ6pq3aGGRP2UeYhEfJnoPUu2yxgiMT1xVqlMR+z
40COKCvlVVicOGbSbzv5SethHyxWysS2DXXy2ZDC2FUsci6VjQdo/M7RB9l8JMSxkbmtrRwCNWs0
qcVLS6XcRyrlYmHMK/rfeSTawBrXsi3fueK+OKMY4ZvYZzbAaKX0bjoWKVN+MElqW7XVDes0BPHM
hkyDkZ4bSTa0O2iKlJfkqJoTaR+U5wq7E98+javNYzMWzzNh/vVQaK9WMxL4i3z8xun7p3MYvgs2
58VDDE6HBFTsXrk4cHia3s1kCQe0M3QW1V00SsSPs77Nu+Aet3aOKbOt1jFn4SCgnxqCyLhm0Kwg
Gq59l48M2+mWmphq27FFM94SG81FyixNMJG1kT5+fquEjxoyyLDxSj2805T/YPDP9j4fy0/X8+cv
c01dbOpfyO5x/dWudkXOBEVcPxZllW2lMz3T3QKgb0SftEkBsvUE28kM/aMGxVL4nb4D0iCOnY/v
btJPLNsYk5dXWxe4V6rlSdF9Pb5TUxBu9BhtfLSGZXeYvoYLoVSraDcYTCIvJWmC1Sc8dfCrizlz
XakoQs4N7exbcbQ3WJOsPrul5BO24hOjnobUg5d98MMFFeEBGeCMgcEZ1yjZPZilKpbavq2WpztW
/2ZufiJa2zBQe+oeQB0w/AFdimAW+LtqVjgvjexAynGDMAcKwe/mlesDCdlHC2Oz7sbvCOTs+0vk
2WJD//wCBgZLgiYHJpkaYnUUqHXQL4ucTB5Jd3kLva5J7jthdmvikhjDouDW0y6ypreVvGa1hYGN
67iEQ4cPEu+VnXBH/SUO9VCkE4Wav4PN/oI1M0yACcJAlRPkXsg4/ZouCtyh42I+1jjU4x+zqfxN
bII3zS2GSVNoKtAAPL/SMdUR4wkwgaVlb7LeXWS83d+/Fv7QX16MMoRjSmXYXEWkKX9/MbTUT5ap
N8Ve17FP26aqt+mUYTlK9LMEnsmNZBP69UxMtiqRgsKagYcB8FI4M77lInguiseEr9YJFkt+WpzQ
SM23MkySewulLIftEaspRH0afW8InXxjy1C7KI6TsZ0gi0NgObYpxDaCBXQCKhsTZcukU0Qt3XJO
TCNRzsFpADIdCZXcIIIojHH3lERGP5ncf+i97uyFLEN8uViN2HLI8eXMY/UMok2rdeppMrdEAkBa
JJF+1cqI1X3ozUOaMDUwi4VtYHL+CVK2zUDVzmqIIVGoVPta4OE1qkOxqChDpd1T1i04zY2UGpV6
9DITyd9Yae5hHSGhEgaH2HL6Q6faA+QoC+pl+SrrITsFxIbvIoOLzeTnNxp3nCMyBLGCuhe0n/Kc
lzXkK2mOjdcby445O8ZFX+aL+eif3FgLnhFR0oCZObduY+uYC2qDOiKrYSqB5dbYpamPoa2InYNu
Qmgj8ebuJEuph/DT7jA/iG2h6a+pOWc3zXRuqkrnc4EYvWlLJb0qKntgfXGzw561aNH1R+Lnwd2I
25eMRA4CRqaAeXT/O1uFOCYTLzOJEREHkTl3yjd2kT2MJztnESymdjzjFNTWmTIv+lAVH2OYAL65
skvk7xgNKAcKwz1TS/PdxfS4cWT5TCs2FUZMKXG1KZ57PzmFamajR1osMim/SI2cUzrHX4md7O2S
plRcbS0OQTW/ZC4NysC2fxqllDs942EijzLhn07qZ9du30QqBrRPpLBhSvWzsursoPzsgQSpfo6t
fkDsWH6b80CdDdmmW6csIPk4VVrxvNgziiDTfn0ERUrPBL3Cn3/y88/AOEQxogPj338j9Ch7Y/XT
RPUvqgT2s+So2pIjPlm21VzLhTMSgVrBRncITXe8NWMNfYNwvjM2SD7Os4rxD+QMokPHpjg1sGc8
s+ljQVT1XLgwxvQk1vlWoqUC3iCJQw8zrQd9/tgMd3iHsgc9s+HZWgYBeAewlDu4kDAwj4WtdbBE
VW+lVv+otFCyszfsAAUqBnxfejaKWt04b+KqJndb8eh3oHnXWSjVNih84lC8sZd2qa9yh8Q563Ue
cxJXNuHFYb7hPy9oQ3Ljg68aBt4+qb0+l2tRxuUlMX9WQT88OThpTPisXpOg0uHMNO+iWN+mPsGX
xIHcYaU4fG0rRguc7I/PcnNH9upEhv2x0YLyPPYWc0wxbqPSGLZtWRNb7GakvKKGt2CzkPlqZpSL
kKPhqSBKNHv+aK0YddDPkhv3saUPR6Mgmp8U3R2IqU+NqeWOmDWroFjazMZhuLNdTKUMp2mStcto
Z1vzBxJvvcbsR5vZVOwp7I02YFfV5u8XZwHQ87cYKgFQ04LB6bDU68Ri/9goklpI32qgeOMoWHP0
rddK5PFRl1l8MgeAJkGc/Kh5jknMpFgGHHrVGP1T72Pq0Un22kVUXJTynBAJs5afqIn/8BLlkoT9
9xZ3+P4//4cJopOX6FqKFC/9fPLPvcypLUQ+PFD7UcSG1wQENQaHAR5eL3mnpw1PfJbFP3yWcuiQ
1bql2+iYgpF96ONhI/RrmiO9h8iHa1gZ7a6vR/tsYVaLCsdc40uiGFNnXoVmCI2WAz1SZyH/YRcU
RIf/+CkcHdCcazlKd2Hh0C/4645caljp9WkssI3l1VkF5gMBvJXF5WNjCjM/N9mxhHASsAaiYVW7
aKkXt1D+tqw+A/728knVFN254zvjJFxzRQWrecjIhP39I6GIRv/llSqpOy5th4b7l/ebGKLmF36N
Ez6GGiMpbdksSLa9dIZNHkCE6Zvh2xjU16p16tfW+jZOjOJtq6l3LS0vjuNndxaNPJvR77Vdkbkv
eWXfZTQNnBxM3F6dsNWbdeVywJZyNfoZF5a8NI+9IkNmMgBdUTdj7Ho6cTfAk3aSO8WLb40/+vmi
Tc54LcsAD3RKaVnkWqRlsfrrLfJOYmOMQNmPUJMASTDJ+3xr/v/N0YPv+OXD/0tr5ss7vaV5gHT8
K8CXk+Pyx/6TpKeK8l+cI03LMv/dmskK8p8kvZDqX0uAnS+m/IXe6/5L1yXpU+FIKL5iKdn833WZ
EH+VSXraWEi8HEzF/0uIHtbvrw8qxZt8mYQrlI75kGzYn2vXXOC21ZrOuibYlDd5nUyHpg0OBEOH
NRQSSj0Mc60ciVjnimRnDcVdruvF9rNvpSmdauvWLgjxTj9rafLzl3fy4a9HcPn71+jz1bmucG1d
d5XFG/THqTcwR5XacL6uFlHfai4ITbnYAXCqmIcImEqh/JspCgsSY9xtMEvTHm4JAo0BJeZ25kQg
E3HC+DPYHU5iJ4gyjKAmHFSGGMJL50fbjAF8McPSMQr/4x9e/rLw/99V9z8v3yCG4JCIsfj8f1+v
apLGQ10IdZ1dLPv1XMT31Yw3IbFLlLoZllogQvcBpE9nDF8ZObcPrZB3zCFD8O6KvSFIj6wQtB7i
tXW0BLtrK55cPGdRAdUPqH62jeAvH/q+uUlbNneMhJllZvHGKHX7hMZz/YefaXnLf/+ZbGLAgqWN
hdgQf/5M0oiC3I1T40o9bL6rGx2yUs3cVB+CQydRNO1QmKQcBrEtUS7ona+0oynC6TQqnxmsUz05
RP3u7MwA0liJe+V8kVGEQRk0zI3TBO5oChhHN2i9v3/py5fmry+d747iG8W3yvjjacrL3O9Qj+VV
lKTTLS2+TWTgswpmH3Unaxti3V2O5xkhPTn3XTq+Ab9pmaSZpoavG4yxV9T0QY80FG6NDpTKkAzR
jhz/uuJHuMPTd9Z6BrqT3bg4wPLw4miG19KHfRcq8gDYkWiWjRL36BcsszwbKGMqZILlAJcyBAOZ
NpMuR/wZOvuAc7aygBVpA5Eq26BqtKD2TBVwWfw5vHKxgn8PU6fTXHGopuA+ImNx/vyFmafdW9mO
61LHYVE/TyPNEczg2q3g1KR8Hb91UExvS2EjcevopYdHc44psPVYKsZdQ05poSEvk7YWH8LyuyHp
HwioJx4mxuZmEPC51yv/UAh351RsM8NggVJOvlizqrHeJcLTBNGmKa4rdD9OZ4NWfgeb6B6yqHmF
RzGs5tFR11CUezMjxvP3n7f8b4/qJxoEgonQDbUUBf+KBxkIJY52KK+a7E69jWyYOnVNcJoZR0dJ
mWPL+8GAelFMzVPIBdJLMgcrQACtf5a+OIdFuetcjSluPZ/STlwHDUIO6DxjAWPMtXsG5ea+/MPL
/r2/eFk1bMzfLMy2w5LMf//+si1Nt+PRrMUVYtaahTu8YaW6GHaSYRrHj1DBRuCDD7iD2E5+VmTp
Ii15bNx3qpElbv/o5+cxnEiAcWgyl2M1RDSjop94KV7/p0PZf3mXUSYMh3Gpy7Lw5xoNsztPKuSX
a8YN7EGfGNJOyVs0pKewK+BzO3m1iXOYETl58jlPTiKInyLuDoe/f9+WCuk/v96G4KCLq5pXY35+
/X/5uP3JhgGn8yl1ef9YJcTXa9hYMSHcyIDmpXXPWf81KXIs/3NyDuTo4ruW8vL5Vk4NfM2J1C1c
CLWZJ0Cu4LZieSgrvNV1I8xNFGsnPpwB00i+By1sH2TUI0up4j6v0IJ94W6pksBvbVcUb2pEe7Q4
fY1Bkf2DNCX/yyNiGLD7DVPYpvGXlUwqrXArdMJrM0bfVDfQLurokgurYW/S2LxNTfITxB/Mzir2
wMykb7FlnMWEsUBS64iLr+12E8GnQ2hL2FI42VZw2Xazm2ubSoMU8/efjfXXjdy2OVywZ/AfGxnr
92eaK6UeaUaPxa1pnY3Mon7HIk1zVfetnFr7ws2KoUbKMKezE9Mj+V7cZXWsDo0hN11iPggS8J4q
xm+m0zsnTB0JNN3iTelQrT5zgIZjJIdQxjj2kA+l1eMIVC9WGzh7PTTqY1KEVHbwb9gvwTIgfIxM
yibc1rpRrXphZye6drKTTqWxGxR3yAbI/9Ih5dy7YNxrsSdZm4HtAGPg9PcV8hG7gnPB7UQLdS4f
yIGa2Lq7dR6V4qp19tGIu+BI3O9RMKt+ykYNTU4WiqEmVIzP0hLL0ID61NBj+aFkTX707993tawV
f+zWtuQroWPdN1wWlN/fdzyPfudMrrhC1meUZ8/9bQpnJsM2MoalEbHXXISWiPPFaZpmcnTDxI0J
VFqvZWTxdIp9ukYx+xQ7PMb3XWe0a5Mi1XWsM8SIsVOCCJ/uyuCp65u1z+2NAcOniaeL6G3hbJhP
6jHI6d/s4/iSaLn1xcFonBI0nJnqn52i1Bnc+cOZFOoWyOqeeVL62KOUrd1WbbOwy7ewwZivxnbp
ZWbiHhA+un94QsXvAuvnqmsbXOKVzh1emfof75Q2yq63fCWuuHhfVMXlyOnC12TJDTWVUKCWtAmM
R12t/SjLSEsCL0e4J8MxlnfIjg2jQ5IwBhLZ33+Gn3fzXz9DSzdZ07g40GuP5+TPV5bRIhPrGESu
Q2kQYhoSQgAmerqbPPkVeZHa1k44PHJEJorHBTInvBVcc45VYupYHt/SSHom7tBsW6kZ59rB3BF1
vX6afPc8MzlfY1tOd7Arta0i1r9NGuLVoJUnLzf2Qaf022C8DBb7IqY3yidKi6SR3b5reYrBEISk
Nkc7QqeVVyjcR2Na7qaKVFZYEeRRUPbMZnn4DYa4el8amHNLbrYhM5TIDbcC5N06V4AJwgA7kkGm
B4SGsfkEwCXJe5xMsEM7r0xZmjl7FJzV5XOSCbEFRVODiiiJcgZDvQ5d4IBNgNsAthOuz6gIiNJG
6T+tv676XYpQDtclnS+UwaomAWv9iR6jAN5l+DMFVy0ZinuQMD02qtRemznSY6GdTLP6jkzabu15
cg5tHB1dIw+/tLNWHwYzAV6HWDbWyb05dYogkj0TFyrxh3L0BnnBpBBuz4RHMiA/GDOsawLuNkwc
KCka9PsC9mLXJsmDLr62bSVu0B+egFfo5654iN3kotPUseEN03dhXH+LFpLvaiQr5ZhmeAPmZz1m
rXZMDHxrMpY9fh/U2WjcYh7mclREFCBN/Eg9Rdl+EdNZ4gZImctkqouZSY4pnDMw3XPIKam33D0R
m3Xs1LQWhsxILGeiZLsugdEyDIcpbw8nw0rG079/J7vrmKkjvHMDhq/vn0TUeDqBrYtZDV5WwGcy
tBrHaooJEtwS6XjsZLhxwQ8mEgT74F+BKlvdKbcGf9NW8YsY7HpPV8RxrAkCzwnztXqeeNIokdqF
iyBU2dElCB0X43PZ7+yYNDv/WIOZeUzRx+BzGSOMvUrMMf5fdJ3XbuPKtkW/iABZDEW+KlJZzu5+
Iex2N3PO/Po7yD7neGMD90WQZDlJZHHVWnOOuVFzBFcDRS8igvex0rRDSzjOeqpVUD0DuoESl71T
aIDL6m0NIoXwsH548Gwa4FrURleYGhFdGcfa6kOKahjOUVYF/J+mccU5dlZA4t+Sddr61Q0JA7jc
GJxbp+PHGyTeG8Bj2Jk1G1Ft9xt8ZXJS+/qadglcBdtDt9GOa2tS2gej5+jh40329Hu+tAgf6t8E
nr5ESKt2V7Rx+r1rYCLr0wckLyAYMdb9MRtXXDM01IDW3ai89yoKpjsKo52Rp+GGBhsQMENBPcDM
qUTEsjPz+stgZnwYJJapqrPVZ4T6CLrU6cTHBhbAJmjPGTUXNqG/ngd4oYLYPZrjYtQ4KU7JaN0L
ThUXi0tzKTbsf7y9kwVnO29/21pu00uoIyB548QFXK93qHHqK4ls9TWpkAIQbX+wNTs9CWfc0s4o
0VxwvXVKh9Fh3aeEgNWXNqQlCC93eJB45TeFUPBB8W9ZYTPe7ETAzbCDAlfIrFY3c2ZpfVoxUEDP
yDiPw2E6SOwy1z75kyecYEMiHVdTy1lwc4Fr/pD79XAZdfQXLeGIGxI48a+WVOAsyNWMBLVOjdW1
+76aJQVxVd2Cya9vRoJge9IZuUeBmpyQ7jOMNg2EuoiKB1sdXg2+iy6qmtEaUOw3cjgCr5tchpwE
IU2Gesfipd7Haezv0cHMUthbDW/SAvdoUyAAqVMgkglC/1p0HmAhwySRx/povTjcmnJyw2awbmiM
cYjm5DMRjGCufXtiTCz1Yisq59dIMx1b6c/Bs5V9FwHF34D4mMfMxHRAnpqOOoi7nRM0v2UTDVdn
vpGFijLDpinE3k6evMAj5HRIvlB4+fep6REWCe+eIw1QmBg/51l9QdTkX0JLR+TrVJ2rBdUrlAXx
ZPniFCjjdA3VvaT3gCIdE6LCYfsZTtPXCGR4n0+QYrXG6c5TQRTcxEqpadVwKsyXoGAvRJpMzDRL
WxkkVdyXWsaPwtsc3HP1ZHX1Ay9w/SL1gO/IbEUrg/quww/IQmBtg7rLjwzs1qXlyXubDz9LoHxJ
OQRPRoxcwrTmwd/0bgaomtNSOisNdfem7GT+3Bs3qDIrli8N5gO+8raI3FqYoB8JRtrJmJQgK00J
SbT4to7JctApv4NG0w9theAAbcKqdhiDapp4UYIJeabtoaUITfRUS5ToP+6ye6+O434QKfHic3po
NxMi2RYVfx8K9BbLPrc82hHkBTuedouAx8SgrW4XjdDfx2qAKjysZ48TWaPlHHe83MCExKdG0uYS
bNqiZjx+31TOUQ0L8yCXNMuBVXaLTPYLNlR1NHTqIqaCmDtMORIJy430p5HsbNTWlujcEmXtIruA
nNPthUgPkQ+0Px27j79PQ+MKLBHviyZrjyCN2+OC62zDVNAxAeGelCmp8czkJVt6NxyG8Z8Bmn+l
Eip6iSYJfpEXXe0saPxYnetxK7DA7Ijse0Gy+VJZbbW3O2ZyYJmS7Rwyf0xGNNx6EBB512nhSWac
LBPAO0ICxyckItomFWlCKXTM2sE8dHPC6CJ3WG7+9XDqowxyYWmupFNHzEHxRHd19op3kljEObl0
uZkk8b3fD6tRMVwE0rhmSe5dgm65FkO1mx8u9/we2g6mQh6TmbmrtHnkKvGID9pThBf7oDRckmUi
wYez2KN+GldVIJxNa8XTPrfyZ5JCAnSrbb3p4vGuhlG1UQBaVLgvt1L7zVz8gseOnBTVBJcnOyyk
ttWvCG0o5yAhbzMYlrptyl7dJD3o9z7Kr4nz3DQVCAVmwgg9k4/eqfdwbUz056ha2y4GJNQXO1Cl
ZIMX3hrUDTqzEeIUnrts1ZdgQSX9iiPKtj+Ko3w4It6ECqNVP2CHGzfJoYoYDze+O9SxgcIRITcl
DpFaY3aYra92ybU/QfnmhtkHhIZdb2ftpoE4RhkBcpjk77MYkmWvPlsulCfLDImD8NAYVH4B01KT
3XrU6xOtITebEZSQ7Ym4ZSDCqTbfcPk6OD4J98tT0RyQvLxuubc89/3av9/7/375+yeYAc3BplOC
9b9/Z1qzpK6+f01RquHeGYk0Wv6u5eXx8hpRdsmeUMhjMaIQ+/sXL99XzFURWNTfxPSICe0u/0XO
8oSqGLeJh+nK/ftbvv/679/395/xC0HNj5/dH5WNWUXtCkX5Loo4Q5gBoocndmNFwMEXsv+9MsxU
QJSGG+EgDwf1xxR9uYFFjzs+UvW1GTUs+KO2EyP8i0yzUU46yDNtM2Z7aUr1pFoQE2OnY8dhCJph
hfhF0LR1CNXAPGZdaRKrbKIAy0xH3SlN8IQKkTN5+fJyA8beRLfnxIzgCtQomR4a6+UrXAVN6L8R
8arRtF9etzy13CwPUzODsmGam3r+IcvzZmL/516RoNbq1Ajg0fyDlm+gkk9QozF5SIvRdk0vBb2k
NIc0bqajWXHx9BS1FutkUtZ2OsEve/d77wmihA08bNa2+2YzESzL3SxVgM/Ui8ZreWK56S21ULfR
HIicg1FdtaXuwBzmCrDcLHH23w+DWRaLUohD9/tJ+3+v/n5u+b7l1f/6MSQZJluntlljehVGbSsF
TQQxnxKxQez6XLM/+8QJ7QQzAAogADrH7xtYW3Nq/f+eHE28Af/vw+ULzZwR/f0Sfwzscf39+F8/
YfkC5UC3khqqzaCl1/H31WmaO/+5O+kDf8X3d9Zh3KB1TQ+m0bLKC8/17PC/f/z3y75/qRLyPn4/
XO7963XLNOz7uX/848tX/vUtvcPYGfqXoxd3uJ00HP++SUMrdQ3m7vw2oVSvmyd1vuulcZq6yztT
xF2WupNK6msqTXf5zL4/0eWh08wZ3GmecPv3/vL090uXe8sHHQK8nmiyzN/QdRouswwR/F5HPNip
grq/n8hjBJG1KSGxt/MyV429CSh3PgKGSUT1O3NrPrBl8bEqdkfazIQd6nplZijB45n9nKG+/XtT
1bZIyJv472PP9CG/1YGJpddCcz+Z7DDmHz3/0GAWEJpC8+lLeKdESVEiKRXoMvz4y7u6fC4Vhe9O
lPkzopWOLCIqGDF/wFPzkoTNdnkD//X2L8/94yMqlsP077v+fdcj+oQVlORgu/V/SSVkijXHE485
FuyptbHalDJ7aAkiHTwFDsBkDo95HCOeKthxqVivFfzXYVTIPe7NFh0nM0wj7uOtROOyLfDWogZv
M/xDbDYjMVUXRhCXoRTlm3lXLE8/29mDp5n+IXbGgw/4D/4ptMI20D6nmeJa5mRlYOQ/iObaxipx
p6nxUNqVcGm0fIa7sDbHqyHjZGuwBHPNY0pUl9U2FyVoJ4KzAF9JSgTjOerLCFOS/ZmzWK3aBMVS
2GPCV0Ku9UPo/CTiVbvmbS/Rm+neQR2VEyo2WmOW+tMJbHT2IprcxtZ+AEWcIPojKBGpgh6qQUs0
YQBsMzBKqjfgJGFDrxjjRzgNPzMApQiK6ECpKpsnJkyC2sCxSMmK2eFj2SW7Lh8Ojjb8QjwHpTpV
yEL0a/+u1tsAr0BmVA+RP76aVo4lOJNfmZeO5KG0DlALzMZSdR7LzA8foXmV+6KLXjoSh7YMh3H0
ktqx0ccckXfamx+io2Gma5O/J7D20HMy3PycblUIamdXhvnFidQ3c8QpphH6h2VoQJytVlcS2CBr
VNkvJVOzS0cqOZfGyKUPemdBKk/GZAWYqpJrhHrtkFjxA3qd9LntfJ2yyPgcxKi+Vomr6mZ+yhUp
d46i5ijtxn1rYR9vpg6NFtlxBBxxKYxK51jr9Az4PH5NUr9i90WVhU89Q5e3Yzr0B4IDU2YVYq5a
Z9raLLFKH1PmQNjh7ezVBqqp6M9DXdkfiY8xj2gUQVqHn8DKXxfN0J5ji0XB1OryLuqxXWFxwtCo
OecyRzTUKAO8J28C1NFBNm9LV2rD+BgGlWu2iN0klgK0obRQ9JEZZWrHJ392rcokYqPHhU6x5ZWU
d/+A4wpZLSFY6yDZt81D0xJ023aGfU664hWcnnYwwBGWnZfAb6aHqJqwBSsPTp7dYSkZeuVn6yax
8TAOsXNOgrRFThp0p1D7VHC5rpWOccJY+xh2JqyLnlWaB7hDe+feIfATNiR4LMsOTeytB8HtKyWE
6Bo52ivzGypYdug7DTkiZ3d+HUoOLNDYaz2tspNWwRQrZsLAx8TI+bVxPgW4kzHMvActNH7qpTGA
EfUIYh3HCyO89GrKiEXMUbsDucWgMPP6tRoq80mU8YXAruhcq8MvCCIAhdrAuoDU6jdtzxzJAbY0
MVx/tpVk26vRgDc6rtyszl973S4O7E8PiCJUEruH8yIBkmF3KJibAPasTp02OduFYj3yBq8qz1Dc
ZJxeoiKpnmOSwDwx3GN951t+/WBjcK1y66iEZkKrmKmoBtyasGNBSCLZNRWuwz1Dm2FNselj3feR
sQcWQcUJ84MyG/0TJkQC6LHxCq6rVdyYG8wJxqmZnLehA12D3BDzkGhBIU30CEeV7FTdM/QTddSw
zlJBdEypwy2QQI+zFj9ShOGRv5zdvoLsqXlX8l6uBKzMC56R38ia34NC7nhJttOFx9GttsWpHNr2
EenBk6gE/QQebrypmLP6FNhV8tNJJkS9hX1tA2Aqo1R+qENVXGGzhQi8xbrQrfAYJ1MKZMj+JdQc
x3b93PijvfML6ebmBLO9eM+V6mqZ1bBXiWlTHPIpm1iD9BSP28ipPKBYMMz134Ql9ZpTfWjvgnS+
ixIo26o6FHj/n8PxZyh1/ZB3xs9etJaLBeOxAYhgggd28WgixyQIK0mDTcde9rlmQr1i0lAd0vHR
Dkt12w2WhQ+OrL6+o8MIx3lNeiISYXatiRUpL5pQXSmBX0biOdDtGcFGKFoJkJvJg1ynioIXwIbK
MfrqIQ+qHXr8t8mAdA+/obmaHbkaeQ7m2JFPgP0rRHYNjX5CLQdot3sFwDmCZ+nvI/pRK4vo+izs
Z2SOcjHbjdG0xZOobVpaOnDrtk83dqi153T6zPuxerBp17Wif6KUs7Y904MBqN27XseE2ifnWo+C
J8e3gj1W2fJY1lUBsb8PXhTd6x4kpItwcpD/TBZOx/FXKJBEK7WFx7vEENLEHLR0IzO20aACpRzG
ddWhS/aLuHgYG65pNikz63aZlCR0E9rpoWsM8EzzM57uVyd9yH7j5E5cy2hBsuQWPIzsbBum4k41
NZSYwmBTk5J3KfII/gi/x4i64uJHAzBAs+e8ADVBazgmfbGBjolsdT3aaXRrvJYc2Sll4uFU3AzZ
bQDSe6zCpNpyTKxrS5zamgsDBFP8f834ZZnNdSRvYeWP4YeiVvLgZ/OyndKLHjNysyqKSkqvytkl
DQjgdkT00DbuRA11l1azP+pqPqdgKrPkvGy49BrKUxIDbjeMPxm0tNfCjI4xgDyEIkn4WKPEhQLi
79U8mu6BE3/owZhf6o7INdyb6rF5UCRDQKsk94+Ffs/Yha28ISGsZNBa4TJvGrqiwjp0udW/0Frh
8FUaovzIasp1CMi2Zc21Uv9Bc17dJxFbeBsv0wUbEOIhAuKcIR6uVf/gQzPW9enQ8y7sRm16D6wK
K42K9TFW8DDQ88fRbdAy9XhncCTLlwbCzlpVzAoVPyBW4CRvOAg8JnrQaUmBrCFhjLTmMB/vCi+A
W1EH64lK9d0wkpdudhIJ+MmOVzYEoffk2wXDc2xmAnGZEZO96N+Giu4nSs9iHSm6XId24vb6aBNi
p9BcQcesWh8M77SrCv2WN1InI+OHntUaxhj/t18xmSNZ03gYiDFxyiY4S+c+YN7EuIWU3OdQ7kK7
w8zB8k8Jw1ExTjfAHtHRYa/cN7K+TRqBEZY/vML2jekgT+GzZ7UXH+n6ujTHaU8YKfZ5w9Uj5yss
BzTRHadrg4BoG8kack5TbYZR30a1Id9U4w9VXeI6opebjBC6w9BCZxwM7KJC/dKVkEayY71x9Sq2
McF3GsGuDwVgh2BKp4/AB2pFVmPG8YEHdwBncyIXpVoVolT2ZOwFKwUGx6EGyl3o6qtaZp+yKLZO
SCiCF2qANYxJoc3mtefJD5xzAbtdsyR1PeqRbZi0IewHdhoQntozW3FoJ/JBqefKy0tcElHiPXz/
h6nMKgxNtEvUKWTKphX5bO4sdrA9NpiaWtrCVrAK0h4BRBSzUUav+8Pxk582jsKVmVjluScft+8H
/6Q2Y0A0Qa+6APgckEj63c5S+25mPencdDCSPjwxEnRpZdNXMaYfpYNDp2QxqKcepGVLGy7X8fOj
bfOOUE4fIzQzazz5jVsqNdWyFScHhlV898DAjojEVUDSOGZMcUaUQL/YwPYUvRQSwmyjohlvpIoQ
ybHvxUCmZizUH0OaFJtE44IiGapCYSOEgZq+5sLnFnL4Kk3tRsxw0Vus1an0TiVZNKhAb0Kj2aKV
2SGeZEwMZL0JU1PewQT9KLT4FLaFslc1UZNmIqFfMX3b1z1/DmVVhCai6Q6Blj5GI9Hejt1iz1bs
PxQ8+kmpIGDC1J+g0vUHi2vbDf3ToSp7qopuNhrZw4dVM4AxlDZ8MdX4lhr1cRg8yiaQhbuwKuNt
3Ei6SzqJvWjK0Kdb1yzQQZvFP81ilL9hpH8Y+Y9QV4dHK1JvSav/yJGW3qRTvIEh0I6NMNKtKOqR
erP3mAKapkvI+SmPYb4FEKtAmGgpeBl2wFxYkFt26RUt1jGYf2ZqNslarK3S0Z67pMAQ46VM2gjr
bQKT0ZdqP8asv8kIainJkdFHkLnYrZTpXi06sdeMwcbyMP2hN/4YBBlvVg69VAItsAprdCdf+5H3
3oXyqD7aurXHnDdd1RC1QTXcu/gMAftHafTaXQROsdLKkmzePJ9uA5/EqtArb2sr9PH1dpVj/Np7
Y3MfG7s9EPB0zI0nC+/oRWsak/RzLb/Af31I8J3GuRVeHC8Z1wWqqV2iYfB1sNtL2w72izzTDxOx
NZQg2bG+rumX1Aw5ZrDBAFMMehuc27kYj5Xh+tmBLWM+7K8WeUlKuJytqvLaj/UvDU8xxHLr3Nm9
C0cWBzXhXWvehZERMLEBOvCT5RhHJruJ/RQoXdj/QYa4D7SS740Npv0Ma1aDYFwdDtSUqnEq2+Q3
4vppgwwHbzOj46OFetTyUqKEV/5rYCtnpjT5lXAtpUCoadOEvCOIhglTcnVfbmLErpcyHd/6WLYu
lV8K9810U5uoPeb5AG4jlEiJ3awDY0yBnZvPNczYJn6vKwOpJFGwK498Z2g1kAP7nj3IMnbKRXeM
ek+/RF75+p/WQKLoBz9WTjlPYqLidd1uRG46mYVzztiPEMsr0k3MxcaNHfuLiT9MV6s9lXX8UMax
dvIjy9h50XgadYj/noq73wCfufZKIP3aoDwa/fib/XXtggP+FMTvbiIlC9w+yEGfKmzcTfOdAZ99
sOPAQZCrfuUTrEQ5ZcoO72F9atsA0p8DUB7cNxMx8Eqwwb2NSr6tiAz8mZlBXyinB29UUDuMHlJG
AtObSJBRHLAHx/T2oYTo+QjFXOIhyw1AW3WWE1nK4AOcOteClJOLgMMiOWV4dLZjOt2tGQE6C22I
8qiPGQiTFYQPxEjbDPXVtu7AdMpOfzPzL+CRWznmPRxMiNnU4W8cM/Wp1h8buhoPcexciWooWCZV
HLaBOtxHAfKhCaw1hymwIX8GMzrKif4CjpUog6BJRI2f6q6lglRiSxjspsKhRPCgogk6r0cR4Vvs
kpp6HlnXDp/JnCEVvtX0FC9mhYvR9JtmbnCRsRRIZx+M0OLQYfZ7BWPaukD1e+KHjUR7rOVYjq5V
W6jdKjxCytwgSZr6qwg77zIU/l34JEuEnvM6NMTGJpmqnbjuNquoAMMcsltUEQYeM0OjJMUY7joI
Bbe6JIzTMNstU9/ymiZELjexHq3JIEm3ih4NmxxGp9KIR2OMfuc9M1agAWQ+e2Z7dtLYcU0GZeus
0f4otapf5ByD0Vblre/7emOF4XHiKF0PAJ3czGJ8TuZZfQu8BPZe6sZ1HpwLRl4IIUlFYj40HHPp
9Pdgio4W/RklAKlXWy9FoVwsMtt3hoRe2TqkaA/aeGkix1g16UxE8pObUlaAuOcNiU/a1jWd2rep
DXYSpsNX30kgAA7hEkYrXgghoNlphc9dhSXN6OS1rEX500m7XWUkv4RwfPbj4qk0ldCF2qHuSRsk
dRMY9ENrUZE0pL55SuFtc2eqqcwLECJJdkd+ScA56TcywbZKMVavosYiloLewxq1TrRBSzlvGXqw
WIw8a4GATnbwBkpEUbnYSs/y3Kogok5nTUPxnU0ckSO79bkoiWbunF+wR2B8yaS9qNwyQHw5hYgd
ccs961ABmc02OgMDT2yHCC9GA0doBgwJz94YoiVCB8s0EwwsDHVjhMzvVGhzuIPKivc4Lt67OFaO
rSmiR01nGAJUD2D3erEk2DabF1goFucrAVSd73/CE+gYMz76LBfXQMn+pDPwT2dLbsd49mvwXoQg
ooKt24x1f0pUorQIMGaOouy6JDz6EfhwmfXR2R6xGgFbJ6MRIH6gTXu7flGizNnGdqgcGMHrqJkm
Sc6DaEALMLOvU0Me42akTIsJcG/yUGPgZOw4owlkqBZr2abxlJvAbR53JNX5kdqe1NjGpoq6Kbn7
zRAcinmZ7UcDa6AMin3elU+AnW1E4BedEb6Lzjtl4Gvs/vbX1Poxcqioq8IZb+PEdgFkQQSB13sb
iwoKlrD9lZEU9U3v71yNwjPZLe9LCyaRvQGhTGhu/EPPE40ZLoKgfN1wuk3GwBCRRO7aj9s9Js6w
MoExhb1xz6DxmymJOYnXb+tIRamf9Oaa6Jwnsya4t8xNZBPlSHWQOw8d9MBDXMCc8/XBo0ta/OHf
ftDL8CXNfKLDaZkCvwPNjQWM4qijiwKeH+aep/5stCja2H6sIrttUkJIBo6dgCxH0arHcDR2AP0I
REbEDZI5m3ZK4JWukDntP+JAVrpeJI9CS17sLnx0BiIwfD8ctkZHAQKqLt2pTk5cUmpeh1q2wLbX
mUpgjDcezUL/3SKxOGupucF3CBXAQT0BoonDzbGg6qbKsPLBrqBMsYn3C4Eql60Wr/HqUGB0aBzr
wryA501PUezd+kzd2XN0S19cxBTYZz2lj5RGuE/MaPqKlQoIoQpkpqkmyLFhCBypzX8vYnhvsD8z
GOFvK3pVZHmYtrcn7pnLGyf8zephAooXsA39n0nP11B5qKZ1YsY77ZOCK7w1k6DvVw3JRbfze2eF
NBvzRN9FOfLUmLMZgmcPBKOtLnlvn03IjI/0bXHThpbcUE29NBGZF4ybUQ+Epn1GcPTDKIrqVPp4
JFpJLF+VeIIA6ASyR1mjeLAHRh+VdbY8az1ilL4yYT95Xasy2XaY7Tt+8DwykkCqiz4kg/EclZa5
8Sy9dWtVO09JYVw8ZNEDThVjfBqToCA4ofJ3tJVwbc6tx8gngklp7iIe6NIrY7wzmui9ZDN8jizl
tSOibW+j+Tz5cXGrw1m86BAOpzP0zHrNP/bOYyEjeVpuEsXgmKthTkgPe3Bs/A7YoyIcRj236snh
G6MrVXJ+zjATv8WhRHcabMkBwN4Atem5MJynhBPh5NfO1qqd+ayOacYNCS2uOGhuKOHqG6D4veOp
CWv8VoVHR6NX30on+VM6nUqy2cSFrC4uepyqJ4YszWGciEIM8oAYUjT/Wqycy6RNCHyK4ofqU8Bj
y8I8fuHqrJ2z2aNdlXtDEdGTirJ+m2ojIxvNGC8OoUrKFNf7oSa2uasrcgDn3oJWPbJFUVy1L0AR
hygMA+Yfql2Frvo1BEpwKjtW+1hXnrKGR6I1N/B+nMuYxgclDyWS+6o8YoD7GZYtuHdSpHa5DYSw
t+nyEgG66ilqpZENLh4HeliBAHUOUpuGTeiOUZqzBGmei0JkRq/ADx1T2153BHds2IxYG5JzntRa
H/a9FuyaQJePmRz3OswhPbe1a5rFP5tpVtB0Rf2YxcSb9H2O7LSNTgUsnENEPPxKC/PmhA99nw9C
vQVZ/spbAIJvogQfde1OqjgYXCaUa8TtKbGnkbUGwEOSFxXxHo0uHB06LAEeYqe0xHlMlE+l7yzy
RclHkySz7IrwtfHJYAk8TP5NBhsYbQbRYeSj+UnXnBObYAJvaNNrFX86ebYJbZF+RKymQABJcult
/1LETb/NhB7tyLFhNbLIIDcHTBxKr+nvZkdzOG7eCK/wQL4qz3rRFNfaZ92ShgbTBHt6MDjTQ4UX
/u4NfzKG8tsuYHdBy2e8k3wR3QZwnuDk3yu1qI85ljGkebCbunCCGuhlxB1mBRhAk/2DILsAhMUF
05F5sZz4V+qXySEnU+3GsP8JkztMHseprkMPpps0AJpBT1xzHMhgqTzVsJDqIFkpuDTdznmk7x0/
KcofeK/5nplht4aMoD32RXzGNY52Er75mlwejjZoS2cr1m+Rkec3R5MpWdovfx+IjuMCSfZaCRHs
WUYmT4qOYFXJemMbGgZvMpuz51D0HCSa3531xmxWXQsNoSdnzF0MF6KnghI1O0pGRfneVpE3QtU4
lx0jK+Er+bkfo7e2p5Onauo9Z2BVQ43cJkNJ3E6hVXSihLvsFPkXUP1GCvEGDZ8viOmTbTYIbC0J
GWNq11IF5RiENO+GaLibPjtO33uoAm248RdQoQO9TXoBLdLLhy2a333Oh7WmptE2qENnq3r5MaVg
p4YWCUfpa6BFq/iHP68nUnrZuoTm49cwINRuHFx0jMqGMlK6kBdpAbd//e/MDRQQSwSklvPYEe6C
5kJrqB2DlC1SFm8oFVsXSUy0KlouDjS77Dk/z1llTUxZWucnFSYZsSEpI/UaTRZRjAAhT6UJpbou
kM11HX4z/ic0iQ3455aGnD9or13Otqzsf9HAjN0RTsvO61N7rRWVXBnhnLIqGv1c9NqpUKfoxj65
YCsQmmtAWswisgIycOrTcG1M7ZmGfoeYnh6ra8p+fDYiI3ogGZWGMsw7VY5PfW3yCjW00ZUR6VjM
5Vmobb1JnGkuYDSKiAQc89HeeBXskAILzUgi1TNkMnTS0SU1BPYanTZvbxe/LT02Dgp18TXrizWN
uE2shNZPHY+ihDklW71hYWrtkzYvnqlUW1flc5uppBWZyBR/WryporByRS7p36WnDjUfLtrARCM9
2ydDWoQMsY65X0b3jn7G2hpo9dZNRMAVcgtmmta1sAEgTmy4zpUl8ML/HHyreeXDAkZr98wrZpKV
3qIusEjf0NTA2AWGeOn0/NMQZX/17L1ISbhITDZAhedQf1jpI0Ra5pzVPjPb4oeQyhacwFMqyChU
Wqu5TznwkjJa52aQrJfJXJxwqhdab7uNBv7TEKHPBUdoV2FEJzk+twYC9JmGyQKZjLc8GBBoWf2P
mVV0jhxvI3LdVdgpnRPjU0GOu/dbop3hjXDZbMkzdkDyjokVnJpcZeXQYu81DZqtHeAeyYirXJEJ
CLurCumG+CiYk4nklnrUi32W0oJt+hNEwP7+7CNWOpkG0NnoldKp3CBmjrggV+q2tSbX9nRGJXM0
H/lUL0ilh5NjDP1pZFI01KYOOCcuLxWClb1jT59S97OTKvT0tNzLzSI79bH26pdVsfP0fDr6BjfL
vWEieW9QRnpJSX2Be7i1IKrvGxOdQKV541oIZGN26KOcbvPHHvsQk+QFixsgS4wcdZXLbEavTNrz
WPlk3Ups7JVvG6shC4ZLxfh+sZdljFefpugXQqxbaXjWj5r9SuBoPwrA3Y86CPKT7EvM7z2RM5YC
1TSeTQUhzcA6ny4CrMSDHv1Elmg+NQY5cUDdEZi1hKbM/DNgz7mAvtP8ycP0PaDy3zN+oKuLep2L
8iR31LZHRmbUX2l4DP3h3VBTljlIGxvH1tlEptHHoo8Y/JH2NGHJl8kgPwOlNOryPqORadvE5gYk
ezkRuGlCKba0oT5a/pAIrd4KNcUfrTEhrJicxpVqzXqV5tQZxmtKXD3yPGcDvvJXFE7pXvOUDQB7
7WhO5sXw7HxTN7h3HcAsUTiyMbRhRTIuOoGsPBctYZV9gY3XyKm69abFruHkR2bGLz6+9yNlkrVp
mHLTPeXq0Mhp9VciW4lrWIz6LpyFy5liF4wD4aQmLYjfAh/dFn23vatTuidhryvEkAfMkovnNrHL
LWlsLKiwWNeoAsJ1lBGTEMPTXtUDDfPK0Wgr9o2HLT0mfyttO0Z7ufkQhlaCPtU8RBc0kN6LXhMC
aLLarx0LRQpcYHqj2fiBNLx0VfPoK4p1oZVF2S+UbVir4sVO5O+0RBfFdXOfMnlJWxB34E5BQUf0
dCeT2D3wdy7CKjhpSBCygMZz2RG2pqqukn5idMn3HQnNAQ3ZFc6S2q1ra1tb/T5uI/mrd+u82vZT
3z7morrZQV9tKlNJQBnS/zRxIhEf0oH6ih2NSltot7JrLpGBbTnN31NaaivsRJL1BQ6LKGQDmp5d
nkQ0MTrkFbpO0uB7seSwG0AeouhLk8uQtb+GSKMv6cWH/+PuPJYjR7Y0/S6zRzW0GJsZsw6tSAZV
pNjAIplJaOGAQz79fACrilkscfv2sheEgdABuDznF8bgPAuNFIlwEmXRmzFscURW17K0CKiSrmQk
jdaZ62k3TFDuK6w6D6VVfQkMFWO9OjtLS98YURfc1K52Rigb62k19XELyoZDGECoV3OVfBj5J+Z/
E+axu1VMR91XY/0w8wmkqT0B8Cz2EvfQW9OMH2NUSXdjbl/QLkqZWjsDLBXlu9XRU2RhItbK4HnQ
bTpoemSdlnaKH18u5TWohDxG7TABSK034vP/VCETzTOhPP7H//s/L/3/Dn4Uf9Ix+c8qGov8+rOI
ydspv2mYqGiSzDxSNJlop00ovL9pmGjmL+gKTTxFTXc91Yb9C+lFhv/3fxkOQibQ2Ml/EMmzHQ/l
k1+FTAztF1RPXBUSnatZnub+ezomxh8JnJbquRbwSM91dVXTTNP4QJsnyl/XfWJ3J9dAITYSgG7n
xUxb0SJ9xKCQqQcWze0SfBWWJwAJDjNh4W1t+jca00+5tNFKk4lHBUXb4eBj6niY16gBWZ2FBzlB
IZsJpDivzYtu+nfe5syo7HmjIgj8eHq4V/uYmGgxYL84Yy4nFK6aa0H1WdWRbQ+lv5mpB+8Lra6h
FM3/Z6PHamtmn0x9dDATAyOLbC4QSUeC0rIDZcJqCWhjgaboq5nVMS90IXuEgwG1HMz3VT31XqJE
r9c/qcW+qcLOR8aoDI3LNIlJlLWAE2w9JroxvzGstMVuckCMXbuFfDC9xbfd4PaPNcBNjEmyvDxg
p1IcYEGVGKH+9m+ahjAwciWMGX+TeJKAQsfEwrl6Wg26EWjovDovkLRgzNkLk8BKTnc6Fm24hPUI
bP33hWZPPz/QXFBGMy7fGqGbalnprBoNFks4oUGdFkTB2q0j1DKtwEblft48H/B+FDJJF1zegOUW
DbgCIR6GASYLE9n6MK9pv69FjUFY+sNuFZFwDTX9ONsovfbkuw1EJFnykuYD5//1dnqRP+16v/pP
1wS2M50lBTrfQ6atPtwdTNJvF50fab7G253m1ffnnE/MSqBaE0NISSa1Yxc5wGlNMaV+MKw0M5bz
6rxxXoiR3Lep+uv3TfNaNp02r1lwH3fo7bwd8b79/QTAghkA9W2maPAx80mnFMUxlm/r8+b3hTOV
lbf988a//P+nS82rETDjDf4+T++nzGtv1/l4iZ/u+6dV0BCkZAvMZX9/2I9XSu3Bhq+lA2SYf8zH
/f/w8D+d8NPqfIF/eMj3/fPavPjp9J9W512RjZCfyXzTATK9RF6uPLwX73ntb7e91YuPu6PUyHcf
NipQht5q1OCkyJF/uAM0UeYFCrATCN8V6AWdJu39nPejP1x23mGP9yTgrb070aHSid4wr2k5bcf7
vx+2of2Esvessf6n1fnQede8Ni/mC82XfP8XBYckRY2R28Il43LzqtVJVv/57vOB82K+DdOkJ6Xp
kKKcroVVjd1+nlfbOCQoGdejtlU7Z2uk6HWjElaiV445OcleBsDzxnkBPxX3gLdd81HzVhkBuic/
K+pFLZDjM6USt8d516jG9vg4r6pWkBV3P11GtwN10YPdWGVAkFBcn+4tFcxrYb1Ukb/BUIBAZKrd
eEqFcLLdf4sq8wsQSYnPCLmEMNNJ9DXfktTEsUP2/bqF1dkxtylCtN2VmkxmiWBk50bHMi1wzuvx
GyW63mQIkQYvxoi3W04XhE6Shp9aJQCcvT/l288YTDeE4liF65lggM5/fminJn7+92+3Yaj5h0Om
M+Zz3874i3/fSAofLv1fuIzhWs0W4QjmutzSmzvb+U5vq/PW+TLu3O/PN/jbJ8nU6BDGQ7H9+Wlg
am5KfXgo555spid4E2lmXpt5H+/bPh7zvvv9mPdtb9SG9///6rJv1J357PdL/Hu3mS/7fpf3y8zb
vDj5kiXQOgYUOuF20K8SMQDgM63N2+Z/6cHPGiaf5EJ/296GdUdfOJ32tjrviud+dT7nwxXnf/GC
p4ecd78dOZ8E+u3Xe7/tf///7ZqhycRXsVA00AjVOYVya+mg6jX1a9gr2RFU2wkZL5yVEdsn6NBN
ClmQ9Q1GpJuEUF7hkmAbiRQi0GUDAwzLb2BZEbgeMGCjf8YHMSS9FSBfsq2y7FR7XrFrpbb1ShWx
98T9apjMpksAx/VXW3H3WlJm+w5drWXh409iOg9DbuB+oWJwrdTiJR5bc9UywsCk4da1g/EMJXNb
l72LvUCqIYApnlRHMbfI239OI+UF+xw81zUCjcVo3Qad6oLFwN3B+oSAgbf1Is9bW4AUrCTcmk2x
bFKSvG2Kl6UthzXqxS8EV7E+7eydgfE26gLdOgT/mJWTFjKA3Q2x/l2ZiLOvRK/JhLFixgFczbZP
TBFCgheevcB69zowi18gpZ0foYDAc7CdQ6qrnzIDiCfKICc0pBBen9CWtvOI4zVsd2QGwwpH6QmB
nHk46ppywF65ix5sDaCgHaTJ4grPP4MEVoR8SVVjihjFp6gbPxdpdHXkCJC9+6LWj2jAnYUJ9V3s
ikzN1qUztXNWuEU+qVmUQ8toMlInfSEYfI2Pf5lDPtW5N8FDCujCBx08+dKYzIQaJIiKbgrdS5hM
WYFm2hAa97rxHRNk45BhtvWcOgDXcO56yKR9AtLyxbIQcGhwkGyG+yALDrFeHuOyfy1xgz+AecCJ
EOoI36JErE2CnUtDBBH8PIz2cmBvMlSIcySHTtKoCtXINya+rfgc1ms30wmWC+8l1uCS6zX6Reiz
rzxbBCvLg0gROvqXNrz3K8z0ykl1TyCjvSoxhdV8dYuiqrM2mD4DVIytCJeyiJ9lj92+79wv+aSu
1DbleN98dh8neeWtg2QW3BDlhxLufISyNmmoXoBQFHhWA1kJwnxZj8bZILZT5JvAgv/de2ArJMKO
Sw0/2rYkfGvidDvp7IlFbhqbEJTFXsT4s0SkMFbwmZxVKNqVEpEo830AVhYBGsOTX8iqv5ZIomJ4
JvEoTe5aVQJOGGrrztKOoM9aTBRuSwPssRv4y8EjWtSX3xU78DedhxlIRpAEEhXGUI0Gia18zYV5
thof6cKS4jB53dTkt6Jy6yUAIdt2aVU6sWVMvoEb4CJpZKW3ynwkZWvYALw4ZjamnWkLHB6oPKP2
ABiGAIpG3tuEAruIuy9y7O9taVfrGpU/WFLNYT5jKMNwFapICBX1OfeD8otrpTugsEcJISijftRJ
Vq2wp1jUcXzfMNpflATYjrjjdCsfPEOiNtnZ082DKAbtqEPDXfJ7sHcPtJceCYE18ZEUhNJQnvvc
3qOrP+yAb6mrEtPivk+b+5JahStD1tLbA1C3tCg7DxFfwjQ8WK2D+zyCu1mrEP3AC/qI2xiBthWW
+aQ3vTgJCL2VEboYuB6yMYrBZRO/X2qFxYSMITReCLhcuShehda2N9Jz3zH9Q0BtACKCegMQqA2i
LbsWY7N9b45knPAalhCt18TuN2PcXs0Km4a+AyNTU/ER2qmKjYFZm9SrNZK728YKerxisQqhoD4r
TY3WtTRQo55Mx7zhq8FgBGWRnPa0hMHvFrRuFReI2spaB0ELwERsNPeYUBr3Fhq7jdWuBosmwarK
aBk26SfUA5ZG1xSLkidbGWZ9A1AdR6wWZyY1VEHv5BoYcq3/LCW+lVbcYUdWUhvb8MfY+j/yYrId
Hnd23D/6uTjXfmltSWNDcRTOptQUsWKQRuitkE+FrlAofARGVCUNt9IwHlsDMSryJPs8cvM1TeFw
7mK47UaEYkdCoxuGabKRkIpRljdDtD3KDfgaTGehdoJ7XwvR3/qG/TnzYgxGkgIYFI59QEm/rIZc
fxBOeaH2QeKsGtJ9nkqqkP+k56P5ajIfTaJ8GYzBMcaNsq9APKlDjuV9FjyjY9Nis3XVCtS+O/hf
Sw3o5YLA0yNSOHg7taG7HGQ4OU8R41ZsrM61Jw2kGpdvT6r1FThMvi0xOUP5C1SbT5pdq7JHA+O0
RVAlyE8BU1min7K1PWk9puWSZCOQ0ztbCOXYUcGoabigEKteTLQWMWBTiQTiEYo5Ft2gWteBfQ88
BlckwCDrDoEZ0iEKojbW2W3kreixihIOZa9L0IsM6mRPsriCx7yka1R9mjspk69MEACJtJMjuOdt
CuDm2OuWycpMDAScSVWRXjH3lRpj/TrUZ+BO62FKsiWBhVUzWZRxGMxjVEzZij5dNYGjYlsAsdWM
4huD7OXEVWvapl8CDNkOrX8Z8Ypemr13GXR1XJv4iizAMCzl4F8rIMetTqq/SwACAK34kVWpsoLn
gvVrHuQ7n5kAtln6Y95HkylzVK1T56jbITZgAs6ShHYPKgCQNWR+uJm2/kW4jbb0KoLqDvyiBUpO
Lg5ZCmbUefGFiFq2H1tGRI0dbRTLRjd+2Nha9pyPoD7Rq92lAV8Ys3rEEr3xJFxTMluvn/LGrNC6
HZGyN0L044tuDZIuWaAH4mPnnruLsQuAl8Z31YMq9f7WlcUGNUx5KKgbTuJ3sABtuZLttW0ifIHw
tcM/+wzqEa+VQAcel6h49MgchWz9gD3PsIsa8jJ1HF1QxU0PZC5vncb8Zrb9BkRacFDdcCoZHok4
tdqMg31bAP7amhFCoPZw8qc3XWrtbZE7TJZKWr5OknedMAYuDhSGG30vNSwDB5OBQh2hHCJVs1hV
RVktXAQslnqLiGicP7kEiBra44MdeBtERDpsuiLM8yy9WZtdDglNxfYRUwSwPsVjzchBCLtaSSnP
niGqRdAa4EP18s6y9YteqUfEkwAGo4diQFxwYthBcC/hHjw2iXbiID6bcd9bWrocs+AU6e23suNW
mMpscvTklo7lHCo8r06aHj6YfdpSRskXxOH3pL/YXXIY9P417aCFC0fRF5A093Xe9UvDBCASm1mz
zmy07vtXY6ABUXEIJUdjPrseCmiGGt76LTp/ALC1hQAvucjJ0IFSUqIlBiT+njQ6CmHFqSxH7GFU
syZpsgSjhyM62L0mTJtFA+qdOy7Bn8bLSEuxaQKYtBckL8bCNHaTcEKmef6NnccPrtm+NE5EAdCg
bbu8uDDFTblRKkY+wKdD2ybiax9FiabHEO2R28MtAHg8OXPpjTnjefSk8BcudSA9HrzfLdOHpQ4j
rxDGXa1NTWeaI4Hd9yuSSi+52tGYhEveONmNwH1ixlYyrdsWdbkdSKwycckeery0V0oOFcxQH3SA
MGRD8kerab6DNkiWKuKHpRN+TmMQrG4f6ifFFGs10ptdiIPdKIBuFWEcHtH3vwWYOfQjRk6m9rki
5b2gMbTXcVKe6AcZbtkur7uMl01BNiRioIC9eLk0jdrcCggrEITQ5sf2ahWoX1s5fFWsdhMYjYSd
WDxknhttU5n50H2CXZOOuFPqVUmbNzoLPDERe2j1u9iuzmlAZxwayh5wX3yDIfitFX2vXB16lm5/
MnJnCQq0VBhv93DB8Wz+MUyYOtlWDI48K1y71kgZbQuIwiYRkxSguLSxM3VBRYM6bVai06h8+BEr
EQYn/b2mT2gkXwfRzTVgVxDp9lH9jsk+L9rYX0tUrSCWwzxsVKgqsgm2TjWuu2C48asQr6gg/RQ2
ELvzakwwjLJudeIVMMOOABWSJdWL0YEGLCvtCHf08AnqJLw2Q/SkBoW9yv3uVZcarKxW26Oi+moH
z4Tj4X7Vw2uX9cbFCkUDAQ0OQOchaodF9biIi7q5sVexpnu7wPSPSh2cSrCZa69RAdUpN5nXfcMu
IrkhcrSB+28etL6+qZNILKsx2AdEhXfE6K8or2F5IpF0bNU9AKRx63jND8DtwyoFFoMFW6vjCSZw
mFjkXoSaRNfsw1R+rzLf24i+P7qDtYjQqEYdkk6hdLwXGzfYAg0XBRFjy6m3JqBMl+TgovaDe7dK
LgXCGJ3mPps1ROmWSfICwulT5Qu+avOsBVjraH6LfJqa3LZqfaKVRtMJ6RK3itepXlwgtF1D8PlK
getf0aagqjFoTKLxFpn2GiUfDS9T3dS3lccnU7T7SibKWY0t/1yOIj0L/2gqHr5l86auhzTdp8nN
2zbNAaM0FrjLv58V6H4Ixa8PN+V0pXlHOxpXOWJyLiQMv3B8rMVjnZrdudO6rXSwLmGiGi66EQ2R
zkYOJlKCZ6VsA0ycGcXGonHWbSv7RR8BhaBWESK4bbU+uJfTYkhBIQG4wqn66ASddZ4XhCNH+D+I
hINX+XVbbg9iC3qdKv/7tmZ044VuRvpWwPtARMe/y6ZFQ2EsHXGmUqAWg57Sps90/TxOC0Kz5c4d
HBTvpn9rwHznuEJMsGvqt03v22vb/BQx/D3Mm/Ds089p2Y+rrKuRSPz9khCmdZh4yJTNh/y0AwVw
g+HL+xZLR/Q8Gop8P9943uGHiH150lgxOS0R6fvtqaJEzY+WPTzOm6ysjG4dUFVdEMb3xAoLTKVQ
u9ei+070r32EkDj4vBt1iNMT3CLzPC9c7AmWIBitzfs2nCxQOK0NEECqEiuLkrDLyVCaQ2JBeAdg
YL2d22BjOxboUA0h2o057k18VJyZFnBt3O3b/xXMt01VpCZM0Wl/WFroIdv9Oa7du9GjDWlH0VF3
GvPseQmgvegYTP/gDvfrgqnVlwbxxMOApyjGZcFYr3rcUuAW/XZcD5F4l46gqecLIW5sH4MsOmdl
1tyWxbB6K1FjGU2UauwT06y+Kxh93ZuKG9zrcfFY+kEPj58yNy9sUUAMcPMSgDLb5mM1N5crlBhV
6FqcNW/TBz1dKQXyAk0P0EENvDNOLt45wPT8YBjN18CvvPO8XXeyFiB0DP7OVfkd02F+M8BQ18Ob
+QhmgciEaQZhG8pfMURypwSefRZl4ZzLPBSYbbuk+3t09+YdmozrvVpi5Tj/O+8AiI5ySSqWRpxI
hYF/KAF6QHRuo4GRW2ud3o8NhXCQUKydLbqN8cYdUB4dFR/pe2zukR8DmGsA3gMKLYW/wTIDuzgh
ovtmWpgT9JeYUr4Ie2iKc278f2ryX1etyaLm77P/N9e6vr6ETf0DRPTPGIBfz/wVBGB7v0xmNviR
gDRhCEkO/lcMgGP8Yqn2pLYP6cjUOeJ3DICp/4I1Eh7MtmtbAAcMdv1mZqL9ok+GPqoDpXF2Ifl3
QABgCX4Su7bQSMb+BziBpbGuQYr9o9i1Zwy2kpRKuVOr7rYwVcCJJljp0tgw0Sca6RLQ/Oklnd9E
mH/2CPyrO+qqahoq9h669tFRIs3N3GQyWe4gcfgGGupu+azbJ8zOOtzLsV7459v9Uc377QdyI4am
JiYcaFb/8QcGEshYhWrBTks3Zkr8UXGGSzkmV0irl3/7Vi6uEyaYDptfp38QbG+hkeHTNpa7SUo+
wdllCupGxtpNgm//fKcPuI3pq3GnyS/HoQz86atJOxxRgOrLHSpKyEu4JL7r0KZx7wlP/vOtNMr8
xxKCcrNnupgfOy62PB9eYKlm2EXyq4yEEG4L89wVFfEvMHEqc3hbEOEviL0zdqB9w2YSJpkRiDXa
Kzf//Ch/1I+ePyX6Arqn8zU1G9nxPz6J02aAib2u3HkerMuEOUyDdgz0fWS4Ln2J0Zzp/PDpD/75
tvMvfBcT//W+hm1jLqHb3p8stBTNKgxHKyhCSrKPsY/XHZjvRfcAPuQBLG/EPO8U5+MlRkdxUSjR
tcKhrRymaL5Zwb517acYj4//zmOZhoWktmPa9seqa+OEoqch3Zk0sbQOUmtnO9xNGl0CkUJ+b9Qb
SIhsiMH24kK6lEV6P+BUBtC6fXTRkBzwSofTDsDp91bwLyr4X34my9FpnhxVpXn542cam5hJQJGV
O6URFXxYnZk9toLDgLJUZ1Ij4P07uvxS6oX4F22Lhl/UnwvrT/ee9v/kZ4Eui9kqDVzz3jLuEP0h
WBwkCBT32BtU/aXHonmJFBDurfa3KHrOK1/+i9LyF+0NTfb7r//QoBJPAq6U8wRjiAyv7hAW6OPr
ONksxf/a7En9k78bP8mlPaBcOp6p686H6olvkeVmRZntChWJUAE1oUheO5Up26C2JHQg0wtYimn0
3EjfItVCGip1uwerMnZEEJnZqcPR5ZwhHUCoUnYMxTv0HZ4EtXrB8GzpJe1toDYPptE8FPGmt4pP
yIi+elF8xXTbWNRtfxnTjZcTmAhQ30Ktl1kG2H2Ob2wQuARhmIxusb19RGITRi8ptNpFDWc8CpsC
miQcZEkiMUZzm4+VwKtVo6xYpPGIF04Vqm+7B9NEC0W34b+Hu5Qw+yI0iKGqXn7jhFEGKEdDdG+4
dnV/jpAmVgLjALNhX3g8Y67aWGjnZ+mQeFJD2IK4YRsQLJN9JoLd4BtoQo8XOGk7s/4OrPSaOuoR
qXfGWN6GuADex1271j10wixUrtELm8qT7lGE8dUzFlF+b1j1izs1xdObUZNOX0L8RzSC+V6vvyhO
6y/UNny1w2irO85NXZOm6vhdWo/Pd98+pZIEllWvKt7n3HhIuz+GFSFypUJkrR+yK5rNF7PiBem0
eIjfcIFheNAil4/dXDtlyqqNzUqPYce1kvQh9rrMgnFlJ7yMwqHDZyn6HN54cWh8GrDp9fuIJnVJ
stYL5cmCSoTaa/ZaZfXGq8JX6QQ3uoHoLSx+hRStCpmufGEAujB7fqrS0fRYo3ppI2TTvR+9W8L/
d7tL2NFP6COhX492sfQOItTuStTXIB/zJL473veGS4EdL+CjHzxv3GWZdYS3yPkeVLZ7eNH0LmVw
9SxeQe6LVR59F21/NNX0Ot0iH1GF6KaCFjWb6X7RIL7WKCl4Sno1RvUIuVMsGPzc9qV96yTqRekY
2JvKa1IkVy3Orq3DMNvoL0IQo25DtDKCe6PQuwlk/BATDzORlF8J2ExLrDnvCRVzcWOCcHiUT7P2
s3VanJD0KRaeGx5JdoqVz/Bi5ImWOYN0UUYKw+sYOwYMbegd7+yg/eFOGUDd4GNVtjdsRXJb/IDN
o50tBwg2FC5obfVpfnoH7cNFr2GZQ78bC0xQoqteEvIV4tpBfYGve/IkAN9eS0nQoMU+ZROnogzO
l6qs2rdKAy5l9LNdrPFtIkYWW7DuS91vL0YVl5ua9NAe5OKzFuXVyex5tibFZgIJ82kMY/twDfDN
6Skfhr4IjPhuLo7CCl7jqeKOGeWA8O9nQw/uJ6rd0ne49dyUAGN77ez+4qXUlQI5f3w9a2zXyUuT
y6AtFr4g1DcOk/cqvF0vvMqWcQQpFiqnl2yH4bEeGRPOzVY7dfVhA3iGaPqiDMwpA0dESw4XbfpQ
KCeqLz4psMi5V8cefqfTPABkD18drMYXqUrTJ6sAumPy7FTJVRHmTkTyqxUBg6EOtBQXLUiurgKa
R1X7rd3QZWEd0dGFa/BBhWLgNcwBXrMNRDdRUNuLO7WZUuGxeptHh/vLVbiLTz+0qhTjtnYhb7nD
sR8kPH9YFlCKHBPfFgTY1Qq1IzKuNypq5oj/KmjgqzvLa9d95egrtHfJCqW02woaexur6m9A1hSr
odcvdjrVLuQEuJAAb4C7AXoYEvQR6huVJn2SbbivRag2Ffjcrnz0MgJc5hReTOm67Vq2FHizO5Q6
uT017Jjbir0jaUXrcuomix6FBZXb2qqC3BpM3NhWNkgWu0tdksEb0LhwUd5ZBqX5GELvXSh96a3T
Mn5GhwkloBzxGC/lxaUacC6FepWGvCuIwxcody5RPgrkPHiBNPk6dQdqlr4CON0pKq+GJk7KHJaU
VL8LX32ELbBsVe2+873j0MSQ19oClg8SI2+faJCfGi/bklVDeZcSiNMMQImD0UyEsogClcf5VdOQ
mNOgIS9qeLuD6PIlRH2mu22xLobmR+OjcGIV9qPIERDt/HivYUKyibIRUbihnMgzfr0xgupZNLyR
AE8RV2Qn6WGKXAntm93UsInHREWEI0HpQsI4tWOc3tSOMm8EcOGwp+MDQrGw4Ei4TkalLMnulJOq
UmUEB6fj4S2FemgiB98G6LcA0EfLrihXOgaj8aj1FE9EeYTmQhHJvX2U59h1SUGU3UHaP6ISVnZx
AwMpRPORYbs7/BCuvNUb2q2BPnPhtz9sdbKqnGLbbQKGIzVCsBk9XjIWN2tpzEUMR82N2jXi0vLt
2xUpdagd5WtuXuqquet7iovMgBvg6HoFsYH2NK5VpPHFSq9cLFtSPrvjaFdOhK0FnAZfkx10SYVQ
JGMiU+9fvBjBRDyVPTAoeBgn2CVhvBQv4H8FYAaYX4SdsTIxX0EEm7Gs34QE7H/0agZl3wUlwY+C
pPkACP2S91QB1Ecex7y716e23LJvR3w6sdOhigad8dmB5bCYmyCrQSA3xpEEVXXqsr6M6NvK2rr0
jvtj5lwarvqMCgkwpZxUlTGW6rKIYAmlHWt8lXQl3f4kmB5szDI7MNGUpLcD6EsBvs1Ncwpc3VrJ
IH+SdhkhbSGblR1nuFfRL67InBWoGJ1qR0dmxmNg0FCXV7norVOTY+yVP+rSbR8R3uVFFTUMfvdl
yLp7zXG7b3FA7iKxD0Ew2F+DdaM6m1oq3VNcmKe2JeTJ5DtaxV302a1b9UjumsCyax2TKPW3UFeP
Oqln4ZfRTSB6FcBLVC6lHpgrYnKk68PiJfJQ2R1FnGxzhQSLdvHwbCca7i31Hi44XelKjTYOLPj9
IDCh9Egyq0jdrynQiAiCbNzWGdkpVDVUdFDEAE8K3EJi76uQsGVNdrWz1YXzdZ6TmxT7DgFR2TiI
XgAogdVcLVNYKZE9yd7pZ6uv8pUGNTexUcyzFHdXhuUKqgH8M2RMkWh3Lxqh1r1MyhUZTZBaWXNW
tZaDHUxM9Do4mpk4CrMRyFhoQGHlgE6Oh1RFLOR3pbNvmxx7lF7H2c6IvG1fYlvlgW8wrORhwsJY
2cXtAmAk05Ch6mnAEhVScOkrKSQfe52RwVtpDPMs50X2dB/w4UkUkxlfpsVdZWgnH076MgKEgbTh
SnUZb7W9+dlUFATc4N4Q9iOXFgdMTIQhqfo29X/wcDYADwjAARd2oGSwwS20WEsLEd2ELqAFTLLo
QDcsY4dyOawtbGEoX567dYaoXKhRswIMoK4aia9LZ1vZoopV1LD7atOhqnMKNVjZQ4AsSNWTL67h
0XrVXdKRb8PwZVhNDn+aTJx17ZAXUdv2Sx1R00bALYu0xWvDQBsYpHcCdSPfOS4SpY6Dtm3XwieD
kibqrlx6INq3XWPtCgW90YoehoyjP6zsEmtNhaRnFDDy0xT/W1snFCde6tKc7m5LCZNRRGvLDl+N
yjlQB1OQFPR0uYHGW2lGS2kDfPEnsY2RhNU2IE5Ac4bwcZ4/6IKcyQgLJXIDY9d4kMHoFbY9fk9B
P4VqbWTN/eA59UW2AaPwLRWKvxkCxEMzPflapHCLjfQzdBFSK3o7oRcZFElUCU00QF1pP8GniDbM
3uyNH7U39lA/e+6Ed8hasQijsFhh3ERykLEBOtg7t8dUgeQuacTGQMafQjBOQ0pX09tt23hHi+kD
uSXtkuuJv3AHhukKw2QrMmi/y/Q6dZhv0SUUIYNimUSMf2IUjBfUdRMvn0+tpR+GAg9iexoUJLjY
LUD9IZUs6N91xlm2ysyM9JJKxn8BaszbzsPWJIQ9XeLUptWfUkRlVj6zmbiV5abKunOPGslSRaVJ
0Xqe1OADdcoiYYy3nN/JaLiY1RRn2qRPhRvczkNdGTPNdHUyQnUUX3SXwVsSyAdtURX6DznwuytV
XL1yO42UQW5e8hSUhY4vlJ2r7RbxE/wJlC8WbQeNoA9pLcjXo2Htpj9P50dDsn0dq8ZnEB/n6yD1
74D+uKjVsKnsCneViWajM3KrcgYa+OEh2udGO2Vl4IRyCt21ycQUJQUk6Mw+hHPccH1GF27D/C7z
FWwgMiouniaKJtapwmeMp8lWM8VamukthAAbVvgoPft1/A0I58WKKyzijOSqI6y57FBIyjLmaYrt
TVweUrsTXihlRrLVc15ukZ6dtr8dHesxc+1bj8hhaZY0S3LduuIWX3SqmDVeLPppUIiCRCTqe8hI
o33DNKTrkycshcQOx/oUMFY9rmyY80abn0gYZ5tAuP3aj/IvgwlIl/mlYyHq6TPXY7oSuExNjenN
KgmLtyGVzO+dmHYuZ/I1CHUAOOcvvZEOdZqW2tL7qpPKMCO+KRpEcwkNmhrpYm88xlm6crHQXFQZ
33p67AZjvUWhBcsWFT5SsulON1QyJ0YBLZLpix0N6kIHuhql3i4p6am1rH0wyPYuslDbBUb3YHTD
MaoYHDcOL56RPRO0TRZFOJ54/Tpu2ocEl1dkvYIDoP4bu4CgatXtEfOMy/wNAOn5ayMfdyG5jgV0
eEaExTS3mObHajh8Mu3h2mQTSq2KhrXre+iHGANJ4mmWbKR4cDnKrWox1LJVgtUQp64a/CC0aXgI
tP9XcLmTRW5nN9Ngivc0yeAxWcUy5NhYzw7KxgulGJBG1U+2oE7U1nCPc+jJcYZjmsg7nTAE+qwH
FKCyZZJzxHTpKf5hBe23rngmWw2IEN0ryGS3uRGePUJ6hm7visb9WrYWjAStxzGWwe7gRFdjmqJ3
k+A6okxT+G1+eG3qc8oJw6pDlFZjtkP1e5U2aKiCM5UEbC8q+3siz9N8t1iMNQU+iexbPyOWopEb
z7T7HpUeQjD9jRHTYyrWHdqPK97889RgIObxGZWrRKW1cXoNBq4BRXeats1gXcSDTww0GAQz10Nd
YmGIxzmaLAJedWV9VVyb4JnO9BKk43Hql3UZLOSY/6ha6vQ0qW8LhuyNRrbCKbyTCThZ2jJcSh+x
NhG4a4YY3loyE6YEc0ZgROss2Goq+LCp1o5TdEyo6XdMBSw0zplGuIY4lm8VbeP2GBXVX5OeCcjU
0CKIGbXfK9E+TE3J9FXDsdnZCCv1aXiNtZc4T3DDAvOWpjnNjHI3GPqN6pGoHCN+9hSCaGtqT9D3
D5bzlDThi9CQyyKqUtk62AtE0xqajHF6J61/34/95+ln2soUU6ZRLJFjsFyCmY7Ct58Cl02tM5vU
p47kWad2CPR9l51pJus+o+eacwOGJB3oS3Tlfd8QS0UbL8imvvZl+iC8YjN2cOZDqn/PQH0B9njf
Y2WEn0ryGmug9sEqHmKVoFebfx5saMJmyrxjCvhYQfg6mEQ17I6nRvBwT6pn+/+5O7PdxpFsaz8R
G2SQDDJuJWr0PKbtG8I5mPM88+nPF8o6p6urGt34b3+gQCjlypQlkcEde6/1LYsi0dOn9uWQtLo5
tUkKMrsbM+mQPcZHCYZ0njkFu4YBEwOLnZzme0/my+7SWIifcxdoSij8bttMnHhRwga8V9rmzglu
LftKYIrUlcAwEGdpu/TZM7oeRQ6ySHc8bFV8lu1wO+ZiP9I7ATTO3pqzUszFoTPkAWIuu/VL+wzy
tLIhHfnhzYR0aelY1RUfTip4m7zFuZ2+0zzcNS1A+0GL2y0Kv8Iq3vrRurlcD33o8BWie4VXQGvN
8ANZyJ/uSmhvBmWBDU2/j+Ygcv1vthRHH1X9hgEBl1/nPUPjZm+ot9ohmkEEvmeLHuNYsWdbZoAd
ghNab++5349NhIiGhdvN192gjRVAZE7tNDzm6MKWWtg7g+Y/VBECPeMRVZauqF26sJedVqRbZfnM
ylDi+Oz7wg8IeQq5ytTm0iPVRngHqBPRQNeTwW41jVkNMERl2xIp81ijB+9jvhA355RsVsFCSueu
ICQLJ9qR7akBen7CVjfHh2aA49Ui9SSnNnnqYMAeYLnbBAi2GUJLiw2yaVcPsaSaLPsRlUF3i2kW
Sy7LK4ETfYRoGV+Q3AC3+lm2I1Eaeu9ZrnKXpH4c5B0fUe8VL22/XE8pQvglHMjI7QtLq/Q+Paug
YriNbOfWmYuvS5fGMHjTbZ4ETS2p/U3fP7gJQaskzW2hWvy+2VEqZgh+OW1dtsbKJVselOnGWLyf
XgxFUumWXKE15XHq//IztrxtYXCnjOFL6YZYXdONbm0+O+zQtJ2okZEY3Vdp4cFLTL4Wve+tFTOk
2Cq/ObP8GlCAEgJd0er2gsSOv9L6vli4haQrHaW1euvW/q42ePthlbGJgn5MygqcOWKlEKIlV5c9
M/oJWs763pZJyujek7+azpg2ulm96taU0Jrs0s48KsY7ugwbhtXFBopw0CKvNDoKEuGm3LOG4rMd
E5oG+9jwh5vLtdwZgj1qvd5dqrnLG6X0WoKadE42qRV6J7aY+ku3e/5RoGZjJJKHyGoeO7/+rhgw
HvKGPG3zHZog/QaGACHQaC+Bs2DHdkjLAeSA/mykQ3WNlrxCgrbVZ/2cPYJxpfjyc67KBt1hubwb
IbVK7SW3q3qYvMjiCwh7HH7sQ3spMLrddNxLWUpbAfsNYghv7ezMJ9Ov2RS0y8/Q9r4RAYzUOyoP
pJyxuKkFd4cq3uoGdzUBuTlBuTPGm8Ut832BZDtufsBJlPvYvQvH6mSY9TsyRm+7kJh7CPvuugME
dYIGZmxYLsfAXfKrSSTiZjbH4Qkg3YtOXjIKdz6SZ+vWhtrrDJxakWzg0b6Dg4JgGGiUiyLRaF8h
Oa8zaRhh5wfVaqM7tUk2CCvnqqD3MMxo1M2xucWROW0M4j/2mRj9vRx8mwyCAYp5k3cQiikb0mGG
RWeb16ieNzFwrr3pM5mrw3A8Run03A62PBUEjkyU22yPPsvJdvBIvLj4ldyiQ5lcGx89Ger0SKP0
uNY+Iclm9g0tp3OYBpeQ+nASB8ct70uYYtbWd81H2WANv4QXFZ3s8WlxAJPSnNIxJUFl9s6XQ2jx
aHivytE6cy7IPw5u5Z37dKH8N5VBo4Ok6P241A95k0vyJTnIfJBnXDpUOVGFIKvmn8/LuzyREcRN
A2imzZuxJvoHMf1iGbPSWMCP6RCy2oWZAstRmQSC5vmPzjTEeSjM97JmoJCnwJuKGIjKJTjpckiy
8F21BH1fWH4znKjzPw+X59KaygNV+PekKjdLXi0nPk3nDAzEOV8e/eWPdjzYh8gFolA15ZXjDPNO
qppOaplCAf6/Qz0RRmOpOt2NTUgLp5mTDsBcS2FQ4+EYB9jaWcXV3wAV2HisAnaCUcB+KqbY308K
WKo9zzuTiMiiX8T5ckBYZ5/JDOK6ouG/++cP0pAXyjM6GpZhW+fLgXa/+P1oyDIY4qv+iTfp3qQp
HK7WpLlXhslwrzYfu8wyH6smBZpYaidSKCG0l951JpIXW7bNtYNAj41jAhg6N6Mz39IjZORtMZv1
kynba34830priEHA5ulJ5SOZG0mZbKWvSqSDiLRdsA0PSWzWO5nGyU4RKBz0yHX3DhUBi86iwIQP
fs8Jpf9Io725n3iNy58w0Vg7OvxI61TpH4aBXyealvpxxZ30CAPVozVOn+LynMc2rFeDvHcMKHZm
9bA2tzTFFpIok3fHrPK7JJjZGkoCo+KR7v4KeJsbEZ9zB+uJ9rd+CBT7J7IzsYN4a7MFgCt7eTTq
b+FPz5my24+R8wZAMt7iTRmCSXjvYJ/7/UxwwRXgueiKwMdZJfN51IfLo3mMn2icrdA/uYN7HRDh
SOZfKYP2XcbY8Hx56nIwM/XHH+u2TzWmN9+x6OUnwZxB0JM8u/EHv+BDNkKsFFVfc8d3bpcH1Ycj
0yYO/rL84HaEg4f4zadFHKqpfXINAiTaajn6jr0T+irG9C7PPQ7Tw+Ck16SPRpx+GrpeIoaGsu8u
Fs+ISFD/u8Rikos7tNmVq80OdqtaBOxRpI1s1IntDvxjdCZtsj/D1DRo3ZFOOCUmaUfJQ5Gkw5mg
TB+jtcD6kOuFpgqrQ5IN6mBDE7O2oHriAKOM1GlHRDPN4jb20x2jRHHEl1V7mQ9UC7BcapHdKZHw
Zvqfklhz92nhIzHt46ssx0KlLZh0wQ1QYbL80TS89nJwBpNfwWmHMx7KgXWNAGhKQh7CecEk5RPC
QCuCrJ4wIcd7NcnI0I8uh9Bp/3iUuLXYIyznzjmQr1Mvh7xsxnNMispvoMrl0eU5N3qZopDsZWEh
Nw5n2uNxovMj6gRbQej3O2G4hIRa3cdCGoELK/aKuNj7Ok7e8rgh+3Rug7hul6MV9S8i8/jm5028
LIBDOZlpPEzRdZj4ZzEQqCD7sL6uFaJoIo9ODlueMid4KqnN76HvHOCZwuQ9xqT/qqZ+XV14kTMV
o7XYsJ9oZBrUIdgjKOGjxX7B4sV8DiI3K0l8ZxJAtusMg76H84GEnj7B2P1sKMr7Nh8OuFTq3Zdd
G5vEcrlmJ989xYuQO8tDRoZZHztsHVQZ/knldW+pW3zvpP+djQlxXF63cYfoO3Tpz8XBeuFB64yg
0mhHL13TfWTEBIU5B1NMB+oyn0tiju3DmlHrpQvFLbl1FEbCe+4xDdJk2SJ13icsyC1kcMC/uARs
7zaPWe1a+YHY+L1d+UfaNf7yZ25zcK6JP6HVaLnFt6gmF8aN/Wfw2t9tr/9ulxZ9r4cEuis6WCo4
4gsF7pP2bTKy6xUhcoN90hTMe2XR7l0Ay2yjeiK0quSNVegmM+P2ZJCQkXtNfRDDcE9uJ5TpeSAh
AXF60RrOzh7Djv4wN7i1Av9liHHTPsylO+2oZtvrlSj6DaOor1SMSF51l4dciQDG/JV+G7HeCOTp
8+i1AMrZYeF8uczrQtWTcFUdi7B9sIjoGjy2T5eOXqqiL90Kmi8bKpMOi19gWBXhGXxEsU3d6bXF
J7dxTTCQyC3MPmQDScApGx1hsG9xUkxEndfeZ8Tb2zL7TJT5ZFMs0jtkz+wX/TYhitof6Qu4lxYS
UoKBthChcZ9Ci8OPDqFv/1na5GiJ2b9IwZTJrgBZk2IqiGvwL/oiMrgiZ+hoX9mVeyxxl9NwMeOd
tba4vCjh6uI7lR5u5CbndlbQn9CtJsy9wSCgZ8epuyOcyKVBgasMEjOfs/4oI9qMjh/k9nQCr4lh
vC11W7i7nVPJlPliqgzZb9cuipHlS9qcBANy68D0jgAp8BzS7alSae275l364nN2U0ilk24d5PuV
5ZqSP8WCY1xLZCz/+UOxtKDrbx8KGlLLc1ytf/yrLi8SxHvREjm2hfU6ICdqM7as+ldKZv/G8q5W
INyKpBxAosF/fm3xb14b7p/gRS0EUMpEJ/tnwVfnjG5Bqz8/1nriXYTsv3ghK34lh+bWEO5tBSRC
ohZZZuvV98RJTaTlsAtjLPoYKlh/rUNwI7qWZehvsPZioqXl859/S/k3UZgyLdNzAW2ZyrYZGv7r
b1m2c5k5BNUcbZ/fMu7ZIPpdN21YhtlMLrq9VsLwruWgNpFCV4VkrJmyLy3mSJD5b4qS6Qgkv33F
jhitwaet93J+jvrTg1CWtsVnTquQc2LvCIqyKI0/gD5R3N5fJIiRqfftuh3YN0jJ39IFh/0csSm8
6DTYJnwxCJaBh3EZ8x0OvCyvYe3TS13nq0z/lr5NvFsHn4F7Mfy71DlOC2j2wh0foSf/Ssrp7l3J
/FFv2OjzfMp2eszbDtru/E3oJmMisQfjW0PkgYNgPLT28pTP8fE/f9bWX6FmDjQ1y7WE7UrPM+Xf
BKv1nFSGT+vjmMjMRb/v7NCosvvVepNWr2RE6TFpJC2FHs2ImWUpgjSX4tYanb2czYrbAR1l3yNb
2wBgf1UCkzl2o3HI9f16mejnrEXuFaD56J+0anx0QgbAtVVdr50q9qO5fhWrMbK4YcWUJCBems1R
TMfCjnC/xZ9RZyCEs+hXJ3x1eqAITltb3Vn7W/YoJhqVjV1QdQnde07FEVj4uqXNULW024iAJnSq
v59iBlOZBYaW8No3b2VHzEz7sxAwrTUDuF5YeeDffkAwpCrUP49zDpd562D8ylNyxek5GJZOtCr7
HwWWJdr1RSGoFOwd6UyH2Cw/B0G7sbBNmJk9Iy8AEGU0mtvUht0axgnot9J8odCjX0XHx6E1l4kW
Wx5mT4f999ZV/eOl114blU5XPcW18asSnD4lFsmgCt13a6TcCyH59GnGBstEV9ZBPmwZ927KbjoY
hcANnwJZZFwCdjmtT/WnsNPlPCGb2ma5++ryQyYE56iavjsTyQey3BN1cWPX3qnWIgEJsJKmFDCO
1viICq5z/as2J5LlfhnT/AjzcrxbpHZQg09L8BK/En2AWKMhs2Pq23NedS//5XT9N3cUyxXSMnEC
uMrVHoA/L2DRgMbEMbrsaOu3rO8GHs9Rw6mfEEdLL2XTGtNdYvi8CSs9vNMDs0or6Rwto2r6/L/o
d/+u+Fa24iZBqCZXEWvrX36lfpGTrBMrOeZu9F4X6T3l80m3vgkYRIu4nEKtOKum8VVLrwiF/QzN
5pvtu//ls/k3i7ut0FsLLBIOksi/Ss+HZBhDWVbJsY9nbNQDVxVRpWlXb1G2kKujxI+Wrdq4uj8k
iPwgQnLe6f6G1Pox9BQ6860ENuE/m0PyLJx42dEJC7cJ6JD//D2qv8nklWOy5qCQV5ZlO3/V4VJg
O4zBp/gI6DwMDKboKCsCc+xSEuSEHmazrV9z6e1IE7CvSvOKGO3p7JlOuxP8RRrU13ACpt2Q+PBV
CHbYCt2NSiBe+baTBPRZ7Q0ZvZuhGtQrnkMED+ZUsHksK2NTj6o7Tdn8UixpRUQoqlhRYPwMMydQ
hqteFXshgZ22fTIyYhIvPfEIryi1xnoUmR3Q6SM0aKKxln8jESM75k057OohifdcFlsQ1dGLLMRe
FupWQle5USNo2oW5hWFPQeTU8py2XDZ2U5dbYVlkkCnjWwtvI0iQ73IGm29LjljXIC2InuNFKlrS
U/OV8RwzwDW5R8Qivh8lC/Jalk8qRhsV2cUCFts4KdO9L4foywU+cpD2EfRYe6w6n4Z2Naf7RraA
G1aIGqquH/OlZHNK/MGhIHX12CbJLyLXq9/Vx/+vjibbNgVOkv/T8v+NZ/r8qyx/dd2vX392M/3x
t/5wM/nWP6TLfZU9JdYD15Go//+wMynzH7bl2p4UeIqoA32K4/9Fmsp/4IAypQ8QwLG4PVMg/S/S
1PkHUOaLfB1Di42Y/f/FziRM8Tf7gSASBb+KadnSVJRc/7qgkvBqk5jk6rQ4j3HaDMjT0ofJsftT
b74ODe02pKwIuFYTfASCCMDU+snLTy4Hg20yMxJr+uPJ2Yi7P/348oPLcyXTuu085CFTyH4D/gcs
46izK6OIBILLn38/9O32BES0P5QkkxxzB0r1BPGRKUWpQ0GK34chMblPDwh49gYG+gvJ9E9Q0ymE
EwRI1C7PjX6VzEnJPbTgH6CVI+ddNslwjifj1DgShe8cZTvHzyiFudM1MKf00Iwh6tVk6xEhnQqK
1hwHVsiVN4vS2nlS86UsNA8dYq2EXm9KRuU+i6NPa4aCvsz1S2sxY0IJ9MO4sx3zvVhkTJWS0jSa
jT0JjuExNpwatpKD+L3O73pzvJ+cOCPnD0f6YkFDXgAMJGBS8wF9fTxGwNHblA14lBxdh14oRmlS
SIj0nnSCWhm/1ayYyxyle8e3yaqCIk7WVUIAw/Aw590hcRjhOoe5Wde9mF4y2tv7gl3RMDFYMSlx
ROF8A5/83OEI30nwHZBNkQqUs4fOoHhYyCLbdh5iSceo3b2vnuhfj/t0hQy1Wv5bSZhqXbfzzg1T
m+hlMPOjicITP9LRXMB6Jh33JJZlaz9p/ofRpDsUS2llri9G/Aj55B3M365MVsBNebdBzWoFmc0A
Wq3DFGDsQFm/smXS4AfkDdciQgZCfsrRJCIL+uNdFg7O3rNyYseTnqhKuA6CVigjOv+GacmMopLw
sdLAd58IxPZ5fY9dq3kQ2dkdW29Hbki/XdBgRKbn7KHuwcZYyBsoLZLQ4A48eqprIWxA4F/IQEKF
Qfq4p9tu+Czo/ryLBDkO4BtrP1s+EsVQfkd/TolFAyKd35Dn90dS2MgU8dePJBQJIhRqOX0FrbjH
gYxBxrg3S0JhE5fRP1x3e+vEzo+olwQo2F4W5B6nTUhdV6JfPSxFe+gG1J69kGcLHElbEJtnmNMj
aDu85Q0y3KkhrK6Mlh2yhD0mYBXIzM+O0YictJft2Ry1Zno6rQQn1a2crxPDL4LwQYns5JINW/rg
qWRLmHgyfs8HgwyBtXroe3o81jrrfRbXj2Xu61Ysp9he9dhyZ4U1RlxDJFsvoZXUTgMFYrKtoOAQ
0OoSHNhxIfbHUpY0kAai5ebK3WZ1Y10h7XtugY/tsO5fmeuxcZyfYCtgomdkJzKIICmCFODOgfw2
g+Dmxl995+wA3TBMCQpM0A0LxSoKUVKuDIWJAMYAZ3GQJO3bSJvryskPhkb4QvTl3l86VxbD86Ff
JrBog0XdSOCXy86gpBjizMroukWHZMVqTTKJUXXtQZq52nMCYYZG9LMsb90EqqR1bLFb9C/WlJWD
hCIiXR00+alwngtLfmReWO8tiAxmwAjigwGkRQMjpqxBELmx99ONbXu/Bkr1I5bXla8jLANHaOpL
htCM0+zo2WNHF56wtxXvgUGFFKoYkyga3VrdWEBYgoUeiiYLKLc8pCa43FipLjDEnB5US0PRm6yf
zXKK6J5levyFwDw9soAccodLQ9fRZMXhweBFKoxR6ziRveQBxwnNG9MygJOR73Q/mM5PAis2VTRA
c5vv5zHpb5fcWbZj20anTj2Fs4peO89lALkk83G1ylPLOWYOJG+syMSpY0i4WJJoOYypt1mZYLkq
U8E0mj/ATpSbwow+wcS1CaP6OUtw3TLWKPIxCGMcjaFxEDEr54hrqXa9JCC1NgLAv3NicIZNiCfL
ka/2bGrGglGykWdQOvulQONJtRgN6LoYE+y90gNawCRV9sRvLJD/MdNPIZXnZiwnMF/TIin5/F/O
zPJC3ZUfF8V1Xp9Is8g+clmemA9ugPYUb67zZRQEX1sQUIiSTU5hhdOyqr/8qoRyzBTRaK2BiUn+
PBd4OWbwKjrZCK1SHst7F0VTWnYwQozwtFqsm8PPuonWY7jar6TNjMGcWSgJu6kkekWJHWf1uBcs
U7VjoehbTp6H4ismZS4ctthUGVS6jK6Eb0wn0gwqrckYr1fEdzUgMDTk7lWYbgspPsax+cDpwr7f
GrqgGQi7NrHjbFRafp/V9KmTfQs6MoMx3xVjrWkz6pzSH7+y1Z2J8RPFBBnDngjf28qcTn6MlnCK
rVNYxAcCIpyt02uAi73mjLOW8NDm8XFyoXCraC3ujRr/gUkfPjRFuCs83DbxIocgZj+p5qvO4pK0
ZxkGLZCHZU6JJHxtC1rMBjVIUOsWxWQvh1nN8zl0Ge91riIGqEAt0Gyz1W7vSsxPmyqLnxsCgfDd
TuEhN5HLgOlIdnSREI8h9J+APyzd4m0J/4Nd8Y3gq6Mal5t6qFloluUg4bj7JjqquhmC3PF0/VJ+
lUqiNsaMtANW4AclN5WoI/EvW59b2YGokulyPZKtTNnQMLCxncfISrB7rCjNYxx+CDsSbFx7125o
+dbysNBANtL92OXzgbzMuySlcu/HZt3ZFddEV2ISkI58NAzUnS5dYEIh97p8QaAcgq0k2M4yb73S
feLKeTPRBJybup4PbRafFfXM70NGIZF1qb/zxGMN+cBwCOtzYyg5tAzJzAPxGaSNAP6kQdarMs+V
PtDk+iAXRiuz/ZuZKC7MDyzqa5Y/xHXNmRerjzGms1tn1XGOXFKDI3NmrXMaH6GT+2yOer4eLu+m
j/R5chQbqxibGTZqQQxH+VnrkdCg50RjZjAy7Ivi0cyIWVrYKkYps5Wkdo+4NTarVzX7UP0Ml67Z
uRYd/ERZ4Bgn30fIUzJWMb6z5mPUM5q7qB9dZJ4s/dJw4FFOivGhdLhnqZwmZ+ODQlsQhxNbPIhk
OaRu91AmWRAWRn7qUeC6I7GWev1OJyJKWwEMXpRjswfx/2gr+NhTJkA8F6Bd0Cp5djDZVNWZTXS0
GwWGJMeodermbMZhdAIXtel0aEWB3rxANTt0B+lOdwmRX56dk/yoi1izLJ9tPW1j/b+Z9CwTUMJ4
mDsSPmXs7kmNupvtagITIlomST0cuzQXx6rBqRB7zdkBBb0Xuf9Ydv16spOnJX6NQMkF5jBW28uv
A2ZFr7DxyVNFss9hdyEAYG4zhxn7VcRzNEDOOsFuCxecmlCJfG/09XOqMt7tQiW9H2bjZlWZeyoG
MbHuOb8lARH0SUYxRbazUutXw/hzlxUyPqESh/7VpIFsLECkISOzPhmbAAGcnoVDCFwQ7xCRLRpo
px/YCF/SlWK5c4oo4CIxbR/uKUFBE91fxJ0dAhWEzRC+p45QkGEZ4FZ6To+hD5kyNs9938o3P+rM
c4e5JojxQG9amCrniqbTzvOLjyJpu8Oal2cMZt3Zo47qC06pqPxoxqcCGdOUsF7EZnVbppZxQGB3
Vo2NjYu+V5M9J9D+0H/Z43noEMvZqfxUCX6F1Y1D4m345s0Ff2aC1dWpuJysKH9d1YDvAc1FVKg3
6sB4r0R6XREtRzvB3Odi/DVmKKtBV4dRNgFww2w651ekT9rn2nyufUHqc28vZ0dvIpzK2Meyc/Eu
1y3amAUAcEUWcqkduJxGrjNEOxBtUB9rsgzKOXswGrc5uAX2Jd9EGG0CMw5p4GGIGmvQNd1yKtRj
Cy/3TGCWd56iH6DUltMarsVeNOWrbVsIHczVIpM4i44JcW+YiuN26zdud7DZuNFkBCCf1+9UFGrj
Fiw2ngN9DmBfQ6YY8ufVx2BQvjQstnuJ6wBS7hUNfQi9cX4gAGi8MpgIL6tvnZbh6K25wXC7/6R6
eM3JTOWy6vCfMJIbUmcPPMuc4uUsEOaiLaubYIhdhwAN95A0+XzsXOQjpTeQpFbkBBZklXfyqm+J
Ieddzlr++6J2puJBNKLcEhINTF2fhaI1iFJ0quww596yCaPKAuPw4aUNp3tN4EFhGggkhvw6n3uW
DmkolhWaWlExc3X7KbaIno8o7BkcqiXxj60iXgt31YGd1U1CBNN5ucc4PQAC5J8DgfqM2UTuyRqL
CXde5alfdcmH6CXEHgW42HuNGDhtYzQWOJ85SdzmSpYkIjfltswTXnuowSYOS3qKyHfbVJ16bRKc
rpFld79P84XONY3cLtsp+e4l4iPOasb2S32dCutKQvLZ2e16lUcoKtGDbDAttUG6ru65NSmpPdxG
mAeumywfT7HzUZSq24iqGIPG/yqGwThfDqZJ4C8eavthoue/j/Xe1YmqPw55PbySQ4eJ04CCdHm+
wXeH/WwkbE4fQqANmzKPhmvTFJciHeuB9cCNtDtflEp2NlgIO5tPZBGKLmEit7Mxj5yYbh/Qwx7P
iUQbkBPuimMXQ5n27MgCemScN/MWQuq4778xfLHOoRYdJE3h/n6EbQNRRMNqzX2o3ACbbHdRaYKz
MBDB23Ns4FybyEVtnF0/tWwrHUQ+ZRQfTNl4x7VhXtQodR71z/55uDyXp2h0IwyhO6X/l6YqwjOs
sMeSwBto5WTO28mDcAqS7Mtw+YEhy8XN4LvntNIk2kqq28aIokMsTe7MyguDvmGCWrbknjBWwLGR
VW+M/nvuDYoZewUlzErMX+hQQ/udlK2UywV36iZvY05m339gK9acaUHVvw+hvktaRDgTAEvszeVg
pjBmy0EEdicLlg3iHWcvXM+Xg7E+NLYhT5fb2j+fJt8d/lVzXgrXPJv6sA71M3Ypndg8NMGSOJ9h
l0V7KxTTFVi1FlUni+/KUnxELn9a12y6IrazqPZ4z8pdTXIrW3UNVBhPBGptQ6H2rAGIMgq0K3Zc
ANHSB/S6382henJ7j4QoZb00wJy4cYaAVInCJMzyqmoReI6irw9ayI3qyYHqmR88o1lvUGV5W8ci
wtrOLOfaTBFK5OkrWW3R+1w+GummHHqpqy8kOJ6VfDqk6G6I5OyuwjV8iFF2PdFptZnJbrHhcamX
oXsfqoR1Nc5/9q1xCNXon5MaJGvjMIhiqrnsZEbeRk8V8TzE9pXrRYi3HTYGs6iiq1Z8rGZx8jM1
vJddCliG/+rU/tbVqcASFBLOYJPei6+ADysCMJt2E65Vcz65jvurH/Ln2CwUHhHNxLe9A6Gy8zFE
lPK4JsmJpvJnWBQoV5rqTFPg2yIK+7HNZRS4aemQwCni8+SPGzZP8y0um58kKK1BsrK1rMjRoleY
jldTpU5uL7ybUY/3VLHMm8Kf1HVSf7cQxF3Vd3NeOI/sQETQVsW0bxMVODErYrWs9SkV7HyjGg75
Gg0jAGXqiUWWYt9O3nBgd4uPGCMPYpb2egrnEKNE+uhOn8scZx/CmWGl9hAsZ/uZlLpP/xtpqOqW
u2IUtL1rPceuAdpZQeetCZao43K57vO126+Gcg/e0qnruMqIs+h6QlQLO1BR4R3GeD7XNamXY50t
WBG+2rhcTxKRzmGlHGED4hs7BofP1bpQxZoUGKnnzDdN1y07m9CiIMaQmhtJd+eW3be48h0wHfqG
a5i0UFXk4VjhZnq5CRs6NGpJsuJIWiKKK6i5WG2mrdLLvw4AOPstqtHKSJ8vT1ELLef7JlcDfS0O
yzKM53TCm5wLImaxNBN1oPu3vT4YuL1U53LxKXzaBJODvuAExIJe7VMnesn0yt2OSueCx6StjORT
6MMiWtxtuHYvT4lOJ0nVQr5gnYj2wiOW6XIw9SNfNvuqb/Jtou84TXzfJSg9Lz+3udOfO7ZnxDbF
1AqFOddbKTqK60voySVR5XIQcxcsIaevaQI5GWSMtsalg3C+FD2w+v54lFtpjo7Ser3sdCq2NZ6W
r80zsUy4U45MwH/iZosPyM5PxSjV0cDydyUYnlYVo+RI0VYJLUG7ZSnTI9iEEVFzTkQoosYjb4+m
yHDggmFsFsasH8b9bGVwT8LewrvSaImK/EXmn3VF7siV76cW7T+dGgUZN68e4yg9o7CFs4pzdpOG
2bMkwJrNC93jBIcRxkoUWnXV3KUNrzU22MX4uu5RjYQ75nvd1oWUdMPZWgf5UrFEkpUX74yMcG9/
je+QsdVTOR4q3DmRn1dbnyY77aMpULVeaqL7wfbu0xHby5BFQd4IcfJS7zGL0i+aWtmB7zub530d
mzCc14Sg53p8ydLiyJ4NlbCP2IixhrFp+Qo2LXHe+IhLQfwVVpM2fckTItmXEkQCTlt0xvEn+/i7
IZoPmcro9HRoB1uVbgXNRZZH4nIbbtFeh6WDbymz7CO6WKSo5M/sbGIMMDzN01lZjLNtfyH9MeHD
JqimCLwuAyxtIz623Y0z+dcZWqtgWL3vBH2fepVfF7iOGWnw9tX6jeCJc4pVQczZXQP+kDdguUHd
xc3GRNhNk5fJn0lxk0n+NkE7SN4wojGpPHgDeHELhjjFa7pLE7rXnQ0NurHra0Gq5tYzUusOJD72
V4MT1E+uMcxvpOWwlEsx7RlnkEKvmhtJrzQ3Usz49HRJjb2emQcg3iw+kkm5R4EiZ2PmRIT0663V
GVeLzcCu6Y0nGv1PuyZk/lJbb0xJ65MuY8vp02R3vUkRADzCw3+LqIoeO3A4jGhSuud9QcOZcjDJ
oyc2Aql902OIpyseAwpBt+KE3PHIlGRCXDzjq7rxqIlHyJs3s/6im8VpwK5u5wqmpSPFD6/xydHu
X0sFSSQvvBdGP6+u01m7mFDIg9fnN5NHK0TJMKPwq2+xlqG9mkDBuikG7jj0Tl1siWMZWjc5tm2K
pyzcDubeb+dvQ5p4aPOWZ9/HlSkXFdSsWdzVWiKf3WBehumY2YTVMkwjOcKC5WukIXN3+SgEA4GE
XN6dGU271ZI3klZc15mMTYq6PRfIh8oClioctGExhs0qWjTNTE3McIK2RUI1OAXgE9Pk7gw3G7em
1W8dXECbgvl/IOxfhup/2iK+FWVVbwmfzimM36P4Ph6i8LRE44auYYRNJ7NQLJJJHbrIoqGTbnnt
a6uwMWl2084rkJ9QSDd8WCaLSnj2jfbDbZ2v+UfJlBBVY3ljLKZ7XUTxtzL9wU41pnnX4/TPOLv7
PEDgxZatvl8SmxBbRdfKMfb/w915LUeuJGn6idAGLW4hUyfJpL5JI1lFaK3x9Pshq7t59kzP2Ozt
mpWxUgJIIODh4f6LKW+rx1ZlgBjLBXiwyXoJFYhQLfZ9/F72HXfaqF+dRX9NpHFcgaZ+hyWvnaR4
DPSQA6pUd8WqBH4zUhJQYdswdSmSe6XMAkDN1PLEbeTXMoGokaTKEwZvn7FSVB56oEC5l/K5AHDg
SD1d8liK9k2Pc0I3TaTKVBOLWXpcKIc3iNdcueeqXn28xlazuRoD4Mz0MVV71bESAAg6VGLa5qYf
ASglUBQfIRIeQ6XpVKSaxVHonDiA1BEQ3IxkPS00Ll8vEAePmbBU2kPwq5aiHFzTEB5E8dpdcFl+
KWfrrUiriaob7O2OkI4I4Em+xt8hwvnOPIaI0VZ4XphJQs+oYDaKyKCSsEX9xMwH7n5yj3aOdm1G
T8GTU/SpodL41pxInq6AFBVKrbFHyQptJjb4yrHw2QptoF2vbiW1oZ/EVeVB8FQ9s4ELbAwB+ccX
N7sbNSKXsZjQ6xJRlQ9hChryGSvjQeJOq5OnmvWZrTcVwmAizYo2hDmYIevAmnmLJiTyYBrI7mkt
4KWlq5bNIbUWTK8z3E7mMzYtXpM1uiMqUctmjgurO05Eeqkr5VsG00BnjeM3xrfR6KBARhBa8zo7
Ro8ovxMN97pW0AGqdU6DxSYGmG1HKJN2K2TvYpqSrMTdC00ESDQKIt4UB7dJKexrrYttdRlMNN3J
QLLuPAGPtZngoezmeG0vHjRFOMSqLLjc9U0T6fDUCpS9QYsKdV36A2aS0FQ5M0ulH8Nk2Q7rDdVS
I7pCgbShCQPlZTmgVdwizBOtTqm3YL60NRmiUzuxBp177FFS0fCQEHXxNO49luWMQgx2MuOd6uZX
XRaNryL+MI1bQ7LEx7g0aAdluA6vSWKofMVzt0/nUtwSa9xlyre6SI/IMkLP/GUE2CKKTlYAFBSS
tWSE+HiO1G0kiudMTj7osNV+3HXICBrEMlVILg3SHrZmpA/DzBATJxp2Bbe02y1zgS5QAZu3SBFA
aadH1cA+Lm8QqEVr250iOpARmhF52zXcXRFBFVl7H43CuDPhxGoQhRp8zA0g3uq8WpCSrtdTjmmC
9FpnGkNTxkSthpMZ0+Ac4eCqX4mWKSe5Gt6EHq+2RitVTJEiZxkN3QOSAHu5QNRZQ54RjHf7TYzB
/UI0TKeYhn0X0l2YiBmBtGKnYft6Zm59lpSoDJSbvGRsqPaYJ3q5ui+tpcNyUMvMDLpBjYLrmuP+
/DHWNDiRk//y2s9HBEy0INyEKPPWBUoWN9PnolPC7I//cyyWIAqoItSwYq8wVfOct5jZSrzwMAr7
y+cbzK/8PM+eqtvXb5/5y8PbJ29/yrWYoMvcHtK6CVPpz9KyAnfwRPyzwdt3f57+OYif/f1l07cP
/Xz8z/5mZHK8UFoI1ddkdG5fvJm+4ulFOROQMrnXumtJh+WPxhKWRKH8JC5KHBihiEtT2H1RFJs3
fVelQV2aiIiRXXtVon/pc7oZhpe4LpkNFYxm5qhELhuUXl28Jcs4v0crxT8yjIMpQ+YR5IWK1boq
sUaLbOjvDwsIKrvaZIGDcM/7da0Xkj/9889f3FtBHVgSLjK8FclW/U+f11Y0kh28nOw6qNsy3//9
/dv2jIKK9R8P2Gzd28/2/+IY++dFdSG3RMuRRC78843b6z+H9WdbP89/tvU/v6YKnblFvb5eC+ha
O9e7kVKjbaiz4t6eYlnV7Np/v3t7dHvt9u7t6e3PbQM/T//Td//TphBYGMnbuBbN2hyh0UZdib5B
yK9lgK/P/+OLStWw5vh5v1y/FP986fb89rZes/rpTejGtA6aniFNv5qH19KY//nw9tbtj4YPuVAL
25+v/20Xt6eKOCp/QOH/v4LHJERG0TL978Fj2+JX/PE3M+w/3/kXdEz9B1gFIJIAtOgj6isy65/Q
MdP8h4igtQpoy1xBZX9Vwpb+AXAexoVhaJKq31R//wUdM/4BEg2MF/LOpiWDvfx/gY5hv/VfsLiS
IqGsra/kDgCwfwe+9nILfwoY03a+eosK7whgKiMuzs/XOUK4zmI+jHrj1OLb4OFFtc5Fpg2LLb/H
7pOy4aQGalbQghFjUECrkiPLriDv9cRpm4+uzVE9S+VP2EoznkbSPcoPKm3A+KM2osgfR7pQpWp2
e+C9rGRzNJ3o8+Keo0fioRVipPkFektF2247rLJWzq2YLkHVK8OebA91I7lxEfiFL2AUKBrl5cHK
isiP5uEwzBbtA3h6dmaKR83SZXATaFbAXvucZTprgjq1zrpqLa5t7VRd/yAgm9BYKtTfeNBpFGrc
POBNcNQyKUr20P7xYpo1470UMJCYMV4Oqybb1wLmJIpZB2UIbDsEC9APUnmUWq9pWLknavFL07W3
BC84I4e/mS7V9/ACGNln3ZXt+zIxXRRXWaJEmmfBmg9mIQEGjXIIrQkWZdQj0OiRtM3IiiezRsW7
aiQnJeaP4vAR9dbvFDHPWjYOeZYGQyGdxTDDMALYyaKONThxVt1VimELy0Kox91JTfpDg3cUBZ3o
Lm/UDKEh9TNUo+4cqTpmhqmO8WEoXoQLtRfYXy0aXlBF7aYr+p0ZSd4sF9bJuk7ifd1/J93ZkuXw
ZZzMEueINHUVQ/7qVYMuk96DkEWaFdbmclLznnzXeECiC72HXNXPdXafojRnDKwtIYwAf1mM8K4F
v79F/+5BUAoJR8f0l17TUx5w+aE3b9VOIozAeIz8AVGUEF0BCZWbmEVKQvvdBa1535px6WR6IlLi
y77AEWa7xKgCFhng2MZRdltDaDexKTzFxdWzVoZtdPMTGvLZj+ew2A9gB6k3LV77XE6lDppxfujA
sLmE1nYLAQJIml4dwFp6VntF6Uipe3tCDVGmvrOfxTE8FRaClP117r1O1C841lUvLHEQGyFRDnvW
xqXqX8XVtz2ECFB02YoxqpzFQEnTVGf6rqyXOyF+ppGzLvcLF72vcUuxzhcyiuCyqOkbJFVZmKYF
ySntWU2labAaXVAxz3xQdiddezdGdXrsB+ZV+Kr2EoLuSmA7mz0ydbMsBG041l5OxcqAuYmBNaSz
Pq8bRyaVkEro8FTBHTHPRneESnqgqf0RL/pL384ipKvEwWrmXU6GczIriHfFqFDjZvqAwYR2yOp7
Y0zMEzkuxTIUoW1tANg0GL/TMEYhg/bSdRkQUlHpsAtd+ImQlZ+yRgusJf8S0vQUKcIcFFOzkbne
ntxHRBphthWtQZfNdOI1y04rtD0lSXAUKdG9aQYGoI/U1jRYzHMhRptSLXHGwSTEZ5E0dsaqKNu9
JnO9T3oTeWWEZntzgeFpqiA110VKhcnRVKHLEHb3vdb/TvHFcAS5g+kczzTLhGnVfc3R8zRwVTLU
h/qocLrUDpGXoQDsuSiIB3YHWW5PoSS6wPZOHShWt0g1X8yXDQgy043KJYVFRwBSNZj0YAg3Q5cc
BcoUjqJXkQcTHNQqcnGwbWC45aTsPWsnRsd2KqZNEq7k+VAf3aSo6VEYYLZMSmP0RKdeU44q+BwP
xRf6lUmEhYjyIFbGm3aFxxPm+X4UXjK5j/28T5GGkFUQMNHAQnouUI9W7wULr0qq0eFr2iFUOVUo
2nQFMUIv6TtYr9E4aV4hDVi6IMOAPl39EdbyaYiBsQ1p+WzOlQGRCAprlBabZox/w24Z7+Gugzxd
zMccHI2/5meXMl5rWvkYAIm5uy79w4QCqR3qYukhtE/5kDgu9UXtphPaJBRR0A/5Bndz3ZVyT96f
q/da/Nvspi7QKY9Vo1YDyZm0IFH714UCW0vZBD2BYylmD8IkPnRi/UtF7oySU45HJcXHa8aUF8OK
283TWaJSDxKyQhVjAlmM249nmpCgI4RwFzH1E1mBGnsa27g695LxVOATdzQlPJiWKhICpX4rRDUG
uCMclBT1/rRcPqY6qYJFin6TC06HxPjGWk7fwsArhLmG0qts50ryACT090BGSqdezso1WSBbEUOR
xfP6qZc5CwmWnIig2jVV+ADb73NiISqjGfRlqDyi09WYrdeiMQV1E8Vg4wKrfysLLGOhgtDm1HI3
zfrKFXqBlFuEQtCay8dVLZJdWqXPiNyPJwun9RCUGDazU/WQT/EG+2Ec7+iZ+/pVdMw41I70be5H
meV+js+x3VuQsIpGyNA/rH5XViEe8Ncj+scyojt6D0EOiOqswQ/J5eRY0/hGFlvuA61njZCxDkw6
MK66Bl5NulqIuYnj56JoJzGphWdkFLxetT4HOlVeV5v0dhK5QqiDKk1RFneCBmo2ZL6NreVXOvSf
ydzT/FMT0MddgZJakuwS0NdXOY/2hald5sSaXOEqVq7aM1X0izS6AG4ecb0jluc6MAqF0oYUIz3A
2sCVi+WxrlLB67vsrsqZC4W51X25FK9uSBuqsjAsRP7Q7aopOTYdHSOd7unU5KmLOdvsVGmrYnTW
5dA1v2UQ+oFJNYQa4ibsDd2dJRRtF7QH0pwJut5YizRTKw3HlftD9qWIRpD0TKRhlEaoLZjnQigA
w4NXbcLcXTuXSRymR62NXFA58DsN8Q7aXIzEwaCeumGFFA7yBytwNBKN3jjCaEPmvBUkxEJTyxHV
7pcUaqi7UuB0tSyPIFAmx+SxhGHiSGXzazL60i+l8klX6/cOeMwmpXhkh6qie52F+mKXXeKuUVyi
oSkheFwJ+UsU1yC5ByQ556zyowGeCjhOYnY1CZ4sLJ9xiwuvlBSnptR0Znf6dFKsPsudJPsyEoV2
5g9W81zdicBESzNHCqiLmOQrCWA3PpJ2gr81FdyFLsDyFY00TmUyPTsre/xH6ZBU9I82VGN2Y5XW
QTXDjcwXiSJJ15LENasCb4gUZYYg2CyHDg3dlftf00Mirkm1jkrRCnYfKANNtZ+V9AeZIvot8nMj
io0ykRaEQ4jU2KZckmdTqcVzkh8jwbrE2BcB08JXTJdmT61ZhS/tHgDSsuvmeHCXZXBzbKUBkTwv
BHq8BkiUUCw1ob4OEvqBhZDQKS0TwTdLskBjqrddU8vb7nqM8Jw40TJ5R42q3M1k+UByRgtJR9QF
99cINNAk0GE0UNU1lNKfkCtFVBHb3p0xX8udJYtUKyqQQZAjol/AwcDSIScEv+P6GKvRY3wFdjEP
zeBmISR0PAWb0sP0F+F4fIp3+voH6ehu51Mb+Ofz24vk2NI2BUYHkhrZABUMQp0STPlu4oUGv1co
Y2VxNOh/njlOIba/vF3EFNRpZZ/rnqYiswgr5fXRf3r6n16bBtnAvSGGIbd+N6Ne6lQ5Tuv/7VZu
n7vWEtpMOqwWh4xo+MuntTQvMrqF/zoGNCwxDzezhR7Tv9/5y8Ofgwp1ZbFrs8nA3/7r24IgU4UM
ka0RTZKpP9v93/5KKUTfU6tAsHALvM+1Lnk/e/vzC26bSiu6PtDHrD87vr1WNoWONUJqOi0okh1g
cgcTPmWj3YYCEtyUx9c3ynUE3B61VGvc8Mp09vNG0xBujHWUwebJHQnTUQd/ZYZUdIMO3hCUtz/X
pNiXJPOBlHFV11D3lz+31yzANm5YpMBRi2QJwDFsQDWiYSXUxS4FdGV3EbyP1pAzQJpFHfkZ5T1o
g40T5YzQro1pY+e4aYrIR/x59LfXVNXcgG/pg9kgb0H7GQi9aoFhm1E1HjU8p7uVUoQINLhPBL/Z
T8PqNyowiI3wyB1wPgf+FA7ObT8/f+Z1jzd5pJ/XgO9Qq1204Lrym24d9XAZBB+p/EO8Ij9/Xh+G
yfIRqj1EyTXf9UbFijtnn38685H+QAkWlIWmWimDpaZneXtHMcBpy0OzuR1wtaJVb4/+9lQGLOAv
sCDk5aCtINb1CLKWNsMNhQCiFcTAWqs113Le7WlUYXtsRnSM9LU41qyFsD9I0vXpn9cYdy48piDd
3s3+srvDEBpHQQZatxNU/wV99SADGNdGD6he+umhsI3jC4qSdrid/dptXS0YZqSUN2OPFIZ/t+xe
Rj/oPPRk7Gn2qHPNyYHWn7Rsrxcsqnf5ITOd4HrBsfse3RT/oNuD07sg8Wc7WHatq9uN97bu7EBw
ppx3hyfzS2I6B4R5ty+F4b6Ygq+f5y9e6F12mNnXi0aZo/yF/rmQXrixg/zwcr10kNlIdHCwwHl6
2cVbsuB7jk0KSAHuqcHahLDv1i3s2pV2izO6nT2Mbh25JbZQ1iUHchFxLmbF4deNr3F9VIszp2VB
fHG5K7UvTs8MkWZZtpb2Sjl0ep/mc2HR5cQdL5J3deuhEkTfThT8Fr97XATmc73c6cYWK/tp2Yqy
TpJzYt/XY9aFWGeq9ng3+lwS6epBLKqTQ0ZxGPW27wLig0Wny6W5CuvKHF84jvTQmwGHofY2JBeQ
arTbmBS2ycjPQsujVRyUGMzQ4wFPLdWvlu0yYzRIhQDEtqeeoyIQx71FMxS9uRnNSEe3jibs3C+a
97KAsyrL4Y30PqB31BOpnArHeTA66WVEUbeG/NTSxIaicSL5X3c2nSQUtGnSvy6qD/QYxXD2XrYe
zJV4C0RppqJDr/S8MK8dQbta8ZZhATXIKYBV1cSnDncNz7yY53prmufseseM5fGf+lJ6ckC8k+9T
UP20mdaGfJA+z7MTPytn8Lswrxxo9eoDvGHJGY7RTuCX7lSwP4+sMKUapf1P8UvsYejBUwuiT/EO
cRlO2PCbnkrxztmhc359ICralowczgfgZD96HFy4dfPnpn0UfW8ish7KbdwcO8Gz8t9V6crCFtrN
A7qpn0V+TEYd3N6z1PhNOIE9PooPvW25ALpt6/v6RbJIS4gYeKqOkbzvTsVTVh2E7TdkX7se34bt
lN138sbAuX0L48auro7hTIxoEE5ufe28nHYUKY6W7ZRvXJg5crs84PbDTaVhKmZsVWlxE6+/DKf8
F+71zbOUbE1oxKguzx7XKXnWq3uL9lZaPUo5NiD3bfHG1+lboWPF+VDPLSIejctVl1hj5940vQsQ
OeYz45FL1jsvy078Cnizf6VW8i4lm8EZWLzj39Z6DCSUhotvK3MnZ2kfJKiUxZl9J7A0KAp+c/lX
ZBf3DTR46V6tjgyuEMt7Y92lxpU1LwXwPlxWHDbJDRFxYVE96mYPICdjCrzJLPgM/GU5FqCBUGNk
ozQL2xH7WJ9gMMvfqPnSJgWJ7LcwVyWgJIcoPK4y9ng9VI6m+rzYz0Bki73Z7lBp4ywVKVpuT3X1
aFVfvfIrqp3AytFO3ZbNlt4O2qVG47PJODkIzWd7ZfZpUO+5KCg5y4eB5H6AHokikjTOG6n/UK53
A/rD3PJ5fZ/ONZjld5o7ooiHVXknV0fzski7ukOZkisy0jDn/paKmcrKdmAtDk6KTUTlr5fCtsrn
tvXChkTM5d6jFqjZDfdk6kPPMbY9iCdH/TIle0bHadsvd9a7eeYKy82G8zo4Hwhinjv7FEcPWjB/
cQfrtGLXkiELImdsNkgtGZvcOo+q96HcKwE4f/SkGCiHJSd68ojLAdZuN3hr7CbGvjGU2Ecg7Xq6
tUT+dYzxpWVXfGs88TiUQ/FMnWmG5eAgpsEvDa2PChDBRfjdUKh751ZpY3v+gqXo0UVvNsg1ZuVp
9tWLfjaO6FcxTuI+ALBDoFd2DEKOZNrNr50dnTgH1N2oYiD+/tpLsGu863n2R9kOH4mc8YELV9gD
Z8vonzgElQ9rhoN5DIPXnPzZh+gxfxF9CKUT91rvpibT4nWDbmCwzhxq6A5e7FRr1CyeCZZYVa8D
lSpfApyV34DbQ3zQz2bKTMqoF8BhBMW38I6uP34zw46LRRlHPusS6A8v31oGeamdJ+9v6kU4/p5A
yHxx6ugrg7YFwkhCRp+IzScvVFIIuxrIT5hXjHrJJVTfdq/kgWA45cGonA/j3ePsC0/GfWePr8jG
vxv3TH9cRyPgBEUf4xcPAkQOmnUWQS4/zfzOLpiHmdhFLvQ6E6ou0UHaCU8DnitApWyluMPizjbP
iQHy01/uYT16DC2OFRKskx9Y2DMcsLznciicLlLJdLv+ZEf8+mDkMV0YztXudkCWKICeuUrWPVdz
YSYG0Olg9X6fsz3mg+DFeGcZdqjYMCplfJygoATiWTgKT9KOi8S/l+R5cr44CfplAgnkcpq0I2ec
h/x+fhaDnyl02K33qbavMNXgR0r3TC8rUqV8zp7lC5exPDA9Xy/GsfMY0QoxKrASQhbnyjgy+2n3
3GX5gc0mH1Gxl7l+jhzCLN6wxyVgKjPhTXLQo8WYYbCwJuWbhErqrD5RtH1948vkKNCsbCvfEyoB
qS+b+MCFJ/hkz4RBacedR7/kwC8jBrwyuWvHN36F8s6vCfE0oKJrc3I6OK5oYGIz8ta0h5gJ9Z0/
VDxnh4AaPjLsc+BOnnHfY2/EbcR1KWxF9aOPQtu3zJPbzlNdoiSDlZ4PB2AEnOG8cZV74j/fmtZB
qk8+wyz75rCY/NkFS/Fl0zcg0u/aL27rqxFwVQDWMmXPYAk75MFc6zh4QrwlixIOfHPWN5N5WUep
6mUScm4240QET7ClaDyRLABuuMswkbNNsr3wAerDEszLdKF+EFF47Z+YN1EiMOt3SB22po13nILy
EN8ls4OMTj84+RbRI8gy+ysS79T0GfUwp1W0iVq7gjIJH2Huj8KDQTFwM3GKNWlXWe2B4sdArSRq
Wz7XIII+6PssinFhYAm/BXhGU4tueNXeNY2DJUaV9aAyTA/pRe34YV5YpNsImBEapjXIISds4eR1
Co2nu7l+LfIgQ376Hbn6RaQaACANAWWhBAjhpF23BYd/WE++VNxSND8eLy9ZTmXRJ22qPKZVc9jL
F1k66PmZEIVChT1+TTtppoKxFgEqh47IG9PpyGbGOHFUkFYNs9pUe1e/tI5V+awddWtXcRFpiEjB
9eoXxQkpKHVYh4FZHjEGoDbsPIUtUsXmKWr8eb4jMxfHQC6PCLJUZMTqXnVFxUNVoiJz5fo8hEet
9IA+Rflvk7X+M1Or8ZSwomQAh57CfRq6tH7IadYBhoIJyNHr5Ysxy3ROns3YzTcT9OG7RvXbt2F2
rmT+ODiIQab59evcb8XtFWdGpCM2EIUm1WcOLIp9ZJ46nt5P5klCjR+TOyjyihcEAUGuax6Ep6bx
GWnlK/GKETAhhk1NGwcY65iTDoXIOx7RnoHLgMQnULtbWJmdhQKYvKUpyApj9UVwxF9mHCiiJ4iP
47DngFlxMLYCjE9a1jtMr+RutlzZ5mMBy5GlAQlwz/S5kU6ILJMbZOQpJMIjE5SjHKd5I8MgOrRf
U/uNcKAu3NPdKzROZqft5EfpvXa5KY3gGhGMWW/sOzvFfVwjIKs7RV0AKwpuJk53NRVpFNo3xqfV
SCz4o7ca4cjkA3ijylImti4Z2hXdM6BYdReyRMXr62FpMLd1zG3+XpVbpIlVaP0NiFCk25zcibP9
kp7je/T+HDQhGFwbEtvGYwAiV8ni6SCSkCjH9q3jds8DJlKy1u4BmwYEynWIxo5oVyfQwl/cclB2
uYlhidNdzh3Qq7jCrF4HJHKWWxRbKl8Q3l+oN83U4xGwpTr01X0zTRl7q/AADQlHggkXN1KDLj3C
XQ2FTSY5+XE8Unyk2dneizGSku80d+sdnRa6J5EvUkAkdUFLcQHkOXiq7gGNRhmIlthIuVbfIi6O
yhTOkw2N2pOp3IlvNdZeFlyNLVdz6H+ZVmTf1XDoIacJlGN/mdFdJ6Kl/jzS6YbMI7xC7VtQ3VSO
Qr3nlZmV93OJK9dpRpwLPCeRH17r9DppMuJhTgt102ut37pOFHrrVwo/Oho73BmQ8+2w/Sp8ESZ3
f99FZ0v8oKHOT9HjoCo2IdkzjKTS00U/dczHB8tp/eh0S0xkVm12+G6duHGMB5gQ+e/wab5jwrMW
OnR7VdwnVHZltNPDzUAhgFk3F2K7Lw6JQhoS4InwK6RI/9CrbrovmAbt4kXooX/Y18frhkX3hFhA
hJ9JqWc7yDQYOXWraty99tBSGFYhGwd5x53UQaKp4dY5FI0HhOi6kJVT5JLeC4jLN472cL1HNFj5
hdFL/gw/VCBkAO427eQSHqnvag9WH9rVJ9oXAwT9OsAoVbwgda4MLmFMer8erIeulpyyM1FD9IZN
kozMilxmddjGgSkfrh3xBYVgkIxIqAMSRZLFzpRNbRy07tTQaG/283Afg9IfH5fsVR28MpqDKHpT
OAAquugI2LmKAr0O6ADootOcs69Fcfv74m18rzOW8i4zMFFyP9msXw+o1uOEsGsPzMpwD+EQN5/8
H52zs/zU3dGIaS3wkzbFaH04W8MJ2MMVK7LRmVZWtCccc9mNO6+m0gbw4IOIAQA6AUE62jUl2hZ8
pAeV4FBtYZjvOHcjnnXX98WfDhruVjYUtkOIa8kq+0F68GEGx3CzPKYIoLK2jIAGc0YGYIduqL+D
XnBrbMyM3SaBd46WNEl59NEK5p1ocE9VW9Up3y0EL4iZTOZejYmOax71J4osHjw1IBYQ6RnvMqP2
BagydmYFnXYKd/RRLR9CQMX6ahP5EjkKrHboB9kxxqDBT/chCb11Fvb7GUQm5+M+3NdB+CT3G0jF
aZAmLkDs6Ew0Vd/S47TXMM7dQENWNoqbr/IodnTAJgzDLkRC9toZvsZFJirA3N1MUHDpdX5gOigy
fJzmtdgWNH/c61sdiDUVgKD0WrDTgXrotzik1XeX60lzo4NxFigp2MYZo8S9ONvTJd70gheRhSJG
+z2xvDtDrJ4eYy/zEcMIl1f9LXzvnzrRFaNd4tZPKmd8wxG3TrIcRPAIeJxNNtPqi/SghTyYsUKV
9yXQ3vbChYarS/SwV+UI9BF9WlujsGlKkBgkW0F5HNHYICaWyGHslBOmnTA/PPR/X4ii4hsdsjCQ
OMvKNk6I3/tSBYcBRtTr6/cqftTR1cht6aFW71DskJDpULem9E3WZTYbcgSx2SaxU5B15zluFY0i
2m8sncgOyRAEsNjkZiWgj2ZyBFrC6/+l1nHGAVMnB9ODbe2tNifbxmlSYuY+mjBRBNzmJuE2R8oF
YN8CNtjpD+OrAQSBnNZ8yQ9AoDXT6eHoNy9gFMrQU7FBEO3Qq4Q9zSxWVbR0aLWZAIMQD7X7e7Rj
56Ns4cTplCj0onBdeFO3LfqNjAmTEaB6QGPwiXSTFfr8mspYw3mk+mC3rbtFuqfUL26Ldc0OksSL
2QlYX8GnmiEcZ/+DUSDj/cAsENC2mZN3NGoQ5vGiE0IXv2j9sWoCFG/QN7ExURtYexpe92Ih2W9b
dvzcG35YbNRjaV/f1ugdPnW0hlCFmV7T7/il/wRqW1J+d6UvjeqJa21SWMiWc0U+vz2k83v7nVUV
7tC09MhVj6gk5TAb7vFDwYIUwSxKdHZxkGqXtjgNKBkfBsIMZZTIA6O9pc0EPojyAQggMgSiPIiO
SnCT1+oCb7QN0IPRNuaWJP+y1Dusuh6QPZISJPw+yvsmslGX1hHQphO3uNYpOqtYJhUb5DKYq0aM
DhwLhPmvBAUt/KTN/tAqmoLms1sgc7eL33pXoFKkrKuX6HmQgl7GQsdJHgRgTCyfrfqteqak+tUl
92RaQgC5s++Q1DtZCPm0lITBgZfLhtCR7qwBP6LEGbbjSXox33rBDuqA5f2BW1Lxh0v3or9FRFFa
4n4ZYiMBjHzahMldijZfpgVABfrfnAFWgd/5SS5/ayhyd+pBeZjIJ55Ae8vDEdcy1r2htzBEShtZ
H+7Ba+PRJIASW7xUn9Vn+WUdtV3Dyp66xhm4AGgBpb5AObah2w325JGq/E5wtIjJtu+sk7JndCDw
RR0j0M5TdR9SX9h1O1H6vh66z/ipeqm8NSs7Xx8LZRN25xDTotVuKnX16++6Vblb1mDAlJTFfiE/
mXFn/8bKM3GWTbinNGB4suEJnkpws8kACMCbOBg+UdKwB24fthrRdNtPm24zgUVw1vO4IZKE96S3
RxjHtf2IFdspNV4x5zR9OE1LgfyKN1werFP4Tr8KQjqhRbxQY3v+oAGkr9H2OXohhUq4yuzWwDH6
ybxDRAllAtwBCfvDi3HSSpe6+FkhkiO6S/HTTnyZdXyQH7WX6ZdM4fcdF4Sn67bH0uol3k2PjEQ8
WO+GAsh38qyGO+PhUUUD3f5CaOUJc7LTFXRD6windCecemZkhsL1Dk/Sxa2DAaFIJ3zPgSza5zTa
DDKqqq/LHsT3juSM6kYq33fjdZOOcMsejVI4dEJ4F64NIHj9rP1vD9GKoxfUzOSQ+P754VgqjthB
MR/Xvs/cox4ra2gR5yMidrfXrDreV+B4gnRtYaEUWdAaXVFdckNJcgVmo9b6r3fy9dHPUzUcwD2I
j0hw5U63NuFu37/9uX20U1fM+JxqEWjLmjjwf38/hQS1DcddLNLY6QS9/vMnXJ/eXrtWIyl6ZGof
KBFSNmc5bPTRXz76t2/etqGhi/WXj5TNtfSztL1omgn4r4kwWRY315r20O1PWK/7uD3UaNhL3u0h
DpGwygw0T4J2ivY/Hx/+fZg/r1khRn5/NnF78fYZDK7iDVON//O52+s/T/88ivJIdP72Top0FAgZ
pqafN0wFDqt9e16O5GVSVVnubRN/2f3tBIAIxQtMmLmt2pAEkns6rzCpBhlF8Wut4cYFNKvKoqBX
55i71BtNMyAhJKYYyEp9DHN6XnFC7WpRHqUUmo0yXlrJ2vQVy79UUbfC0GluD3yi0XFy65ja9ch8
iEPh00y7Y6vK75bRBRAzv/oOKnwjWOBqlZdIaeAV0LKwBAvAiEr9Z0bqB42b1dQa9hW1ZjMYckmi
Yoy+8zBIGxEqiJ1eDWSUNGCyUfqSjQkGB6227eYGDB7qIzesTzpgh6BOT4olEQXL5DKOyz6/kp6J
tVcMs5tIGzmxvEklt6zTuyR/DfHLVqlyjCzeNNPaCu1EqpjkVOWyxrfgoeC+8H+4O4/lyJE0W7/K
tVlflDkcejGb0IJaJckNLCkSWgMO8fTzeVR1Z3ffsb4229lERZCVZDAiAPzinO/cxl2xs02Pc5cV
3S0/CYg4eQORUxgiTnbRPhMb/1O4y33pZLsw+hiVxS6opG/mhBPIW3hi1RqNiq/9WSSKDD02R5MB
6MJQB9rzhFxU88DukJrB6GrhCeGVl4IOgO0rVxEneIsixHq1zUAHkK9xHec3Y+h9A0uVm6yWXyhJ
rkXkvUYZElY5LDhZP03zBN7rs4RxuBpLHTQRd+hXh19x6X+wRsaYJyyMumKJ93GS7GoDRgTSRMeh
ne6JJwv78oc3p+zKzVPbzPAtiBwq2LMs4dWU4PNs1d08y1Uytqij8GRnbISgpcWi3xV9tm5Hl1qM
033Yomq05TPZHsp/gnJEWLQnt4Oz7E3XP0fMPHvnnZfpo0P0BwHp1pTph021lcPRAlUVbcF2jTVT
j4LXDAbRd50OH10kQpYNNtUe1/gWkQuvGGyYq97D5220TnyOF584PVIHseyzgmksd1NP9w2Uss8l
Y10UOg9FP7/i0GQOGgxMUy3QYar8xtlTrOLBOI+Aiie7Kg9Z4xFWzhjMGeipbL2nprBMUwPWYJN+
VQRxSZKno2J8rn2urnPvQDtU3XRUWXo1oQfadM606bRlrBB5fZN04m2pJT5VqGgbZdFPFvJlGkyS
kYrlPQPwRayeiVamazfIAAxMidjjer19itZmjvKSQI5dYNnffJK2ptm/hKP/Ex70bchWWhuzQaZO
zxP2KJVjz3YblLsKapEprmcvevTi8lSYVs/EivGHNcqHSaPMCHEmGAz3XLetZU8Id2I/W2TzrhpH
/mw+hRX8arJCHbOKl2tqyEXz5rMEeAXgkR8ezDMXLxWeeychO6uZlm3snMzYINc73KHwDW8Qv56D
tP82RwKdQpqHvHafUZO3CDFR385NdL0o56cLtRzrL3U0G7GlCJqtAepl7c3VVzoX2xkWwW0mKh+s
2g3i51uzyag/2jnAhxT+Cq0xvRqHV4eU31UjppOTu0SQWGy349n0UaOTTZQXv1qPnLxg5CoOdaQN
oXopAqxK9Qvu/CNqZwJQItrCMEwmsjPSs+t2P5KB7qKQY09OLqlHM4TbTe432bZ+yc3C2ffOclMb
xgsmR8mr67wmxERhO2Mik4ijH83sKt1kPQzp+zyaP1SM/Eu2fbQXBh1zEjuYE2aL8RD+U5gDRwAn
144PBSeRHR2NuAHZQaU6RnfVt2rrr7Bnz+OwgCwgogFZaOyEVCkvWkPBWw/EFW2lAhnjkcnL2Y2N
SzgnkKCG9woCPuH1jD0Nzj2HNtfg+Cm5g0Xz7tTdc1OON7zmN0srDw0F7TSkbE0N8SPyGXplwVM4
NncEY0CxrIkuIAOPsCBn03oLcV1F8sueHq1qsnEvupgjqvhO2laGNBioSU5QYRqQNSpRmK7BFKLo
csXKsTPiXVX+CRmCUEyy622X8VaTw323s4+Mk/e6t+IPv13SI9Lg6UxU82nm/I0tCh8nwQ2IwjE5
9o/dkPzqEznfmT2ffqJAwMsHYOX1VRDZQ7UrfGLzknzAU981r9lUY1vvy1vrDmrtYoD0j4pv4l3k
+gvA3bRr4re8/3BjrKPAxaG6z5o8WixbhPonWdwbYXsTTU13g7paq0oZqJvVTGcT4jIec7Y1ffFi
xMOHI61640m96tKzOrvdqILwyLECzAQy4JkAdTCZ7CaRfUoCfmNa2Ix5PQJ2uSXj4GRMnrcXlc0a
ODOg6TAxr3uGID7a3qmu7qyS3RdS3BKe//hDTMG8Smz/2FYh4ZCT7NBUOz9EK6jYBRHu9dAzCGmz
J7HIz0rF26obTgDpIBIzFXeonohnXnvge4jYcZ0rK2WS3tN9xkzEtlVBcrYKwS6VdmWuR4KKrJMx
XHkWOFhLsGaIQuJEAOUczMwJryNGjkGB6NOz5s8gZzolOkZGRcGIFh4GK+kbTGfhJlYDhtSJPUlZ
TjOVjsmgvS4fhq4hc8sG2OV2jAB8eRLhwgkxwZmahCRNtWZKTkPPYGSoP83MPVx8Uv9bnWDSJF3j
3znBrpMOh1ab/CNF/K9/9DcrWIDfywlsT7qOK2GS/+UDCxwcXYEkfcDji3/Bw23xBwwT0xXS8y2J
QR/0/t8cYO4fQsAU9/gfxP8cHi7/NXGAQF0NNkck5/uWZwEV+Gd4eGu6aTM0UXySPQslO7qvzZIF
YAR8L48lUnhyJvZOBmBTP7rc4FzdtkLAmZ2z+qjMrwv1+3LjV3PHxEF3VKL1a/qm5SZLIBDbMeh8
DPuH1K/eexHGoELLluBmBm1W8U10NxfJsr0WDbNxWDXocoHAtfSa/PP0CteLzq3fKHcwb8OiAZHm
Rs0VoFtUHCM7B3BxW0jbhLYA+lCa+FFr9AdmNKD40EDA8pBBpAkhJt2qJoZ0mh3SXigimieSZVsX
vEijOSNc6eANg1kCQFIBIgnL8KOrXXcTVeEVSLJOE0vcDnYJ+P1iU2meifQhm/gXxommnUjNPQnD
Wm0nAzZMHwW04kfVwkckOdBd+82ILCQJVhbn8EQTVXLNVlFAVkxgKxPQFVPTV8CEl+upFt+WfAo6
+CypJrV0mtnSaXqL1ByXRYM+Ks12yYG8LMBealw65Og6rGjkvBuqc23hJk4BxLgpoBhNjAFft0k0
Q6YHJkOW150PXKY3SfgSLq6HjBmzDRHWlIPa+3igNJkGBPkWKrPm1YAMPTeaYONqls2oqTax5tuk
jXfnGZ5Jxi2zxiDrblvDJTTNpABRGc/Y06ycDGjOouk5ieboJAB1iuoB38Pys5O7qRm/MYuFxyIU
dCHAiscZHW2XCwf8Tv7ojFBFfBavVdnhie8H1NMRaIUsqCZqNkRhfpuG1M+tWiWknBxjIz8t0/3s
l1oGjogLmORTULSY01Fn28q/LtraOPLSnL2mMs9ATr+hG+BooPDdwFyzuLgad4nSfmeuCDOYG8Ff
1+a5OngtJoAAsCF4GJUeQtvTsCvRsWQq5+NYzQm9m3m/LCbqi1TGT77hbQnSwrzVWFSEuUBG0/fG
rZB65pZFR0eoN7w7M1hel20jZSMMuXI7zhs5dkxhbQtZpZFXe9VM8anssKnm93OcI8LKxHzLoAMl
o+E8qyrg2UuH5cxYrCuL5aZiRmrQO+JobB/cKOX6I0GM9hxnfjvyijvO/FCTNDL4EKHRrL7H3ZGo
gPNgEyULOWhlquwKxZik1nuKlvLNLJmxhkliY78Ll11XPUQQoneV3R0Ci0lQYwx4T1x7Bbl7T25l
sXPIf9wX3ibwR9692NB8LxUTyo1vypghAsbDWSVQdBIqfK6Mq75hINnPnbEHp6/aPT3KHfzgnXTc
HSDAZV0AIFj1JdfyRsZi3xdAnzwJuAcRSlzrztXNSgRL0a7GgqkGrHbSAmmG3wftX3IrueBvQY4k
1nhTzM99ZyzoFlqY0j48HyN6JBktuE799EYI/81T/rEbAd2ZhndVMbmcCj7IBVHA51o6HyIw4KdB
6nbh+q5hpCkupdyHviKCY5Q8J2M3rIasjXfMCO5DutieKS3xCaS+LRWVW8mWAjZ7vg8LyoXCuZvV
styqrns1VPwjtTNWR3ZFe9I11bENicjiZ1BjfLSpy4YckN6S+1sZMfGOSkQcBmvDyGSviaOhYAlC
QYPOsy9+xaCDh4DaN5vDG+kvnJugriJtR5/fTh4o7nmJN1KAeQpn2103bQ89heBjfFhrG/4FVhef
Xscbr/EoHpwl9XZ2bp6Xxb21krDeVy6wlGzoPuzCwDgSBN94QV6HJkVgV2JWTGR9C8UGBc8EjyPG
jrC3Rraxtp1ukGGTPJAQpJpqlco8/5wx7K+9GoK28rqDKCoFID6+tiLrPKrI4krEricZJH7hsd/5
WQHmUx062Jl3rdy2VnhIPVHt6z5CNsZQSdY48gh86JcXT9fEYSfMrb/4XyOsVb0Z7YhuuIopzxsv
ag5plX81KiH33k/PoYoHbCGlwmr8w+szFjizz5rKn7jDbs92lp9t0nK8tIzrO9MN9rUhFIC1DBFe
kkNBEuOveaqwt2X29dgFmE7ZG+Xp1NA9LQY48JZA6CS7F/YjZbnz5Y0vbpK/kmuFopbqEyY8V02b
HOB1LsbvPijUfZmqB8Km2cwFE3oIKzh3Czwr2xTvCXA9P7tOy/BE+vpmAiDeTsWyGUKEa4Rn9HVe
09VEwcYzac2goqNgU+qzcNjER9GjiEvCZzrOKsXNHEgkHAtsgSmA2NvdD1abb92EtPgkGOrtFM1o
Yj8wM65MUOfryB/VHtbRo6iK7EbGMSfmJjtglPJ0xgO8tajj8GvgnlfNuzHPkLHBm6yDYKTfBdG3
zsPK2sbu9Ezv8JrYNeLjJNmYo8MwOqUJg527rUT/1uO0R7UB66o3vRFse7qDN77zrKnk4Gd54uC5
g4LZIS5Iun4dmMmr5cn07LjGl+ODaMocgW8bXMPG9j1FkFfT3CT4sQGhhcn1GORbZ1RH0hitu8oc
iyP8UIA6jWRR78K3S8l1cGtGVFmnTg5zmq2nWOZloI/2Bb7MvCEOG3JxuOdaewud5QTet1/lwE5O
QuZHYyBbaIoCkke9lq2z0x2aNirX2QDtyKtIcxHq1UoElxCyK4SFm3nKkBVWmfWJ633jts6N0dU2
bXW2L2sT2ZHL+bwuIeMOxoPrk03CxwjVy1m02nWadMYnMDfLHo2nQKS3kaWYHXT9jSB2o1/6EwDW
eRsnQMDIlnrNag5eW6rgQCY2cQllx8RMOMhvWnpbn4uZ5+AFbMWC45Rl/2AxSOK0Gd1WLN+7esCH
0uGQaNHuiMo84Xkekb2X9CNufWyn7j3UgZ3t7CWn1jG/k546I1zKQwqKEp9atGssWqS588XRiegc
naJiOOHr+aBtmnemYOZjOPnzRCDEbvEykw5ehDct8zs8aj4NvbdkVxlD9U1BrbCOXw3TeuVZohYL
Fs7VpkHSgdPObAr3NkxeFGQUkW1FDKpH8iXBFemJwwtKDWFUK6dCnZ+X4drhar3pCgRao29d2QVS
Ez9LuArWIN4BalGRjjK7r2p50hj/QOAYyQpzhxMNkXzguvsSeVyHyb9TlnmgJblJg0SexYR2fXTs
r9YPKnKkcIg7VCyD88TnU26rkc367IoMYFRxMlThr4txMI9cvDU6tGc0FvVbP/BLSrODhePvHFhL
sSqGhgLGkN9RZnVbHWhh93azmVrApCULkiaa8OcgLU1HG4kgrT7XnHgzGZGztdKC/pfXc67YxUb6
1Jl7AazL7taq7fdJ8lkhhPG8BPDGisx5L/28385ep1hzxILpKpfHy8MGVsFKpRyNfSO4ggTBXTpQ
nGKxOfYcHJshHcp1mlePorXLXeEly9Uo9Pk7ZxZc27Xaey7hufZYPTQIMXtSHHeZUs1LEXWnya2d
rdOgLaQcSc9ClNdpT8HuOHG3xnHbNPfEqwBhLJncOyQLEItJnrTbMKIqvTuTHmMNnyqBYkjll3Lm
Luok5ENYvaimcK+XMIHvtfyoDWDmlWngukEyK6HmddWBkOVx67kOFLA023chw+egCtOrRWYfU7qE
bKlSpA7TWGzyQJ5ts3evKERug1h1WzMo3A2+/rU15DsfePo1c6vltmuuoslttllnYWWy6T+IjKDn
6H4s+URVXeTnOUgoCkT1WE0WdpqY2WQ/luferNyrMVumbZe1exutWuCwn/IZWMrhrUuCo4y9t7mq
Yh0VgRmkcqxVhRkyHTmNTiab9iBl21rHG1BFMc/0ujWW7EaY/CE+4xwnWviYoTdfoveYEJVT269B
Y1Zw15bX1rfTfSe5rMpe7Tk1fhICad8z6Du3BTBj6qWj1U/Fuq0hiNhOfYhOceeF+zhSn1BQyFTl
wr4O45TpiR0+Qpb8yoOuQQCISSwxHlTU9i+x4xb7JP7qsHfvhqadrpYlPeeGPMsZkeKE1Gl4C+Cj
39LKEBiXXHvNCMSK3Qy1K7DwFsZZs7wq3rWfMyyJZsrKX9EWE9k17zmmUGEO+wBXdt17Onrab1gd
S7nLJ8Q/S7Abxi0fJeeIfxqhXSsjMlKSQ+1jXeENR6MQ+Z/SJTliNCRwQZczY6O656ju0oNTYyLm
IIUyDAeEOVW0BBDChquSzDqoFgvXAc8H2mMSvO13DxA2UYFMgf2zIGK3Sqttkhrll0TA4So0IG3d
ED6aE7KyFBzJ9MDbaMxupnm6YmNz2/Yyf+pd9De4QLDLm0Z7siaVAzgIj7lhOdu2FNTKvC5rydGN
RPWS5mdW+8xbO2Lubmt3fCQrj0tkUjN2FeoqzCbr0EE0W+MEvp3G5c2qi7tJyOFK2UruEtlTz2KC
zqtSF1YsrDCdczia6EZEwuqpm++lsnA8i/wFWS7ppDT37D3cXevMPah3/C6qdneJ7Uz7gRzcrevK
HxBEs21MptfRyDWP3fzswE9ynBLvnDW7uE2Ta1OpW0mzTZXJvI8ZbHdUoXoKMtM9t7bG92Vc4ycL
NRR1wVUpR4ox8HlM4kJKyyq6ruvuu3YNF2FYv3Vy7zEBdgnXCb97BilgM9dMAIKybq6blMHf2L60
XpRsA84D6FNda2cKZV77KM16wbayCXAxlmgNSYHaBmxgki75gUEe3aKB7scQ8jHWnu5OeacZqt9m
QakQp2zcE8AlzFXZZNam+u4S87mbIvvogSxso7MI7YRijhYGEBlsv3iTK04mdTA4yDCyB6giZ2nP
DRyMDpoGzL+1C+wH1UGJyinT1oOBdVCG3iypcEEZGSyIupcr8IHPskq+F8mPK6yZ9tji4J/yDyrf
n1Li6+9D1oIjn+2y4miDS40Kra1RdeCn4nR0cGcPHxvFW+MNHA4ef0IZhYycG/EDGABEQpD68OrX
TtPeGv5TMmbONg19BGfmcHcJrmgEkd6cpzzkiDrIYtHpCX9GWuiHaMzCQRNq3A7nsnHf4JzGyROb
kMe4ISDBPFX65vKQk7dJ0vhIKqvOD6j1TZyPNpejNr5xXTfdSztGW5UHd+BQyfHRv63TT+FyU1tN
d1IeuL6/PQnRC9K5c+bDF2C6+jtM/b972CHeYWDdHT393C4o9c77WYnSPF4eXL48yWnaZqr9Fi1K
cEoQWu95oXDST/Zyz1LJbU6ZT2xHaCG01t81EiQM4ACOxPzKUxENRH7oexbUb5TMRC/bQ+qf3H5g
VRNYkNwGhKw6x8HrSUmbDdEj5C+3DSeeU6VvLvcC5nN/3mt5my7/R08BgNCiDbGPjjaxcRpYf+HU
W13EegsCE6AJFZmgD8bhZOl/N03wKTRIyA4DcWhholQa67+M8V83U58R1fD7i4orCp8SltL0undG
m8E2E56ijOReoG9+f62kWod0DD9pIm60d82/bnJDtbvMT56IHmLc5pkPkQ6PuRiWVYxgrB5Usvnv
zMoU2XjQg35kOxCRKl+5ydEE9hz0RlYfLtkmuWbtQ+3h4x3VwdpuyZcoCxjKFF7Dnw+NDMNGMCC5
ufCQ08Idkd2CcTHdtyFCwiHYmAKpS64uCTDYwMbT5et+pb33WaKMVeUvDirXUlfAGgp+Sf+5MMID
IyONZSnezPR61Fk72eTkHQl16XAyPD9dj6zy111U96ffN7mc+lPmztOumsr7y9f5/ekpQOEtllGs
f2dL1EB0mOIBhZtnFMpR5Z0sJ6vXaR0PLGpgAPy+KfUv7ezeQhquv3MHjqhj9x31p0vKA8vjnhCP
XFBD69QHdBZYOnOvRXJVPQFgpVa10QsZU7KJPE6T3ojJRdAmlaVwURFO1S7uX4IR80YSAJuKTfud
PSq7lWxkLrK4n7JhOuulFgmxxnWouqPfemzWQhApS9YjKTYyzLRV07EJDt98r7on52SvBJFCQ2o+
NlbwYy7KcRsWOyNJ432FLCmZFS4is+mv495Guu66X6nxSFxko/EJwdp1/JfZidjtAF4aqNZR2Y7B
rpi/imTK9z7HcQEJFdRzfpMbtrNL0VAdxlJlm5KmAR9DKDeufzJgiG8rK0dhO7F+gnST5cWuH4KB
/kLrxdr8sap9i0V5/4uSbjgODlWpkb0kGQplN+V8KfbgPmCUOnwECclcT2wGVksVqh3pNcNtWvFj
fYOIpCWqrq0JyBqxUFBtNCggH8naAPczDdZXT/RlTtQC5xE2nKk03mzB56LS+TE9sT8WvP6NGhtr
pdn8Rv7SFd6ycVqXtLGchkuitB7czNhVI4TTIHVOftqaOBhayCcl1sRUvQSlulZtNZOZQXtm85et
8q4Z7jr2wp1hPTcFK9eBYrmAVlRZ5RNhHcve73WXCSbdNELg4YgE8UJsqzcVFKhMPNCpp6JsfyRk
sJyY3TPbMBDLmubbYHFVJdPV21Ys8tBOvaRkfTwxyVoB+t7D3B3WQT7qtjO/J/DK23RlunM8rm9N
gJPHM4dXhdKFEpMBVO/+ZGGTf7iKAAdvQvHsxR/94iF7IYBgNY+8GUYE184Yyw9e8B8yT7d+7u2C
HjkzVI59pOSXKtQju+iVRs5GUXi3hN7Mppi5Z2CyCw8YgDCWWE3ulOzZtlPp2z5ncMwKQ1oFW8bv
t+V4CMWEX0WFAoiSl+0DGzJXG7WEAU7Rt5W5EIEoyNkt6OmaukeqshxMma2XZqCzgwvFsjW/mu20
2Vhd8EyHMBGASoupQQ9J986s4H0Ev7QBElOtRyaMrEK4lMRJdTeTGc+UoxMHy2cbMsfPqkWY2nnI
QuBGVaScxefCvGsfFskfnvnjNSX422L5/c6tZ2QpA+QcDI3uVOnoxCzdOhI+XXvNocWny7FvUCwM
q8hx3mzC60gteagK5JGTNb0Is7B3kerfQwNwmuEIvGoeH7MujZlcpBQ+OkwpLt8i3hj6cGdTRTg4
0l4wtqFj7HzivkvkSOW8YCBu9BKqCJ+IfiBTklSUnekhqjCd+JqDa6VXGbk34MbxcXWpwjtaFmSb
nESplVcM6YN9h5gqR3qN8JHRFs41aZ1E4/+M/EpchYQv0J47t7UOrXdSDBoDo77ZNVC9o2awfeMU
1ihfkP23YN4RM+TmvRmKVzfN3hlsE74TIXoe62Ptm9GZc+u2rPA3zPyxLUkZUK+yVezWJulLaFO5
9u5BOKMcl+1TzGKF1uTLMPhvGFskkU4GLqocz5KwXLAzxqdjQ97ylPjVsogel8l8Ac6Fs10G2Yba
6MkF28hWTTEpCLNh69kBFnZAgOtZMX8OOA1TT+N9YNCNpK0gHQSrRTmf6th9HrNe3gkCdrZdxScv
rBvnWFUdSauG+xM48XM55ZvM6/tN1ljFLvKbQ+OAHoSZhq9+Lg/Dwold5my7S3BpVsTlNBk5gw+x
AgY0X0l4UZywkFgkNDfSQi6cM5qkuUTg8uIozHVu27zIJQ1PhqV2TRD1zGeT5WVUCL/6kCDGeXGO
rXRvqtliRCt3tdXi5DSTKzsJIPGhOOh9G2Jd3BP6GBX7eU6uVRaZNF1o0XM05vH8ERndsk/DCYeD
cp8oPH8IQHaMsaa9F7AhrGKMKj26jLyIrkkz7bYi+AEqMF07PUIH/peXOKyZJnsnUKw0I3Vg7r3Z
exyJh1xmsbelRr+zj6HhcwgGjaqfVa5+NFpSaKKeGj31M6lGSV9rPnQT6rUeOS+sTKjogCqvlBhu
uyL/ZhhoK9DcWrYK8hyxacgct6vC5Jjqr/3WoyYaznLRn6ZR/sJcM93BjB9Pl5umoTgdOOn6RcxY
bC4JEHPtmxG5PmDhhwKE/h51dtuMp1y1BJprbtDlJrywg/TDOexDQY5KEu660ETvsPVx1oGKZLUy
GCA/QxsxJosJH04I0dEROcRMmofQDjesP9FisPKLSEs+eXY3IR/PrmEWescgqG/jict4kJo+0YVj
O53q3D5mQsxU+MTwEYvZcHqt5SavqF+5SBJ/PRO25HqoT9KuOl6+3ixgNQus7zVKp4bxPYJx1pNJ
9jCGoAWFVQQnyw0orJFdod461XJgUlgsdKWsso6eTyHkam1p3jvjtjQqxPkCJOgs8uJsLT5GO3Mo
yM0iVI7Ocx0BysTn7/bQ3iJSdQOX3Ywru3RrRwNwFn1zuXe5QdNKS3W5S3A8PJ+dQhl/LhMGQ1Nm
wQ7Vur8BHtHsc2znNgXcbCbDlmnZV6Qlw7/Vv5eHtHr1yjX6Q4vwdX15t7wL+Um/W55axr2dYt+c
PIQzEg3S0qYI5DxvZmAPBSOg+Vsn+lfZU8nsnKjfhZcjjcZ7USRQ8my3OKShsy1mysDfN4hvKFNl
wij3cvfynRn6OslQAhBdjLO0jxYWJQkwkfrtIqeeBXHYeNXba4Oo190/fK13u2tlLikHKp2fu/TR
bkKJPupP9wXGfbnHPro/DuXLmLrWiTOndSKTlCMBYZfWM9gapnO5uYSrL4sNWSQOMbhZBbMZzeMh
67M6Xe5dbpx0gtY3VvWmG7vkLBWGwZI5NfGf1spinnciWAD2LBjboGWWZxHOLevGZ9qsQz3tPoxW
0oO4tehS/3LjJUOwk5F3Q8yrPPWJ/13NTEm5rB89VvODFVOGU8IBoQ/XlS7DvQiDly8mxgZa08HC
Dl7TpCHqQ+15a9OdkY+VJYCmv9/AMkZnBFhlKmP867yuBe4245etk35+s6KDv4OrLfR5a8vjM+r0
MebNZLjJrPBvapGh2eaZWx82c7x4AgePkIfetddKZ5kVuluETkw/EzHHvbwRF1R6vsyoOboWMJ7P
+prJRz+yxKckryv0TH6LU72xzHPPCogBZTEZkAvQ50fpwjw1qA+xp82AUV2p/TDbh0EDo4o6fAiB
T+4uv2e8AOXHC5O960K0bdZ43/sL6xyPDJUixMLs2D1PVtkHVIrrUbcxteF4mm352ml6lHWRuhDw
vbYDD4fLBfWk05Ua/d3LQ5sIt70V9MdeN3mK/2MTWkIgmLY5UVpaLRLETcKVY6AD6RY2QzGLJ18x
FLaGD1fOD+mSdvAw6EI9x69PeRYBDr88niLFzLNNeC0UuDsvb5Ijgn/k6Xxk4YPGOtOWu5X+fLYd
GZtsDzaXpx5jo4b2drw80ypnOLy2JLrqjrdQXZJPL7naDViWpcEHwS+pxGwdY/dw+ZHzQKb8nz/9
8lhkBI7p382qqjldbmQ38UR/P1bKwrZoL/fGkL3HkbV3x9jfd2rmYyb1p4tPiLmQEmEcwkmfXPTX
WtttVgBskT/oV8D2BnTIl9eB4HHQQaa/SSdNvuSb8RUJr9bJywf31HfkQY2Z9eexeXmKam4GAtwb
9nS6LW8L/yOcq2dQvAx0mjnau3qUoh+h7vxSE1Ga3gIoL2R9uLbjsFubgAxPl6d6OV4uDy83i/7G
OMQgqgJm7pdnPhFHs7MseUU8101kk6PQ8O6m4O943dCl1tYuS2gC1QhLsCiyk2txyBcD+/B6fuUK
ZqxSt8j3ddbeG/kub+pHVMTWIciGG7M0aR90+g49zWZi1oJPrL1WibijgmAYyZlL5niqWwXWMGki
zFIu4+vGxCoxGidZ8arKWn3WzDVXVVA8+LV8TXv3zc3JeKhN1PxGZu+DGl6j58DxJShyX6fgNIHR
nJy6Onde/eYMFvsORzwYiI/BwaDKIVkWw2/xHgVA9QYlC4IwcBXGoU6BxRpk+eQaIIge5rPVhNdV
TjspHfgRcrhJx/y96nLOs/b1MBbobbPqk3F89wArAwEu3r4pnh/yUBx66jE/Ip+bqvDoNUa/8XxI
nGTbEWw+3PkpTirv3kTauq1t3HWTmxBTR2Wc1H259Wd7a0kaY4pUCpV+PNZt9ckRiY/eoCiTCUBn
KbqJHkISgNohf2BbUJ7nxnFJhyuPc9kMH5W4c7zQ/oxD4EL0J1zl0bkPWiHuj+Ilso3bgMEFRIgM
0MnY/zID6vomVveIXLE4VEawuxyMDJ0BGZBaM5Wt2I+uv9dtAqMtmS7ry91siuSRqHdkCJzX5t68
NXPiNzHyBqep8MTxf7dEU7Dt/LcSzZ/tnP8sv/5JovnnP/pLouk5fwjb84TrClsgwRfu31WaXvCH
HQjHChwSURDx/ZZqWsEfnrRM0/MlASqBaZu/pZreHz5JwCYfT8/2hCes/wms3+Svqat8jqry+PWf
/+Hw+1F7sSgnNiBAxn1B+X/+fEjKqPvP/zD/bymGtC3ibDnUyzBuBmqv1QCDBcjrOpsN9F0TPoiM
vhLAPZdjNY0hFwo4135jak/HVxBDqCl7Sg8v3f7DS3n357P4P+VQgPUre/3r+Cv/9cl5FseXgz/D
8okz+GcVaZ8HcW8s7nwwkD1Lz4aHr8ySTma8ndk0rbD4vMzAK+yCeU3BJK52AUH8+yeh34V/fRJ+
wLth245rmwy0/uVJOJ1QjRNPh7lvkr1QM+qzGgEo50Jn7YVPNQD5IrJu8NJ8f6QVsVeOQoto/BAZ
TzHHWmgH5mMFnUGmUL6FnxTrWuTvef9uG3DVgo7nbED/XP//nrjz/z51k7In8C3bl7zTAWrj+h/e
3GGY/UQhuD84LKDCYPihyKnbSsuih8FRnU5YxPwiOXsxPPsIO9cG4TnBkW+J4K/sjfxunEa43fq1
XjKs09TyOKZ7rKfSPmQOEZHWWDwrUzxNMsYZGCA5U3iT1Wwd0qI/eyW/BuTmfR+o8VBDtl1NTbaP
hDZZDngeZOMn0PIhCTAzYjO3KmBRoz9BAzJX7ErrPFt2fv2AO0Gy1TOhRC/2ho3tyOLfQGgTMRAB
NU0gwdovscQn7TYUOrEvNBi5qJkhjGRcNYeK8VJ5tIf/Iuy8thtXsi37RRgD3rySoJFISVTKpfiC
ISlTCCDgPfD1PQN5qvN2VXf1w8kjQ9ECgR17rzVX9RTH2kWb4kqlQGQYTZDvmLBqM4lbnHjjo2x4
8VlEOPyUVVePbko3wfrzKIlS/EHoTxwZOsF46/aClhZyEUbS3LqBNuGmlyrIPW7TJ4dUowkgcTBt
WzsCPi3jU+VZO9wmQShalz5D9jMuvOQoBGnMWcSYZDDj7yAuV4A9tHXfEQcz6q/xaP+kSY9lRR3g
kUkxj01MR4NnwRFNq+uYkECWy5PnVl+ZbhOUkPqSeUscbITzwJ/DerAdGLRmDdWKziezZVq4VqV8
fa92H5M67lEeBbgi7NIi2s+kTF6qS+0KJBj4HQk/Q0sSKOsTvPNteyWnwBL+A4K9DZ2t+dCRUbQJ
RhgtyIMA9TNcaCvzt+uh8+u0iPtljzxHUCLWs1SjE6TRfW19HoTTIfad59rW4Hx541vrplenEPdV
4Yd4YK6NPpD2YEHxyoNntD/At4WDcIbioIE+M8f6ceZONjOTynFgkNumEy289I2eFVBbfpMbfEzD
ODLbt5/A3III6XPo3BmJjXIxVcYwg8IB+KCr4X0f2xdbb+HFpfarFhMO6UbgogsFICnK0Ef32dW8
d1BWeSqL+PaqGK4TKFkbZJnmkD/YU6K6vho3wToiRHVHg5JGXveQjVj56LbStEhAkkhR30cGB2Ix
AloyaFV2NlyfrNBvmKpNjIXAAw6VH66vIE6Yx5bF/GSP04B4giM1bRxOzCG5SPW5L4P9PbrD0W5G
Jgbj87jkTN+NGp0ZHx25YrAQieKqWJYaraXBgE43QrenCe+mGMc+jNxmX1hUVL5VXdp6MneeRxIs
9pBBbZxnn9G6LetdX6oDYyDjLEAEQc2YkyTflADTGNCnAzp3UwdMMgl0EUkAo2fi9vGunwk4ND2n
wnzrT8xQwTku2WvqGDA+RuvTNEDM1PMskbGWUJVQ6w3j77hvoPIhIIAsOr4Ws9Nu2TARa77QfNbL
imkuDZXS4uhNAqBhtCZeupwBbJLxh3kB2V6jaK3bgI/Up5mxLuOlDqSpzU3yXGwcMd1IzIvrK6cA
Bwwfsyfgd6+LXx0gMtEi8yHWXm3d/+odmzPQ9s9NPQBNQgzWZXtsiq+4RwlETBlRrZ9N1XN8kBFy
nbHYhZp/KK30ULf0f6uekwR6VkCsI6srfVWG2ZVBkWl/NjSisXYToMUsZdPPKp9z4nROHwZvRP+i
YiZsyam9fiIEOLLrG8VumbTfzgQql7J9Mxcs7TbPekK8v02O5GKCnIx5dWTOwngBHDNl3LsYJVZQ
PD0Fn1Fppt8oydRh6nIcd7wpFVLkjdeEU/nCHPWXPcPhGuXVsGqaiOqBqFI4ozHxUbKD/2uSQ6Yn
r61fP1gpl5f1MOHaQNoxlLXFbKnZF06NoQW7FXyko2AOHP9cD5FlZDXL9Pi7xTqYZ2jvkyUmLmEA
u5n8YOjlA5AorkHWyD2j4G8TiyE5rVw8erVVY+bAKW5kD45DO4SW7K6NidzEMUu/x815vqEsg4cI
IReO0Akyhx4G6lpBVGmIC/QrVvtngm3zrTr2rShnIbAJTGAMDx5DZwqzEHi4Ge23NjPQl08RBDqO
r2jm4g0j/1uLkKFpMHBma5J7LHyfHXplMK5NWA/903oUWQHLih0vH5aQD01DLGPEVUI3+ThrdYC3
ErKDveTn2TRo4de0XN0SZGmPcQ/g9hg2KSuZ5pZXMwsy5QTbN4P7XvDRBSaLSq6W6LJZwjzHlavP
BaYTB8iV+l2VV7cyrr/IcgtAIWQMHzCJ3BLS4qND2ywQrPWA95TwUe5oqLHJJq+ueuS5xHTXy4fc
Kq7IQ+jvo6RPh+h5INkbPDyJD2VlMS1TMUc6riAWec73YKj3pGaTuBFz3UnB7hja8mDYBSjNNP1l
kya5GaoapQmuRN/Cc9dLYkMdvu3M+Fxy6XNFFTY2Xgl9anXmsh76GVZvw2ax6wPxOxXtvoVPT4cV
Fp2TW3uia1/Y97rhANF8rQO0ieOeSdR15DPBsGqy3hf3FMmIvzzyBKzpDc5Ty5yXuSQxOt/Qzt8r
27vkjrZ1yu48l8M2NVhdllR+F9OzWRIkOdXRVZs4uGYPOGZPNFRJ55ZLLZdBVLkxlLC+YiEzF4hr
+rwVVC2hes+wTHwMSXNcX4iGlB1zN+G/XIUWnUK6bvwvSExInrf/nBa8p4lpHlDuIvVGhPRPCYKV
hwToHA4S61jVclh0PobkClGWlz5UVnRwTYsBFad5PNZPA4p0UDITJ7SEiWLJYpdUHqNg3aOQnRyq
+6A+2q4I27bzw6bhQOojDQAfE3RHwkC7n2vtF5sSYA8Zpwo+FnnIfPNU2Uyle3t6i7OGM1Itq4bg
Q8JkC4egrK5BzGpXW/yheY8pC8KJWFjPeC/aHvFUlbMtLo0oVTmjaJCoryyHp5BOt2KiabWesuYI
byl16m0nOZe1mDuzPWBiPpIi12Yh7diKbCnEwB442u/AhoIl++kol9oPycdmPdzi3KclZGRAVWyF
T8u+PZ9LqxNw/JQJWcRa8M1+Y+9UgQiRqrEdN392zdGb0bbqXvyIU19uqZTnw6Lq+AmFZt5lz5WW
LYSk8yKLMj4KvCmtyapMT88NJYHpHa3CIOf9lIIFdJhJNSNd96Ek9Xlj5hwwRZt/tX3/w6wXijTi
mxnz8b6mzptGuTFYy73SU6r1Nk2NU+KXHr3vfj7046tk8ryph+8o49RZmFdsrKk/cQqC8zO7h45C
b0MGzbevHj8fmHNJb+PqI6pCN7/0TXZNUwir2mc2JTWqvOChTNfraHnp8D8dPZBEtiuvaFF8kF9c
h7SGDmsqNFzXurnLe/s042rWbfSRscGx2lpwntqSElGW1/XwC4j0DFsNHNKww9z2kS9gTCf/zlOL
6lrPlVN+WcugxHzPRuSf62LMXOV5rUHWRTxtubgaqf4YWR1/JpEi67K5Kn+Y+ij7vn0JGqalhcEp
YhX+M/PSy1S01xQLnGseBm+6n8SLxQgzXigzgpirc64DgY5a+bXWvp7bmbsI4Kdvaad8GBTaoS6P
rAcgF5PsW6847lXBnbXyPWB7g3OJEtLVo9sEUzO5uVeaNqyXbv5YR6ARUrqFNvDM5oIRZl/2M9c/
n502HS8CZSXOF1WiLmr5X6Q8oh0qSGNS1QbCgckz3qOBBbbBcSJa5ypzLqT27D5h68OVwXs9JNnV
a+EoueAeLbV3R3o2+s99EjwTlMsa2bmnbnau69Vx0di4kplzTxTLbU0JzoYCqWvqXGw7g+ZKVVN6
yy8KlNBTVXzGuNqMecnqtU+jOAfxcBlU3RDkJHrFLSdVmX5TJbIN4bqHR1xsZl6QoS4BgSzPdD4o
Aupz07o7hFPQtxLnwyx+91gQUI64pyIzL4jYNQlMiWPfc8fkkJD/vFlvkZE3rTgAQ08VU/TtE/Fh
KDzU9UUiriySn6peoM3xnPlsuulTblKEGGGu3ht/XO4SDXKXMw2fZXeVNRfM9WNexKPsGVEEabyg
ARUXRLJHzc7Oo2DtqfviarY8V9pkh8SqvANK5nJftV9gLYw5AYGipd9qixTSU2FBexoXVrv1OFbX
4dq2MbHytPKesl3ml2H0z6PxyMgD9X5KiTSb/W9Kzavtuj2dOmufO9k3IXDw1ckzmBu1zx0Jo0ni
gbkcQ6xEm36MQto3Y3euGHIhG5UnreKDsEt/TyKfdtS0+t1KnJdO9z9EENwTSn3JXM6vknRxiLbZ
r8LxhkPKkbuHzsASUw/PxK2hmhDjcIAcozZ/utqlJKWpb4mUX2DvOx1JAUz1TXJSyXnbugHz+rWo
VD0Ao2W7XjoTYjT8Buums4z3rtItFQsFoVERMudEP9E5n3urwmaIrAbvSPTicoEEvUncWSu5SC4o
pcu8TA61Day/NudDlRjnHn1piPSUFEJDC4709h+KLPge0LFs5JiRNg7YJfg0yxqhwsBZ08fgWwco
nRPESS7WZ8ROct8u2Y0Zj8UuaBZOdseFyItznXdm/mBK7FNSRM8eKuB6gB+qu1WwwYnztAr5HDWg
67yKWcKUYX4vSwS9UJWYFkyQPCC3wk1eBXPSYtI5XopMlPoOx4SxDzT3/m+axt9IDX2doIzmgjow
LpOQpQFn88i0J/ecI90ysbfrAVwOD70+icikWDmumsL1hz3JxJypRrIzVQpKxnyBeQuTYjXSGyjE
mOggio4t0j3kOvJaE1DWf3TD3CUZ4XR/f/TnJtiYA7QNCgS1/kprBbMy3UzYAUeo3NGtb/7+zfrV
3xv//cWg5p+T+mf92frt+tXfnwXrPf/94d/b/D9/9m/3muQFnSo6Nf+8vHx9kcM6dPv7OOvTaz0v
CrtOIsP+388s0rNbMuRLuoZa057WO5ddYOf/800JfpVBMt1YpSLsYBkWlqvJdqtDANwZjQW0DIkp
s7phjNqTVCO69fvYcx/7ymeqrDJbgqg1yVqfDqSF9be6uPad1+15L5Ga9jEq9Daa8GxkLpEtwGxo
GXTuLc/bwRTPD9d/6hrcFKl/2saJLcBGNJLYxUnc0y1M3ThDcbt+xXLq3SaVvkV/aRwdo710FfPH
co5NhKwVImQaMsyghkdzDoa95rLDbJv6S1L6VhEbjpt4gPU69ey+iER0jbzeGRkIw1FPD5y3vECd
rUiuMTiNXHx7wXBE7AOJvJDYze2KwUpgv2SaG/zqVdCCdds0GGLi1G+3MYIkw4TkjJ3C3dlo54eS
rTzRJQuEYD1iemOirY4IyDIjrYKeg95H3Dstpn5RwLDmjbzlXLU46RMKiJZd5+A8p3J4rIYSjVlb
3Gt+xiCwgU5Lvp+XvMR6TChzR3xj1KcsaH4etsYSoSXD+qmJO+mOcMwTGWae+9VG8lIhHdig5egJ
8VnY0sDUMiU2OYBIcM6j+GHSk0erhzWlVYBAyv649OZT70t5GjOYwj2OMUZz/m9ztr/8wrO3Wg0e
fxjzX0HbDwBru686PwzTMO2mOrOpELGzJt3FSfv7toJhWuY4KQTqlsll4a0ZYCGs8G8YE9wVKIWH
tmRTao1TOPa/MmMefkARt3aWHWns7rxdLXjKqMlu0QIey8jIoNqDiO7wCjaZVT4w0sGcZ1ABzjEh
C01ibLrKkMc8DQ7oGVCwglejt4Pb3GzEjwk1KkWLtE+6Azh3zghbiBEIYqkAIDD6T04H4jfI55+m
GLhADxYifCrQxG9BlAUQBcfYVnDk+X4gB+zopXMbjrWxr3uSaO3O4/Hi97oegp3dDqcg6EqcM9Z8
M2RN2FbjRqd7C7xwuBp2E9GBGcIxeDKROqBDwoAzDohP5HiuOsvfIUJAJ1nUx8rycaK5bDKrqPvF
M2C/QvLfQVrVyYFPUAwuuxF85bQyhI87/GADVpWB7ocxUjeeBtCTRN4scdI9p4EJyHDxzkMXFlFF
hS/LD/px+ja1/d2gd85NUBPlMXQAfdrqi63hMa7Mq82l8SCpxIp61AlrRRMToQkc0oaHqpMd7VQC
hWPjJHTfvx/oXXMA4ZdodCiFdbI39eHouEvojaW9d9quxlJjXH0nAyAX2w86Ftai1TqO+xXNiou3
ExfaCC9u5B96i8XCFfWFAKm73PCeo4iWSOMzB8aY3mrj/Ky1+icbV1oqbnrqtfINgzz4DK+/VO1E
L8sYEfJUOJYTjOlFUH/CdjvChRLw/gGI0kK9R5qRAkNHTtk1iB/j6YadyietoU+xwLg3rJOWuRwM
xb17b+OnJYuGOYkxJlyMSSlsozO4AdYZLDrFpD22ufwwemwcbRtz2BIp6Rr3BVKEDVIJLmYudNEC
E6hPXX5sau9tnjyox46/V925AjTPTV3Wv3OSUga1513M+SwLugg5/rQoQKqYLhMkq8i9NFbVHOve
2s+QE7oqvwtSjG5zr3qPgfEwDsPdnGIrwP92wAXUQAJZOFHB9jqpf+O3ED0jAFL9uCS7nhSRdiCC
kd7CjXDaQ4T+61xkqbgzCchMJ1IJulxexk5CN9KMfkfgXnN6tAbbeSIciHQDF66xiC56h3mnjxEW
drP76tjOC/oAP2L3UrbDTuurbWeOr/McXKjkwmBwiSyErLAp/MOStB/Rcufk6XNd2geWOlwupMBg
oUvK6M1juLcFMgVBmX5v7SA+sSCglrc5PANr0JDYIB6QZSzDGPhoBaSiUgyi+dgl0JgYFaQRe0Qk
eGeRwBevBmyiLlAwD/g5WxzJRcx3psesFV8WkOskIjmFoEe/nzcIjIGZ5tuafAFpJFuUSIexplax
+69UTPQmanhoXR6c+9r5tFUvQ6PDSGudSYkW4p1mSna/tCbBAhXmMuNa5OYDsy1303Y30ZB/BkwI
HXVIG3G6Pw++Js7E0O20NgpxV3OVzs8dKIa2fTeiDAcNzI2qeQB4cSdq+TxrLBsM2O/SIcRO9ilM
ymCzbo6FbryOsfnooRCLMd87FmqHynVwWhiU5WSc309tfZJpzBygP9oDPgTec3Lkjsli/jSm6mJk
8dlMxgfTpX/ASH8Kl9K8RSUfJln+6OnZuYmp1TDNo6mOcZVtFqPAcSloU9lIjtrM+2Gx59oMnJfZ
QoiEmHZp07xqunXK6UcUtv2qPhp1V4k3HmtWNp/OmNkAlvhpSxjyJVr5pBneI9/9mmrvuQ3toGdN
nrwXxKfbfqreZ86hcVl2vvHiROLTad0jlmbSrci5zUWyMTLvJl6AWWtk4kGFMCTiD9ce7+jBQ1Uw
9j4t8F5BQFQE2VCGFq1TsGs7KeIQqfIH/ZQf8485ztgz6krpjZQF0SUa1vggcCRqORMKlqXukME3
M8zTQgZpOPLGzxkrW+KRu52DiY2Jerz4NHUywpSctL5qaQ//WGgfLStZl9JZsv0c2qwBspvJ/Z2l
OQdCsibzPGrYo5tUV0IJ+WNy5t/0xN4oVcK6qr5QIfkph2HB5Yo0KP9mLg25s3NYuyRGZAQzBC0A
ijrauwZO+0D6j7iUCcCGn9rDp+8b29oVMq23meFd7LnQMXKiCiFL/Rx5dUp3xDm5tNeMgKA8TubR
PnWpD7Ilu6eujsPZbTE4JNG1nurf1dRu3Q6Qe2PEbgg+os415zTNOhT1gtWg6NSUqQo7f/psZf3p
tlz1C5uDUJeMWB2aytU5x1Rg0OX2xUwctHee2vFbDBUxCoa5bR3Cc6OiYhvlxO+jxrE2LhBXBOUB
otXdqOGeyn1nCfW+a7a9JzAoufWN5qUv1sz+qM5RrE422wtREPk7saXKm+zVHi3v5Bp0jlPtBx3u
R1ezYGFnXOjxJIeZCXrEnsdbIzV+zBRJqvMiQ/QPNJTZDgpgNnM/ImcmR2BCJ8TqBy4zenWwqx66
anjvCyve019Skh0ADQxQxcRHmlzKcnnXEfJBbOGaXs3D2R5z7CtcsYm618rybTA5RsY0f+sDGqfS
csELJFiAXNptXFzvED5zzI/9+yzEvtdRBXklkWwLwodtkWgvcUaYTp7VL9owY5wWLzksA8/0cDMs
TYMfWuXCEsbjmiS4mQ8yom/iKVc5GDjcneyh7WX4DgL6KqHDrAvblUDBHVzG3H8h7du1JGhN6mtq
PdejKzXn7IUl9DXoHYeR7A3brN4HcIrdFubgZ70weeW/GV0E9TqZHyYTuJGk4+FJZ/pOHMG4h9+5
YcZLV6wuaHY5Nm1Ye6OPcqf+zOfabf7zu2Qyt/BfqBNpo6fMnXyY6xwgOg/hcvfq3pKSnXhFgqH4
aAYt/NefmqJiNUIsom4SMLua8vXhSic4qrvoAWrJKNrOXr+buTsqefWtiWbRSl6W5aLuN65ncjHF
euOIx8AIDQzckKyEPKvJKl4XSUqYfEZP32BUqOidBYXcG1yQ8ACEFV9bWrpbv1a/478qgGjOkWMB
iFh/TpFq1D0gDhoW+ucIBF/bWJZY/18x3mVXgRzn0IAPCmBOB/y9uklleHv1tTodAx4rLYK7ZmiP
pN/aLb7XB9ahrUHHbuj0b/XEim6WjChp8ybjY5WSCYQpoOMvjBTApom9I6CFU3DiHCoAQ+oW6vEq
gdiwxI/JYzitin/Io6uVBEf14FXT7yr1AhhcW3K6YZY8EUqi7k49L/Wwmno58FHX18591M4hZrel
/lr4+kPDJNvI6ZhwU7hMW/X2qJen3sJ/vVSUeaE5Uc3RN6sXNhPkpCQM1oBF7li/93XK0cbPWiZg
s5dj2Y3X25TM+3X3U2fbYpd0M7hpK//cPIn1g55E24i7k0GEb6UDXUvRDuBUIKnmRzG/Llv/qG5S
ddjee3Yo4KNsI/tSd6XjPsgxtrs03eem+YTIeFF3qW4TlPfZ8qBuoZ5TUf4W9/96UvCsNuoJo3G/
UQ/FQ9yNAyYPNs9pa6wPp+7OHfsjd2MRt8kW5UewHEdB+AT0N7coz3nzkwho8k2K4jKZNBabmJxl
i6legX+nwGYTDiaTjthKvj2KbYuzKh2B6y+aqxwUOuimbL6sA/yqS7+53D5r4DDo+tX7ReTPcWoG
Jz3Xjz0TcxNvhXBTJI0dvWi94FD0RXeXRtF0QI7wXQUtTlcVa1Pq4NvBNrmk0kP9N5CHpOc6/khp
6HGxMR/ZLXzm6E0ZuHsPqwzCrjlQB0JoVPu2V0MRu362SwSJZu61YdPOCMntliyL5SiINL+x4uIJ
yeBztPiodTqDfdM40m7IbttyeFT/gX81d5WSiSkpGMHdF4wNyx6ChEeq38JFZDsK8a1HQ7lPvC8t
6Oottvu3DlcFkxpa1DoYk+NCxeZYyA2sxnuxlvTdKjwfkyEgKDYMI8kjQ3Wdne5JxtRDi0OT3TWZ
NlmAgEpgaxtNv/GmwrmZ1QWrSQ21otA0ditqTz/Wn9d2t2/TTSck2gu1sMnzs6bmlYaawNCwy7bQ
QNBoWkfQ18kxaMBW0GPl8KYpPOfzpcPVRRxaeRdnFLauGpnpELYxockvuyGprIzZPZojz7/4XfpY
lBsre0c/sdM1ZXVnuH8zNoCzcwZIZgKjT492dVe9QdQpzqNNIkkED6EhM20xGLR0Puh5u9efYAwx
JTOza1SSab/UBegshhQl7KBjbbHXWYeT1M7HwqN3UAga3Sa6vk0XWYclQkIPzhOoK00VHBcHyy2L
vQl9WFd2larRTxALQTGPCXEvapjpmOV5beFnN3nJ01yVVwREA+yuMNpwXidTS6c0opdtqDH0aKB7
g6dCXPr0R2vjeySFAi/aNUbg7Owp6qGYk4/jDcmhaBn6FXnVUmExd+7VIV9pmPgXZPN7pz67s2MR
m8Sn2gPPGCV1o+b7x8KZxzuPaomxivOge7dBqb0u0fSV+IsBOjXdr+dYPaG/wB2a7CaTUNjBjosb
nfragS+GnAERCVbo+19sBdW+0kPHyMmKzE3JwQpgLksyhm3sn/KE42LU3dds8kn8Hmmc9uSEDQF1
y5I8RGU5H5KZv/RSB3gFFRWKsGdLKTNG1ug02XeTRn4USoZD4dTPeUGrWYyetjHn6NayTQg8ww2i
ckCGb05U+kSvBk/u1Cz7wiAXd5y+qDhLgkJm84Cm4dS16Ignk4g+hhOA0M/sA53tPC1y34/FxRKE
SURoilDeBDuByL2P6kvfijM4zm8/uwsCSqM6a2xyS+k6q3Mh6jm2tXx6QevSbytYUwwf8G6AcIRG
3Z3x6BoxfcJJoN7KCQ6D/YzKYh2nqoHiqpLKS54PRd62XZKrO1p3BvU+pgHiNkbKow6+ChKym5y2
jQgESEU1PbbdkVHXQKGXJbc9VnI1LlqHBk3GXI7y4yopmLaRUi6o73S7vDiL8yNHQciwh8ENJ3Bf
mfcAb1+dlA1coR10Ro5yKM8DPBsuBwQEucx8xh7+u8dEoAQR3pV7GcEPAfHXkGK0YF3YFhZVmXqQ
kUl0ERlvWVVe28x5kiSvsRVFxaPm7iPDsgWdd55wAhM9w4TMz/ZRrv9W87NVmLMMrMM86Mmx0E3Q
K76L54g5LXs0W+BiwofvsMFcZ/ZTTP/NGnwMmvJqGvnFqjgWikC8a6MAC89Q2+yh32E243yedqLr
9dCJuOB3S0A6SscOVJ/eRNy+C9UGcgaUPIlwwC4qjQwilGdjoUdU8AqbqSKxWgB5TkXMJTtGWBnE
yS8EYrC5FZEYGPBBi7GYUYH7EL/G49iDFrMBAZxzzd9Xjnm25fBjYfRN65ADBIcgwyL1IdkRhGQj
b3ZlDZ3cL62nqg2UXWMOkxKbsmug9ABwnd0Erv1glc41dc2vqm8/9ZQZsrVQAxSk0SYDH4FCENXg
1CCTrGPGOhe3IkIvL3oCstH0dNtYNhgccBRt1iOmb9g92L2/95hJ5Qznmrh9lVNwSB3eucZjpu11
30XqP/8RT43tR1F9a+MjVKPC7k8yU7pYNfLLEgBMJtgMJetsldJTCi/sEpAlBJojqGkbRCNxcVUT
O6hwKHAY3uzwan6roaDrV6+tOT5J0EY4sX1m/Ry9NIKxBFTuI8fNj6LRNjrRCvt1dgZcg2iY4Gcz
Lj/HiQWoTJl91lj8Q8eoQGtm6eG/64ItBOf/Jmg2XMNlY4Jd3bfQnf+fquAGw22JBrY7RhUaihkc
LUNRJr++nxYYBZynBXHoMW9pI9pQhdIlgArNqZ72vEmFxtRdyaP0joVv4sKutEoYLySx5eVFU0pG
L6YsigLvZv0OZK063LMr70l9K2L3YIrOvZstdjh4a9KsZ/82MI4M1AAParByTf5YYt63//7Cnf+U
k/952ZbnGLz2QL0x/1MOXVplXqV1d2SbBrHVvJ8W4y7wEI9qXJrJK7+T1Xc5T35oGo7i+hoWYD+l
uShTTgh2cqgCKFdK9HdQI1mCUQLsmCx9U4R81K0qwJbg068HBCf+HgQS42I1CKfBRli0Buyfy5op
8qehiTgRkCBHWvKtyiahjlOphE2TxefxR2uvBA5FQSuILJELVdY7ZHwyllnh8OmxJRIAA/U6OUpx
qn7XyQITN7P/P2+aFfxfjhZeqGm5vhMw3P23N833fOkNmtUetcRCAFfhX2dGCfOZtUzNcqfmCTwa
Kgel+lnlEUxdAErRjlOXFjYsZ68M8A46JPoW2n1cm/tVHANQFgXAss78Z7zwpEHKruWdczmEhC4e
aZO+/1Gz2dbLAE15v7BFUuKGeCQtFfdSN0xcVAX49H0saEqrM/C/HzPefx4zlsOigQvDR8n4HxYE
jLDSDJIYMKgOQxj7vRYp2J/gMgHClfkWoPpVTK+bKT1BIhBXkZ5m8VEmeK4OqVKTR3P04FTL2aq9
HYvfcYGdmJDU0FaKxK4KhqmeHyeUBqW6qMR2fp1xDNJ2Dp4LnNxbz6DdggaC9Uc7RfnIjIjAxVU6
5KQCyRzbiqwCEpSP7W70MOkBx0QuNaHwyKYjaTnHdJlXHRLkvfrWaasb16/RFqprmy2M4OAk9k2p
hFh+PBBLSopFb9E+StiCH4IG9ae86hHao3h+kUgTFo9ArfXqyriqoiCXxIKpo4IglxAdNw0w+6ZG
iRX+909EQcn/45D0LBPTiqX7geV6/w4Xd3rNqrIZu3Ra4ogaKFYPnQ9h2rTR7JCL4C6utekgmoaY
qW5dtzaxq4lvrslVj7DZ7IisVAdfpXRWRU28a5Df+U7sEgPDH2lJ8QZljeYC86s/i1Jr3Nggb9uh
JkHRMD/0cfnlJfEV7dkeE+6zGWTfvmThyLUn+ixcUBuTGQqqMtm4OoYs7y61++uSA66d64jPw32v
lY7TjugNwd9NdmLOdrmnvUQdZrG86seHwJt2kDJPWt0RxDmY4epOLaCTnhzkrlJa+bFhTCK46/OQ
T7dRMDT8BM5TRO5uktcPLb26ozVlksIL7CxFDLCgHu1sWI20GzOdEGouipNZXhHJX72a1OSMBU8p
w1Y5G/i8zehYv9SK32TUSKpIc5vsOwviPaZW9L82l4ZVSbX+3qSQsxrtUR/ib1hSGy21SJJrf60F
ZZxXF1djgtngI9+sPgsl3Go855komrPaF8dV8tODBQrU8IWVEtsejBO3InNc9YZE1v0cA+dnpFeE
74CEbQY4X0vQHGhDnuuFiivQqBGWEsP+Ur4rYRAV/5bsT8o0R2I2nh7rPD+ZunDZJKKhTyyq8CX4
BVngNW4y+KMoVTvxUcb9p2aq+xLsIQJ76xVYIpw8J53Q1rDqcqQsgomd3pc7TbITTeri3Ljes9RQ
8CpVl6o426w1lRhEJQ9mZz8ThIyQ3QwDyaIG7tW+oxg46XTImVuG8ccEDalPE8EDao1lpLzagrGT
1OkeFjxds80X4vRMtPd2ReQ2ev66xdartsJUsrsWYeS+7a1HPyp/RmoV8hYeXO/q16Q2f64nuGjg
LTrF9ChSwszaKsYAU5uXKp2i27Jhj9/SeIiZ6CV+8+bH4wUaPIsN+56NM0JLZU/uaw2lXM6SbwRs
iwxP/zHV5Y9KIVuUb6JjlNyxPQ5aLv56lOHDtKNnjeZ5GBEh1eDt/rPt7jQaJ4NBK2ChvDeUBKzU
+MMUvnoynvv4g06/pq2HrRAnw2i4ejAzyiz/VLko/FMwfaeGN9leKkQSRfFzBN9a+xjZ5Mjgmsn4
Sy/Br/fI0xxysMdRJpfUHG9maAXH0oQI5Xs57stlgAqsg13Le/mjLAauJ4QvHOxFXBz2ljeadEnI
jnQGgP54xuv96cjZfJILvWQ5nDWBF2zBxNJ5L74gwZMNuI4xgI5Tgt5TF3nYeBXR3V1BQ7ZLyJYW
rQnvxhoIdAr8UGKs6Pvs4HagUya3JwIgmFSXtGOnajO465SwB5FmcfRaZ7cKgzpsPTMgRz6J3eSI
6BZV2a0lq3ovNXIzl8QNm0m3AIosdyZd84MA9yUs4pBJVwJzFyx3ooDWjwXmovVGxd1VkM8JnVts
4moskh1nWCjsXuP96LTfk8lPHY0eQ2ka1i2SNGzRXvvPV4wNDRnBizX1x8VwTeA54ljpeHmFaz27
AQSNoHtVSQX0l5CijNheAe6pLwmtyfouOZRCTugVa+0Eo+CE5GE6wunVTomXerfN8r1+06qfrF/h
qGMIipebd2+GXuFDa00tn5SiujrathcQzg6hwS+st6QO5HmKcflbSx4GpAExmpp1UmLLO+BcyFnG
hRB1Lz1maWao9Bnk5lmdg/qEp1gOSbX9X5ydyZLcSJZlf6Ul98gGoBgUJZW5sAE2+uycfANx0t0x
zzO+vo+C2VVBZklES28yksGgG2gAVJ++d++5tBHtSzSY94jo4Cepq1yvQrigZgvRfpQBGpagLBrE
DzEjFQnLOuAYimNc2AdSbQ5mOEcnh0wZp6vTaxYQ7GjHfJxexpdC17tjldGnNxge7oWBjrdFIXiR
+ee6R15n2uEpdRvnUqkiJDBK9HRTOx0wmz1YYdcdR1seXIOWSkrdyaBl+uwlur/EUJ9M802MSboH
hNtcrLprLlNk/KgRp/v5hMcfNEW/QSET+qUz79NpME6uVTDMoUt4GU3L3SYhY0PW4qcglJ/hxhFn
HujIWQJMR7kDqJozpBDJZZwf7G6+LVpel8gz7sHDSEnHBP2gBpJ0egoLUIIyPi9cANR9ALxJYBwQ
OQ2H1sjOYT93Bz13OCWvdEBbU9QUfNfDwhBlm8zGfaEIcwjsE3zLAdpjnAv0CBX5gWNhisnkLFmp
2XgSFxzv0p5DpLzHEVvG1nQhSmVxdBujEKdYoQXKYQxGE6VZ0RrnVQEMCZd1CGp+FsEwa9qQtrob
HVcLFyAXOsDp8BE66HUQrJGXqko15c1AXv2WRc4nUEdkz63/Yi53zMkOo8k4L+zar0OI2lEy7kPJ
nb1IeJew1rqdrvwMdkmjPQFztAkIOKR2yybIXBGGqpmsn7FJv89heFnl2YVJALpLIc24DtyjiWlt
dAivlMJfr3IVTKsW0RLASo12iBqJ+jJuDatGZEK9voD8KOL2ea2TmpntY4Q5FCXIrTJSgbZa/7Oa
N2h4E/a6PKjtc9WQY35B1d+w9vO3SOhSPC4B3d+8TV9GJQ3WkZ1TpjfPS52/KD2sUp87AgU6xiZG
iUStYQmIMUEG5QKYjK75GM47dn1KaYefVI1Ic0CGtQG9mw4TItGZYA3qbVpn54S+4qbv+ZwO6XNa
IzrT+pqjFf9mNcksxGRsXlZtP/kPXezGvpshRc3T8WD0xHB3MYFIeYplX0Q3DUg2X2/91bO1CoSn
BhtBo3MWHdDZ790aZxlCyg9RhWhKWvqcueB8S3ya3MROfjY6nK9JqTyonnmctPq20b3n0F6YVZr3
nG7xhjjjs41yN8/ij6XOeFcZQfXaczrRcXAcvAPN/DJIFCodsRLmXBMNYB2L2cFoYh/XA7Sr1MZ9
6xLmWt6NeQs0uUXF1bnNKVu7acoP6GkENzT3ekb/Jg9nLBEw6fry3HrVbsnEU6YampVy18Bb8TZ6
7V1GWMCNI662iW6Kk/7Q4nzhn/FIr3J2ybhmEAq2sU79OqCLZk5nyLUpAxlcVGHwDuKSulg9EUsk
6EVSRsLzq24pookVV061KeB84g7ZF9frDkncfMWaBh6PL3nu0nFHighOIi66PeU9chULwCRjeOoi
B8OA6JcFi27+0mqa32bal/UDQjtA0MP6IIoJOqPdPivTjsX6wGoLEYvac+0fBBaVSG2HO1Wft3Xz
lDK6xiRD7aswLIAR6Mdq5TVuCGWWo/uYzeK21rqb2EUFHTQondvGe9bDGFEt81vH46vz9ArjTHJr
m45EIE9fsrefR1I/tuH0BUYE1FIVPtCN3J7QjgFlzfyHBt3nrT67bzS30POPygRG6jV3yHmXg1fu
Byf2rp2yosbKihTogkuzmNOtR0SNH+G50Y0cwjctvCnxnNOt/qSL4AMmL+AG9JMl9p3d5AJPx4J5
PxZcK9yvkOmR28HiKu8y5q2sPlhdpmwfa+F3o+A7VFUqG/Yeiu7LMtYvx3L2vul5/mFAsGX2EX10
RvTgyPw4dNU7ETsnQzVAcjq/+Hr1Uzo3bwOdU6GucaL+hddFNLe3dFwiSX5JwekjBxJ5XprqlAuI
N3B6dA4ax1Hj1fECy95p2kismMDc2NfWgSyXBBdL8rF2RCRKh1CDkuLSCNxZDN3Xf61F8yYYjCeZ
ylc5ETocAzymXoqGfq8PsOLRWvENKLdfGb4UtoVDsk8HmnqXVLnff65lITd6LJMXb0pfZRi9FxFZ
t72scFL3EHXcoPAnw58jTvKIxNEXAqrFrVVO4KQxax2qsueAozx3rYakcahdX5lW1HlcHUnsmeM1
NRkfkkbbGv3MXM4cFZS/PhGvcTpjGFQOj/V8VEXs2mEEh77sgNEM3vNqnFodGIZ6qOpZ+1SYSJOw
U68NuLVvba7GiRZTSjfivgGogK4UbNlI4ZcrPZU1FmT78aKSUETY/AQWkXSHnwOA1Z+j43ME/0fL
3x2Q0qpTh0Usetz6ow5t3KbupbIfYNHjfX5wvNt+6Q55CTPQQHtyilvSAltHMsWJs3M8RwVby6fe
Av822JfECk+GZcJyat3MTxwgTVCNNEy62u2wOI9dpXIOlKsMRApdb/GDDApccZxBx64hvadBeM55
DT+ZU/ESkYA++VWEpFWPHZeU6p3ZcRdXR6wez+xEhbfHTjtlBN8bBQf9fOS0t16ClbDijkH9zYp0
/Om83Npk3bXEeIxq2U9yDos1EFO+KNa4luIgJeC5DogqnA0EGLgu+sUrTqLSXWIGMRJh1jivBtEx
PFp2z9Go22H11Iq7dcC5HnLNAd+ecK+9BrzMo/ve5OU3QbRfWC637ciLurpuA5d5pV1PvS++9970
7BF6u+ssDGrxVFinRCdkMHXeSmwQfpe716pAQDu7NPKrWRenMvhOlgK9B/CTWRgcV0wHwdLzjWl9
zkIbtuw4YCxRHR87tPD8tbK40ps+ux7eg4klFB7bR5lq6D/dlJeuTLZZdp/EqIQkVVOpLIarZ3l1
nkRLfWJFe/as+ts6cptn9jpoid8Wz7hC+n0Y8iXZIIWnMealSqVQ7Gov+ba2rdaWcxj132FZ303o
tsfSfe7q6bOVFXs3dZ7HYLhpSpuUMM6vPa0KVGN4thTXIQi1knAJOqtq3OzUmGW5+HWMq+nwGkYt
TDZRmdLyiUsE5zCVW/a7dedLqua+7ZkeM830lQNxfbtSMfsWuWSyMJEupZ+skL9KmdQnr0dDR/ZX
psq7umN5Xl+5XE1k1qGGGhT1w3eS9Uo64Hp9yObPmcXZvePhEsl9bOtvRc97qWmRPzisnF4O7UB1
jqWL1lWHYr5emEzD7xr0/XWE+XMkbTRkCLhbR3mi+kW7Bpr9tE5613uI1IJZfULTuWGY31TNqXeZ
TbTuM4MmdhZVI5EhrOZa2OXQX5+midwrNYzXdO19sIavXTA+0A5j4JCGyS4CrcjrUdHAWJ8GMiqq
/fperD0EjQELIx9+IP3Jw6y7j6pmRrQJv1NNLtYBVme/BrJ7Wr1EHtbmjYaokQgnqJ6kq9JIXD5H
k4akIYh8cHyq98i1WjQNAWragAmVjoLsENqWEC30KMA9wPtBIxGMgWpnTMs1VA9kRSITZSOTTwFP
gTPoSWuKe08qby8Lr5Gx+LbUTCRfo3hA7U0hNB2F2vEkkk+s3Nm9qscEqUU56BrlF4QNoXpfqtIy
KD3XbzmJrC8jdaecaPisFi/jk7uAlVf5NCi+NXYxgHBUO8Q6XWYr/FCzvjhCn7LUt9WQHNafZaup
7lIxSU2a+pmD/0eh0WiaNPcsufNQzDEW55wj1KpP2+6QtfFh7QFNqE7WfvMUGghOmUmoqQv6M2er
U+0xwa38BO9hPXYLfGhaZmr630huS97cY2/+2nK4hbX2CesDgwt6GSjqzZs0i76u71BtGKPvTg2G
FbckKmneS1L8EABnL8oSBzmXx1+G96uRVioDvnLzutpbRpNiM5reAW8JZYZ6M+WQvdA4Iq50+Ek3
6BloG9B+UwqlKTHVl/F5HXEsOVCCynkC6du/2zNpO5PF3hO4AHnLl4Ij9cajdQGfgfFSkX0It3iJ
8/E+Jr7E0UNjnX9bLrk9aI9X/6Qm2VTNip0TWOF1VjCB3E0JaJoOFn6A0uLcoB7WGeL2tlPdKVW2
MCOLd3Pb+aurUNVzsUIhiBz7q/IorrIRG2hsZiW0jGuG2sincGtqRwFE3MEVtC/igLZxwlOrXizG
Pmd7sh7MkHmZrs2jb2F2HivrKMLyYxUMILFnZlrA+BRht3tpGg34Kge1eOkpUELnBS/MUX1lrHRf
dUK81HEmVt5aq83vI5fqWA2/1aqXVP0etT9RTnUoNuOUvake5NhTQ64ObvaPzyEsHUgOPNcyxRqs
4/VRdXpF67fHJ7oE9gk2WLxd/wrRMNH2LpZNXRIAZUdP6wRjfTYnGTyvXIsUmzV7JOrfLjzCzn5J
K73fprb5Qi4XQ3Heq7ikny7D5RGWbbWpTb7uFRjEMaQy8auGreYgBsbTYuE25whRb0Kjfpwzp+bE
y+Gv57Z4JE5Nvc0ADSMxj8VarOCEui8KiY82+lDfqPq0SDScyJSjozVVVDGLVG6ZO6ZnKn85vRZ0
kAF5k3qj2vw6B1NjVzT5W5/FoAmrlyWlRKO29bMkxlVc8OwwVoEATRsmwCOaG+O4MZcvdY8B16XR
4ahCwjYtA37HclnXjFb50pMEQVOKf3KDj+USNJNPW3zP5XLQY5j+0xZPZTP1LkdnSS+XqMpt49Am
Ladl3lJtpFgqOO2Sw6vIF7SJGO8ohwNQy3edgYcGxmQLaDRp8g+kozR3A/fUGx79FE5gljLc2t2w
Q0uW4AFJF9QYww8nSQ7qcV/XxDSJ+bg+8dd5iKPj+s9cRkqUYGuZqUcSKb/9Q5ZYIPr8mlhRtJWS
jDdmmtux1pyd6oGvyAIZQ5xP5O2KKjCUKT4iJ3VX2pilcmrI9f2JhIuBgzbvhrAyoSKfr6r2slzm
oVW43E5jGmzbuEHF534CpFgh4/60NhPWPoZGrh5KIPNphWM02YzaNm1Re+IHGlKWUelFnKGFS8xG
+SAinpyFzcYxZei3z4vF1p2mOLNy2WPX+JgtAEiphvW0tu2niAn4poBZPnU8A0XBxq57g+GX6bFX
mJfcLW+0nuwU15lf5fi+utQDIsVbw+M7J3mMdL9la1fxNcKpK+XAVrDg6yKipSZPgahrTkS04att
NrDAE/V8nSLWIRHUbNdxx1DhHBn9NoyKnZq+6y7dx0FtdWP1uWNJVp2VnEx3nsZjzcnI9RD9IR7+
WA/Q3dI+CdF/HsbJ2prcnzTNoJHjGsb2333VmNqOvdhN40Qeeo34duSA4Trpe1qVpznTKQHhnVuu
kvqqRj3qsm9znL+SeYkPgjgMYN3g110kW6aLOEPDpBPXe6tCyDVmziUO9BlJnfWQK8UHlP/bugHR
OJvxrSXRYDWwnHe5Ek9VIcW7zVtJc3Y/sLWEs2NtsoXuW02XdKd7wW6VXHSO5ORJ5gGIVCQBHutx
sLy7FLZoc3C9FG5RqFDBHKBD/jWvcWPYDRSgxuXnTYm94w1F2JU6+1U8FDlo6eaQ42kb8PZbWfZ1
ssWqYmiN4TXp2m0PN3frNi+CVCJuJcWx2snVTGwl78QOA5Da5odqlvahWfp+baBwq0myEV9WuEqc
1jdaOTypfbNGg07jHnKqhaJ4PcInTIdcg9e8DbMfZf9lXULX9axIXmKHQ4Go0FJaXzIvPgQx/QGH
7InN1DQ3LrNXn2P+ixbZe/LnHqL6fZD9a1UzV5cJ9ywzKdliVHXbycWAKdJraylxEgvNSiujGK82
0Pzov76o010RekcZj5sBoY4oHJo84aFeruYQKTxAS78G/bJvVd5F04JDbqTfVyhHrrHC5ao1jYeA
vElalmEgn72OCiwQVGCkJ+xU98sFCrBqOsYlOo8y/orikObetFnbnBWjni1+woM3uPFxBUOtSi9Y
2SJkH1iFA2r4lzqIaGWYviN5ojIKehIw6/R9BQvZDjuKV4odO/CXPrHekzb7pABGatvUywSTRtm8
ybK9QUT5to7rUPsd5rb6skjqIKg7BALRlYAeik4L5cDQobZsmexG6uUjpvwZi+ZpHQDD+9TJKqBQ
JUoOFuBdgNxvjymDpTZE894FT+r4NE2U9yVAJkaSNPMGVxGsqA5zJfHrrfzGST1zuxTa+9ocNoks
A2sz0J4iWtcBb1ba3HcDZiz50xKNtYLrDCE6GeZzmIp6f0D8Bk+Xh5TBKBlZg0NKCvk1DOIf+wj1
rPr2ebjR9TCAzLvqSpvwqrRKuBeOa+23nt1K7ZYogv1CnCNPSWzjGXHxfzUIHxFmCwBNSHTjw2Sl
hy5xvhgmSzJq0++RktRGRrP3WpMRKXWIaOSj5Ex7jofqS2eQdc94B6B4d4vWDCG8QompUxqBCqmP
38/aWPE31fMdSBra08Qi3Zf2etk+twpcvB5vOkUaW8eofW++Aeovdr39ltkTjkKFk1AnG9UdJe7t
o2jhMcC4xpbIkS3jt8HkU8VzQy2kIckg7+Zev4nKBamA4Hxm2fUZWifLaOG+qhciyZGmmfhqVBW9
CuDSlkrLXeJv9V3ScKDI1V80UhVA199pR6fJi30wkdMmjfZh5XelC9t1LH1085IToAm7j3HrnkwA
mt0i4l0ONMIsMU6bjKy2VY9x03SeVXd8Kd23QmteFdFKnRkZfHzC03Kss/peMUXK2L4uND1oIlMz
ThbTU+8JbOlXXIT4MFnJWe5YV+7zRX9e2YeZunxPu066pu/rFA9xq2h0kETyQyCQ6bYXmpiva5fF
IKdhG5Gu3urNp5I+P8bTGBlgLHbqK5yXtOKSh0epxDxlGRDC4SKC4aglsuJzpq9T9VVCqQ6e65u7
KLqeOoOtvSd6FGdB9ZJZ+Q+h+qfqW5bVcpNX8uxWjOvI1cnHGpsMEl09/5gVLc613sx4elC3R9hO
6keMN1nuGQaQSaruhkaTiZlN7VIfck+t+hELHxs6Yzz12yYl2oRLY1Orykp9zWtFrNrp6/l6cnnp
V1qR+q9n6HCoxSmZ1xNgB14B53F6mdVCoXZwPEdpB3mvnxJEEgR19LOmfJt0toVGVijnYU4NL/iS
v9ktC6/WOBTccGr4JhZVakvVvod1eedM+NWUynPpUVw3tXxcd5IBlQ+4I51Snvl+UlGJ8Ih+IxOD
JE8ysoMQZhtLVH+TFv03tdase78dLLcC4dEenSh5mgrF1iPH2Zhh/BHAwdjYenwxKtiGcVF97cqn
WdjPK0FKFb2OWF6ywrvgwFP4QRFvljD80t3qbfSt0sRb9WD5qVWSZw/Lea0q1s1Gk7hB59lHEikD
VaqqgYJ52wJLAFA9nJJiPGGTukOi/7kdvWmDu/65GB+jnEkylojn2jQFg8SEpSt9WetbrbC0bU68
Z2t/KhtC7Neug2HQDLBtnI0mUO9VRvS/f0z/Eb6X9z/hsu0//5Nf/yirucE73f32y38e3svb1/y9
/U/1p/7rv/rnr7/kD/3rh+5eu9dffrEnfKabH/r3Zn58b/usWz+Oj1f/5f/rb/6v9/WnPM/V+z/+
9kpmU7EjCbCJf3R/ZAoLx5HWH4RS6hP+9SfVX+Eff/sStz8Ipo+L/+FP/YtELJ2/S90xISniiXbl
H0nEnvl3KRnIe54FZxe0MJKrAqlH9I+/We7fdSlQwBn8jum6gsto2cPUb5nwiyn8PMC4JlosrvD/
fgO/3ID/viG/0H7FL7IuS3oeanWhm5bgxxnOqlv9gzzTNPQo7e3IuQBABbkVdNOd1T3aRtEcaYrO
viwHeBAcaipjEScC0SYCHed97Aodpep484ev71+X98vlKK7vf5ORf16Oazq6Zxm2Lh2Dv/cf1aIA
PcwKXoV9EbbJKKyKaLOYP8DpVnd68epVAeUDlBgYmNXd6I3Z+c8//1fd5b8+3kLd5uHKkNL8DTvs
Jc7SeqZrXZop+FZi1HuyJ6IOEdZcRur0/eh0+W6oumtL+sxfSISNXxV264fzqPCs2LajuxRlv/7d
m2iMwj41rEuaj/ZrGczpwSEWJp/pADKmNZ+1JLxgaU6hRZ2Ze7zBkz+nZZJfktYiloCjHHMMPaLj
3C7HP/9ijF+pxj8vznCIwpJSNzx3vfg/PCdjncJg1hrrkgUtDPS2/mZjNfDrOiD2uI2J4WyjkB4l
J2Vb8WPj/JDhqt8hoXvKSm0+IbCox0n6f35dlqJR//bA8DYYnmkz+Ef6/duXNpVZm7tTbKEQCaxD
WOP2brtKhxrhfehpGkKUTQ7CzLRdsjCYbLMByEud20pzFR/SY5tY5lG0g+9k9XyZ5871NT0gHwI9
9Z1OtqSHQZ30rieINCYbP4u9g4HgMjrTG7UA1Jnym1O3LiB/i2IR8EoUh+WL03mftMS0HkkVvOcl
S288Eh/1LjEeHD3xKV/wiXgsc2Hw0RZW8xCUUHjjVpLJkLjfNJJQAbl61z//toxfhbXqLjo6r5Wj
I2ZzXKZJvz5iiREFPVMK6xKXJdy4oLV2jm0w2+NrpBtEzvUy4ZuOSwgSsmh+lEFUb/9/LwTSui0M
3nReqN9etDARehbNswUyjyyQXo9ucj0Qj0uPNdPsnqiADnY1twjJrFPX5adOatPzn38Z//7kKOuX
tGymXLbCnf/6XcRd1QD07K3LENCbN4+WC1wIvN9JHTesOPG5R3+1vP37astnOiY9Cv7JlvDb06oP
iUUmZ2ZdhG4fJwYtO601n8pQ3pdBrvmJpy+X3E5u8fxRiy/uDXF01CuG+Iz04y9eHfPf1xsHFRgi
ZkdY3Aj528MgA2EMC4HplzLtrmU6iivJJjcyW7Z6knmPupzJa8aylEPL3mbxOPjLUNzgbl9O7VLE
gKgr44Y9ixP+bNucOBHTek72KOg3nMo56ZmRkLMqO2XmbGc/LVm8Dby0vG79XwHj/33ldnSLfUxX
i6dl/v5kB6ZhBoGD9BAUaHmhAxnAeaU3C5s3P0wJw4zAk9dKazX6T/jv6LT1MGSdF1FW9WOL0RSS
NgCOnt61XFzB5Lah9q6Q+/ejuKB31m4zECSBHnk7Jzfyvd6n816D6EP+KHZcVB8oNSsGCInXNsc/
f1Z/DQz4+d5alkCmoB5XyuRfn9U085wpTyuemxTX6aRVNGF0LncserINh689MZp/lQOgnv9fV1aH
3UhI2yAmAZXbb+/HVMmmbNxaXGLbmx7zMJzviUu7NyoE7J7deL6Xy+gQKU3o+j8SJ7vzltZF/heb
8m97Dxu9ZZGUAMWKCoU5+u9XUkVdmTEC0M5dkGp+bOhPFvZH0uJD8gqneDqYI4I7YrwcMgE0cWO2
LTth2wiSfuABeVm4C0kkeiqMofmLTft3ewvXhp3H1SkVeaUtjkW/3hmAiCRaG653rj1sr1oGP8Xu
APQMOa492va7FaLItd3oyFsuRtev4NU7ta+EI4dxs3Y5FA0YVUZIFBtSIY/2wKwZ3w6SCZs5T8lj
XGA6PE6j3HtUZcQ/tR42S/5gMgMXwNh4mYzevtI6CaHq1MatjJ36OHfS201W8EBYOcw7cOhFa5+7
pqJBm0j9MEWcx6Sq+0jhig95OvlkLOeo4NDgzEtsAsws9wZSiSOjWf1+PMZGWV7+/NHmFv76pNmU
vi57OC+upwvhUP39+h0WkhzKKRfWOWTGBSXD+aQvtJZLGoC+U+R3QoX/ZjU2vETrONtx7duSk9qW
Co3uRaAygxOVKVXDotjH8Ps3uuLHEWydnhKNFFQluyUYJvEpu144OJ6Y/I08O2DskWCK85woNA8M
ObRhaE5SmqO4KYadMXV0dk33XMg2ATIx3tZhEm5JbjW52SgkIyucaQ0A0f0ZIrbmiSWwzxfkFoAE
11/DqBe7FnDpRm8Uwa5ypfQx3W/FUkXknA/kl9H+ucQRp0EZN94ZAW7Qj8g5yWoMMkLkzBEgWmc6
nU95wCM0phfG9oxXZnlk3YgfnE5oh1ow0cVIkVXpcEJC/1hK+5F1LSKCCVFVNrzM8bSfs6h9ikwO
/yTKmXuvpidfOU5wl0LORRNv3XesoXej1pW7Ac7+3sF/fKL+P9Rwn6941OBA2KG7TwUURqzPSKjC
hlaVN8aKcTKdraIPtuTrod+fIBvoObJoASM1QQwPNEc9wD0WnGGCINNoTxkN3yL5KvCHLdAVjR6f
PY7liX7qSKrtqH8phzBk2mK/9l2f7StyfDjTzipBOigPCFyw0Lm6tunyQZx9oqbFxqpw1tjDLTlq
zg1htYdlKodL0ZCU13nuE2B++k9O4Ney6w4eeKrzvMyfEtgkRAqIo2nrEcHdznsxSZgKkUfwmduW
G1HGsW8ZaK1cUuvuh4H2hd7HRwGE6QU19J0li2MexMMj4SZkxQkK+a5/JGEzvQYZaW6o6Io9FHDV
+IueYfq7D5FBjCNz+pOV5w3+Y6c7xZKorpgBbOu04aM2BB8BTuf9aKcKs5V5h6mj6dva2XKDgyIF
KXEuWWtimB+3XZDTi1ik/DpWCHOTggz70b0EiMwPFKpMDMFvgxgcCB2e5+a5R7pFuN+h14KtkO38
SOjjwS6j6Vazna3IQbovFdYPh8eaqOyUxEyXyamsbpFAFXs9s5cjz5pAiNFTzxjcG+ERaxSZILKy
lEZ5HWIaWZ9w6M77Lg94Uj3+n1EHHx5pmRcUqW9eyB7seUt5P8rylpXMBMixeIdQJOnWbvX57PWO
sWvb7xqvxqdAfKPl8eilsXldRioLwUn6UEUWUmgyiMmO9cd6rp9aER5CawzuOwfk7txqLB852d3O
e1zIji5Sg7eByHaM0EN5yhkrgn8iPSZJIlJPkvBhTupXS0ztsUHQeWSO8Bqgv2XB8G4HOmD3/AUV
Cr9xT4w9Xi0vmC9dXjKuGMabsDd09LYCBjZ3dUOUd4xGlSesiM/klM6freCpMWOeir5337qrvQzR
Y2kyvagwM0DaFs0dmAMs83l+ZmgkQDN8eKOh3WR2+9pmXX1nuQOd7uV7CFv2XPRzu7dTUR6ITvwa
66hUIbZBL3yJDaY8pR3dOSX+oDAIyYWXXnoThCPeDFec7ZYPnEqXdl/NEsg8il2hz257C9O1rnG3
dJgT6DAj6FaullzLWvvccBw+2CP4ogYtEQtB+QN2odikLe13w6juqzRsT4OkGV7GwY0ZoYw1l+JJ
nyKYTp44DcxXInsW+6SekcBpbgYNlqiZenghLznp8/bgFa2LRQz8B6LTcctX6lxjaRznNrhJvKl9
EEiqA2n6TgcBxLKbhNcOO3TDgBtYpGk8F+4xpI+IbwdWvp3lnxorma4aponPtWW9h/oE6X+ZU47R
XMlQ4OPJKlzEhLp7n3u8V7cEIIK9dbNhV0Q6g3GhFcfYZerVZAsKlPrLRIUGHT/ECdb30zVHThLN
BBfhEjqIyQBVE0FitnK5q7EOoKC15+eQVjFy/lXSiR32Ni7JXBnCGqwDcDPD4kydT/apbWvtNHTG
fR2AVK9xnQUtQBWsJc0gR389nBWcjH2z6/jKmoZBIxPh8tD0hYvRZcmoF5+Y0JMWPVloq1idHhhl
diRmM9eS9mVOl/uiI7S2MYvBz7FL7/WkfaY55l7CHDU2+esvQe6UjzkqPLw/5ADRIx3p8E7iy2AZ
g4+LaT9pLE5iSdkhzPZ9mVuYj8hBTkUQRBuN0xCeNihARXkYOTPsIjw0QPnSiYfEfAiZNm/JQ0Wo
ZSJSot1g7zEFWPuqyJ7hFWdX0V7nodEgxtT9boN/akYUWHFarKb7FuFpYzHpjNrAvlamBpLcAHOl
DXAQwtA+TD0UZAtOE7khLjN0EsiJDpbbSUMcOumuuDPHVCk1iWYEB/G1buevQ0ZawJRb/cH06m8a
vMyv4WyR4GYA99HDlAiAWg8g3Qc0x9ThQlpj+zYnZsgCGeuXFHU6vWu6RrVVfCAeR/up2eIKEueh
Qz53J1uDZPWumnyQ1ddh6JoH6vCFj/PIdwlsP6ua6MJcAZir0ZRnzfYrYCtnbHXWScx7W1+E75QR
uJ1CEMgghb7HG+ScxnnidCk6mHPacIgXQ/cnSJiILhOGKdN0HZok2XdJ0nAfeyYRE/JlBkEhlDbZ
XGtCq/E6Vpd4MNE0LQNhnd4BYnvie4QWcx7HoOeU3S4zPOeuKet6O2Cg3yBY6Ii+NnTiUbNbr2/e
alPML3GoCjDz0ESzdjO11h7iCtzVwIlxpaUebkLvNqkFjb6lKg9TQeKi7Gh5mfRS2fzNxO8I0tul
M8tiOKTgisC14u4rx71swQFBk4H9IPLAz0Wc3MwZDQc8LJq9Xz8xqaOewXwcA137loXGeE0CT0WX
dhDrzMS+RssQb9h54SxkZ5EzKOrIujkRMS73ATPEG6RY/YGhAn7hBkVJk2k+O6Oxx8D4jtPsIyqH
8dRK62UonLeqSjjuMqsugqTbGZ7+PdWCmCMJKmr4bvdD3tk+Giuef9Pzq0YQndUsV10Mt4WD3Si0
um+m5p266aLNPN+5Ub1bMEiFR/iiMMl9D6bkYEwxe4dFe50IGmvIv/ZlGh2HNGaZLhUmynkkRnXy
A2nDoyqiF8e5qGbYFIno4JbTzCnlYyIThuyr/Lt0+y92m54wyPpOPHk78mdCijjbX0ZMdA1ah4lX
dt/CR9uO1UsrqxQOnbHs5xzLZw2DEGdq4APy2TUzEJYgMm6sGnbskLQ3mimno444uTc6Xz4PI5Cg
ZhKfJf+cDW7b2M0v9pQSIBVNJ4npbZNhZeJel696Pr/2RnLsZ+OHvR+MutggkHgi6CjcVTJB04zA
izw6DSnBNk89LBSMgiAdvZkZ0v82bbJ9glOIUPR0M3EzSqulxPbMeoP4t9hUk307DxH+RIBAFMYp
eumKqWuRaNwWIojHubS2UVg8DHq9jd253xui2wdCM3ay2qY6NsAGuW3UxOkejB/xyXLapQmDznYM
QVWRxU4VuSuZBe6ICIPDG5e3ZWJ1+26Am4GXqZm6p77CTZAhPzvBto8DfEmesW2NNkREnt2H3QDC
dpmOBuzozTJUnD1Cex/ZyhLRtccZEsBpAOWuDXa6rzTYkXlIbsdStRaQEcBMiLR2Rmxoew59ZRcT
QuHinEg8ZDDOclent5pIv6G5fYE1Kn3LmZwtQtatsIs7zW0OfQAkZPBY0Dmp7agRpe+1cY+U3UDc
F79z4j0y9u32DUSS3dBYn9kY7qlF36zFIZwlYucO3Qph/4jwTHMfUKjEB7O1fNEA4yqW+jHDx4bA
oYBeKSOfCn0zdSkYJMFMd2KVc/VjpdXvs80RQ5R44+E3NcEIcI5WEkJBysoQ2UIZmk96xGqR5+iL
IMVfrCRvt7lInzhVnJexxVuEgluhUw5FKGbWMbCbfRXvklYUxNAgy816l5Ft+iYj+32cbPYMobt+
O5M5PbnPMVwIwmMiNoIk2Od5hBgiDK+6IciH7ZCgDRLXKOEqD3mV3sZyfCROL/s/3J03l+TGmqb/
yp71wYUWxjipE6WrWrDp4LQgA1oF9K/fJ6J4mU3OHWPc6+AERGpkxCdewfyB/JtrRN8ng6ly6inT
0/YRJzp1fmigEeqjZuy9ObO7QeNKPs6988Npq+bOGSmcV7R/+y6bDug4LFFxTBAbQfsW/KZoWH7k
gAueNX5z6uethKkFXsg7FMFRgPabNxCPhefAiJu8edc030oDOO6AF+WlsH8UE9oFUTN5QIIQETEQ
H19red8AhJgH68tke/0e78F7QSCIPdaE1hW2M67XBsy0S/p5Ow+dfAwTD80gTMHpOMsX2+Y5jaRN
1Ru5egmfQpp+vZuwWjB4um2iw9n2GF/DiAmDl3pC2gAZA4QWrDL2/C/Iqik8YbM8rYid5zZ6PbkH
UQCFYSVBTdkjykK+/+LRnkSF2BXpuEuxCmUrNw7JJpgqvmW/NUsEdnNZvsI8ZKmPiJRRwYOw5kQ7
9GEGHBpcxHtB9Loj1poBGZd4RXIANbwCYYtkTSFqC/8e9WgcZyzvXJTBZ8fqMSE6T6K3Ljaqf4E/
fe29X0t7+IFpHuHJEKslzF7W8SCkeyedrNyT5TjnZrMgPSGAlJrDcDDGInbn9BJU4lNttn9YgukZ
XViC3Ih0GFvEISwfBatcgiTcvoj8Z2NY25NTFrC2s/wS+JvY22b0OmftoZT1dE8JdH4TUWMdyS22
ox1RJXK2rj96eD2y+hRI6GMHjgUqshHOGikFmt+oeJpxj9r3iXYBlmTTqAzDw4ASFtYyIzTcQwnR
aU/Xn173nNnnBb1nLwqtB99H8olpOLYyAu1DFJzMqUfGymz8Y+gu+SPPkz/qUbnU+WMqlMBBuiFu
9a/jcgCVamyrxazTZGRUJqwtm/+F3tUbkpIWTU+fFbd1ZI7CRa5cz4EVTWWXPraOU2Bc1Uxr3CXz
dVDHen1sHdIfaV2ll2bpxeNsGxdhSjMOulQ86o331wizZhNXLyCOSHh8dGb/V7d0JtAfC0Wnkn76
NRXGPT0fdoO5uy9aj1sIscnIok/QZcDsMmwry1PTjhCJjLK61BmQRETEAM0EyKnBQoFVXpm/kRUv
YEe2+YTo477w+Qktccyq9oeskRoJi3zYy2R6gSYf1eQ/QQMppjUA60QWMUxqWnerZP02/SDmI021
PIESWdG9lA+9N5/SacgPJc1DJk5EeQPf+OF5/f3mpsAJBPUxj2UGGYe3PBdPo1JJg79y4mmfKMqI
fbaRzUVWVO52dGkLjCpRPeinFUcg5+uaSf9AevLHuAES8N2OP5CqMaYO0T/e9ZVHlXpPSZRCeg9J
UkLjfw2t6V7aTvo8orFsZenD7NbnJaMi6kh/ulcz5byuDiu3IKytc+BGyCBQEJHm1SvIBpH4Bv5U
RuHdAoTnPpQdkjhj/YTu2fbYirI5s0gteMbw50nyzHj1RgvVVtQ4SKLtqzQX766sth+r06RvdC8e
AntI78OwMy49Fji7ZcV+CVB97cn+xSyC6NITWuw2JNzfLI/FJAGugsNcUd1Jr3qSHhLDpSgRzK3W
6lIUUD7NeVjOARpiGNTyF007EZuZlV8XIOCGAQ9bDlu6m1CvPvf21DyblMowGmr2QRXJ+yTfjoE9
f65SQxxob3j3sq7f/A40R4abSoNApuwC/2Fus/QU2rzlWtjhmXVzPvvdc23K4Ig2jvXipa+FUoCe
k0x8niSKk62VfmtaREPQLsmQdD60neccDHuY4FfNX0CClZeqhPtcLp2xD9ayvzTBxzwYmN7nZXvg
tcrCak79wjoAFb1/K/NrabvNnYfuXd/18gmzPoSBphB868rqanvLb0AMP0GIRsu0t6o7Pnp6bivA
08siYkj5MYFqce7xHiZDcf07yBangOS2cCPxMK/P9gYqb8G68EhLEhXF1keCFiWVPR3BeSe9fn3F
iJIVHwpyI5rPdoPmQ4Yh+CUICuM+7Oq3CCRlZDTdKfRZ/4ehrFCkp34i0CEdlkh8Bh761QjtLPab
8BVhmv4ewMVHq/SsOwu9hZ1PjS5uN+OjuabNq+U4V9Lt8NB0lrvXyafddOI6TP4DlSKB3h+iJFUN
j7twRHeuqB8+IPRlPkBgsB6kWTY7+rEYhEsTsWF9UF8zoxL3EL7VG9Gb68uXFFOEN8Qy5CmjB0zB
ihAAJU8ik7oaXqbIHTAoVTxUbHG6w9i4Hn59i3NEFg9DnMqtUS0Hu3/vjDPVkVqcg/CD1Rp97OaU
MbYGEmUN16Qj/bnMs/8hSpzo0vV4MQYoxPiURc/tjExIiAHunrdOX8uGjdjmpM9lYu+BUAfqPn5N
N+tXc/k1n5Px4JSZ3LsK/2rinxAEKeaw7WLscbDBQqUm9GTCMslDjyg245YEct9ZmeRs2GU59u8t
0nZz7hf7qkl/ZOiFcScdbLd+oJ2PdHLmASJ3o8PYP0UkZNAtVkD9XYHqvZ9C4TCMNc6BP46pD8BW
Gnbs2qN/NcWndhrXWG/4H71ubv7dNUJm0nDB78Sk1IKoHn34GTcfPUJuF61RdIElQCPAwfkgmjuT
pP8QQXjhD+sjLSE9vpUypKSZArKO4cDvicbizZLZ3TSpphx5/wzAfGwMFMksiMFI2PkCvBaargj1
tNRPQufer/lvmEzNpoD7F6UWNN0UcnlUllfZk4TYWI6tMx4pAnxl7uv51fowd4t3nqz2Ze4B+OGG
1KFBsjxluaAmNe1SMN3H3oHD0IygnoTL/CWdmex/zOPUkcR4ziCP6fh71bnIGaOkbCAAymS++Qe/
8q5FQTW6g+Hh9YWBtnZ0oQrX7hygbpciPGctKd/qO/MZCV4IWm30sd2C7CULkBj2xO+j2/lxs/KO
Fw9d6GlgdiQlg9DeiwfLr5GErqJ2nxvIUrZ1joA58EaEf5E5DkCkM3NCZ03WGC0Xl7SqfKDQVBzN
AWEJk1IEQmzRJ2cybKxfjLelN1UFBFqUQG85oLgfCrgxyxw9mQUFKkxLf5vIJa8w4M+zVTJFTdzc
OcbUmLYdxwVbATxtoLOVlUJcmvt1LjpALZTBVnuNSTvR88i3Z8e6GvMi4YelZ+G7ry0trb23jR0G
EQBLxmbnDVl0HHPTpQzip+cKDL4FpP2QE5OYKyQtK1Ae2obzJbNs82yU/cPg9tW1XKCzLk1yTtvy
TEsh3KdV6x/t5TulOYNsjZKeTxhKfTHAUZpCZffDpEhUlQEl3E6VfJZqOKbt16Cw08d0edlSfA+3
wny2RDucQc5Ag65DkMdosDY23L4RlQmjmUe0Nnra2Bbq3XaPuQaIU6xHq0O6mc3d5I98tjAlqqtZ
b1r/986txhMsiBeHPJvEB5oqBibo8fYnAag9hKmbeMmXKjLnY2dF857iANJoBW7BDfPSfmsXtGGD
w7KSV/NkNFMKuzt4bfMyIUx+stpvkmL4xY8QCEqRpqz8V+FO5WGwkx+9D8VLOOUR2Saki/AryMDz
7IyI4NotaaV1AXlQlgax2bUuBgbVx9Sq3kzIKEfhJ1/mCleXfIKOsvRUCWYJrqFg2j/3NX0aeL2X
0nSOiI99SoT4EvUQzVtkvPa1jyUDYFQLWSCkhmuy1TRrWBMTmqkOFlcG7qBhDbV/I2+X0rEfgzX/
NKQOHY+if8378TtKI9yKf8wZ0QJShWgdz+0dNgABMwUSGBRFsvG4mb9ufUYJPwOvWRaCaShcT1s0
ZUej8Q+BqIo7Enj0/L9HrSpx0JE+IF68z/uuQmlfEKZnexSsz3SEWfHKBXCWtd5blChOwMg+ekuN
5pYsP3l+3x4yIqtd5RE0R22X7bIKC+yi9F82w/1tNSef+SDEMyPDVdd3m2NkYxNL3Xk+rInLZOGo
29v4w8th0vc9kun+6nq4yI2UPKy7zkUAmeYrc/za/QAixt8jlD9MzKQOy7DMaNPiL2uP1qmwKALN
5OOwVs39NlHIMHHWm7ePRtW8RBtsBQN5HjnMZty1U3dskdd5npCvVYEkxS8IaFlGj5SqNo24pQcC
ZuVvCyn83awcMUjCIGMXsRPlxKR+VOxB1uQHplUUaPzOjb2s5w7qti8BUj4fc3Rcn3zcs8cpEi+2
TC6RNxcfoFjSWIX36d/PJXNCYrT52TboJ8/oUuwrLJ/R9KCkEYjmNFZXgJbtvezO6M1+rMPwq182
7SVcA4hEQ/CEegEsyz5FIqjPT2ZJYoE5LuJIsnzKtumuQgLwraJluCvr4cOGCsNd6tbhvTumxFcu
9MUoQX3Ijc5tQKDUVjKn5OSQB9tkR1WLoy1UoUb6tPNX5bPZoUoYjdbHMpmXo4Q/UhctfhiuePO2
7HeE/SjlNFv9UDXLozeG83m1ne5ottX3eptIMXKJ6L4RfgWyZe9E65ifbLEl+yFzdnZdyEuboTBT
hB0N9+W5JuCKU3STXTf6DF9i5yS2+A1Rw88VKtzAkqHsE5Vi2cSnaaYRGbUKMdxi2ySsh6A+IvWD
S4NvPePigIRzUGFY3hKuZK1xsqZjmRYIsEdohofCRRwZbZGIUhOcrsakFUyXaOKFPnii/tEE43e3
M2FTJNaD1/jhvZPB8ARNcu1DLI8ap0RrqHHOmNPOR8djhaaHFB5k2gZEE6241Dwc7ynofmjnIdNt
hhDg+tE6g4v5Rj962NMefMH2yz07IRYOq9+1e1P24A9rJcDsr49VqXRIs4Sfh+pl5rV0uBb3RVjV
GZkP8Qi3BPBCjw0Js9voEvysSUW05cJkEFE3EPRiy5BFr2PvmXEiHCTWl9A/Akzdy656qL1ZnLFu
j8HqiONkBBVWJSNtSfrhVlphFCZYdJN0DU5OZuNsyi+XAo4o7aUFZ1BcTWbOPRRC60BBt/CG8rpN
3O1IHLpLTxWSGJqK4EHm8pJ0Rho7eBOznNPPzJcu/dSOSkCHUKShc7M3waUeJ0xVmZCnlaXGd64e
wjIn20TCd9qAR0W4X95FaX5XBMO1nvpf+6CqMbegN+iiM7pHahk6wtrt2tn5tngFAv3hFrvlSobe
CXEY5HruRIeLT4GZTbi4AUblqUCvrjDeku4cFmDns4COoQt2xA8CjKR+D+DqiqV175th8RHcsCHJ
YFFR+J59aZsToonGkwHjxXJ6Fm/QM3s37S/GCFVqMWaKrXN0XOmsDVKiSYw04q5JB8JCmeFLqVR9
FyjiQHPqo/SxumvC8ZoXJFQGaZGwaYkb4JSQ/VWVHAjmp6wi+RSBe7T7IoqxJcufAVF9MEGl7ZrM
fixn1zgh/1AfcrtLzlZnHf1f7aWyjtRnqnuX/rqx5F/IsuE+uRGMkN77Ax8865iHQAYtpISzStAB
ydSyIUFSR3PMAvo4lcPZJS198iSCuYYl7+2+R+7fF0BoR5hLfv8wdclwcpr1Dv0anHI2i/xzswIq
B2jrDmDJUdeBQKWpcoGQSLyYiHIkU/cxUKbsIRo5rQlBPkUCnEIFHj4yteGx1Kz2k7c9jnxz4GmG
2A146VZO/W6Lwu2QrPB56my8gou5CHu4OFFnk+Ei505Boqf1QO6a97jZoKiC34YAdqVQ84hx0kFZ
e7HPrUoptwfr8+yZBJ2JDI/h2N2DWhiOtbs9G34tjw5Z2N62W4ANwVAjl+hWj31rredpxZi1twME
QPKBFNQJk7iYPuV7X5r2U4AJ6WFJ0K0KFhAk6RQgidU5J9ul7L4udHLaiZ5JWE2vAqjgWxXZd0XP
99ZZeRInZrRvl/Eojelzxte3N1Gr2rVbf8gFilBL9BHBhm/WmF6IC0eW3vznjT42/f2EPmaUZseK
4CDuYBbG0W1pRsuhiTNhN8h2KYcxPdQH9aYLUAuV0p/3Y1/35waIZtJJ1LRsnFSNzYLKr/dvBwPD
7OOOtUsJEDDUV8qE+ywdaLJXQUD+PTNbIPyDOah+YFVvd0nDMokTN+9Bv3Kq344emlVdXeEesIDU
bXzbdNOK5+ttP1iJQzM//w5hp4s7Pl68eeZrj4jhyfUQKjFsedbnbheYXeKTtrbhXtKSeX+3ltik
0sjiI+pNqkbBON0jUpET1vuYa9vI21Xqa5/5+5dVsV4CZRFLW/WtK9Ai8NQeJlRPkY9buT6nD80h
jjRSuG/4KlTMoAJliqJorhkV1oEi/FadG2fNLqimqlK++Opv3g/98EL9SK0b9merhonnUD1ZCI6N
CMiDRtn9pzJvAk1E+X//Irb8N+LNvimb/uuP5mfezftj/qTdwEr+BTimorc4Pl3zECT8/Lsc/uv/
oj8V/WICgw+Attqeoxk5/6LdWL/QpwEeD5IY40nbBL/9J+3G8X/BJMqOQh+gIoQDM/rf0G54G39D
13omXKAwgGUShLbjUeX6B/jarNLWTAwUNUslgRRQyooJztGI/mv0fqyF4UDCmrUlAGU11lf9t3NL
wpzar6yaP51Xz6d39aax7C4mH5pJ16LnoRhdvGzn8oV5bDjVyoC40A7BUsoFhCPKFPognYQadSk2
7UofAGyPMiju67zY9vqwvqpUj79d+tPT3a65ndajhRB/148z5lopqdtfL/OPV53dnCLk7bQe/eOa
93cmDQCxVbRkh9s1tSU/mzlOp0Y5XNugR+wyqfu43uY+Nl0fmSFEEJjX9FG9CXz5t/2i8fpYn9lS
lMjQ+LrqR+tD5WShRfhBj28X6l29uV35frl62Z9e4N+d/scxgZXgSRb+Q4rO+Oib7fX2THrkRMFD
YHb+Kc1aFMhRbaTBpIZ6k/810rv2knDaHXFQ1vujY+L/oqYb/ZXdfsV//Kh6t9a/fyjsDeO8gFjI
b33cPNywjVd1q2HNmlKYDLIjFVHuVH2TIv6f4qiHP7K+UB/To/fH6Vsa/QTwzoP1qO9TSoc8WJ8G
Q3bXOSm1YvUi5ezTR8kG//3kT9fZs/vsj8EMAoHr3v8c6h3p3fcnVbuEzotlPFLsHWM3s3Ft1EO9
yWYLpH/5FZTLGK+ip79RqVWhUButfKp3QYMT8xsOhk0WuhNBUxIm6uGwIr0nqAkTdNeHgZoA+l3Y
U+vNKNF5Nfn1D+gVZZcgpIWsTmZ/XWEWydmue5P+wNLESeuzekcFna7bvtPj1lT69Rd7oWCpNxC2
/hw5JbYOltroE+W2foabTfSjrggFxNiodi+L9upOEMwpABoj/Rr1wQVKRRVPsBxjAZyloLz719DJ
XhaPbrFcF+oDTalgnTlaw5Uehsprm3rkdPWqZ8Du3qmj7K0/WL1FvIQehh48sB0aPzMpAqlGbQd2
Ba4Aff089y+5u0YwcP96+4GFfKyt6Ls36/ZBWX7rXb1x1U2tR0XVPYQyhQJ+M4y3N1XEpRbQxgjL
DSeQaHhy8S1gpdEhUctIv5qJSNuF7IGgsV/iFSJtnG+12KX1Skl1Dogw3XGZY5F1DD1vQCO1wIun
VHhwynBk3qSktPjo7SBTwFtyrQ2JlzTnDkXhmgKhRoCrT+bS9h4pf1z0If0L3X6rBImqqY7LZGOS
L8rqUytrcXrfLdV7XvPG2PcJLH7C0F2VJeIq1N2XBN6niJzoBGjgmnfNdN6MEdlddU6PQEIdbZQ3
LvzixHYmMGE9ipZ2gi+tor4uNSSYlvFHOMw9sAAVMTmF0XHjqaHer7f8DWes9uRN2BsZk1PDEFbD
RAVlehRKCARRL+5htjWxpYK6YhALX4wOodRGIO5Ah4Fb2ovEr6aRyhg7cBnr0W033KIWWXG8y9TJ
cRRfwmnxj2mDOSThJ5j7EE3IkyO2h1FpD+tDqQBglvnNZSnCzy3skOPtw4Z4zfBh//rwuIljvAaH
5nD7hO8fExAddx01q7gdLBv4970o+IC3T6l39edtVSTqTtMJk6rkjJb0itkorhT6k4fq4wbGxG3o
6a0+0FAa8IPZvuTqKxoXxWy30Yb+6X7Vd0dTyOjg+DRwHalmwvd/sLpto9E4gzexzrdDLqlLl/LP
s3uDGdhhib9tBArN+8DLEHNVL9mEcLw7c3rOvaIhMCBLcNWyrXdzHabrfQ8g666hCIDehFrrUVuu
Y70xQ8rkCgl5ouNDtXFywIrZQ4uMMPe8r2gaiH81KDpOM9p49RLrY0m9/hY0Q36yRy+/0xu/RMF9
aFCYR5PWPTibN+xGi9VxEU0f61GAJQbIxqJfrj2N2JlOOmph/r7pkJZusQTgdjA7GUdqM9FaBJy8
VEdhqgym0MmMusHf990Op3D6s/y9hXXw256/mv75gY2qdULlFWvIwW6d0QXtIlTxNrr0CC9MzBfq
fkZ2Feh0kwPZbDJWPL4+fXPr0W136AEqNCaZb0i/Plg31K3VBm7LZ0jD1MHpAsWmmjr1JqA0FN+O
6V2KcRGmiOqMvkafvu3qY04u0jMtoju957JCFzt93ftQH/3ped6HoTWD5mHe89fJOPWyuwfCIuNl
ZWawJWhjU740to+O1UihEct65zAZQiCREiFohH7zwQaGFZcqlBxUIIXKHbOGqw6+D/V5JpWnRMlQ
0vVBOEitJ7NaZHph8C71UB/UGyhzdaxHBlEzi4a63W6P0bvTizN62fuT6FP6qH6i1VdrVmHTG2ql
3xKaqP1MPcntmdIk76i7ewgGEqDgralONzqe0cNUR5/qYK5GehcWNj/CbV9feNt9P13puFlfqR9E
g4h/zO059fW33ffT/3i1/PYYL8qxVRnxI/3rDf30Lt8vfH+OAHglOH5Id33BAvPeuZSqk6n3E9uF
X5bAltLH9Eb3OW+7uuOpL9aj22Pfm6Jbl8YlNrYhHVJXBGTlemh6Prpb+mK8MDiqh+9Hb89zeylW
RGw3SuCG+qx+Pf2Qf3fxT894O/2Pt6gf/NPzq/enjy0ZMwWdZF08QFKXcEhttr9G/9h11iras8B7
O30CLeA27lTwdduADgOe660/9CF4Pizv1KJ/vuQfu/rC//FYg9ECJB3wSvo6R8cLt5fTj3t/lX97
fpw8aFV0Lf58x2pWur13PZJ6ktLD9zO6vKI+Wo/ICYVB9W3oj3q7hn62d526S0TB9TJntMb1g9RG
f3kQwfjJA2uuTrhxvLUtVP6pHCeAOSrIq6bpAWQXCEkVpXkqEAp0yKf3b5v3g32NI07UdTYLk4oL
b+cd9cj3p9RPovf16feDet8EdHi00EmcwwBPjdCgTzebBoksrLmhhBJmGt5w7HqadGGfiyOEEAdn
kjYIQChg8THpZW9xt/nNWuQhQPfuAuosP4xWjwahDtZU2DYG6ubedKSdpnz+sO8xh7bMBlB45MbR
ZrqxHqVKTUCP3GwKzqT6mLhSXdLFp0hHVXntt/vIsfv9WorM3Bt3ls38X+mIb8nI/VOQwlTq1Pot
1EYf9BVbeQInu2sC69VOo/5UmuAI9lkaxuYyULAcQy9e1IbOQXtFEgueTDvEucpa9Kia5DXPiRl6
szbjQW1mxH9j2TsWsqPeN5xOx1hXFm8bfcwnQjg4FriSOQQ0bYA2oqnkGCwUSL6XBh00q8vpWoYh
3WC1HOOLRnSmNgjKTVfcvylJ8rH0N+GpuEp/MXqkN/pE2QqUQcEvY87lz/H7xi7Ti9xgSeq5kS4r
M/Omyg84wPxrqI9CS3hc3Tw6rRRkMWJRyLUy4/OKfsV74u8XW2q21g/TZ/QIsmjr8GOgBzH8tEH3
8eddfVYfQyi+oe+MWTNo5Qn7p3WK/dyljOyk814fu53Qo0V9VdESRTsIVX/+vnp020zqHtC/uT6m
dwdLFX1u+++jbXxJt3XETFNnC+oJ9Qn9YP24TASPaL1bp00tuaNaXYkN8aX5a9fQS2Sqkz2pzneW
Wnhvl6YZtiEoDEb7ny4qneycZUAN6NbTxGkSHJHXcYpDeFExoikhwZHVkvX6GbrD7ZSioRHAIHVa
jLLUZuzmfQCz44LLBgV4YRF06A0Ak1kZxmNDR9vgfQJ/LwTf5rDKMhfq65ihjHVI98pRVW/gN45K
0Sy1ue2OgB2r3W1fj/Q1+mq9i6VQ+U7S/0+tsdoW6Z+uIiPE9Kd+0t/UjR6yuv4d0fuvP1dZ/3zU
v9SNol9w91HcbTSJLN81ob//WWaNgl9s6q+mH6Iy4VmeTy31X2XW6BfImFj8uZ4Nb8ULKH7+WWZ1
HdSNIseLLHzmPMUK/9+UWXmZf5RZIysITe69wOb9mQit/J1aTu0ogtFTm9j8GE2K9GcbTD2KF+5E
tX2V4ZDc+e3g/J4s6ZZDKQnK0KHRP6bBhy63K4G1uDN7PxDCb4yPbuJ34SdYtYP8AypY2XxFKGIy
fkx5iCR0vpFtbM6GXTB3f1bsOgQJLIgmC3RJlCT8Ur71XrDaB9OT8lMG2Q5jINmm42XpEOS6pEDK
m1MUllPy3UvHBTC9bwv7Dg2K8qkwQgcGBeYNwWlqjIHihDku6f0YRR0SEHWWWTszxBTwiQIy8Au/
pPp9tscpWXd8EpEdzLGsfzPDECgxbMgCj6rS8xtEA70IkF0t3Mw8l8Zg/W6vCxKJUhrrgtco9nE7
wFiDj/+wO0oqHaP079dyLKb0aaxdMunjPJSRlLwaeBAJVNoDF1/lpZdZX6sJWuI1tYqebECWCPh3
c1HkV9K+uT9DSn51Z6gBOTh16NyscwPIdJKIU49k6zdboqIKMjIq04dBTPQ0ARAkeDGgnlRW52pL
wbUiyhAlX8hjZHai47cBwIYRgnldZgFvmRcnPyDC5ynz42CNnsctDWYw3mHnvC0bcvLfc7dxvwvU
pL6buLDKsyw6WdBo7NvsNHiux1N5zvAbsr5jcnSiOXmsyAHpICbOh9ryUmqB9LiPXY56IY5MZhPu
eVk7Llzbfan9kiXUMrsGVojV4AkhuyT4SHyRzKd6aoflJRptzKhSWuf5wbZX04p7THsq6gNOUYxI
U9quKolQb33eFullNMRWyEt9J1v/sOLt0e3gJDfrKR3TTa6kH1P9HJWdEf7hBTOStEa0zUgKQqmJ
agB3UbWQXPZginZTJjL8GwWAzENlI/ENo6rdwvZQ+7QF9mMkZ/CeCPiE5zycO29HVAT0liZoJR5F
O66UMzJZwb616ZE+ti3eILnb2oglIIHYPZSDFOLBwAEs+IQZaWRf1g6JqThhRnHc/Sj8cSuOmdny
q8y7sZAYSc7joux48qNvT1mMyKPxa4t48NsUOM6rhS8U3JLMg9zlzs9msIp7/gHUNwfPe6LOjP/6
MpTZj9K1iw9GL+fzXNsQ2u05+9ZNvjgvhu3dVWbYXhrpJscoBH0AiXQ4BqQfiHP6DcaaZt0f03Jw
7tze6h4y0YFOqmvnySg24xBliBGR2drnGbOiuyroAsSFwZlEyQykFemlOAHgdu2RKQXGLZJDP3jr
vsphsonRobKUCO+TiScl5opR5j3KzfndrWa4brLsH12gOS/NOIOLnzZ7X1tW/dLWk+D7kCyq6UQ9
UxklTqXVXkczc97SwiRCK0blVVMuXFh2/lkus/VrRbZ8cXC6vvorf5VyTHGojrIGKCfEqF2FvPRF
ZqK4GFG/HhFEEvcwijIMyxsrfy2ZIZ/gt9W/1YubH7sxEs++3wfnsYf7FHg0jrI6C4/buvQXwHvy
4o5t/RI5zC5ZMPQPDrfieTLkptTYvecJX8CvNt1vnqppP01ZOzyHYz6e+tpYkdHJpyco9+UVGFvJ
3IDVgodB6rPpDTZiwym1riI06kOa5+YflZnXbz2hw6O1hPhM+Bar0240K/vqys34bLabfBimQJlc
rKsPcjRFiit1yuAlmpLqtK4LFkVOFRyEE03HCq+hY97Y0K8ocIIRMCdIPDl/c2iLy+vmd+PJRzFp
78/JCk5obddLAgp/b5dzdC6q0IGN6ik77s6hmzWSb8zeVn8fLTvnDjGZbs0xfZua3n8ETC8fmw78
U8Lvc7Gz1rsmqK9c7RZ7EuixxqlNHSfuMmu5oC/gHUKa0w/oiZWsVmt9DoG+89goQObMC773gEUw
E+wyaKT5eqr61qCT7LRnlBSglWURmpGB3z+G/WAfZkT1PiayXB/SkTaEbSNH1m3LAvgKvG7UVGgB
oLDHdKTlOyA6YtiAmH/mBg9ltYafQjnm5yXMvbshXbqHoZjMs73NywuO7P0j3wHm89A46PzPTXOO
TBNuXWv5KhhHbISKxXntAeE29taezCrPkIR305MhrPra2c16sPxkAETZwusr1zGGdgEUqYTZMjBv
IkgaOJhBTxZ2vlNCCVhMp9UJ4H9RuzxDL05OLuC0c9e2zT5xEV4b1t7+UYq5f/Ryws42gAVXh011
Ds0027dF7h6MagM6HM4LdpMYGgHoBUiXg4FzgpFffF2nawoK6FJXY31yHMe6NxDwwzorjz4DfvA/
4kRqPxkJyiwsmMF5jvLyVA0DGaJRYGcFn2EHEjo5lgOrReul66mjef0HaH9xZ2UAkOkE968hDnU7
E/bKMZ9RZrPgux5EtTmHYsN5sFoR4a6qKI+x5wI1MuFWC9SmBaZbTY+AB/szVPQCbqef7LdlEucc
OWpsEsDUVSYyxp6RYkzVONlyyQRixbDdcvo+rXxooxIhAroAiNfhtrzACjg4zcbtME6QT7Zy3u5E
45dqwUXcNoiWQ+VPmLxY/nYd4QAc/Q2/xWAAWhlE0MoXi38GbIT1lCP9dVgAQh4QtulPkM7rvV/P
UKdyc8RzoFILyNzcIX4uDpbA3WNpLe7SKheHckH5tsiRdaZmOOTHfIKE2/ZYumbrOL4aRm7svWrD
Z8Nq/OuwZgPE7IWfvQPjRv4H2NGJjEsQYdzpRclyzKBYn7fCn9CUXgv5tenb7pCbk3uum8VBFX0Z
Z8QmujZ9mfyyvZZhmCa7JJT953ZstpMzb+2jW+ZzCYER3U6gO/Ns056ViFEsmTsgp56Jcjyllh9C
wbeWebtHAhRmJbgOf/hA3aFNT8SXPeT8vp0fWNTLZu9YKUGc767o6VSdPeKRAwO4Q3gd5pWXgEkS
NKvM+zEI3W9im1xENA7/0QARh+SFWP5/Roi8KbXU/7P/2jdlVv8tg/nzoX9mMEH4i8dTQR9Ekc/7
/9ydx3LkWLZlf6Wt5yiDuFCDHrQ74IIu6dScwMggAxday6/vBWZVZWbZa3vW0564MRgUIBy4uOec
vdcGvvnvAsYx/kGJ4ljCsNmRoCD5s4AxzH8AmiPNUzcWbCpf9e8Cxlh0JzDKKIksjfIGiue/VCz/
5J/+AcT9r/GsuqH/HWxHXWWbqqkKdliqRbflP9FvGNuTvI55YtdFG261oLePUdU9ErThQFd6qYe+
ufUNDIZ67HtPwlU9xtOhn1k1O9NythcsZsVGOEGG6fE+sJXAc2d33haKdmcU4egJGRDsN50nwox2
ver+IiLTpt2TxJ41KtitBRnrUdQgLSGVxgvPTpbGD24CaqDOjacpSJGAjQbi3LkLPDg3vjklxrZV
w8IzQ8dZpzWJEFztBVyCfvZVHK8rM8/jnV6kIBBGlxSY0Dy4po7qvKKVr2Fg5UChwfOIBE2Uk7IV
kQU0jjxEB6yrdehu8zLykwlLVdCGdMIH69wISE1NmT7YWkrmRW9Y6K3nHVuQAjy6Vh6gvq+ManD2
WTSZW12OT65EspCncX1UzG03EiRfjrq1ntyheVMMNky0ybZhTHtJSSNxDlocmgHXy5015F91MkHD
LloYb2BmqBrITFHAI640VKW+iJpXnHFASxT53KZEwSMux/1UGVu3cvc6V9Who95B1mB81k2UrDE2
AlgK9zblxKNbQcooompP8hyhxRjzj0Sv7oBkh3ea6Ami9ZFrTx9zD2/FeDJd0z0YCtZfDCcQGGMW
xVTIlaWmzglEUAj0H+hRdgvI1yGGoxGXYWKL2rj0YBMZCOK9bPVgdsohsaaUp24bndHNjL7qlk+9
JRGEdsBNZwTyR9K3ppWUYFT6ABpNTYcwGEh2kAgwFpbpXGgveTlXR7W2n7HvUtKZ1DFToNq3IYEb
QrIMizSoTdz3A/JtRo3TQNqoxXYLH4X5HCDqxPZh7DGm3MQUGZsKdbXDwuxXGSFPgRUcDKuK1qMe
gaqT1rxQbJYKx7yvbSO5cUIBg1i7eWiGx1IBtd24aosKiJz3tI8tby6Z86HSG9ZKAm0vrL80/tyV
jrHnyg6M/YnxVgLf+JjWRkxkcJ/fkxi/VN0NyTF6b73IyMS1NrErKNXcK+z0YlvpEuJbYuIM2XA6
1XTKpK1cm/7RCtXyIMfsRtaZH3Xtg3D1+W6qpe8QZ35gf3R0m8C4i5ZtRoWs/z4oEdbTgdhrebjD
VVUfoxHrhNFi45Gzto8B4vkttN41gsp6RTe9ObTKfI8MINnNblId5q9YIfwZFk3DBZQ9WGN71kkj
vSdT4AvkTObptqryvuYQPEN2NrLCdRNnVoR+2FjFFR5V6NSjp5T5sENXpx30ADXxO1X0YxXV1SUJ
vCyuTPj2e/kTXRo7R8SL9Ik1QFtO17h3SZ08gZRbK6br0jXIwTgzV3CM7jLqY3rJt3ixbetQWGN8
QG+rrKNQVX0C1hgCAywkjQ+RiiyHjVkgi8EAvE160OvNqNeXYR7XblttXCOXj7X+nNcEMzjYq3NV
i85hSKRLTPQDmh/7GhTWI0uQfR2G7rdsDKxgOemWUYFg2GJrdVSRflAEYALqugiLvrC2cVXnaycp
cgx+1XkMIxv5ON6LdBk7TFEKkb7tlJNwultWVjAIIwvGzzDl64Eyz1fiyliE1ySLGPq7ZguxTkEp
bVXZfTXg9UOm8kD/02RHiBXJ7aL+tjsYquTyaF6L/MEfYie7ehPQm8NQK09pHOibyEjadVYW7Jst
BszFVMzMtJXrLOPJn0fZ+5KdJRyy59pAWVhquUFDwBLb4mUCk3KenMXYWAUBxz1eOLWoxabsVuXf
+IC7J8wNdKzwrQnXpMsSdz4qesIps/XoDOs2jPt9zfCCEpwQC0TWo9f3AP0GHgLSWbh903dQ5tG2
qSgDag2MY0s4bGxqyToCDuCpfI1LXnyd1CQ54JfBCjY+5bZaeNPY2rRugqOk44HXIv81O8SCFvCJ
lXz49RMhoCftnuKz9+1Jwn9MU9/QCC3LUm1L+8+gY4LVLgKRGWiEm7fhtNHxEhBOpz6X09hg+cBW
E80JJgrGLBsOfTe6cl85iX0UQhmvUGlgTMz7sbZUhkAFj4eZhQNQCbvacMhY5kn8melHoOR+EVH4
NDX42swSmtnkNrg1hk9c8OMasuq4da0mQ81evWGY+XRkGtzX9d4ic+3WTMRIJOa9o4roClAaJF3b
Q6uwCNKZsGWvGxHdI99niZu4NevMCL1uVvw8ESe8qAyyAHFstCQs10xyyMPBRpBqMEZgyDb+nGak
W6sk15rzpbXZc4dlru6cPP6cZ6J5B41SdRY+SAh3W6j4g2wsIWFj5ucM58kau+VMvB5y5szS9Ts7
R0EDBN7EAzG1yB4qP7Dxg7oJBrTZqF+M1pI7vaUHqeV4xuIh/5hkux5bN97PVP5oBWfT082Rq4QL
DNQNC6zduPuipKEQQ77AD5GNlT/LcGbwI74mbMSnOSZZM4ULqWjt7ylzYLk1O7XIXjV7KG/YC18Q
g/zCh4d7seWayaaIOG+zuWAeSRUD2yctGUVhPlC/OVZS7eCjDriJht4LTIJj7ca2tq49Zw+a3u6T
QGlWEes3MrZAvwb8AUaNqx65tx/jFnldaKIjnjDiDpHtoBHeiHwkds4K2xdABQ8O4RlNrsnXXtfW
ucn+vYyJKSaj74llaVVySl5sLfySoqePmiTN2Y46Ul3YwZBSXqi7pLIKLwFx+SCoiTwnpUyo6I1t
1coAfwLd7HW0pnd9atuzxozGc+OjFerio1dDosTtITi0FvDXCvyYlAMZMFZrf0BVew2wu0sEiHsV
RMpj3pHUWuC4Pcp6Fo+9XYNxQ1/aLtU0YITwRkt1QCAjs908EaXWRgr5KfaYkEU23sQy8jX6Ovf0
WSl3Vrij4pbfFdmKK9yF8UMCs5TgM03bB51hXuKB82GKwgJ8pUvaUXJfJoP4XYQxS2N6HPTpWzrq
0ZY27qhRkl2pMr6qynALz4zUMOiF23rSQJ9hUQLC1GKeviUZQZ2VRBaFeoU4JC5iBgr9r7Gw1qVV
3SKHar+iU7kvl8q7KB44VTh8m4iuWWss7Zw5Oxr4kg9OFX8wNrMAlDodb4oJy5La2xwj+YgzZ9ln
9SSE6GlgbW2ZM83LqieevRurDsFmVbCQOtW8dWVz1Yd9UNTOuxMIg/3u7D7MdmMgX8NfF7FdZa1G
LpjOoKui4Fvn4b8WLUbxMjdmQok5UfQSYj/B0LnCy2Vz2xm/44YekGyFtcty9erAq5qbFzGY9ZfR
uW+BXkavhHY6634qecDR0MB0O4ChAKkXFs/0ahqP5AYddxbN4yaLC280Z/kWXHMjOgX2MH6HZYHJ
UJJ53xgPxP18Nm5e3Ejk20+iO7EesYI4RrpNRXW0BiJVNC5LUmCGdmsNr+YAyAo3KUKhNeo9QDf1
d9DyPtpNZF2cXhxmmSnEMv42GK0c8CnhmlaJXVXws/pjYyFBtBNsuwrkkFQf2nU+B9HVEgSqR8qz
0wnkagMANadUL0WgyL02JF+ls/RWBm3agUB4qWA+ViUp0e40u29JX5+CisOPoWnvzBrzfiSeCVBs
17aq/x6yllxKAKCevYy/jQjqN2XCF9HmzC/17pA3PWk0JfMGXY+efxSxlB6gmYo+88zle36+8Uc6
TF8SWdEym2CH/lAO2K3mgnxVaqw4hSeqSgA/BfqDfvxyTLy+sU6LOa2QzA1O8GypCtCo0ujvujCE
hb+8sD7vpVreKwClvCKdse5H+8VSsNFj61xofb9lA3Ya9Q4ieYnQ6kep+vMyLEJW2DNvGh1GYp+0
cA1sHhO+i9R1qv3eYmqahJa7Tns9W8/hTDtsCmdPtdt/qT6DIc69pMTlRuzOiwaNf9O11Vlp7Gir
YSReywTvZaQznx6a7hDazIVozzZUnAvHSoW6oDvpxEi2g+qVDcu22foEWKz49MzstZvOMLCC9pGE
EXCdDpoTYw4B7oPJyCa799pJ3lembW2wQzh7tifIbW+YRX1bfv6wdFvywtyQ+iG+ZCYIQ6Bm4Iw0
ULJjGu6J7BXHsb/D/apuk9Zy92Ep5ElTlvzbJN7NphNfHFtl7iRjP8xie7W4NU7E7D5jSyUALhHR
LRlSjHfMvTqykRrS0W9aZm9Ls/peKKgPSoyvecCc4MP1leRYxgB45/5NGch8o/WrbpLQec11MsmK
dhBb11x1A7ckRkp5F+eSsHqjfZhj7OhK6LzFY7Gb6l6Cyktfu9R+E7G1bUvtaA/yU5qAN5NMvCj1
CVvmqmpdCtFqyVyKeWj1pDl3REAz39nMKkboIcUZWSkQfq0A9TcrmyQv0FX7PYXJIcljlJ/nlASy
hc21oHaFqU7bgaq4lj2MrxEPfqfo24YwJmTGAC+y2WS7Sw24qsHb7TrErKmEz40c5SKs0Waic8R4
KxjIVx89HVSU+uZNaQb0kmqp+lDAEgDXz8mAHRo6HPfuNe+Sl8AorTu3xUUxqmcGdJ3Hxv7nBxXz
qO2qMtlVAfgS5qQ7o0SzEqj1yrTnFz3MdBxm3MeydigLewSecIBhBS+XX4c8jyqI9gG5vIfAdfV9
gL6nyLJpO2XGDrWNdVcPbrpNEuVCiuO6NUn7dqes8u2MUWSo8zc1vQ3fNdV7j3isxlOnDh1qch91
BnucjE1kFuiR19eUIz69wWA1ZBfy+epDCNhiupRjrO3LRTLTYVw9MA4K9gqYsI6it3YhMWddp1AE
0pkfJ2cTJRgPp2z8cTCLu0zR6NkWDrGy6HuEUZlIYGbzzpWdsTX5eSXOsbUIyWhWNQXb8LKmud3w
IObsDXvuhT4iE7xhmLxCYR/FXuZRqwrIVC5OCczVLa7gEJrAANE5DCGeS3Or6ubTQNvVc3vlRkJ8
rHU3zdESP2kHnAF2xoAsPatzO+NrK+M1j9dn1ZoAvFryhErwK3NS0gP7XBCjslXUJR0zSQksTvH4
EO+OLJyID9GTKKaqwZM9RBLl1fQ95G9NNWYPuv5tze5zNkbhRk+c1dADBEmYg66MiclBKi/ZNIC3
RkhNjHOBY6PxAjlqB5BFn7hkd2AIvWrW7W2rO9c41N47mNF5Z+7RNL219ACRQcNmmWabrO4u3hXD
ag4gG8qY7rehfbh0JDDytltsxqYfJtQ29VSN61D/RuTqns7d5LrvTKB7p1lXHUiMgc5Y6IQHq0EB
4zZTj7iv3RQmUyI5hYIAdTCwiTFcWiKk15Ea6xszYFQRZfFRZ6u/Br0b+mrasWo3KDmFb2a8GdNP
bLT2RbgwaitgvpuazgjXpXUIlNBeRbHT+4WhVZfB1L5is3hSS3rkmKtXCNJmD+24ibmpH9dgWm1f
EaG82Exq6dMMidd3eucFyUJFLQpjrUSk94ELQiqQJbsajV05p9ckr+CQFt8Vte6KwQbMY0hmSjpe
yieEQdsBjE4m62dXEfUqlem1cdPGb6J3XQJsVk2Ym9kS5JLZT7JlQStohcz6mft6A9joLhuz77Ll
coA2QNBLNRFPOZzkAu3NiHYe9cmbsYOuRJl/qJh7q8p6qIgmgQUG0TAwyD8T6ggnsPuY8nHXoypZ
uUZz1nmWrGBpwYwzfbSLJ9s2eS4U7FmMeVVQf0Tiy4nlF31DfOgPY5h1sOwN3qD6NbGSNzj/WAn3
ouad0wg5Ena3NQPzXob8wXWffhRSO/Vj267yEUFCQNCtVPZ2GwCYy7+cuoL7hROcYc9dkBM2Gcuc
8b1SrjLV6td9q+5FG5RHiqqDGivXsmDGUDaXsI4fyXN8cGQJCad1NzH7GzZHN+6RNizvIcp9Wzph
8o1mvYT9eGYiA1M8X9dxeaPBdBfpymcUGNZKpGLDYOtOdciBFCzzCxUnUAnPrTJkmrRWDWFc69Zq
0KWx4vZCsmt9md361zwQ6jk3T5mw/DkcsZMPz7B6YdGNvwjcrjytnk5KZHwqY/UwDxmI1+irV7Wb
PQ9kyRI7kORvTKYJlSzoH5kJKZLYqrBbqCtEEV8aJpAAazdRqqwTVXSG1cRjqDP2Lv6NlRlqT4Zl
7qcy2YdoON0mW9Vl+1ZU5uNAFTAUhCexmKcEBTe9WBtkY8wSWwRzXElqL3/sDhOaYvCGwkFNSg0A
m2rA8nSBgWt4DuzIpm2zYFBALcRBcyPoaauSc7AiY6gi1BWzvFN+0ga+Soj8X0WFAIU8WKMeeLCq
SbGa4SvDuZxORVt9tro4oBDeF4NJW2XMn0czLCikIE8m7Mtalb5nkX5PYp8rAVd4ulQ3TrabxHbU
nC8Ypm+iB+gF0GQBNzi+VeaXai4PinFNhY9E8Tnnbyei5+pyTcEHyirAyVW7qmaky2FCaqK5zDxh
lrUGfVx9AaI2keFDPgD5LVIJha0hWpW0tpU0lYdcUgUFsXhOjCcCmu9ck/4H09jVTA+6zRWNZuj4
uxSgCcvEfaoVwVDKmd+kA/nJDIwZApm6jhO6Le4gfze5cW5Ne+L2dPcdWc/EdQKJlbl6qorviT6Y
lZd+ZEgDYpRDjmd3q+ZM4K5ZSXocDPCI0REoiJ7N7ta4I0gOpw/2rStPQdJIqvJ0k86EJsCMvWTI
RLnZVM5JVIJIY+nVGEIybx62da8amO/6ej0H4ydWnfeciIs6kgeACxmpiQuECROaM2GFonl6SBlN
yJ0oKyQKKvLTKgg9RBEEcda0pUTJXad0OqAwkoxmlyee01Bj1hLaE/NHWlVBMR0Vbis9BV4XZRU9
WQ1dil2KvcCTvBqzjo0nMgsljz8sGQ77USVJNnMJfefSXwE9VpnMm9FKj0zrOCZbY3RWs64s6F2C
YjMbP7rDHmhRPfbmU4jLqEIgY2ofefqrCnrjCcLhPq+bbqUHanxoJg0sLAPufVyEOSljaspyXW80
xrirINLZY2j0JQ3hy5ydVt7HxqbRo9scgyeGo93uw4rmJ6BZKvVQASooYTWb5a7u6+5sXubul1oi
2xnmAoUI67MwJWgPkji8oe8fJ2ikK0W5zaVRcRpoSai2K33kGquEVFAGOwP+NvjUUZmMW56LYqeP
neIJcsU9cgoJcQjy54kuXB2GjwylTcx00UvSYjExB3FBs3ddxqI4vdyrWolHTeKS0h0ZnawaNA2j
VwMlsXkrm7jeTxJwJiq1z1qGj62F1kY0IetOSF+10GHcN82Dk7YOqwFCCttLwbNQTDJHzsO1Qwdo
FZc8IUoa9Zt65u7EbJ6vGiQFK8OQ7lVA3jQJiFlNYcWVEqjH2p17HycaiJmcPYrj/M5jUoFy1irm
47nfV9aOQS/pifFLPSnlVYBG18DQp9B4/Q5Pla8uLK8ed6mrPrPBrdd2aSdYOglnoDr6BVJORznx
FCZ2tU9cijDTzYyLGs7vjZlZXNdGce5lvSEK9CkLwNkb5pKtPaUUeUOJ0CH4QGoFCEpDUYN9C9PM
lG71lB+b9NTbVf9Mt7/zhu6bNATsxNnXQKx9oxfIABTrTVj5hbxSH5HUtuqNYhX382vekJdjufnD
aHNQ6r1jF6w8dPXhkbIfftft4cHJaWG42qD6pUlDIUy4BwBYbqgqyNxdZSVYFtEBxKpD4Nn1pJYr
dRmD59BoCd/Q7I4bH+miaOEvTaBv6oeAlk7EXH2Fj9QmrRl6A5opVBiEfgQXtgW0/mfXp42ZrNTY
8GzucRKUB2pNVCduQkOBOcRtqiEikXgY4a5MPyRfDFfmdzZ9mVONszrQPa1k7If94KZDvSJKBlDp
Npvic5nV7/XQcsWmbybbXQu0PiSaNf1fcKzlRDPMjliV+yshAeiRZ5/tzKnNXqyRySGkfvZcavU9
pz1lSkaVQrvLAJjR3evj8MJ00Sc1wKuxmypu93vmlPSm+HbGtPaAM71YkJQyrr3I+DCCxteT7AuI
zxi698VkjWtNL9e2Oxx1qO6iDlokTtZ9bXpE1ydrN0x88rNOVdS8N3bi10XzzC5PbKLOOeNNPClW
7IXgtGCbaulj37WvpRncLT+rNpNTXogDO9Zta7xWLjzkYRk5jXcaz9ZIDCSp5yRHXCo7f3V1WCyq
dXO7xmuDLeznV123j7yT6C09HTGTGQNOM232Kaw+iHJzbauzRJJW0Xkk5Pkpi1TdLvWJOtf4Eil1
yulklCyVQIsenGl+jJr8daTR0SL1HO3+mEEYMobiKRWPnDWPu3QfqbXfMQ+pR/diDt1leb8Ag+3j
LL7wK8+kuIMtvscx9T6UdLXmuO9XVketPQ5IJhdZWLALhmEHyYMUhZS8oxru10rQWy+NmuyUqbq3
0u6FBAVOd8MTQL/plrNSWtKWrflqIYupAYUwzn6LTUSZRVzdN+59rlnnapIQqaaNJdNtzrZ4hdLy
OepQVS7Ip44EnxoZbJkojyQhtJy5e2Q0I/1Bl2GNrAGYpPHzqIxfTBUhlzRAowgnMrrkpjpkDpVg
u8e2PoiUuUGjCE8mcDXLXlwqPdzEnfwq0oWiUxF6MkbP9J6Bsml1v7L1FtY86BvrHIh3GluHdOp1
Lx9pWvfxTnXDbY6hlTxSNvrewPIoumtojX7LNaJo0ykS2jaKJRoh+ajHbLwx+s/4VpKm3AWEc5uk
CQUWU5cyx/M+MlWCI+QESwJA9xDQBG4ValoXXrAomNu46lEvIp8434flwm+V+KNI6XrwTCv6M6z+
dY8voDbs1zSRh1pxzxD9fYJgnhi0vw5J4cXmeKDCZrmq1BdtcMyVOv3ODWjnY9bcT9zyK80KeXP6
QSGIJT+w9TgSSbOHX7XNGkhIInjU6T4gNKWboJ/HKDrncfnB+PqtGZ0dvH1m43q2tYdfOXkIOWNP
ocDmYONCxsmd0yqfoEK/ukw8Tbrz1CxcB5oRX3lrPU6J5SuKvrfa6pk55jsgUbML3lUzuBdz8xvq
/FOeJ5vETO6ZOe+HbF4nE4NW9BVuTlxpDwiwerRk5zGk2kRu+qmrzIEt4yEPUQ2b3S/aMLu5hYmX
fNSKeiO25y3jrlfy8giF41Uvh7ehVex1KHB+JvYuybLrzAgWdDLtTb3eVAkPIJi0TubeSTuG6d/s
HSt80g3tCv7AMxwH6v+S9SpJYwEvlD2pTNIsnp+Vll3j8ZH50ncwOSSpEV+dJu8pnPjQjnepDI/R
PJ4dC82Jkp9mQxxqo/yO+gSPY38wle7V4KaysDZZBEdAa1+1iXqfNhHib/0urdFExxS4HYsJN9iL
qZhHM0L4TrOxtKuVjMqzhO5s9AxT1Ha4gJm6DHp9187GWck02s88L50Q2kdyxIL8SHPpoeaZspqZ
iBQauUlQ1duCS5vV09TU1eRwe2b6tSPGLbhBYkNavw5xg66trj0QLkr1Vdd+eqfO9sWcSJ3oTcQv
bj7J9XKxQMC9BuGV/K+NLB0IzfSvWGcUWiWkta2DnKYVXvsAliLqiXJT1HW+Ci9AMXdumz9qwvF7
SLp2YRqYqSu/VcsLWXd+Zz8Y8bAnWAlxAh3+UH81p9wgs4MWkD092NbSjRkA3Zv1BTnZKZ70q6tU
n8YodyFZYDKbjwFTVHIxz1nSvGdddCuyR1cihzNs+2Vy3jE+7Udz/FUoJZMUTT+3TXIL1s48Pg1a
9TF0m75ujkPTvEoxvaGj9MnneJYOtxzmImIC2l+THp0EXXDGIttSLZhi6mynwFzsR4SqkRLuEtSV
jMaYbKCLIW38MBCbGGUMo5PiFMuZmAb2SKwYPgR3CrMSdPBoIbZUQPd3Wg4AUQHiKR40gjq93tae
mG6d3ByMYWjfUePsIpE+i57bfphDfvp8UGk/wJnf5VrN5UfjyRRX9rzfE/8faAQwutNm1C4E+DwW
SC5D436coxf8hw+WaW4WRjvTAdrlck14KHVduVEUSYPadH0kyr+X35tM1r1qEAFfyZPU6AvXOlKd
5RdmQnuwMxOCjXSPY9jdXJnfUXbsAhk96cjs2754tuGpzCdTw8weLPS7Bo5HajoHRTJ/Xr5ozKqX
DlosV/y33khwaZn1WOjlfSc3tlwbg5cW+YODpER0s5dk7ieky4pdrXlTZ8LcXNebKeBWQRHTGR7x
EFvzszF329hsQNFjkCB9wRI0RZSaJjebHQDiOg3mJlFOAwi2VTLxOBiHXW33MJst2oRiHwzNZVLs
0xQa+1C225g8cfHadzSxp8d+jrwxmnaO011E9BYurcyh+I4H55Nu6x5uMLKJJXrZ/qzcJ0Y0uzBI
vwPhnAK83Qt3ce+ozQc5frcgi/2hk3snp4PTGei3GeUoTUqiJUtkmSVbWnjrbrLfc6ZpnsmEPE1h
ViQ4HdBwCeiZQlvbhJx5NmNV8q4ypAvIBphA5ZhI6QCMmf62LJlhM75aWZWvmf5Ya6W5WE5rrN1Y
xZRX7Fyd5RHVxMmcgLqxn7jLldWPpvH/V8uZpi5Erf+7aPN/px+fH9nf1Jp/fMs/xZqO+AcB5MyK
XEcnC5bS+E+1pvMPYWs6ZC5HtzRekWT+026GWhPal4mKUzWERdYo6br/onqp/9B1YYDnQv8JEdDV
/l/UmhpQsb9E5qLVNC3HWA4DqYmu8qj7u9ss1kpdNIZQdm1G+47cI2jfs3tQGObvCF3VsjLfNVVI
jlUDz3qEeA3zllbnX87ZP0Wk/yPvsiv43bb5X//zvzyMJVHV5WigmP1nFjLbC9DgM+TWqmTQOKW6
c2iD7tNu1C+XMJgQPxhR45gEgLbaa5RGsSdJ7Nn9N4fxH9675Wy4GmR8gcnPtrBJ/f1skA4UN25v
BDu1FljXUpH6k8buZsmZ7O39MBR0W4OrFbmv6VTj5i7Yt2o8wHHaKNvG6NnSRSQC/TeHJcTfg6+X
t8k2cAIjIhCoem11eRv/kmWPu82sNLsOdnZPHZapXbEVcXXRCukcM5su8jiK0SukVO7qWSd7ZALS
Pca6oLXedIxBmKH6poVCLOjCu74s3KNGUXa07W0yBg5pF/m8ozC/0mcQx+nfLykAMk8CFPbKCetF
PtCh71w5XrBuTEj/ppegysrDGDCuxjlTnMIJf71VqN9K5Vh34t4MbxUTUZq2MHqtlsyAeVBgAeW/
8VWMrE0/ioeYHW+zs6v0FGj04y3VkGtk/O1JzZqvfmQUzINyzZ+dn9R4fnCKOtgo068gRO+CjWyz
WKHCu6CnCsIPiSAFujEyB559RdRj1bYy5JhKdbbjL2IWriIeSKkjABFdK88Bo0qnQ64PjwFZCxun
6yy/cQ8qM9FY1/MjIVjWhiKaJqW9cyxnOBYRdsBa5vBEwe8kkyM2KOuLIN07UtulMYeVZL+nSs32
CrqOFb2X73Z5Q3I5noboJTOtiTzULvPmEAUVaiLkD1UK4xuXvkMKXtQ626Gnecwc4zvPFPb6tuWT
ZvmbxPdrgaepMox1LOj4jH11Hz/gxf8c7Az4bZ/X67hwqUO79pJgrZvLaOCrXK8JcXSZRomeoO6P
YSa2pIgqVIzEOyhiSbbSr3NQ76CnE6vnmg8Ld3Crkwmy4O62YY94pZSTZ2bDk6PTmFYm9JwY5Uid
GKtPC3FRYF+12X4P7Rk/kEk/UZHBC3i71CtRGSP5Uu9bJJ12kn5rYhKk3+I8qrPZXjcGRas69NLL
7TetfIg0HH/sOqNLrH6GaA3WMHJtBzmDzJjRqKO6NZLheyyYnpYL/a5xNQpRPOExfr+N7TCqDPLx
BA+fmEG0jVcB39MDXchVMcntiFVyEY7+mkIaoFOMibOYht/YV8U60aYA35lCro9lUel34Mq1NERP
jOIGmWFpnvKgPprJEHhR1ZgsAUzX3NS4K9AOeZJ9BsmHvBAcRp/850M1Hrq7P1+yVppeBeqONg//
oZjVJ72M2cc01XI2CT1F2UZjCTDCz6fIbgLv9vPvn5e2y5/g5Kd/+ZKfzyfL9/98x5/f+/O5P//5
81FtjvM2Vszdj4M+x7VIcNwoXoi/sPyfz3ULiODnI6wbxFRN6Ysuc8RMPwiCIRJFc/jzC7UFkkWc
lbXg5f8JLCD9h8ixn39zyQCm4ZQCNla0fP3zjX988o/Xn6+KIJWyI6Zb+/PPHwTAnz9utjrmgH9Y
/v9yJJO6ZEVPCL4aylIBuPaPI/zz2JwfhM8fv+fns9PPwf/8ePvnwH4+rH4OlyWEvNCA1o2VEugV
u9+dIbi8FC5PDF+fQzKBEEeRtg3NlhztsDq0MnQ2fRxcm0DdDoMa+MD4vHqshzs59o+RaJAuX3A1
x8+WpR9zmp45gb/3djU/C6P7DV7+rkyLbO2a5GKSQdb6uMiy3Y8vm/tC3eMDlyvStpxzWtdMxRCY
E7XimxE1UW/Ht5hKIraMS5CoLm7V9l4PHXdLLOx7ClfM7hilW01NE8VNc+ZVpbXVHHGGGhcc8/xd
U53TiDIJgjAwEtbvYRW45XeLEXGVW/UOxdWwxsE8kne0jDJV7YEo5Ghb9OVZGQN5N/8f7s5kOW5k
y7b/8uYoAxydY/Am0fdsRFIkJzBSlND3vX99LYTyXilZt1L2ps8sLTJCAQZBBAB3P2fvtcN0z4JE
PQhifFEkfmtcdL2RJdZ1jkwhswsqd0F1lytK16PfjMQkE18WmaW3wBxmU3OnJBBNqNAnCr2uQITX
zpTqQac3G8LaK9KMqFPEsHU0yTWcO8HtV91otvG94vp9qToQ+DQEKNag3v1IXCLQnAi0Uu3kGJRD
IMZdOw9aHuZIckPWs78DV2C3qZAO6+0m8yYXTk40gQwcH0kEnQ2B1A56jSQkBrhmDO1bVwU7hH/+
Slism6Luox6y75ZS771eP7KwyO+13q12QvOQmTLUBUNU3uQpZRczgFepdzGI+R/M90CVU3KhF0fA
XDilyyrp35qRIrKLlnlpuhECb4dxVK/FEQc3N2P9MDYzWZEAr56El0WvDEbSzCBxAkxU1YuehuSq
SW+lXuQLYdBHK8vwR1T0h6wyjnZdfRgSSfoUyHVZ3aBYfI48YiSES6nLrTogaCiVhsj86nRveR+J
oyHtbBGl1bjTCu2L0Zn1treyrWlE4LEM511k1XeqxwKkYFWtJwVOBM9CCzXgaDjjOZXkzlqFuigN
hqWym4UtNLoV0GnoLtPF1jkDBCjqxqUFFtu7yRanJJ2ozhU7HVINS9/4xhH4DvWA+ablBGA2io0h
xLHq+nEdTKG7atpEuy2Yzez78buCDoKmKVCb2FeboB1e4eurlRVgUQvCuzTKvnGJ73vbuUO3kq3d
0j6pOlslbv7otzmRmEX94NiXor+Xlr2WY3uf+SSAabV4q/tyx/oSEXmJ/SaS4TPFdeqMkhpsrsa1
V97ECuFF1RN/iMw8A3WfeBVVAE3g/auDWz10ufbUfe+Y98SMPA8+GdsuDqEjq8GN1gfukv4tMz+S
zoJmSfb7TotYjZPCc18bVrbBzsuQq8wfJJVzbonjWJikO+OVWvdluZWZ/jpW9J5Dr/xm5RDHB5eW
K6YJinVz0EcSfRk8QSmnJ0a9I6Xg7JjlzRjD6mH4Ccle89ZG0GmLkUZnexCZvJVuddvMkv1RQ6U9
JS/g8s4Yv57qBGSEx6q51w6V7HGfD9MtAhgO9CTvfIKZbaN/KCTySgLALG6T6biUmnfv+pK7Sxia
yxA/8OjaDML11CCBBmrv9l9xNs45auQQmAQvkRuPSq3atLlVLCozOjlOBisViVgf7cJxOjntGAAs
1E95aq5G1XfHWt0LRSVFiiEANla+lmaCmMUynkhGokptmQ+uOsqIEI/ID8+6nj5MsUOHQn+jRU7w
7SO512AQsN4ypQ3jgnTCjE5kPJ0sT37kQ/a1KE1gndHOO05dAVM+c4mMCrz0AnHMInthGrMLbnYT
7+bEamp+5/pvP982Uoe5lIPAvygfKgaZHaLG5+tWPt2ZddmN4FoZ/i8ak5it0DltEAa1/DGGhr4i
yy+g9qaTIGwIiep0maHwrdCyNQIxrGiOR11bIbOIECGsaJIHK7fyAMtXxI0g9KL0pP9wd31RTSdy
v4hhi/J7UlD3Wdm4Z7MVLvUQZnooYseNS70NpA8VdcWQ5uvliCLxIaLERZmaPbF0esxO42fcVV0O
X68na48C1EDu0arsbGrV0Q/Uw/nNaBY8jCA1rL5/IwUFHWDipXzxU7lK5Igv2p3Mc8/3rfg/WA3+
6jY7e6X4Lmjak0k3vmqlidqB1CbD9E9xO2KL04vbJoqcbZ5b5Eokq0qoDrtfEq11s/yhac5N4prj
QbUBdVPTZNBrTUIeaRT4aXp+10k25UeKPZ2UvUCueUCifLYGo7kgE7yzU6Hv3azJTuVEypDUGn7W
bTB38yUCdCRJMaW+qIuiQKVtTGtZ9WS+QZKaiPYMMuQg2ugcOwuhQUtT/AItIr+Mc4CMn1waWKQ7
Y6reoyI4mJbfHol8SQ7eqO79bpgu1igtaGnwl7LkR0g8GHHrW7Pp+TX08ggttIvLQNvCoEfHpNH+
WuXc9+1G3xmkFBXol6TNt5LWY8nab+ovotb3PekUjEvEVcn8hqA8f09vpCaFPvdXSoHL8D0N/P8E
XKMpqqNHnydHqH6h7TxcPDF8B61lbTKdE50SW4r8cGHv4iFgMdQyc7Fc1O+6jx9emtG7F1BRi3yZ
nNyaNFdQZXtfqA9ZjLe2906cNqfFQMuWBzqzw0ErXOLKrk+bzlDG8vqWOStq3YoVXQjnFPXD4fos
hnBD5tC/X1//0SprJL7Xp+H1fRbyf23/H/+xIaUtIWVukXcY665Q1StO9fosEkDR/teX100+AVmv
G19/7H/9KGlN3KtSBJvXja8fwP3b1lqJClj/HXp7ffnP/yavqNj/tE3FjR99UrLycXCT/8MnXx9c
EYMG+fU6q8BpXl/+/Kxf2NmIFPm/trTCY+bTU0JZ1Opu/HP7394PrM5D6Dr/kkQ6QFB/ff7187qu
e6VdKNZMlVodICq/M6lsbtTXpynIN6xlj6nSZ11IfBNqdNFz00y/Ona2bYvAuKGX59E9mSgYs8Tb
xwE9wzyh5Zm7hMBWXdquKezeAgy4i2ZgZk3EFhjdbhE6WbGqiak5I4GpacdnzaaSfnqWWVNvQPbS
+plf9oGRniONrhHV73FDT9U6GY35FOu2tVUmS+kUicXagm5Rrhyn20V5beylJBjPxb2r9PqLi680
tAj/7uv0FIdReirDOlzqBC23Rjhnwzf9Xtb6Tex6aPEUzbvTxO4tAl2Em8nbua0q8N8eHlmIq1Of
a+p0fSYJStpohcdIO79B+0Wd6AFC7PPjfVNFf20WKEOdTGeixm2ggKZ/UpXsibJfYNTlZzzZaCIm
1gRNomM4Ig1MtmQc6rh5SOcSJAP6wamdHwxqF00c2ECaK2MRDgRfpmBetDOC9+wQ5JV5FMFtysDG
MeIDWc4zvKhiPHE3HU92kD1Uwna5L7MFwpzhlGgD6bLkR5AMBz5Jc8uMZXpKhYEGrivq8qykTJm7
gcwjK+kbiGCx8TvQSF5T7WRoHTOl20etJ7qmYo2pUuJ3Ci8mlGiM3mj9FKAaoufac6JtIAv9hI9Y
P12fXR/MARyBZ+sActOc9ZIdbaj9aCZfAek/Apv4/EPl5OUbKjNwJ6VnH7HuOkfbRKRbS3c1Ge43
cqqtk2vXEPmDltYnr7r5TGF9QZ3SQi35699Cl9LK3Izoh/syZ9YbIyM7XU+s6zPZDzSzbVEsYK5M
TBzbUzd0zg5ChHnyhhZlRRyjcbREuQpoINlI6+e3ru87Q2meZLurQ6IlQ8Rw1GwHWMKF2tslK8qp
aI+omWefrQaEhIsEXUWmna7P0gB3V2RifPOy8hxlJ7eNml3U2egJTVtDCZpWX1UnDrUzEMtcDShD
kj45OSJNTqbbvmAy9yxUsdd/DbSpJg2bHqtWyPjk/nvL6+bXB1ceY6d7oNCJwmkCgm32mbeyJkZi
gET6CaRyu5TzMUTPp07XB6OLsA0ZRsnYWrIQhMQMcumvBy0KeoSN8+ufT2FroG1wWOF2mnq6vtHN
P1LEHfK33za8Pr1+2vX960tXn53uCWL9T2/8+q3XjX+9xMVrIv9hyvvr3379Utpx2WHqvpqxRD2K
KTL5bdfLwGEJAAfgt/37tSu/dq+67nnaz3wQegHL6zsDJ5xnEZr3a7tfv/bXrnza2+smn3bjuvF1
u76NvqVddQaRlG0DC/ztaAasCsrkC4Smkxxoz88kyZWFjuG2oOA8Gxuei9TSLjE9bMgllCeZpUfL
hAj6sweyaXAbdfELLP76+E2v6WmqxONqqG1UfHaKqD0V4kTx8ZZQIWfHrB6fproJ4q+NC9WNmsUc
NPVNMM9dS4f4Rr1lpWsVknYuV6cVUI8tdRTVrC3DV5lvowIGhFTEJw3EAM9pCfo2a6HIOpAOrE6+
wPTWz06XPoesa7ZUN1iOmiPGaVB8e3aCpmPDdBCgsdxoxm2gpuCMivM10yf5tQ/fyjbclDWNVBRS
GfLCnVb3dzlt3kXbRt1yYvEEMRhrRZInL6GG/1QNajhZFYUkmHDfOqv5BvjS2s+VjnUfI+lox/jS
Wv1L48tbcG/OBs9iECYNYYFfWafZiFeIaeQ7WnM/B3lRGJRUJeyZCmez1oXeF9/WxbLAR61pGVm/
4I3mTKoj834IE065wSnA0smz3rH7tstKH/aAbZJ7xHE2FXTURW1QQwHTC3tV0u0c52gXABFY8aj3
GBbSUtURcysa/X2omtdWt42NNbGwUJa5icpnFdvERjXJVnrCgePUnoeB4b+w4tu+EtGGmOsbrfcv
/axB4lK2DulOkVnLEkxDxujUd7rXruskKtddr+U7H2360VbQcqMbDbX3Ntb9Q+FZaE2RTZHIJUIK
0F15aV9jn3i8AQPhQ+tFh5by5b7oYwuTHC55il/2JtTQUhtl4dzgMwNJC94HRaXa9H1p3xtxsEGa
5Cz6gpxqbTDOvu5v4xKaVJrnI4HkoTxW0fBd5MFE0EVgzlo48hfaoUOMiozT9RTt/Exo6Go7LE12
oO2ZkMDICme41TCt9Uxvl7GLQBkDLVKKSWl3eGovnRw6OsRg5PvOyZd2VyJJmuIfViiTG90qSDPm
jKLSZlLkG7bpFHRkQ/dEpc8ouy4d3ln1od12iL8DmrivMrlPDKf9/5uwQ8Fb/mOz9lR0QP7f/g7X
+eun/tWvlf8F3Uh4HjAry3WuDNDZOkEKk2fNnBzBf57xL/DOv/q15n+Ry4pWGHSocD2SMv7drxV8
oAcJx3OFgBz2/9qv1eGd/t6wNWhP0p20DHA9huXawvp7JzCa6qErIqPe53bfILpovK2sp4cKwyON
KBIOhIPlHogozLJx1nUOG5HKcln1Kz2s1DlMxGZyQ2PhOQmgJ5uKW3WmFwWFxM8ejXhmHQxkx1pS
W1PPQwKJa3jrl8z88zHcZwYREVa7hYbXHRxRv2CvxaABXmRJtAj53nXWLeuv8qYJq2Tr1g0ihKxd
lMVz6pB6msdQvPIOFkhPxuRod1TVffekvKHbjDiMJdrzVVKRaIkPZCtzrgQPdumqyt6q1Op2jlU/
AJFsaYXwtxZ66y17AnQWSBdpULF4rWq5MnKt+966vb7vKBqmYRRQA8eVj9UWuJeLbDBP30oiEwl8
QDBcTaD15srwNFYjdU9CxYk48+RwQ2VqpxsFw6FnamscqrvYGT8a+RIaBNJ6ZDgTOO5oS1kIc0Ph
GFFwFDuI8CAfBJQyuG2hazZ6d5nDRFrQh1C7zvHX2BubBamHr+AU/tjD/p8niGXRpbKvPWySuuZW
8m+t4niSdU9pvtyXpvegt2hVrg+pbLjROA3hjlPnLVXa3egdO8Voj42Ctv71YP5z4/oTCIpz1QKy
i4QB/YMELvBJXCAAsIxBkpT7QatBepT5C9wHq94VGppLkT1qXv4dNdOfuvjzJVBwDyzy/cf//T/2
/Gtdkxq3pEZNAJr56QgwYBmqCR0yyTX4glWCGeTR8FWwDBG0tq2ot5OGnDpGP7Uo64oKL1WZrT+0
hxkNjLNEPf3zcRCfVBbXPbI8ircOF6zU9Vl38Pt3okOFhZtImyTkQEBmsID7tGIx0bAecbMtNAgh
C8dKnbUTJ8chTxX4puRASmTHXMwRy2DwvvcjybEOuvytV6Tb60c5frIeTSGWjR9/+eedNj+JIa47
DWjMQfUgsbF+loYEXAFRDhN3b3m12kTNhCIIDUBLYOuijh3AcfhAVuZQvdD67Qlg5zqMfB0vF9MJ
kn0/KgettOm1DPRacefMUMSoItLXXFejoP8RriCyYOqu4veW3EVs9E1y6MlixCc5vSO/vlT2fCBE
9IFSuN34NtZHagb3QlYto6D38Ie/+JPKYv6LYZfxl7qE6VlILf7+NY1kWNNd1iMqXsMeLAupoVXE
jHh4DKUSJ9NDS5dbNKaEFYO0UmDxNbIBUgV/qBzcYFMSaln3PQtbh4q6Xs9dInMVjWJYiNF7wE0R
0Vy8dH7S45riJuCVHeDa1H/zSgN9QUeyrp3QSM/t7q0qRrWrNZwkhZ6vIUkCGrLWVu//6XphcPp0
vdi6Ll3XwtvCo/vpekkN+nVZZ8b7tvYeCvy4HHJ1U/vpu9b53bb6keOWyQVZ3mNDrT4gXm5dr92G
TovX1AEAtSPMXEBGhm1d/vCV/Kd9M6DSCQKCpGWJTzTsuqKt3tZOvK8mRDmJy7K/eC4khMaqcR5K
zcVMx5ToOhyIXifouyQnN8CnYML6Wg79bKfkMu8EpoHw3VJTsm4D547Tsll1PR2aorWZJKr6h23p
cpGLB+VNBzs/Ivu8pbnINF9gASliOkXEON02cQ99MwDDaZTZIYqj1wjI9vmf/2zjf97CbN11DMND
YYASSf80yidBPERM30HROD5MujS+Zd7qLXVk1kuQzXfUX1ZWjp8V3q8HNWKlJrIejCq8jzMLv3RE
3+oPu/RpXJm1UTqgc9RtXCOGDiXwb/cwC86X0cP+3Ye+x7WqqxsQ46TRZ/k+J016HxJiswsIOieR
EsuGW18iF0V6Q5PyD3syX4a/3d+ve2IbgtMB4IGFWe7vexJnraMhBY/2beQDaflowlHbZylz5Cge
hqXgPpRMYXBQIgQiBI2iCEv0bSWRaUPqLM3WfUyl8Ndhp8A1CHtdOOIP+2jO5+X/2EfTkZ7DyMfd
ZD6av93xO9DptVOM3Eoa++K1hkeiAV1Mr3jShGxe0fyrQM+OblT5uzJ8d3tqtPYg9IsdZRcmlB9J
DB9Zlh8J69Evo+EsdZoyYNuzW6GlwQprHOgS6mRrqbL+GAvtseuwXBWTaM7pyGyPLJEVRbY/Hv1P
w8J89A1ESBYjgytwUny6IvvJSKLKbiO4PHTtK6oCYdVPxwhJP0HXaL9NlLC5QJPTGuDu8GnEa5/k
moPdFNoCY9VhyHcuxOA/XDP2p9nGvGPCtTjgpjSZi8tPJ2hPV7BQvhvtBwhRbjvhOo6LmLF+erD1
IV6OcTIso0TdS6DI8wEEZc0j1pcNVJKMSSge9drNbYzovrYn2YxmtunuLTGB7k2bjcoh67pDimsh
qzYuZO5VH0k8wZqzi9Koe0CrYSw6FWtvZEjubRNmUjq1H6A5Zhi60UH37U6DJRbI6LK7riqo+Rao
sxDoa8uKXvfSK4b6BJXsw4fec0y67pKLxLgBum5Q+95VaJ3epIrBqBw41ATPh+jqSX0Bc+1tIX3H
q7ZwFMZJcrh8duTuny899z/cBGxOZkJgWSGRlPDpy2e66g/K1bSdxfRjNxAfl1bgy5XiD08727k1
s/7O98D5SviDm6qioqsyDOmOoS0KA3ocLgFcuAnBXS6GDTvM4ls8CRDjCIOpi/x7YVrVxrGCrz6A
fhpLxKsHHh4wxKvWYvAGoDKtBUsy8b0NoKmbsq+tl9J/cGlxs3I6FTbyr1p5z4SNORDxRYSSw/f3
E12lg6LZXWAmXqRQd5g7zfeH8TjgaS274cfQuO3KHsh1CyyyxBwCdxdDhbaPa/ktbKYbqMJIfiTr
BZNGWwCJcoeTp8IjFGKi8OsZFNXuDAnfrnS0fjWk3itFAXGXFxPiHB8HdF1slFYAM1HjQZa2t/zn
L8j4NF5yESAZnjW0BsLemRD79/uOjlq2aFKOkha1Hd7oBuIhGDVivD2igCb08O26GNCWVLJlIjPm
D+TaUcqQxV1oU25IXXFOtCJdmglwnLxp2j+JWT9Nsq57yDjOfENIHj8vCiJY9iYioejnXLga+i+Z
jz2z0BnbYUPiashxXUXTZvDhF6c185+gKl6niGkyLWKMTmWwsxStFlSGwZ+OH/WCT/dtqbskHLN0
sD2U25+O3wQRvbHGmLMMhwPhMUSgB93wmsZusoFahZ5hHKajhqfzmGeRubTjHalxYvFz0AurYPXP
X6j5c0X/96GEvBLg3J7NUopd+zQrxbenCWpp/m40wd7YJqaVbGTaZch9Tofombc2LV38UxBF4TYr
v3upKN/M4sWIB/gxpll/62Bu4unIdoOS4dEqvjOd6Y5gtPJV5DspQbzmLel343oIK5JJuS2CWuKq
6A1lLvv0KeiIh+xp7/bJGNzWbsSSiqt6z1d5hi/3gQQnPjtxUe5IFr31RcF1HvT+weVIbkKEa0uF
rHrr1NF7HYfhabQhzSVFjYs0ZhZse87BjN3bjhnGIcRYuuvr1dRY8hsODdFTtKtJdDNHb0fox7FL
+ajYK/AyW3ikYuRwnqPkvggZ/DPK13QQs+hQgpVdggQft2Hf/ODrBn4S9yZ0RflhYmmkxVHzR2Xx
spV6tMhD1e+oJ2NHkbA34BuuXFp5D0K+cLDDM379ezwh/ga4kYKQkiTIfzrBICeNk1O2JExA6nvy
3XTTNQ1cnrxeRVv4bSspyvrIgPqquYO6M0d7YbmUJGwacctsCO1DOlcuggn0n4E30DW08RhRAKcE
mjGfRcZ6UL31kuUWxGE/WiV4vzFWOmc1SqyBkkJzxei78zoa6kWHCsnDBb9FI+08K7El0mNGJOES
z8QPuFjivkvjNzpTqMHQ3W1p51OWRzDSUd3aOsgvV8/cBC+ZoXlnlFn7Zmj9S6qIKGzzXi3jceCb
lP1GeLHYmX42p5Li1S1x7q7HFt4I4JDwtkQgtjItKroCRyWrGwHfhqta5Z22V1ZcrkwM6KuwcJ8C
g6yBqcwvzTBqm8gxYwrViP1023mhP5kuYyKlD1PkdStAbt9CKy03uTskNPfw6BnVjE6Ox/qBZTMy
qS5Baod3bGHQjNr4PedySEV779TDx+D23TbQHAO3fFkzg8Zi1RQlYC3jbNkwdSK3OZpjku28aXi0
VIV0aL6mHdWt+spo4ZhAeu6Fa6/S0jnCraQsNDQkJTTuVlg16nRiX9Dg4PGPaXQ5ubYyjDZZBrg5
FlaZjTsnsu6E2bcQpEfmqd2IQruAKBCPEUG9fhYc8ELdqm7+FY5LZ7nQ73QkfGHPsrEV65+T7jr3
N7GHFQqHInwcwBnwCgA6u6HYF2mZrfyarDSNnkZZ28wR3Q4xJkKYresnIBWs9Ktv5O66wTeIaseL
blPQLwvVMHyZ8qnoK0iesMegAKXGxi/0/uwZk/FkkrBFr/FRaMH4JBokyVYDdlMwYVppITwDGP5i
U1C2R4fnnzoN12opnQ3ZV6xrxy99Pjln5kC40/0dnVRF79a68cjwQOn/rdcHor0t316NgAJg4LDT
UePdGKkrl2GBm7FxoUU4rJI3aDawCITYN73QKrkrb0ndDi5i+ubgKJ9oWp+TXmG+jxHW1hboCi3O
bZC5IFRKIhi2cM8eLFD+YRHHp34EMKFrDOVw0nZtA98gd/RTb4xn3xnatchD/U4bCbaZ//ACh+XW
6GUN9Lcbn2TZJms/Vo+JIU7MH7VdmOX1jRTsXBJE/tewVU+aAjThap5Bl5tMpxCuWQdCY5sNynwq
UWHSOg37Y2+yymU0jMIkXXJZbUoApyfHhCXkRon1NRcBtDozzo+TCMxloTX6S+Vb7SJOHFhGytqy
dOc4SeoTdG92EY79tWFAEDBG+a0YZsVgYMFpjFFhUPS5r4kz++Ig/wdgEKP6tOPXMoXazkytZSp5
mchGZ6LB0r9SzxYIMJQW/SpNDUoT/neI5THrAO9DFBWiCtvs9maj9TeRmhERmXfXE0bO2YfiiWU2
K5wZDO3hhMgnkK1hvrPd8CFDFHqjFwXtxcjEmNYSA5IMZ9e/4atM4SbW78Q32BQoCY9JO+5DPXkn
F8okzwYTmcxum8MQRuE5y9NjGomtSqs7O+QaLGpTW5mePXKvb2Bgx00Du3zsllG3BY7zBhPgqYXa
e07iUgBFc6tNaVUH3B2Lksr45fqpY+PGSz3CsJmMAwwOaYYby3i1xpp71WBDFkxJE5lqGkC5joih
EXvTpLPTzvYHgWCxFHBuLU5ofJoN2rUhJyvlqOK4vqsmSehjYx6U4Rvbtusx7zrgggJoJJlXO5vJ
iEfQjM59OdXGTUg53AVYs6RLkR4GkGb08NF0GR4k1iDASqLpw1obUqbfjucTxpWSUlEuO5uiK2Hc
eAhzCN9DUT+moEv8xOyf0+6tJUwJPyDsxFomqNPyDlEmX3CU6csBr8qSGhREFm65izqNI2aV8U1R
26ccDu5pCJFHRhGZEj5WtmWRhIxqDIJVVphfwh9MI42j5k1rsBH1PtaKNZm8+I0g9uFz2lkVJCnO
2H0aimcF0uIUwlVeJuFBd9tqjTGTCAuPMbr0ipZlZNeCdUqOpcTYy+rBA+2baY0BiYHhVtcdmmKx
7OYlqIsqthdLM+vqo06PzYlqjcacMBBolubOaDDVDIlrbDwlH5PR+0Amn589Czl7RpGri0t4gIBf
wBVNR3Q79VaD+a4nYccq3CarqO6WBeLcm9TK8RENzTLrfzStHkPO0O5TC056k9FDmRCtrVJEcchb
k0PdEBmQjQqQb6z2VuoVW5cezoJuSriRGfIcQx/KPYEkTzIa4Bd8HTMHjSuia60DpSN9+0syNzy4
j++5ChBxeMwM7dp/LCH0GWCnXXfXmGwrAss4gb2WMvoSdZQZueQaBt0ZwB1kc1tHbc2h3DpJ+6ZH
xWFkJB4nYu6pfy9Y+VF2qjdgVKvNBJFhVuIhw3CeAkg666rxidJUPh4GeOkZgZROCwLIH9HuEFKE
l7i8EERDm4a50wb5Ml4l+wtT6pWInOHU4SoNokxu8PzRS+3S92nt5917iY5g2VOMAen6ErjA+kY/
3UkreagpjZCT2j13A0BaXNHGHn53sOjR0DMlzoFPT6DBSNkyViI51npJOozC3BYp9OYK5UA9wfMZ
5zg0ugLoF4RO0DjSp1FBldFRq34d+hL9KNWNVZkyNEeBeBjUs+jaDGFZF60sE6CDkVjmcnRh3gzV
9FEiIKB863wYVvkUD0i9bGjL6OAQa0mmE37XbqakWKNEeolCPGjoP9dpTVc7goFIhbVEL1YssTKe
dG/U0Idpz7B1+bqnN9b2BisfuQ0bltspQcHYdECwJOmqywWSZLN5DFnAMa1Aasq0vSejYBWE5bvh
mEfXAeI0MchRgAnPfU7JDjhnbKKyaaowW9exd8g9eDcFjTuIqjSTtZsEOZAqiZNBO43GFzWHW3HY
u4SIm8y/HXwEeH0b4y9OAcgpNNQxlX9gNuGNGWxHd+FPdbIYWTh1oXtK52IQ+t23qCvPuNrTZZsU
p1pLv4l8OnoByjf68fmEZ8sgExUjWnJBjdAyXNf6MvTfE5neO272pcSE4vTlY0u9Af0bRY7KY5Fu
5Zc6QeyZZ/rOC7jxeZRlFj5pYqza428JhvxsyKlNdLD8imhBLdFYmX7C0kTz9k5CqvprU2T5XSa9
XcitYOUkBbe+uRqo46jY1mX4pawhRU4+omBagFwSAGExqdSvTI4YsnsUx07oPTrQqw3byOGzoExr
5ocrgJessomM2Jypyhxaen3jusn15c+H2WdF8tg8rF2fDn6/bqX9dt3OufqTrht6VxvTdZvr66nC
g8Nd6Hh99XNDjCLexhv108+Xv/2q+aOHRAZqWRGesjO0nnvOgIi5yvgq5ozzX58s2lIA/pn3+K+P
nRqxohCPXWX+x19b/vzJnxv99imBJ77kikCp4mosu+6GbpMiHAdxAPKZfbl+0Kf9u/7bbx/za5tP
B+7zofn5OfPHkgnx6DUUo9DuBDbLdatFyGg3TX9DV3gH+e8tH9zxzUuJsOyDjmg9iFR4OtRBq2Em
Tj2VfaUXGCW5o23ixkpJfe2HW1MywY+z4TkLyUpKorc+yc/AzqN9U9r6Mms3MJkgH7Xh09CODqd6
J5EsYcOIKnSCxth/DcLcO7tZukKF4++bNiSYiw4xSKAqW+RJ2SwMuEu6SmqmVhpZfFirGjAzp5nn
57jlyZGgTUxvPzoyWaP+7DcsQOY4Dt9YOEL/gVUquMcuWQ+4DkUCh42cMtiFCPU2cq+g6KFGV291
lN4lY7gOhn4JE3tcOMjsKqp9kFC4m8Yp7h0bFkdqkJlSD/oxrs27epr7EH5B6Nh4arGjlaSk74oe
62Y1QXeyZNttHbfehpbz4HOunHX8FK4dF2tCbsKt1G7hdwLAwTWbmyiEhtKlQW7uAhv8WrCuWbEt
g8IiLVxzXbpdHLSGKLL12E3MVNPbVP8SUepe1cr9JmGBQk7yMP+CinCGPT5crm8y05izgXVhNCLY
xbDLah27aUDLrYVkXptLV2jRdsw7ONScCS1svlWRaRcw/t6NJpHRDGfqGm+60RMx0K0CjAmLrGEd
FA72tHDbR5x28hR62SaqOXqmN72Uhndr003a1jGsuDbTNv3QEqo2QFHBPRRRowV9YwJedgPP3Y3+
dGuB+OFPCo4hhqaelLsBQdw+9wf6WOZX0eMCdOBbHio3Kdhbyulm3JxqVtQ3shg2AT5m3Y9O6MgJ
guesX4yFrBAiWSN5CPA31RTzswT2cANFo4UVyZz0x0RkE6wTLdqprNiE4Aj39G+6A6arhUHtwTcG
uc2xZyn0w3vZUfII6WSih125eUyOGyEjK/I4SInBfo+Yivmiozk9NmCjwZZR+CtbBdGuNKKPZMxz
PALmB6ZHvLbTYOyM1pGX0EyWBCqxNgczjvks8hdTV97ypzXnjG4CsVHORYsJm4/c7w2q8JXmk7Ms
ImxxsW13O4zI63RY5yDuVr7WcWSqam9E4zEHO7IiBiD+4o4flt7oe34IYPWYJausK9ZT4bz2fTUc
a/cdB3mtVLqrFPHNkdmcJ7kk/raGHoprD7vrm20xk8yj4Qal8APg8A+6SFbtKsKlJ/xZ2oGkBXYy
S/1d75IAE1rgZstA0tD9b+7OZMltZMu2v1JWc1yDo8egJuwJRt8rJjCFFELfuju6r38LzFuW1/KN
3vQNkpYKURFBEnA/fs7ea8dkr9YLSHk2u49J11z6NuwRVeMkTlR3b+eWXjtHGybNxU0smn3aMxEg
nouNuIeONXf9xXLWWCTyN1aaRy0AkiNi6InVOpil/25JCU5mJWMxpnuRsnhcxwOzHslI9b0Mm7J8
KWRy47pfpo09hS7PQ7+ga0kr2P2+XYNynyHamCa+eWS09zCV5m1JvjsfbQvBunM/a+2zaDgErwi0
3BtSH8KtNUKdxT/+IUBVKV9MR20vv8182lAyPwNiOmZ/dJzg2pi8CAQ5Rn5f/OECHPEWl9QQEDyJ
wTjE1PnHWDnVXhv+TBaOpTdqIZzStrgAkaKkZbklIiM8cEyGBTrjQKutEofTFzXGBFjtgvQ0wuRE
9o4Kd9M6fE6s/gmiFKQTPb+Vrl0diuwtNGGQWaT3SDPOwXqJ28afjkSURpYT0kV1BohD2YuRYUxm
prhapWLgVAZGx/43yjuggQFFqEujpQaBvzUq29/ranjJaVuQUfqnMoLHQJlcaLEzbZfF2WdPsuq6
Q9lJ7pG5fKwKfAeuZe4ZFti++K1sGwW8UjfgwN5xz8AjTFAD6LF6aZdVgFjlwc4Y6YETsuHtJyIn
R9/A0d4s1DM4z3qHZoJQe0/wY7BDNA8o1pJbw7wD1PzWtpLphD3+jJFNAH0jxGbWeJeCJXnLC+fb
6ub4INfW07J4MN3Z+GVp+U824lbf3prT2O1d0pxuJHdA2htf2E4xNfgf2Fs5sPRWczsoIMOu++YL
HO3dJwZsWPhWPLD4zedEGnAus+4YCDNaipjW3OJ329hndpbGvT4adfCWJlN2gY7ww6PQ65RpHSzt
U8LHtMvGyXtZlvEkViqw5A6FjIDqxSA6J2ucbRoCgtAVc9Imn05mjv+uVOTnaMJCnNTcFLYaTrps
btGyf2oauIcQxPxm9olkij8GobJLEVo4V3muhjKxNBwSszjcyjbvqL/pCwcZVybuA2xWVg2tVdjt
aY0LrjlvBNlsHkYt68PgRyqGo0OMSLOjzO+ClnZeVsw3Y0w+gRgbcg46BVCPnkbnlC9SHwzPAGq+
wktME31nOfTnMrfEpU/XI56UVqQaBUWUc32gi2mrcZLtbY+00syh4merikx4s5s8mzkP9qCw89rf
GSZwLVclf2J/OSNU8Y+UIizLI5NtAr45RChHb026iZu1QzU6RMmGDRunmc6XKa9OTTKcSevdOGD8
WDhBAnq7ukCI5xbZa0wjc1tbE7Gx2fRgOfNLXQ80hTGFHxqTbh7L97i6HjqgZ35iR4bEtYpm/dR7
KHvdynE35G7vhvUmNcO43PMT5xjbBvPWjH4bSQsB2Kw8rXhjQRNqQYwUViEcfCJx95VLB4RmBXmS
AEEZ0910yXedlc5u6f1gn1uE6tETesp1HRy1aOedPz0vjV3/pi9edqm5RWbRRgsD2vekSN71iu/K
cwBVteguxsQYvcaVhpdu2/Ul0OwQuJJi1fEMH2y59dtt8EwT6mKTzQC7u7OtO2Os0n0MlGY74d1M
RHYIogRrx4nTDo062X5WciIRumnvstDN7zrfO/c5Vgeq+RHHMyA8D+tzkJ9UO+TRjoObt8PA618A
MN2iysbFb85PU3xEPWfsZd8fYTEOHGdSNolPKwPwVu0x8fH2CBwyjcFISMEZ621NyEHrvHXh+DQD
yOyIftl1qfeuSQkksvVeOzFeUAuySkpJ4lTqFgnfxUzsB0P2vAOjvxlVeu9x+8Mj8O5yd8Dg53Y4
hdZ+p5TvsfYmVjYfzBbQKVYScwdH2eUaIU9VTcvelYjWfFEPkUhumkm9MCcgCc8IwZ04+dMiHlRP
QrsjUDx1KgTagKUefgIumNY/LUZ/gz7Q2Q/TQMkVLmsp3t3hPU1vYTg8wcai99nQj2TyLoz7SYXo
zwHs1VmuI1q3NKXrzEv2eUs35a8voiznpSEOsvyGwVIJy6EyjJYttrVfE4sZlU7Ae0qZE8g04nXB
hQUE3GnwF5LGlJ+81CciBhf+9cFPjAn5HaVTrsa/HgjmaXapD6z976QVCLSRv5j2SdY43xutP1D6
QeetfSsaS4NiUbVip0aZXUbvVWUpcwKjJM/GT0GBa/8kCgCl7dSjQLObm3846q5/ZLvCjU9DCGJ4
iPUOedzU5VGx+havBsSrFTFWI0NUMSbq2JDS4sj5347I8foK//6zrWGSgwhg4lr5tiZbEc/S0AII
m6VqCNFiClhnnB829qjAEaggeScrId7TEprzFgR2ilu1tlOoOH//+Izum6zi8ARuZYxoWYOmDeul
P+jFeEaYP0byB4PmPkrXv78+aZpQvE2WgbLAjlmglTSgmhWksnhEGXkt54/EN9t9KXrG6DXgt96h
G9EPMyib1AV3nNXbusudXZ1xMdYkY2/nmrKCK2Bo6S3yUMiqjJa7YH1RlRPzcgjfQKQaZ+cw9okW
GdrTX3+5nt/5IBkUTl9LYLfMwNyiiTplk0SpKl4Jw+7HaT1/Xh9ytordRNtqY0EWYXClu6jK8x1q
37vcw+OtWgWVQtK3HJKmj6b1gYBLJDOMy3F05cuuUrMVweweNqMRWD8K7CnnICtOaLndyC+Sn53X
GXubNNNEqeovS9XVV0U/eye0T6k8dqTnlHFAR0Op6PqX1/8r1z/2QcskBWQ5amyGniksHyh79Nb8
YXqTZcsoh4wIsXZwrBQil35tPLiNxGj8YI8jMab6VRPt6AWIaAao10z7kQsUpLAO5p+k4cvLMD6W
waWIzTfg/kwz44Eur/m2cK7dIFl9gN/1Lizx5g6Z3Kp4IKIKFB4g73mZSOew9Jma+Jvkx13ymbj6
o6sYh9ol35oo1nvfGB9RYL7hrYMpYrxOHhWIP/w0h5CfLToS+LovAgx/Ir58JBqPw2ZrApyakYoF
NZ6xgjVppGVuWXZ1wfcOJsrm/nUko76KkpFVqYnwI98UKTSj65f+fpD0oxg6wOyr5zX8hOeXftcd
jZwz+/p3/3hqRtYEw7L1W17/2tTK3/eT8/6P5w3hgL7++sXr8xbpBgezc26bomIqBP7vlMx2ib3F
/NO5461TonbpwuwjZogHsXXeVu1svPpUACAUQxUNvbkLjEuVx8Gl1way09K8neLK2zIXfDRkcB/3
3gaRhbWRnQ00IuEDqcZskw3xE3QuxjgukTlFyBnWZHWz+SsZMNoYso6xsWr9Z245Yf7RQ6PuWxgx
NflYbtPfChaPG8+PnBH8U1CkuxkA7xMmQfDZM8UNjPE8umZoymq6c1NuK1I8aLiXNXOMVn11yDyP
DZLPzqpONBIsSCTdC8d+n5quO7ou6QCuMg8WGuUdxjRIBFo8ixxkCb48iu6YvTigxpjZro+2d2f3
4QksuXyYlvLYSVNFaQxIxgUk4gZhf8yD6ZRyZKFURHGdIjI/0onkrK/EH9+fuEedGY4Gk6Tczj/a
qaFFA0vGZ8+fx3dTBEPkN8VPkZXqYHneL7kG2XrykZCqB08lv/HYmxczNXZJctOylb+OhXU0C4nJ
NrC3o0nxO8ujcoMBk1b6WvUBYLmGQZ0A7d3I4K2z7ASOGc192fh33B2vWZiiNxAJoA87OAQq/crl
+MFqz0tszo5tcZZI0xcnnB58OFWaef9STssWQMJwUGN7gAMxMnOBlInk69v4zTlrvMkD7wWm8LhH
hApnXtsvOE5U5DrzsjUU4S5ALf+0zRgf5XK75oWETNoi5pgV7ABfAmdzi+WZKHeGc5jvRPVue84v
vyatxaUvuGWuNu9XLbRiGjv5/D52nK1aqjbbaoZIhPS2x6yH45vvqHI5nNvpfjSsk5b6pp6W5oBF
lSXCGbaOmT0Ytvj07fRhTIaHHDEA1AbiexzyM+I4AZMadrSuix2cEDJl1pPmviu8y9x694vN8KpA
SWIBLaaBNL0kgiFw3ae/IQlZdBeMS91JhEn6loTMH05BuZra40PR+I+9R69CASAdh/e0HD7qNL31
3emU07N3c9hG+Vx9Bj76swVCim1wWzhjc9PU9U8+/dXknIDfTn9Ray1bt07P1lzcsNBjj/d+e7K5
IXTpexLOt2YkzwL9cyoRtEl3ZHaiH5Ya2ptQmOCxB2ALnr8qGfxpEZq3CAnCvje5O8WDLX+jgfka
hPdpvSgtc9o7LJRL1/yaTY93P/2eAlj4fuyO2wQ7YlrZP4plbQVYzCzk8DaH1sSZCESfDLCJl6QH
dLa/QeD+g+sy2+croYSC+25OzDcVkCeboxOmD28euvX7oBfpKephusxTcbGD/lkEuB4k00RaJ+SO
xdIk1WRcZYA+tZ65Dc0aYnOPX6C0sLP7NkN6fvFCAkY3nfEl71R7rJeaUX93SbX6oUqzZvT/nhHR
Bb0MKpKoaPYNcXjpIRQVoN6U4d6nk90dRW3RBgV+PqEhF/UY7kYx3dmDRxcM9i2Y6ePQkxg4Mdjg
cH2fJha7+n272oac7rWnyesl7o2a6V3565plwTYCm3Y2U2fjMZOiteb8Gk1kOIAWCGYR6c5KVtSf
qV8CmT+NkgxIOq8TEGlCLJiAGLR+fW5t2pPTSy4oYHlhuEuDE3fpqhM+56N8JCf2ZxwGT7zDM5UI
e/vwMCcsPVW7N2Zvp9M4MmD+6QLDZOKeGovO1whgoRrfaDDZvgndjt0+ZELgF09NMz8Panlvx5Zy
TJTRgAu8LxmAGHw8UPt3nqCBJbJfCEOK0n60Cywqvgq/oFSSQjxoaNkj/Cby6hLDHbZE6MpjbTeo
XCVSkp+QgGiHDfHnMprDXvB7rKFaqfHgAu4tADMNHfNKbX/Rmrgs8IK2Ttz+Ump6d+jr5K30OGV8
txoZWu+RYpn77tFQ8i3NvFemFjTRNB3krBy/4UizZ4rg0cySo+5+4OOctpyy7rC73+Zi+RVk4RuR
SfuASSGCuH2s3IWioX4zenZbqAq/kjSnFdjGbDw9GbtBLA6Sxj6x6hxPHfnBMIkMkTxoT1gVsHkN
A7o2y6R6mGaC0YffseL8UuBm7j1zTSmrzB2yGZrl9R+Ttiib6/CY9DE3JWqCOe8OHJNfFvkL0z61
WQFryFLqIgYo90zu6R9Vz1UvMI51iNqatNRYGSiBq+HnnPjZbRb270ktYEdKM8Q0XZIRHjZfgqHA
CfcT5PSqqQjdpnVuMIhAmFDtiD8insrg/cxj6I2zoAW6WPZNQyD7zvSJSh9S8y5cZfRmG0dJ4BLy
5jnP3fxsD3B98gZ5hUCN5xIqz5zC2/Mq0f2s7SXte79iippLt5AL3Yx4RXQ84h1OOqziK/+twGBf
2okAcId8vVn97KZpCsbPUOLFeCpDZE8Z8Hb0RVa789EybpYeaRVYWRUBxHQOU9B2W1eEL3FQts8q
L2ihOJDeKTezNQObBrQqskvtzo8d8zxs8soHA9eRXhZQNYrObW5EFcJSENYt8ES4kj7QcHwU54mZ
2Bj63Y1eH4ImU/tJ8PHi3fMifOh+NE8liVy0yM12qS8ZOKNdUaydJdSSUV/q8LDaMOeyEif6Z/de
jnru+hCs2C6r2lWdGx4L1webKm00QbT1E488pFmziQpHA6cqJP0xtpK764OYUe4ZIUpzZ3kIGNx7
AKZXVyKiz41Q4Q1eabQi3oSzMK/S04Dq1+oaB8IDja02ht3kkAO7nbQ0n6lVh2f/3JKo+xwQcYWB
w7Uunm4sWHRMv4Zq7F+UmKoDrgiqxDy3jkHOJZco13i0m9dEk0R+/YOXiPkg1hl+Y0AAc9zR4TZA
UuBYKLoLie8/XVL2VY9qBos+O53i7fGs2rlJh/pbOio72lbv3ZQLzirRZyePCd3W6+SyNVPEP35s
34VE9yK9jY29V2CLKOkEbx1/hHU9WupoWRz3VL6QRzoANpxDg+F6pfhuA4PhpWHKP5v0XFR4N4FS
tdv5me+ys3J1mtnU74u8EztnEA0yPPLmvNHjexICkombZGaLk1aBmNEyYFMVE4xUR3NkSJfzMmvz
RIrR2QixGKWUE2Uu8oueBjYs75SH3ZMCRE4jEMv36rPERMcQYzFur+CDIKV29zTKO+QxxF233O5r
CJsx5QsXaTcjGN2rjp0pk/xj20wI2BjqY+vRiDda+opSqmA3DqgvEA9gonSiOENQKW1JrehHSek8
YII/Cxp/VFCGxL30FpicPa6GXt2CaDDBy40LJ7+RrNOjzQa6d8jvFU6yZoL1t0TG+bdpPpXHRfX3
7eLcLLKqD5Pf/ygG43fojA5a0mqjk1Xe0pQcCCreCPQ6HF3j4lLWmI8pAokfmlhhFv3lzPPdMtTP
TT0UzDyneNNIopZSajhSGvBrYWrJfGPv9mQ+wLYiTGNw/hTx2J8U3TwkThPo3viy/re47L65D5Gy
C7v3FJEYY820H8tLEFsv7ZzN98FIUvjA+m+38Cbn9IdRNk+NhGwnkhghS4HCi5A+NlcClpid7bKM
pdppHGuHAGprzDXoQqUx5wfJV5lLBLU2ZMyM3HoQOr/K2g3PHPZpoHqwg5Z+bo8kzgOojrEUG557
W5B/tvF7LNlJSBOsLyIarwR127lae82CFdRkRua945LJH1QyfnQx5Ueq9alOOLAtY34T5rLaD5Vz
mSe9WqbDCcPxuPFIozslhZ1Qzaj0ZE+crHMoA0wliJ/sxjiyPSJpB7NUT0RPnHLnd1yEKTU4iuuJ
0eolztMH7Q7GOWYmrRJB7lVW41NKxUXmpJ03AVFiRTkQpE6PcL3Gzb22aQ0vYdFdZiUOXc2GMU/B
OdVtfzYxX+Wuw7BnWB5LUT6kXeWR2CkTag6R3dRua8Du9O/ZD1/Nqf3BLWSeUwOtZ7D04XmNakXc
adxbVvNmMYU6elp91XlOsLCbPaEqXt0m082cO7eezgJOwdQXsh6hEEJdIvsynpl5TB7NWSCRK5N7
2Ho5E5Jl+eyGXtNWdG+kiX3AaTlRWZCigEP5MVbKPOL6yujltQ9uv2ynTmP+8Vvc5ySr6gUpTfJY
t4ODf9y9BK0BPplhsFzc9xJFhO0OAQ6TAUN37XyBKzOI6g3ooTOR2GcTAPFQfV2t8dd3rKrVsC+y
e6CtMiYlKVteW/dEPh9Y5cAnCU2hi+wbuWscSsRSEHheUFmhMMf9iUKEPjBNisDJb2ToPg56pmJa
7cRXs585KvfirYlCsTvpjU9GwIoRmu5a5+n6rF71KDRDPK1gChB719QgQypRQKVdyIcO8tZVCBGs
4OiPHrlOS01VkAd3wpbNLuycTefUOelSzE26lX5XBGIbIo67bUJp82/BC6jucLVmmonxlczVC2d9
ZmZLemL2cilEQbGJm6YpvtIxAVLn0QyW4KcKN/uqHUSsSFrSv7z2YnAOI5EILA1ImGLugDZDXeUt
qj6me1aHdFutKAEM4Jg0kekZjotn4dNuR2zeyEb3DYAO6kDFZ4N5LvF/lDTjtpwwX3KHb1na7bBN
uvhM/JjcoYuCmlyIjcQBqz00s1n54nQTP7rAarxSGp12eNA2FVcp+edpzPQ77qEShbGGOswz/YID
7XVJLdyOCBAn/pEP8UuiZlY6ZkjI1zjt6pkks5BU8WEIyUWsSaNcmNAUGKh7rCHorEB/GvSurN+s
p6uFrXgQ4LU31ljbMKn4GUUH/D5FCjECrcry4SZz7Z++YD0qzP6uSamozRabrsU6D5p4i5yRe8G9
N0aHD8lynzoukpnfKpCkM5V4ytucIGbNWcxrmfoYGR+2QwByOucURgYqMyl36zvDMJJcvIDiTk5G
tp1QeNDgPPqIC2HyBDst0q/rfrJ0Pjy3+jxDgbHcX2nL0aEN+SfX9l1vLxwI06+JWnKqh4904bMT
jWHg1KyxQyNCyfj47qz83hF2ffTaqbrkYS5OPQYCqdV0qFIOuYFFOR+Uo/HqpWqKRuGcOtO8W6Qn
b/tOq9uGmXvFzPTsFzVUU2pgrxy7h9Jm0cxm54dORudhoIw0J6vH8FcSNGgND4VaJzzEi5MovwMm
lJ9q7f2QSV9erg/GoD8h7ScRSS2EfTXZjZFoM97SmRt2gkPIpV7893Q0kM+6s3U7T9BC4wUnOOvo
E8P24Qij/6l1lXdgLXEvto4viFGohya5aznin7qg+wxLYW07KR4hG4PhmI396LFJrheVuWIdUu18
GD7DxFyt7x/ttcidcaY5cbQ4NEF5lTdTeGbYEx7XM/88KX+DwMk8q+AEaz880uT3NmgRGNx15q4c
TSIIQUjTb0J2K/Rgb4UFHUHz6VEYDJuQMmFcT2pWbyV7yQBGNYz+uBGTc2NmH/mAErTwcTNQPz66
RXvnTwmWMrKkcPfIykdt2mdcS6Nx11DJIHGgaILj9uyQZY0Mh2C5MYAkhgBbcFrf+GiH+N3aedv0
3b4bvTfVBvDtK8qlBHVPLbu3nsp4202sQdeFiPZKA1zBDjctKe3bGGAON/vXUq+nUe1z9ieUExYn
35e5BLN7ilsIyhN4IpQR58pn6k9nbdj71X1lgiwZ47k7mVAiqBTRi5B7c2QKTL0XshprObwLA8N1
TFnmwIWh1GdkrNqtKvsI1wtq24FN9fo+ed6HMaJNcwSeeQvH0PUXbpdp2SRUW+aYvC4UgjtKV/Z6
GCgC0FXGEP2QcgkgTBHf85xOO+5JkmEd3FgasUQwxhStE41MXHV0FLhXM9PFnljn9AxYsCzBUlMg
91FqgKJNjD0iUWam/rkpGONlbRr1fvq1mv+VLL+qmqsJIS1ib2EQd7fazoPhORHqjdQjKokGksq/
L0GzZ+id4/mG//giiN9ixSJIh3rl0NfdHcAv9sfgDG33Axe93NUjRjSoEJQlPAlC6XGuXI6+cR9u
6a19mxjY6ZaRwtmz5Md31TKzJnvjLa1rQqPAwcAgJws7QWSCPkBu1rb3NsDqIqonzvF3RoJB0BcI
5tb1apCHAVEEmn3WZzlz4Ct4utNT8mEQoVVp5V/EXxNaQVmOjcQmxRk9RuE0tODyeWeAnfLXPiVL
+3KI25VyUVQPra9vMxaZjVF9KaGJ6Yp5NcSr7ZfaYda/nKpYgqmifQ7mkM/xrzVRwzclsucQjvlX
ydBq29mYZUqxy6zBvpQ5Agp3DLflxN0ezPecSdK7jikU/HE9vw9D2uEWaZJD6Sfze4Xn0ByDtZ2h
vzMaOqducs0HUHrf0/SchI31SaMCxXO9LDeZ4+Un1waImWBW3xk0qBrIx1HTNefMtfStPQ3nauDw
FwrHuh2ocapyQWfdzPExJCYTNy+ElBr5Jtp+LucW5MGmg3oJl6TcZb3smO/WX24tAHiU3I/rFdIL
/UuF8ysZGrcwBe7GBhxI3A85ksj4TMLKmd43hxxN8jIN5d24Xj2u2bFIUSWa60owhQXbLIuKXRrk
pBJrT3p88LnoOfJLfM6eU7yv6yH3CaoDf9+m2Vfqx2QPr7R550PN6e+yJMJ0rFnVclcTe+4SQEcL
v/D8547y2h7pENrZ2tlfUb7OehN1Ez9INjT2Fne1QlbtfdKmW6y+XN4tZQe+W+idM803kxU5LPts
V/qn64Ydc7Y1rQumuZzELrfc5Qw8dH4ZLlYffLUmoC4nxB1onVORYc9S7a9YBlyzXFymdl+mgDm5
U23xM9dhNW/qjiV6xsyy1Gy+wcCl7TBIYfPLvzzM1JtkCU/rvWvlkM0qfp3JCF4mxXLXmySDGoa6
0ya1ol7LickmeLnDrRw093HLzWDWuKUlrW4SQu8adHhkRvE8IsPh1HjzfRcYz3pwDMbx2N+oItol
vLNWb/C8sBGQrCY3KmSRI0nEmfy7ruDyv4KorrdLkocEp9W3Btppeot8vgkmBK3zfOu2LEsx4ngM
G2/e+mXuh2kz9PYOYwmrA/7aXQX4oxHhdp6dO6MjnX1xfLjgiRn/yZylPq5fN2ekVpSuwa4ckAoh
Gerjjk+SbOBghuUMGP/6s9bnShY48EibJmlh5qzHndYHoGfZ3Ek6u8URtXbp2XRSEmLJnYfRZ9EO
qQ2mJSSjMkHhogjwNJUeqZZUS+vBi8xCoHF9EWAfWzlZeVafSp+OYpysAjuPl72EIPrm6uIG8KnS
9WxfGctt0bi/3JaTSgxcF04teoe0DY+lYXp7Kp+3IYz3Rs/hjqt/U5ZYBq7W3EDBz6+ttVNIvnZM
WksnOYpXJSWCH4Q7H/gRwx0MGcZoP3cWac3I2zx2cTLvcxoncKwP3bptcnFAB+yXIxYNY790uM8K
XBt199nwye1zwrQlxhqRGY+ZBKCUEdfACURzZIS8FfeOeRRdxguV8tkZ9ZtaT1ll71/UYM84KNim
A4CreTo+5Hi7d+WSfY0WN31PEpEOF05sBWVth4sDA1J/SpD4o7FckJQs8ISv1+N45SM1JKcbxp/r
2o2XjkaDQME+NaeB4GLqRj6yybZJiGvzO392vsvqC4zZ9MEY1Jz9G1x0CPFLNL04mc92QXhRJ/oC
9zP8Z9fP2y2yhuI+p/ewLQlR3vNpgy6qQmbgTfDMOGdbjykJf0w1MAojD8J9J7iDzk5e7sdwei30
nO7CvkCEM0tG/KbKtjQPxx2Snr1JEPytsbBiWf78Ethoorj5cWsQZBB04XIapHwQ/I6X3EfINrv9
mUjT7tDP95KO14JuKcjjt5DAvXOLLQcdjnccElyDC6jXEWaEyLICq2nYH5St2WMTCiDMDaRepvVy
mDr1APYIU8tclE/CRnnTsHxjpBkQ9Vk6v5Wc4GHVV7vaMOuHidPi04KAU6Mn+Qvp8/9tAJwHsOs/
PPu7n+rnf33XKlPz3c/q+3/++8If9K9i/u9/f3VlkIm//tH/MgXFvxieCsuF5AOjBKDKv4mCQfgv
17fg/Li26zkOHOG/E+DCf7HVrrQd0/Y8S5jQTv43Ac77F1EDVLAAAIW3kgj/XxLg7H8iPZjjATzk
oGyvCWOW9Q/ige3ZaY/OJYnGaZ+TI0VjrEOXpD36Ok0b38ZhErn+0iNwcF4qzKGbheLlZE6PmVFG
uTFO4LLWwwH02IPpA7lgEjHhBA/Zn7FEbZyrG7LFTFiy3qZF/lwwNt2PE1YIgEaANs2GIW0Wn8du
/O4tEt/18vM/PpKHv2gJ/xkwZznm//06eadcMzAtz3KE+U+MwiTd2S0s+G6ws8W2cdVhYtwASxrl
Ubyqp7LArtjLqETClWOOMZaHJnA4gEhKW6YltTDf6hi3pmu2R4zV9MSKPMMfEbJ4x/s+tHUEB/3V
U77cCt08czN9OWnlPFwfyiplL8ees49DtmHwMWhTzplRUdIx2VB1Tny2N6DOx6Y/Xuha0mY04IxD
UNnPCBBoaFjjJZRFwu/u/CzslujgYg73/L4vgZGKyFsfIK4hOGJIaNZmdH2QqIIijGj+eTEe//5y
6LMnLFVS73Nl72RoLSc7s5bo+pBmUMFjEZK8pUvSIdeHYZUy2XH8OGUNvnAoQEj5PWIQmtj+QWCg
b30PTYrk2ElW9y06o2TuPjgaspekpJ2nmvesDqltEs80o9ZIiGP2wju45DW9AI22ydadi12+XH4R
egJtrnksi6mIljHFt15hCCvhSrRNFUcO+SV7hFjo/dY/LsoM/+Ph+jWjJSPGmf1Ti4briNT/YVqf
Jbn8ZDLqkzWhxkDgTEFQ2tmmwMa79+F6UVYXc3IusCPGOnSirhxcUq35v3lZRCTfC6OjIhCa0QHT
sEOyGhDL7tQmC+K5GW1HRNjsEEluh91oMB0ICKnYOjZFday6n1ZBuKyJMSiiMySj2RaPpuJLC1Lo
FWR1E2Kl2Vjp0O6vD62H7sBOmuwyGG52oR8wHYpWv12/dH1IEiTVMIOMAxiRxwWVCSMerY3o+tAG
f0RT4dumLQvc5rOlv0uv/8ZzuahgLXAKXBY3QoODk4cTPo1HxJL9wpwr1HtqTnyCPYY+1eCjtT4D
74epJd6c1KwJjNIyMkxeRguWlPOI8dYY+EDbEWqbgsZW4ckmjgj6JNqPqB8u46qUIyMOONRAE9GV
4Vvo5dUhrnMzktjX0dR5Z5mr9AKgwWNikL0kmJCQIjEHnR50JbKI7fq21FV27ELQ0ahBT1aINIJ7
4+QDWNwYqDyrDSyj1U1pEPIwqZn5cUmcH2J/HGM2tuYZHHL8qR0tACUHVCzuQNbqKsezV+XeZGJ9
EB2A62ZqHo32ygUFG50aBIZ7zTv/fu1zgUlfEDKRzqSnfdqV00nN7pGENyfKKQh31YCT0yRwJbI6
4gVzB9/WBNJbXoquyXZWq976TP30ltKIJnxpS0AAFuGIeDCGix7T8gg38TlpCTV07R3taAJ6x/q1
qyh12xZVllQO0FKQRU4V7F1QkQgR2h/2iOMUU0fkd648xknaI/PDxYsKmqmMCI+WLVjxRFe/keRN
B70ol/OQ/GpmVFvd+lCGTywcq+NlabdhifnrulCyYXYnpxrQt7vdcZmqR+lrf1eZ9OMdpFf7qn6h
y9VxJnMJ62w4fBRB2yNawMVP+8g42G15b0h7jhp6eOcweU3byY6mor54qvgTJoC6ZtLnCqZ/hTV8
5w2i+yUhm9Gi+S3GFDhm+JH6Dt4YIQiIKt/sZmzO6YitYY47tMpwAa+TWTDTFF2591NJBpGaw1uU
doa1zbviZWRaEHT2K5qnaJkD46h0d9foDit3EH/P/rOT1J+xYvFdk8nWy3wu66jkuHvEivdZ4zff
d2WyREnoDJsef/zOTySXcE+jx1v4La0BA5qjuB4Y75IVGaPSQBXMaMSyPPl/uDuP5ciRtMu+yrwA
euAOPfbbLEILBoNkUuYGlkkyIRxaOvD0/0FU2VRbz2q2s2g0RbEqFIBP3HvuLmrla4j35MB14smz
XluBBYX+uUWfj7GVD8TTQCSelJ5zniUKTR7MtirMeNuxxcDsXxyDpj+ksWJgFJreZmaBcS9illm5
EJu0wMTNvFnz5pAT4xySqmby6vRLP4EUJJjlupnkofaa7mizTzgX1lOmCRIFfnHJY+vD3gdpOqDx
qL5dsNW2b4hN1KbwTnR9DEThXFwHOn/es0TqmAIr+tNVxV9YU+exOUDJb6GG24RqJnahaVj8Eelm
SVHtfO3hF1ay3ptT8FsT4pkYKnwkZ6hfmfR3m8AZUN1E8OPVsZYq2KVuBjQHBSWOekJpZXFogER1
1YSwGBuNCMJrFmZqUyb1myR6EKwQoiNrClYNPIpTPMCRaGh9rYjexNBGtc3BYDDppwYGp3NIgQWj
7cL2YZYsHuJeHMpwZnHLUEbVqsH8C2IMmK9VtXo7wy/OHISERNUxbCM7bp0F9bgOens3zLjOykWH
yRybxt0wHt12+T3utjLHfIRuyDeyjeF+olDj/yvUEK20N47LP8/0EPv1QLQ0k08Cb+nxMke2ay/g
ukVixnqsi4/EpDIbn8DrRuCKwUXEPgZtV9Y/3Cq72KS5dWT/rRvfhtVpGbvlUrazuvKqQVK8FHRw
Ur2B1afac0cyGKTjboemeZhLdCAl5Nl5IOFHQcCv0s3oCewaun80TSwSRl+V53746XTOa5IhmY1s
dL/Ye2N2yMrYMJzO4DXM+xLxXZv0IxZI3v4qSYnE6lwy99j72vjd0YG26q6mYnvLyqsTP4UdEfdj
5H/URdts2hm7GTHnCs+jCLz3LKi6tV0YDRIvywa54c/oO733VAZYbWBH4W9zxcOEn+khj8e9XYbv
MZSBfVWNz/WIANtiq5xhNy+npL1TvglCh4qMmqbf4A+M1xnQD/Z/hXsEAw8Z6I+hOvvcI1tMu3CP
KVsco97aFgU+c/INy19la6Ev7JaRlpsiLi0ZtzoqrPdR1ipafErgPiSCIIq6Oy+ouYU82xLoDHsW
8nfriy95YZJ0mVq0R39xSepgXLdmNGKrYnThT68+Oh5f44dgQbNp0AoeUgftlFt5Z68iAzzIvjAJ
r/N2Lt5thxjASjFOs8tLlwk260ZbEMXolydfWUA4vNj9BeSwBiBBmGGJfKCQLZMiVeM2Kqe7Cq7E
nvJPM7Ja1JscUETlF0RLdYeBocl/A02L1z61e9pikTN/kEL3qJwYfTV0VBvJfpahFmhlCj4sYJBV
iRdYG9R5UXqAG7PRU9FxKky/Z2JX4CnE+8JBvFGHNK32ozfL61x44kDQuVjjflHsjlE4hcWhnC0m
3jqlYfBDhsGIU3yr+CbcStSR+wgNCxFcIS8EJFx8VwGv6KDQdDGx1mH/U2c+tZR6n2AuGF76y+3a
kZmvdRyMbtfxkDfKZS0U5TTiZUiG4hhBYPJ7UmkrsyfW8lj0CNfKRDI2IUlj5WW92simfOumr6lg
xhMV4HLqgJzEArRk2tdMPvWr1t57UYU/SlbbCGGG3x3Gop03M+0I9CtmkL2nbf9gMWlNYmNdpOjq
VMknuzl2II7XIHEqRvj5xmo1UFtVE41gOz42B4HKq+t2bJjYyght4oPs7gfgeBHv8q7ws2KnZvaA
dYAWC0aS47Rna85e65q9jGVjYJLks4loZhGOm7jAG6oLWZwFyY1x4H+X/a+xlS/cb5ZJiLtxnf5P
JYdjPWs+rwn7+3aemyM15x+PSIJdlBdMU/NxZbjBJSijs6EeZ8rsJ/wvlIUNUq5kfhIyeUoXbadr
RqBDnc+5+Kj6LmcUQxk0SNS/FKZ495/ilJSgzHzJiTVdMTBnk5VFvBvpW42Vh8UTaojIn49FOkAd
wWkYdzmmEpNhZl2vAMDy3or5zH2/eiRtDedLHakUVpv1exTqqXEtAkLYA+8rJ7mExFujWnYfZGej
ewbuQWGEzB2U08mcEb3X0VGnRX2Y3aBfHJk0TrWCOlVhQlYOsslQMNT0yDiCxYf1mtn7lNWsKXxY
rxYU+Q1OWzQSAavcZXCjTQrJyE9f6qx8tJxxPDbiYVTU4w3P2WksD1GJdx80NmDwktyjSn7NNUsR
/B6nyCGpTld4+12Qfx7rLjZIW62teWPNqWAO3r57ZUS6I599CDtYJ+ptE/OkdW7vTJBXm86cMybX
wU/bquSljTCvjqBpyoCQ5Oxa6PpV5oiOBsdgyRs5XMkZDXDH/O4NJFQBgeBFGOz7gfytqkMJYNpQ
XwPjKQ5NeKqAjZCuNflu9jK8e439rOrlJV3iWNjKtWE1rQLCfryiDVZKoeY0CvdaGhZbZRaqm75t
7gHbNYjX4BrLRP6K0GltLSGvxczVy1fiXBvOS+YCGmh8ksDHR6Z43trNuErYmcy2Sn2mAorakDgf
jg3tZ0mOprCaADpofEzUu2bDOmku8Itiq0B/W1cmZGPbLbFcICmI7IGB8WqOqBwjwb486e6zwqIU
nKq1of/0U/IxJsg3IlwsKK4XwfCpj8dPAqmrozEdAstOQAM5IXC2aL0lnqo8h+NSlAiAW2rMPvs2
vmPK+FkunpieFrHMStSR/bEfx3QdGDVLSy5/UkB06ZF1lX9GvNrPhkHNYUpWR+3Rijoq7txt9qh3
Px103FuUdw+Ga7IxMZ0tpCOUag4RZGJ2966el8W5RnYoAd0sVtWmT6B/hX6MmCA5WjJJFzyZhhsh
iAdwLJI7yVNfezmRdRaWUKJN1L4j7G8/aIQJbtA8AnB7ISYYgWoA70Ep0q6qb8vtvyW9iJ03YOt2
tjf9HDRa7zb1OOlhavb+jwR76mAsq/6Bx5A1BYIwwFWG+9OjgjdHmK+F9pCEh8Y7wosDPI6rkXkF
S7z6B/9iyqaUC1jrq3cTtE61LJSEbvTG9Cny4OrGO4SW7rnEtpSNrHej6SQmQ245jQtaXWro6M5V
ECcgtZBCLqN7oNB6nY5VvypIkq9ixLtp6rLpQVRZ1h0qRK7uZLFwl81gDBvRWLC4wUISVMNKun66
KTVr33munk12sDs3l9uY3dO6j3tqwHC+X/6XH7MgCZhgA1+Ni0rtOueDCSIfV40tYmKt2lOQTD2O
XjN+B8PE/dUoz5lf+yu0rFmVoTMi/ZyKgdOBsgALPQjiTZUDNaqWF1JV8s2/G1gvI+5dQugzOnAZ
glVUgJUcUpg7Ro8rI5A/7RkZdKhQ8o1ldQpGs+ZfEfzJYvWjSoCVZd8GswAWjEsuqww3se08gAkm
NHEgctd1kGHK3EQC0L6mpbf3nfAlsIg41YGPW1hFa6sJF2FW+GjU3MigRK0d2qI1Z/gVCMNXaMCG
mZ8CFkJ9Kk7hVFJujECn0B+RYqfaEMTuIsoDo7bqDqYcWPEzeOTm+JkIwm1LiSMBGGhP/y/p5blP
RFrrA2xTnAijyclW+ujSw3A9Tqz6tKzpyAET4HJznR3SjGRnp5aHXiOO9mEbbCsrN4lIqX4Hkids
xMlTuJyRMNZywn5TQnt7az+FMeMTyQ0J431kv2aDUHsd1Lh7jM9xZHQfdj8TcKEJxlZkaZfGIV1+
unANGXrjB1Jm6EpJ/jxF18q1tzpn88ZGm39sPMg+vG90yMAOYILyrZ9KUb/uZkVKPaVFbNRPTtrj
SCfJHS0knNZQg6RQ7H9aw6IPOTfjvJssXkCq/BctwA/ZsK78xZKPAobtHu9dE1nZpuMiSk4UAkU6
gaxWbNTLSWzG8A911XBP2uxT3YXRIVOhOuVBsKmN5tQ37aENyjtpU81niBwOgZhfrFr/CNvkilwb
tqcbf1e2vXdLdmnj5Dw5Wf1qx/ZjyqrB6V9Lx762prvqEZNqagoPiTX5oT86i7NloOqPc/mUNxsV
euW2wEHKQg2LNPtatHp5QVaXzMKPkO7G6BNGVfrsFBAh4u5bNCNdi0mms5Uf+7KHNdldzeVcs8rv
uineSo9eYtZ0XEP3OZeGgGQluzVd+QMmmWo7BN1zU8iXUPwwgFEjpDaAu00XH+Qon8XeXvPpISMK
ddEqavSnmquDN3vAjTCRiMb4pQ02xF5rIG7Ird8UbGtCV5F/tdE7goLj1CceTXRvAtRKHrAcuqn7
Rw7qHgMZszIR/Yqt4CGk40zAk7qF/Yd8L/SzPGdj7F7cMoVqwoV8IdcKj1Qw3PVcotMFfpthTS38
iwxWQoPBGewOPJk+ZryK95V50VEij1ZaHRVl6ppcwxCtRiB2Hlkta/rgXVZh7deQHqi+TnQggEZA
YBHo207YUbLUn08TlWQNmMUh8lYm3cBUvzOOkRH8SOgVrNrkLp2+GtgMDqTPkiOOxq2psXi6+dQf
dTP7qHOqXWQq8xoVFYuy3F2FNoQhmApr5DXrxZdPYDJsUxVxluaYFIGptbtsFh/lZIKrqlS9V1WB
RRPtO/E6TNPN9hy60GUosRlhzuNn3rFyG3q19UunYCJJb+7mfsOIIKV6hbbR3Y92/ap2AnkhjbeQ
OzOxX32HigYjK9S7KmOljQDCMubfWaURPPMxWiVDYYPegUPro89IEMyBEVRvLWKXjdE+1SFx1G4e
Zz+0eeJCxLq4BeqzTJ8OdVn+LLv8JWhKKDxT+WVT666Nx8yNL6JKeaUL1ARxN+g7P26+ujhCGpPY
Yl9OmrWjpbxLSJFPrTX/0nmgjziX7XucsJSo/vSQz/Z8DsZoY+SgBKoKaG/DVk9O3EO4guadf41j
uOeseeOVZ5nevqzcZIszY1yHs5gOzSHLdXefzB2zNGGtYqwdpISaB3O0L7JX1V5kf6y4zDcBgX/w
7RlUdpSWPG+LoW3HVrbSKfU042Z4pHI9ls/SxJsxk26zE0aCnmWA+W6w22Y//jxiGd+UAjkf03EW
4e6w5Rrnr+qCv6vGcRMVIZQNPLUbnSKChs78I5B5fE7YwMZpeqpYAJ+pkrl8Tb0NArf5neT6q2Is
cwLmf/Iq4FGFSFfDPFS7KjSdvee6I8RW73fj1NuWZMzXwrfuvaj/rZn9nAEgTrjqrHanUZIHi8gi
lICDp9BCd9G06YWd99qVOEKZxP9K1YRLXoIVpXGc71o//04nJ4NWyVRK+nQEdojqxKiyx9YQiJhx
4NiMr3cqFdmep3LoUGE+jQ0nt3atYwKm6N404ldwKAmQeP2rI4T1rinY3/pRVQFecPINtoGVZZjm
NR6n46SXYSV7edRlWJnbrSljJMQNVZyFKG81TdY1qT0kPBJBhiM8feg9BOF5HGztESBRmtoTwAii
+sARpmbVPyaFuTUbeeQ2UW8cBNvgp49F8+eW5cqb9wVjr9qn5cwyI4CEKow7zxySs+e/W+xE9q2i
xPcMEsf61nkZpVVe0WcVltzYNM67IN+bJuuEfIHfjCWrJj9uq5MeGs5QVCdZd1rsLRSc7h2j2XZn
+UjgWrP+8vrpCVg2RNT40s3uu8ndQ9n9uzK0s69H3lGPHjTodLd3k++6y+3HSvY4Q5LwFPp/BpjI
GSSilVMlNQVwvdIosE+RsUCiEmDGxtw/2WX0wOho3HMpJF++838UiKJ2zuzDNkO5Rd73+NiOyXei
ikNHj7QJJm7xoypfxyRm4MUpKYL2V6Esf79sCzfJqJ0tNPl3IpmfRVd011BXiImBkfTWFL1HIR2H
qezHeQSERleHOhk9MEkOyVvFlmCH5iua1RlAYriaK++jF9YTAeKbGC4htd0UbsceGjsVRE9MDcMI
D8FDUT+mljnSA+XLfWI4EKoyHYeRuFfmmFDeDNh32HfisAUqoOJtIydYByK+QLk/OA7kE79C3JWU
s0LHGS6SxPmwZEdWHVjsJhvhrQEr8Ot752TYAUAaEtj4CC5UV8+7q2Bhe/ZTa3srBI1UzEs3GSuQ
tlFF2JsD1zmP22/b4HHGabXDuhKSu2BfGsE0dPDnT0LIsdX5OB3CEshX/W6PQE/hn6R97oInVQ7X
xDY+2L374IxTyXLJhiwmUpdFnsBHqKjK42LR8qxnkouwZcCuRz5Elma+9djZid6emNep+3DOP2mu
YuCc0c5zg1+6khbbGWD2dtlv0ihJj17znY0DwSrILWjAgo5z0MaKHT40uWUTNlY8KcJ7EEFC+uDU
u/pB/xNb7XpA1LmeDP+txsIHqT6+U2y7N0HKthNFPLJd727I64a9B6YVo0MNxmzpqmibF9rq3o9d
+HwQIgarm9CAlHg8Bqq/0dbPnvMTRsF9ktsQFy2jPwnHzlfcSgCG4R4LJgRupuMegHpQeLXtztDR
eOzmqoBiXv6A0v0KV+cQ2JO9YrCYbYaKi0DOeCbtl7n9gn7P2tjeqZB1vasLtfkoGVW/xYPNX7f9
tjGHYJtgQbnPzWo8d52N7hOMcDy63OlBSqHzussFCtA5KdtjjPoSEuz4NKrIParnLlPzNq1j9AKw
GEI+JLvOBLTrCLIzJoRICOBeFF6/g05gyOISMKHOlXspETFy5/ukbJg3nQ/HUHrWo6pDNLCMm1eJ
oAKpBvwBqZc/kUBNce8ENfanvmGtDyaxKdVXZAOnKjrjqcs6j9fFix48BWXOHwTDxtShMX2ccxu7
eIJqDG33Ewmk+ylI5nubhpCLdr8ebA/UgSehYlCoa+2XhJvJ6E1116b/E1KbP86yCO5bYwbdGHY8
7JI0bBPekez5uD0CJsNmidS4CxnLjehYr70pfucTCbCJMq5tP/RrKv47Q3B7HkAUXepKHVzE8nii
kUFjIhdRJvdjQV5MpvaNBMGKUgly27eKf42eOuYmZxOEa2sbIe/3SvsQjdSAvRjt/SSLZsWVluKf
jMS9IHM2tlWAcjlF2Wy3+KtMsevf0rn6UzQ9JTLYrayxPgKnLL4sONcOPLepKS9p7KUk6/Z7DwzH
vsEahv4/O89w2StDx7vZ8WiKMGsOkHZ4pSBLcbnIUdCsUXa5m6FctIvEw2bj+FSGXH46HGMRZF0w
NOgkEiv67U1QqbpBSOTy6OhgF9FgBGqHMPvOcaN4l+r8ru9Vv/JpHFhvaLg/xLNmVT+chZr3fe+o
u16/N5Bnjia10bozkq12Y/NO5WW0znPmelXZR2hd/e48DgZ63SXiDZjeT0bG9gmHwKM7qmkzjPNv
qg0DisYv0FlgYsZlK1S4pwgvwNJ3jxtSjAliSLn5TSJ/tJb6xu3Qc7RNsq3G1Lt3GZeHYLFQU1vZ
VYczSvKh29f2Vir3wG7tM226cus1JNqmITlKCe3HLdQw8OUJnfxxtNkE859vd1WRPSHXe5gHNVwR
Tqe0xrydaT3/Zl0JoyBLv2fPPNLjcTOLtlPMs6DAaZ+Ql98t3pHKccAktogAQGsdYUFH9w4Kb9hY
5NtFpGSnytqZjIou3DWQ6s/dFX0hb5/glFYESaOmtyXXitb0NwwJnFUu+/JBxoxOvMQgZqb2kwOU
hwNbd5bGkql2AZWEOQ/+E1F8BGlxdZCvbVq4Z2mX3mVaqB8eSLlEk2e/HMj7zu8cD/YpU+NNXPFZ
AEq2ooht2UpCSbYDJgQ3AFRT0swnOUixvvXLM94vMuC9YedV7s+k9NjdxrP1AKGcqyZ7RVQDbCLa
2jx32nmHCXkOsnjYpHF0LZw0f8sz3uuO5XvhJgN0NQcdybLpFOyr5ODKlyXefLo2rAhPWCYYBAe+
4sqMkZChSXHuyYIIkvoZSjcRDPhiNkzq8j4AncbQizzffU0u7XqEqLJOiFBDfeLhpVP6QUlQGboD
iVXqq+tn5V61xm4OrBFzxHSkiPtG8M3ekjnm2PfA4wK2B24VIVp1nXJbwezG1kOB0jAhssVIDHMy
74MCxJQc0ntAwE8gLphaz4NBmRwwuOsAckwursNKE0AMtg6uFZbPSk3b3pXHoA3r+9vB9NJtkjjb
wbGSo12RKlJasbmvNJdZZnJYZcGav8VUVO6Ep9UMmeLUsYUVzScS0WytB5318i4GCKUsRq7WENOf
Aq9a+YDtZscK7qycVqAomoeIhAquu6fSpXbSHRuQKTr4RSF3Aj3BFM1n+FSvUe04d5L81z2b9mwV
m9kv37FrlLKQvkE1TGRlAxKVY/pWsticMmVu60Heac2Fqazqo/Ga2mg3KiMfdsydx0PScnOXVshJ
hgp0n4E8y9sqfIg0lXeERZ819DA/WVnnw0e37iLSSH4EOQgCzCfSfq0sylp8hGYBqWNySR1LO//U
4yXwLVyziZvnJJd7DxjCIEv49Taw8hq2XmYcHF1B00++sOr4uxrrKYkrjU0+9OQxQcG7Gs9lBVQP
F5V0fhO+gNAmJySdlOkH00AC2yBFKSLv6Cv3o0gSpktdcOnzOfqBs0qkWNEoi7kyZi+1aMd7xF8S
eq90oiubEDq6wodTQz0guPCzht02cwSyt1qGheW0K4FXrNs8PVSSN72lW1hMvNx+QK2usQrvpEaU
PEcPPQsyxndTa+zbGnkgEaMr7mL3UATJFunbczSTJcCwcNXj+d40MTOUqsPkzbg7s3ws8RPxArLX
PFJMiRLoJGtAltWUBwab3V1TPpG6QTZlktgHk7DhDY7eD9d/tgSrIXNQd2WGEyAsmG4wVw/SI1iI
/GeeYblDHkBRNz3R8kMzI1SG9xOBQxNKDPVN8+T50BPS9si0hQCmdOQ1k85pLANG8awj6JHJ9lAm
UWFxBgAmeyzbgk5Jx6cYOd8+sHGsWWM7sAWl6XXR+0EYnl0BZik1p43Iug9X+cYBAw/w+MS4AnkC
J+Fw3Z1zxmam725Lu4qfB3f01n41P9q6TbaWFaLCLAeSVp2W0m0OznmfhIdl5K0r4L5JZ38FE719
FhSHYSzFvrAbsDbZBANUvCp4vBApEOTg5Zy4DnGwTVwWnRs3qBzNoYWXwcJUYFBTERKW2+GmxkCa
QCpQhrOXWh6NUWOl2DEkKqUTHQcLn6SkYI3pp1CHFbCQMF7V7IX41e33t0Or62jXGf4LD52VLzyk
4oS4ndGnaB/i5bvbjyLG0fUQkMO8SNsSG+FQ5pU7G+Mc/13gwnjZuh1VJ0Q6uLBGDLpnOaApRACS
OiZ9GHwfDVftxIS7/+vwmnU8X39RnxVG+uw14DzTwZ3/+hGRmONfKWP/v0qgpe24KJP/5//+r0/9
v6Lv8v+SQF+bb8KX/10A/fef/C2AFgLJMkGm7BO4zUjLJprxbwk0fdy/kOU6rmcKXDNiiav+O1Td
dv8l0UsvwmSJwmlJTv8ff0ugbRTVBBCyA/Jd27NJ4vt/kUCLwF2yIf8tY83Ei8VDIOvTlJaD4OQ/
RNCAN1Dc9uQgIQdE3daeCkAmJ5aJXNPohKcsIgWpf42tGqFp4KNDadSLr5OvyIxBoid2sQ4Eq+J/
Dn45FKcwte6063Dh0tZDskADb4fGopGvyXCGaQMs9XYaLSi1ndDG5aYnvB1KVn7LaS8pwhvSDZr6
CMu03HaolLi2uLdtnr8C6uztWjWw/mpzdeit4UwUy2eaGeFDjdkdR0DAgGsBHDrr2g29BzfYNNE4
PfQ1OU841o/AmO8JCPLvZJtfHHA0JMtZvxM3PrEhNHD3seyv0RzuauGjn8Gzmp8QSBJMtnzVAxAg
Cx41w8hVsS7dqzUU1d7JnHs1mApwBlhXHA5f5IN8mrHlnhBjTLg7AHQmC/PR9rUA5MH6swn7XSFG
51wth4BcppOV/RrzqDmDhDc3jd1wz+HZGOnJSdC/WMuhBaP417e3r0RRPGvVEdi3vAeEARsHbP6r
oY6iM4qIboN/rGJ3hd1+FPlfz4FYUfcwzeDBbiEJtyeHRa0Bs1tlW5DuyTYqs+fRSu9S6ojzNMlF
NLTwBBroMODSnU1vymtiY5cxaJUFZEphTNxwIgmeDnsaCsDlOioGt0UTTFDoojNFEHWMQh9yklMw
Z4TuUG0c6qqVHr3mHM7MyzzEZ7zJ3EHzyNub3iCOlHX/9tL/xzvxz7tTEhmFgaj/Qw4b3JopPKBp
x1rro5lpuqI/3Q5aoxFjQP5tegCrV/3YniJws5CUuGi6y8lw++qfw+26ypoh3NuTs7spZW+Hf4Sz
/3ybWLI+NXNoU84IZPJI3ea/BOV/fTlr+TBmhF0lQn4wQILUq5ewv+Wrf76lfOQXlDsHhEfr2xtf
Spb4t6/+Odw+DLdv50nXG+G02BKW0/J2MnpzgY3udjO5/fD26RhT590iyHHbLh/i20v3z+Gfn1nE
Eh3hFf4lXV5O5AyhKTUqupSTWA633wC0AZRLQ7ekx/x9k7zdKZHm8GhvqNEbP7VVKIgcL05oGLhR
/nXPvN0J/+37TO3cqXvE7DPOW3+JdI3Bpc7bJvtFfQjsdihtyo4lo0B1qPZ9MZ+c5XD79nYgo69d
2REEjtz5SEV+ECLcV0OhDlGF5N8nfB7Ap4/mWk90LX7T8GVdYNQsdMcGMXzz8XJACTIhMnHLJany
Gd0dqOZOMhW6PSikaUmSnczlZLv9QCwv+e1AS/T3V7dvg5bCI2gwjWG1Pk3LH7CQlvs8TS7cIDZZ
XYij6qLyTPIX6yfTiHDklzPPm4NpGNQn9ZjsZlu/J3kTnAhejU/2/MIrqwTIhQzdvcVhiLm3T5zw
FJLOe9V2Edx/+9lPwcLfHmK9vNvgqzRNBGwmvVzGbr8YkjSv3wnjrI/TWLviXozp8zR1M2e0Se0z
P7YBbWI5EunbD+19OuvfHTMOFkQM+k1gDFGDFps7HcvE8CuBrHZEsAI0Je82+Jx/EAWUAHDpX027
PkAHstaMhX7l5I2Bfckfg10fNNkpyc27MU+yHfwva10n3SGay3nTj3STGJkvAEOKva/1hx7njdDq
I7LL4GjpFBtH7gM3q5DxyOWjoPXValSBHcX8CCcRbpl7SmQ1/T2q/GjHdEedJHwDdlrw2yKe3apj
OLttJvwpJA5dVVzcZdUMPa28ycQoBz0+TVF+6UsYXmhZzwkDcK1s1pqdvAhWwMzyBbv0MFuZzHVW
Y0qS39Rzf3N8TYjxSPrZSPHlY41tdNyeAzW96iYuIKMZzQbL2peybGul/f4TgQao/0p4W8vPwPmA
l1rXZAxjd9nKAAImMqw9AIurkfrdMZrGYZdo6PlVNo1r7DBX0vIQz7ROfgTOQlAeC9tsprFEMrN1
ljQgB19tKu3uNDE+NjDxrMoCoRXzpnrf9ipnZEq8pZP0chONV4yREotojY7YVmvdEEHuL3leg5OA
jLZ6g0reF1zDS2vd2JYFjL+30Euq70nMoPKC6bnPpmvWuONzBqBzO7O/7kpyBTTJdztzgszmkkeF
nwx/ShpWOyRmBpOv7KGbWWLyxuuzLJRxD9mIP46+4ilz7/0MPXEdVv2+CPMXXXV6q7xU7ERp/ywx
NKKfNyAzz5jVQZE+sLo8Wx0K2LmJ8FU2xn3PWooO1m/X5Bs46L6IaxxTmDEMfqZNlLOe93txIbO4
2uQCBbugTvqdMVtgTcjjSqyeriwe5dr3rbeRwMb+XAYmS0SszkQbLsj7LxUx1R3zcF7FnnHpITuL
qZ6g2dLydJoTaCjijzZn14fmzmMOXYujUTAmtLJgGYQZFx7Ml2cz0hokBn5hrRE1fInCevDyEFSP
dwFVKLdMrH52Qfvh19CBdHAZS9pqj/MWvfnSCET3oxXjGMG0TXFJMoHi7IzjGBlz2N+1uXBeGBIZ
pHOzxyDB+egW1YsCh9KT/dE3WuxcuHqbzERfl0J5HGMgfb0dv5Zu8JlJhM5oeMXGNx3jfl4swuSQ
e5PLOcn+BGyiiZI91nQrU/+ACh93Nax1KoPxMypY4YPUTkkcdxhxHmNXvI2tyaDTsD+0y43GC+TK
1QDDiVDRBpysxnMei+aZpKq7KkAH6JFOe2wQgW2oS+WJvpCHm4aH1lrmY47CQ+AfGkPqB1Z3P3ig
D0kSMdcxxvqSonJKsD61ucsW03qfq0hCZjPvLDP0t7Y5YPm3WGfF9n1Pt7pj3IUkJ++ZiOWmccnD
kVFGlpxNq4YQyy2iGcx4V2augcICT5IFHG3OJWrExvutnfCaLoQ7bdYXWvZ0i4+cpbsSd10PlHNC
NN8X6lF6KBfNTK3boXu2e6SwMYz+pDnHEEwbL/eYDpf6OKqBtb9oZz4qiYP2fYTm1CFiDP1abGt0
zOQStG+jIs21uuI5IwPcRb2CIkgc3DbbW6o3Lj40Hcf5aQH4PGMkB3fIKtUwOetxKSfcatXD6FHK
mHbUrQWVd9H+RmJAQsds/AKaBECveI8jWN39bMMFiDEKe8Fb7COf65N2gbOEyMpwn/WVeTa0wm9o
B94WS9kXwTHdkRciWxvpFT4MfnIDTT5MKZCYjNWdSwaNwp0rbkdGwogY3TaaLYYJVhYFJ7RjDKfY
HzFsledJjFsuTz1Jvgy0q/6hWZJHBYaTjSwkLyw039GlKQdzUh68JKXNgdSpdLmDEVaf4pFcvZWz
1Ce3729fRZgv/vp2BMnaTgYl2VLW3A7UptVfX92+5ZZY7Ma2eNU2KVNArVOAZgWa4zElZmopom6H
camN/uPbsicgPtKo06n3LO4mGMLBUEKCI32xAvc+Qs3HdIQBirCRlbGUEtUQoWgllwtiCEOmmOmA
LrIXqzSnnQHmA+ov5PpaVIiEwe5Gi/MuWQ54LP8+pEz+MlQ1TXMoeJfyOmcvajsLrD1ZtuVYGG/L
m2zZ4IjFLJbEyV1jV1Dvp+EXuK4Jd0t+REhFfNzy40YkwKfkcMgROkGamU5uNDNsWA5gWsibtxbF
9OI/9X35NWVzu9DEcPeIpHKOg3liO4PO4P8cuqUql6zylrbu4i7tz+1QLfVwXhX++r+5O6/lyJVt
u/6QcCMBJNxrOZSnaZJtXhBkG3jvEvh6DaDPEfc9oVBIr3rYFSizq8kiKpFrrTnH9GyPOOkasxrG
uercSWsS+/W+lwXTIc2dB9dyK3aJVDS0mzk0M1Gdkx6H53pXT9hr4lClsCA0rkOct4LsWbuwFgk2
hv3ogymZ71MrLgHilC+WWb7hvRmOXEVQdOI2udGivc0yly8S6F5iuo8ayMMTvlHtIXHiXz1ZUH49
ls5lavvy4FZYCeGKqru73JCvBAuIZPLMcuhHjbnY6w310Rz13rhDZ6f5CI1/xAXbJ93+GYdTtZfT
QAsqhnONXR+TXlzWPuhv+0EfyBYq2C8UuB/6UlrXGg9pRl8YbRu+xCFH6J1q6LFte2wPYNbeFSWX
M7bl85VLQ/VFq1EqaM1XvUvCF9vVnE0HZRlCrg71wiqs1yGwU0pghuxy+AN0H/uF3qHKykAJpEu9
yLBE7vFn8JV29OYh6sPmYcR+ifqg7MkOsy6ceZAII5ZMO9aZxcFgsnexbYU7TBUKOdf0pLL2hgnx
zh/CO9LETB6l/ttsm5Q55CkpZhO+bkU+cJEs4zCMDvWMry9vaZG13gTlqIKOmMxLNpodbIdU70m/
Vuop700BwrO+oWql/ueE2Vij1m2r2qixHKm9EHN+0cK8Qbvl7gJ6h3cPD829LxWd8Hjgeg5A6dba
mHTF2Py2JpoGXhj42P/qubthvpuPapKPLVaUi5khnk2IotvnLT+6hfJaeizBUGvONvv7bdUKdPtd
eWoHV7xMzgw3JDOME0LCXzVpsYfESMujNgYH9CpyX9YRyWQAzYlXnh7BuH5zXPkY9UrHP60QzFnW
U6Ki6OCm6r3xwh9aMZmP3VSjbcQXUTiFdrOECeqml79iAsf9UiIZZTrbP5lkBsSThe6IXYvP9uE+
EIoAY3ZgP+duCzQsWLPtgoHnCJ8tZaVK+EZte1OvH6DAAQ15gCVwtdAm3RNDu9ChnI5S5T9JG7D3
k5cllKRJcjdcguqKPlOMr0N6tFykR26omqero4yzYEexH4qu3c6Nrp+a7NvkJpQn+LU2mYUrBhwY
aeVjwCCgTeCF8Rtt3KQlDSipBj+KXG+T1/w0hAigbJ5b2O0TgU8pCNKpQbadUrAaNB2Ofc04xKaQ
ndPuajP8wJYnQ/Fc06U58rbQCEOgR/hLODMbxwfkjwq8Hvc6Ru0HI273URwEVzdQJsgTeXb09ikV
akTB5IzX9YgSBSw3QW87xoaFn4VEdhRsU6l74G8wyT1S9d20CG/clD0PSUKzPRBAdMj5BH1FiCQX
I/2Ms/Qgy7i/IaOA7wu85QBmJUjGAXM12gzD9s4yr+0vadpHzzp0ma91avleV/7MXFKb06XG0cLk
offIkRnFTejDa6QC8SyK733H96ssIxrOubgPNkxZVleykJoPXcztVkKAORSecJAD5fNpbIGFMERl
Tzbq2UObhaT1VVF6z9qPEYfqVnVmc4o6JyTnKzyTq0veYMNbZEn5a9QZ1btgCovI2eZNNxAB3ZR3
IS0/GUBgRU3doWHv3p1MN69en8z4DBmJJLrFXzULsEBZbX+0Su0XGTrToZfEaYnCfkubcjhaMvnS
d16DM9QqT73UX9aFtp3b59Cir6GF1njXE9Kl3An9shPM565otqLMlykAptW5R8PcufojUJLw1lvG
AWhi/hiZ4s7V6Hsb6M25cNUT8Bn9FpecgR1URLCbRHV0+bifFnVe46QalhhVHRzHe2WhIdp7Yn7o
4pewmuw2haj7OpvYuQAZhn+avWKJbwTGWY5YJl1yNzO3RT0oXIe/bEyQc/ktlRS7zUC8Y2voD3Hq
6X6SDogvpQM+PNd0MrdSpIrR2Owqo3lQ89g/L91Udcx6fAidPfodOB++U4Sl28AvxjJezuHSD4sP
OQrB12E4hiVYBaV/sMUYj2kxlQxomGknUXGa8bPAqG5r2J9Q5bVY+UVdHr3M+Z2wbX+V7O77mioy
0jT7pi8me+DuUzG9E01p4QLnq2QPkBRly0iT5NXgNb3lHpkQsZ3dh7S0ntheD9uxSRmvjh3mCKHA
uhjen3ZO0IHaHYm5bhQzVsFtHWoEvgQlG+xeL14gKqHcnTTEdSOae2W4hy5flOYxkSuYHdBAA1HA
2cUeoB4b8zA2xn3dionOYSRvdd0GieNbl+Gti5oStoRlvtas0/BxCV4ue/L4qhCgfR+iehHllfzU
8GqN6gJih2YMm/Wuo29tBQhi7Nm6zYal0/TRdiQzM3Tus5+qmbxdPg3PTme8ZbbRXZBUMZXrgSNk
Bqz1udk4uIhOrpUEL73o1S4a3+U4R5cxA45VTXCoRBrnD8Nc7XS82LeFmwU822XPGRELjt7j7HgX
3NDNTW/v6IEQ+kNEhLg8TF9CnFZpm6C4D9oFjuoM+7KF+hWR2XLPLPbe8LcRLFK+1rEAiodLr6/y
P9C1mAW73vhuNdVznFb53qrJXYttECiuCl7mKTVpa+IUQ/kR3TzHoeHgiWsfM4SHGxadZrY/2xh6
2y01vlBJIU4U6uq0UKeoGNttWRp/vI6ZNjOVE0DWvZi0mFTSHEmNW+p7s6PR0RuWuYfrrC7MxA7Y
kJCc6G7x2gihHnoTQLJEQJr0XyWWTr+cCcgADvbTTTMm26ySZFhEdKIKOJRFCz9SyOGJsKxpq1nE
GCW6DHwrbbSdrBqanK3+XHChC+vcu4ZD9HXC9HweaxBTI2QKYiTK+gI3eNMOkqRxrjPiRnHE9RBb
1x75R7gp+0zD3yeGTYK09ogq7FjpKNcY1BYvJvKuVKp9AfPzRrqt5qdF9U3UbnMlrTi6gJzbQDEu
tz22mt1A2+yYzcF7jiz2deKLGA8ui6zlqWetBj9faQy3sY6OrcU5VjD/0Bf+1YwKxAe3vYkhk+/G
fJS7jNIW4HFokUQEMZCoQsXIAuV/Og4maPhiuEQNzlou89ou6EzjFi//SkvndlMw6We1ZDO/mI7S
PBnorlv6ixmHEXI5xqYuwxrKh7o/x8lzaRcedoYRAeTQGscoZocKCOLuhneVNdalSZF4MifNTl2a
PaGYXpCB/AEcr7N2Y6hRAoHOwnGH69udtP4Uw42Nwii70ZjwR+mRc1wbKPTHooMURdbuEKmEUZCj
nzq7/Gks02R9cDtMrVZwt5EnbHEqhkd2RQdzDPlEZmbK8YwMSxpDdbJKl3oNyciOHuSwc0bNhN2t
QeJdPgId3oup6xN8NkydZiDwJbMPpjwbuBLNxeKsgc7R2fk1iJ3mCTTPdqwqltsRYbL9A9lovS3c
8kVkCczi0NTOSQh7cDIAuObj9wHJP6ssOT6BknQU8x59AHtlGqRt+g307uwDOjavQZ57fj2BZMxT
lFUTYbseGGz6kQWTE7O4Iq5A00B7FQF1k1wARiBHr9DlKyaWp9SpxMkSDJ3K5IFrcngBs5bd7Fzu
mUiXd4BeiDSrGD0LWLraCp8Depu3QvBJjd8gaI9XN0UzbwdmvUcyZsNLIqmoKzV8OolzWW/cZkh4
uybZClPmDxb6/IMcF0pXyBYShB3Q9tFxbgaZaTd+bXeRAMjE/m5ZvXdaBQGdk3zHJN5cKOoHGvis
BaNpfwX8V9zrXpR3HFrPVaiaS4IxYztRsxK+oPaVMY3PxXKj4HplRY/dikq1UEnzUCNMcbz+Iq0S
iUjSGFfNQeRBSMwS/ZHUlznWk1PppSNh9zoyLk19EXPEuT6R0BOr2fRBVRnA5TArION2TlqfuNtY
yENlMbAc5gYJgsve1WPt2tZ9QEZdPj+olu9vWaoPiZznaPBHvRchchdiZW5e2LtbxDc679r/RD2N
bYjTEHOa+IJwbBNlAtpnqd+peU+zcCjq7HQrh5nNeXaSpdU+eDr5x03loA1p+wcahPVlDOOJ/rZM
L3bBttGicZtNXn9zm12tmVwMKE0x16XkX8JgqxbJBWqv7uZhYknoOD26HSeROTQp28xrD+SURO9u
F1ujgZbWfBkt41I1BABpyIVPoQsE36g7hie1lz7gonxAXDqcM9qBbephDPDK+JTnBX2agZRVCXci
Yb7aEv2wYYCJcozFEyY0Ix40TvFeLwtzj/IWImHu8b0e7D9x0vwWiV0j4nI/osk5j+2Q38suq2m7
t/22Dup+D9z83oDa3y5SsW1EcxpKR6b5k0IlLwH0bhLKpsOY47/ti7qCxVH5bu3ou4jsmrfcaq69
hjXBdHDuzBMc3wkGzwZGZ3SxIM0Ll9xJ5Gr8rIpteuX2LxVZNbgPaxKVuJZkARJs0hWQ8vbOycEP
3tbVyZ4s80TNzcnRU71NVu/nFr1dfUZE3hu5RvXoPnXApo6jleK61DSyHlqLXQ8mE1o57W+QkejC
a2cfIpk5xhC0TMFFpu3br4VdfhcTGrpgGt97cn2Uq5L9+nv0bm355ux8HaOCEzgOs+Oo4xEgWHyP
AUJj7PYwB2+2kuFhwMPAEojyOSLzgTFY3pzLTr5UKU55oYAucN0ZG5kfNKv/O+Nbp33/Mff7fCwM
+hcIJhiQ8XWxni29JEwsPXP0Eqc+TRgyEbazS+AFw6dip3l9xkqAolJbwuH0QuTbzFk0COv9hOgM
hlbhieYhkC9vpMlqd8EOTA7bd8j5Z1Iw0BBLtIquCJ/CnsjNLkoWkzVDMFhhtM7oFR71JtqJPkaa
IPJ34sR62rLa0WsekgapQrjg0MalUyYyMMdBCDe8tXWcE0aR72oTHWaSdON5vYmy5B50xHxotGrO
7SSHPUELEVPsGQd0CrSeLc0TXxZYnnb9ZmE9p2aJCRqklikvSQbHnqF/vhMeUS8bW6+qy8Q3xEGp
CrEd7FZozmjUjaQ5OwuszZu58hozvA36oK96olVLJgrm6SVqfkW8xVEIyS0Fbbv+JuvNynnLlibf
52MQwBNilUtQzP9tDh2Y7JJSqhFLBSRWLr/5elRWhfrH3fUJp5oILjOZJFEesgtuMJisR+7/Olrv
RssHVhrGy9zV96gmsyqvFFEd4ZDtV3oRdtTg7BWkEGemhjdYNv15vbG4ep3mpmQcxLhzdqn3AEBx
+KlqWu/OBpvRJCkXF7a6Dhi5QZjPgn0AH8bys81LT5N+/iLDSFeRQsrqTFedoTHTCja8idlQ97mR
31bimz6ZGm5mmqYr8Std+6XsQdqz51hvvZdEh4bJMjB9RcbkcpQuR1GRWYe2Sx7WhxgkqlPkvEGt
6s9Y8f5101XI/cYFPDssHeFVKRPa7jmHG0z3jUC12a4/BgyvFD0hTtUlIvPzZiAjtTd01IVLVq9J
qiR11dIRZjioo6NM0qM22LQRaWrGSj5KGAKHVfX0/6+uy/DM/6OuK83ecfLBWvwLvFzQlgZUSv6n
fym7PPlfks2dQwECCdC0vH8ou4T5X0LYqKocAxSBdHnqX8ou01mecXTHdnWXc9NG9PVvuKX5X7Zu
WZZr8w8t/6/7/6LsMlZO5j+VXTxgMhBDpMePAdjUdVF+/Xx/jouwhdP5P5ohdQtFVvqZecklKxHk
jFN1dhysDVkQvY1YiSs144NKlbHDlE28gcksT6fKZLtf5N14mTycoIUm6eEsIgksZRuRSElMrEYg
t+Tkl3B0mrAx970BhKyA0Gf6lWB+ZxLoRenefahaMChtS5KHYzTc7rw4AcjFwLMgbc89z2bunQnY
W2Tm+LiNEvxaZVtvlZWn26ZFuNIIzT4PrXLO69HnDeIDhR3gPIkYlC27//UpI9RJ4loPly47+62w
XfxSb17G16aawn/dhG1lsEIF+Y5sKgq75S4pXHg75tYA+vbvF69PrDfx8pL1aH2X9WjCRrHxrGKv
qxBrcvMnQrOy1Vw2S7PI8st6I/Q+v6AFsknzZEY7GQZyU804/z0Ch5unNNNgX+J9052O/S7o4JkN
nZt7uGU8T3vqCUIBNnml7QNuvqWqcs2wuHzekD3IgAwN7XZKl3WMPFnWTY+0c8Myqktsx1d8yBAj
7rlN4mENp8gvUgTtMGkejdH9acNGRCo2jwyRs2/ZDOgoiqsfrgvkyZucp4ChOFEntgsonhzZtiyI
T4UZ6rrad3xqYDyG7DDUWrrVPYVXjrLHdJfyuIERIVVt3MLO0Bd/HQL5tAv42GBhHpImOZLHnp40
l9gDo6VXWZGRcdWmP2ahF7fBg2zGT3NjnoZ3U16axOyvwdSD7jQ+whEAfaxsalEhjFutcVdv2ASY
Vmneqoa4O4gVLml5w5cJhZmCzH+1Ve/tG6vVNqFmRTdjaDg76X4fxsxrj6M0j21V5HcZeaB18mbw
qQ2hdOgpQwyrGSdf1pqvZAfLbNlyGfl4LZxAXtl9oI9R7QV1kXUVWWz7jju/rc95FY04QRBnHhhs
R5YX4Hx3T8yXfJ1f/QaGx6RLxk/dtdHboBnToYkjCjWem5cbm0bPZFjOjiSzVztEp9bJDhp5WsxX
SG3TdbRjPg8r8z1D++nMXXiYp1o/j/qc+HThyRBC5IRsYBk/gnw4APL/b4+NzXfszHfop5TFacTc
g8Cc46Q1B6MA2EmrvDu3/ON4x5bD9cHPGxq4ey3H8cAC2G2tZQAHTynxk266rPdwIpE9LQocBjPj
S9sIgdHFwb5unmaLiWUMb4Rzw7igjVmDoentG/vatB8zFAXmIsqOq0w7pOFwxzKgzj1wRuyui0C+
jnE5sKmkcMQrsl7ZE9fYD8AKo2WkNxrTcCw9e0tTiTlTuagf/x5WwCMbnaGKIJ5v3i7t8eGM2Gw8
I7SHMJ29S4u/nOsREVwsV/S8tfksho48XHiX60NeAx5fZwC2b0y92bMkwFRfYp7i9cJuk/OEkYiR
Rp3iY/RquLvpsoHL7ORnqkjciBatIOVr/Tcyez1aH1PuQFs3s/yWrA3Ck1y0Urp9xN0f4+7zAFhh
UqX35L2bjZcd2mXfsf5Icx4Sx9vo+7+fZI/VtXSVtl1jt9l874BGjEdaBfWOrogOZwspJH3nEl8a
fJI6i4wtEx5G0GFpbJ11v70Ouc2CxOdO1PbJZk66MHPbFbaLwAyE7ngQVnjEfetnvRcdcuqJw5B0
r+Y82efadRUhSMULSlzke0NNdq82Iu0P0JlrE+MVLpX8GRnv7sbYBgM7mYhv2pmda3Fthzo6WDFB
vebgEd6ArquwjpqlsWliN2/nI5eK9bBfNvbtcrMejYBjTDcmsa/UROR7ucrP6wkwLdq39agty+dO
9BWie2R74JB5Pwt/EPG+jNcDuFzLrIEwqIB2fu506EuWDSwhmkh4mVmj0oG8Ey5iemMwfhqOI/YW
6LGDObdPbE4Desyteex7OEnfrfb3OoGvQfIw1122kM7WsPimwgemjtTRTUQu9a2bNMR7sOPMSmnu
VAV2Zn11Cn6HgN+SEJCkx/OdENc+GvHRMrtDM50QMRI8ko9sjFkO9+40EZoyy69G9owfY6HfcvJ/
/u7rXcJCqL7TmfDolknm+jG0CU5cEczH9d56s6oNLEV+oTF9YLfst3Nim2c5mMXeqgzCcpZKzGAU
vWEuhTWCsyNdTlA4Ybt5Qj7XGGB1gbYw+9MGqMV35ZjlEWoFm2QKQbdorqNVpn5mwNODxJ3t2Vrr
u0DX6FkSRsjWGh+dw7dlkRkLccBkFVP7sQvAM/NFdCwQfc7s2UvGZlMpp2dgMRB6gqh9vaG4YQEr
C8ac2AGjvUdimledImqsbhFTE7BDDsriILG5FlRNxfQEfcGn3OBTc9DOcCFDBlnr8rberLqDz7ti
WfLyWCN9I3SaXVSGXFv76rh++0OBnwhdFgvBeuN6FuEIgWNtLNldabFjIBY6o/ml7FpvwC63voGQ
Zl2D8pklPcKFWxTYz1sEixoS430nxY/1313X2/Vn+Y+7cyA0v2A+vk4/HLhRQeeegrSy+QLVNGBw
x3wFi19sBkaD5/UGiofctTmfSIks8ao7de0bnfUHayH4tUiLLobUdiR1qKNRvGiIAgRCQ85MxCj7
0hj4Lq3fTa+NEA8zQcxJIIq7LdMkVueg1nB24wCN9AP4we+gePYJ/2OMjO3QOgYLM/yPCwMZehkL
Q9lYhMdk5PBe66Fc7q/PfD6N5rfte/P0+dz60vUFCVjAkzP8WOUfDlLo4xiw1i1ikFUHsipCPu/+
PTLt9ERreUmBCxlBLC8uVyXJ+jlWS3fqktTlQq+jx8JvXBhUyMQkiGsykLe6dDKHSnP90IHvHTfF
7zinSaCT4n2uqyV4yvOepqUCzBYN9XqULEfFqpxeD9cHP1/zv3vMaRWaPC0ERr681+dNXjDj1uuB
RtK/H/+P/399wl5UTetRr2qSNDSQSetXr6ryeHxYD+vGxjnuKmPZsOfJVrGgk0lxqAORHRVI4n9c
Qj/vrkfDDBJ+s15h1/vrZfbzbg40MB/QCHUoTBkwCNh3yyXHWB1Vw0Sg53p/XL5HliSXKm/h8URL
k2a9cQWoNU6u3mUYMG5Hs+qv6w3YXaDAXJG3SMlw+hIuB90ErCzCFK7502KNCghQpT8/pIE/hS3j
y6Oc+DTQesKaWg8VOqsMUZrOJPA/nvrHq+I+GQVYK37w9VXFngZ1dZpB2eOCXxbgVWG/Hq03PQ71
fz1TpfbcXNZHqVpqIraW16/afD2yy/y4Hk6m4uv6+S5GaxF966ghuzCzBcJbUwsw7GD4vPn75v98
5PMtg0Vdv77j+phqDffUO9v14f94VTRF7vT3mb+H67/+9wdZX7reh7bCq9b7f//Fz7cSYCRxGdr4
ih0HKsR/vP/nT/H3x/58+vPd/y8eK4nMc2rRDAcKodNM4F9LPRrTBDPsHdSbCkWOGKcXVUi10DyN
ndLru0wI5u5GYPzDXLwlsTvsiNV6W0OPLG+2DkUjpK/jIWpTVX2jFP7DFv29c6J6TyspQaanFQdw
bNQfpcRGb1j5Nm6jV2UVYtcnZJPbNOlk1E9kbUEzb1s4cRlzOCYl3YtZxlxp3LYHuth09G+Gl3l0
x11fi692KedNp+tb5koXwHrYimA2Jajnt4AcEYIoqoCxBxGlceGzGb2MUwo7A2+J6pKG70JH0GML
vWXA0uNXRfc7sBmbu2oMtgAPvxs0mve2/c1NyMlzqiRF2EPeVNMcJqX/MFFsbIbDANyPjTYMy9nW
zJPT22eEQeUxbWEma3xuWSsvZdn1LH3x98jtinsU/Rqnj8wL/MQsIAUlhAkh9PjaDUjeiGo+yZqC
tCjVOTRN3+yqB71iMh+HtQbWq/9lB9muEp7lGwEdicQuDmFD5dY33VfNsX+hvYf9QAMjn7i28r9u
UBg9pyo4mOnBaiaoORWddOhL+ygzP9Ige/JoTbwN+YfAId6z5XqY+uw9b9jr1mTimLF4rCcH+zbm
HRjNToMkp6DikDT5Q/sH/jexkyQJkB+XDQwBZHhKTOgMVNm+asB85raW70IkKA3APh+73DuCmWin
mvCtVV5ygeoLM1H23a6ifNwX+uBrMrXBfFl7jOLZgUw6HAum+55wpp8TrtRbyWjnIKL4ZVb6a+AA
5asM7TbbbEAZoJwLy9Z91QVnqG/kyVaKoW2of3FpzPsmQRpRXsvnWLpfXIheo4e7JAlBF3R6+NC3
id/VatzNSDU82hm7gI8cL7bno4iu9mHeX8EIBL+0ob3yX71tIJbiC2xKRAIscK3UUWVFLJMxG6xN
XS6ZX0wlZcY4QDx4cYN3KOyaMw75qxim6cGbtPSUa9m9ImqTKVi4x5dTbmVFqk+NcanM2r0cJ07O
fjYPynC6LbrHRyOR5J/JmgCL7sNYaktXOOieq6+adFlW8VXDs212iXS3Vh7Cziw66+bOhHxDAgE8
66XJhZGu6deD8wzULJkEKH0sQYWVfqtN68NqrWfpCoFnpvxasURtpwFfAMJhsizV3PjGPA43IdDb
yAlgH1WkNEqoNQOeXzq3AXPzO9Ho0u677ZjqT3bZt49T8UfM8Zdyau0LK+tGqIi178W51sJD2V2V
kHkV2RpC+zXr+lsRB4csio5eRYqlnWBJyEPyuVMk39T5aMLJH/4VRJm1I73pi0U8y7G+9EkrfSnx
M9U21NS4V5LLfwZsQAZ83azzTFcLGYi7HzUMH/kQXNsMxh3xYL/Z5DJdUeZIYu+MbGhooacnDKUg
j+atd87dSB1KK7nXAWFddpj+KPF4bwMES7TMm61ZsvI5Cwqmo+9jVEVzSKPgK6FeybaxIZVYGRF0
4kvlaOhOMSZGjuUhJ5eXVDhQwRVel0Qf04OTtr9GjAt+wBq1FYD1QTxT40pFFd219yIZQR+Y9qG3
/bF0X8aepEzPLlAeGOJXbBsXazKJMxvj93nEpe+i1w2MEDkG5xditeEWGM2b2RCUMYmpOKCfo8R9
G4bsTxW3MWqWBlAlSF9L4/St3mlT8DsN0CSknn73AgX+GHxV5KCxBpxDJHy4LbG6+4lU3SaSZv4l
t90D3t2dq+v9YwZ2wMxtvy2zZ3RsxS6UqI/GkHxkBLTlwZvMXZVUHSOFuSIy+Z1E1h/KrbfePL52
YUYbH4myarMvXjy8YvzHCGmQO9JGl0lTD4VhfwzFoctYamInOXuDbe5rJo2lMxIeKP4ghxW7UR/+
uHpxTKNB0JSD+1HMnH4wOTe0Mue7vnxAhRuliO5yhKwIB91UkrymY3pBu1LsKrMwdh77I6IU4o8K
MlBWok3rB39c4tJ6AtthAMdHl0tV5uMrv2WmcPemh2ihimWNFE+HEU7cRBJ/kxJkj1XKZQY6fPQt
qEHhVXwvGHDGkd7u8LDujB8DfLYtMHcH59e2KskjtFGQhggzAkFAtyDAdwOxFopMuPVyRt8Y3b9L
BFZ5cFeVu4ikytiXQf9dEnheUg0fGiy1sEfsu15Et0aU8Kc9ORxSxu70m91DkneKEg0wbk97eBNP
1VOd4YwYBjgUnTwwGzf3RjJ/LWF1beqkIzLANopdxKZxMw4lJMQxfbJjVAMtPXYzUu+SoCZyKJYt
WvYGZUWxZzR+G+VjaNGGkuU07pScWArf7NS4tO9VlLxKfBQdfJSzCqA06VBsTpSr9ykoiLgPMXQN
+g1hQOFb1UNe6I+kiHdkJSbkWWvkMqDu3IJERvsrWYyjoD4QZPva1RH2i4jrMg2EZ6mZr07AApnG
lXiqwgIJdpGYtHk02G86wuQeBcpQhVvI5EjBiJfbqASWZ+QJf+7ax7ThjhMvJwTxmiJ/VOWSc8ef
LHec0xROrA7Qave641w0yOqnsqyso2wyrBVAbrL0gZ1fhzPAea3ShoiB6NGJ6/ZSDvJjAapiUjiX
Mo63xJAZewUXSEWJy/A8TwGNi+IYd8FPPVIv/cznqCV1zYidcSDXsYi+ZIvkEX0pBqtn3TLPVpjc
Z4b8hmZ25H0TDlGBTYZfEe3kUHxkixTGqhuUAYSQ0vwdNpjk34NkgF5tsAU0vfZBTNhnVGVuB/Ry
iTvssdyEv6k56OJLZspfG6149irmcrqE3+mK6lHE57EoAVI52Rn1AtsnITx0xuah6sdnqlwu1Hzr
Gl1jhbOguk2Y4Rm5YzfQp5cmzoDmExAxxvp+hE2cawV5gdK7RUsZMufPFv6FHcnZO91N59tkVk/M
K/WL1g2bqtAuBAiBQG0qqIiOgWl9rqsnb2joNRMYC9R7BAhXwY2oywst8agOUna3DjWf9o3UVhJF
qb22qZwIg03dA92m4jFEq/cAYkR1pfeD5QiqMpt5YHgIGzL05neEIReEd2eQu2SIozjmSltgoM1i
JjDj3lkED6UxPUPHUY/gN/O90PRmob8ivIgryTCgbI6S+GTyl49GSOuryEssEukfx5pjDERMEURf
/CwTpOoae63MQfWH3IeuMQyOh1GB/x5fCraEvgHak+zy/lSN5KqXyNSOJksDC6InnsZO4W2oSVtw
rZONa50gbW/PNomQ+yFt0I1w7bPae0p6PLWXGjflQIPSI3QCu0ob+0MX7xLs7qdRbxLftJuMgFb0
UY4iZduU2w4R06FkcsO14wO5XgWWmVU5Nlpm6G1wTdADsNGK/sTtDQbJIef6yjYyOFp59WzaX+CB
IVRu4BCHmDI816m2ZkoGS/29HWic96hFpcHm3nPMpzy0vlYmKW2xeCIjPafuK7q90megsK0X7EQ5
P5eGRkZkbmpkHgADi/A36CAFNknVHzN1QWgDcM4RNJPVc2+PYquVI5hNdXb6KNnK3HjsGHSCVFc/
EUaC/XJxKgAs4oUBqgLRzG+us9QFgbHHORVD/cTjPWrtjx4O2E6vZnD3FZhWlJXu4ibqFS7UiavN
2GUvU47gEG3JL5PwC8wGQFeV7rZL9KYgq9GgbffbiPLuUFsBMukUJSEq+bKxrV3j0PJNo7I66gF0
FSTT1R7U0p4qB8pznxyYLeIb41/OSoscpxavwGg+iJ6LlpLpvooRcaVkNHN16n/0rP1k8kKFiuAE
NV3Ss+C5+6CE4ag3/butupe0954kljpVz/QY0I3Ai9o3LYogc1LvU5Hz2xne1wFf90Ygv5ordLr9
XFGuRVPOmT3uaaSBCsUMyIiJlj4NoNz1TuhMl9/SwM+XkE/rO4PwEdYP5/IyxPGHFaPqJiAWm6bx
Nibjn2bmqmQp64Ae4LecwKqnyx/Qrk78zSjbwHJk+ZIS5JWvbs31Y8q9r+ms+5Uz/O5z9Yog9VSG
0mdb/x6k0XRakpNh69rPoi1u6Nxe0gRVIxKwc4c6qSgJiCFP0wKStbFcvpClwuM3mOpWhkg5AujF
ynk3ZnRf1Rh6+7kyQlgADJrDHDkKfTL9CiaiYkRZqwvUDUZDIcJoTGvRnL/ixuBzIveCPxk5A/iE
qV3oBFnapWNPyirs0a4RXf82F2Z5p0oxUpJjScox0EEH46Zo5GGKup/Mbf9E/bw8ReMxNDi1bfnK
KvGrZnh2qHIUe0NY88WIjCXzkNwYy4UgpcLroEHg9UKkv0zWF7oZCFxrQLVYk9IrhsPuf3J3HjuS
I9uW/ZVGz1kgaSSNBPr1wLUOrXJCZChqZdT8+l70rHuz6j6Bfj1soMrhHiLDBWk8ds7ea8da4N5z
9vR2mbBL8WdsIAO9NPpEEzgtJKQBQhZqYBpL0O24G6N3qWyafhyTtYTmNDCuxm4OoDSfInBvNBNr
VXyHOLmXYTiiiB3fjbwxl1UX731wkMhounxnhKolZWuZVNprGwwtQFN5oUZ4EY14UGZ3K3LtzjWi
Gy/mU8rigFZq1n8IkoiqhusTG/mqJc0gisKnYObGlYW3EUHiHsIRbCpecXbIYXDrmYWxDbOQui8k
tqFNCebrPDIBgSjRYWZVGw0c9DjtcCWPCwg3MMwGQm14K2jp6ST+oQVeDgGzm3CEsosIrV1ErmWc
EjoMmOXBacr+p6gwKGPtJuxuYEZWg1Hv4+fR+BmaxluQxYQa401f5CNX58ZaRh3adYOk6FRjUDI4
Z5j3cFIirspWi03ZMnFC6Ee6T6ShVF66S2sdt1KKs6Btn/Aw+WfVHxDycx02zXfsykQrAZXcaGzj
udffjzOBptH1dZcQwqaYT2uVfvBlHmxqAScwlFiUEBCOvCKcoVlDqMlIgnyqgbJu7fuh0J7a/tsD
gLV0jKfexm6auu4PwFho37nKiS6j5pM7P2W3yJxoIVtWABnw91UaR0uGX/uwBKcKVGw5FYFxwlXJ
D1GpVrFF5QCafihI2oJPtgawjlfGBQ8FGn1B7jTLQ3zrheUqaPV3I/AV7j+7In+IlY/nHAq3WFfM
zA3KUeXp53mPCi7QXxi+UXFC8pIGfXhpW6URTmNsYs00l0R4U347lViU7m3UoPbVSDxHQoflZvKe
klp9NxmpHNS7dhbddHmB/fGJKwIlbxU9h73nQjp1l1hPqc61VxGFpD7U9niW0YdFYhLaZYJpJvB4
GXVnd9WxVeKs19pTPRpMiZ08X3W+vjCeM5/0Q7YCLMZTvjKa8EPDbrGpkt3A7h6EYPnIRfMsoILJ
gMMzW4v5czKS2FuiYuc1pryBaMMVdTRHyxWjKiNzHSC863TvXvTGWxGn3sZD/gLNu4yhWYZCPoQ0
oBeudU5sJAZoOQ8o22/pxwFH7pNbaTM+RWZR1f2jM8aP+AHvhyG6Q2u7j5ry0tTZRqmLnZhvBS/B
70C7Vx9lyGaj125re+Lw0k5DBB8fuCoIhJxEBrJGvImCNjBuRBL8NH3xNJkteOup3bZx9Q1lFHAk
u4QOpvnG1p5cb9yV9mw38EBCRgTTFD4v166cH9bU3SEOfBI+1hfKwdB6AGT3WFlDvDPeInrpKQUi
u1II+l22aTBEI4DLkWXbatVM3jrS1Y9Jyh9OVtFCMPCJZd9t7f0Qbfue5+997Uu8DvoJsPATY6S7
SquWmZN/mzzZdCq/A5I0Urt4hKoET5dcd1SckmiJJEIH3L7lFNgEis0SymoEKtMUP9NY7ZWSD3nE
iMhKaRQMe2sE2GuWD7YdH1Wtv0ijfuhltgkHRsWF698BoqCz3KnvxE3uvOC5t9obs9ZOYQO5QE8/
Sp2pkpLaMdXIMJpAQOsBWF/VVRmBIF65Mo3qRYtuyyl6S5r6C54v7lKkTGUJ3bBxz0B38G+ENz4c
EfTSZ9nZ37aR1aBX5maVKS5dZxZLZmh0kai0w3LdyOjgNy8COl8YvKoBmELWjHeaz1ZQ6jeEjtxP
0fb/ax0efjdUaf85Xo3SPP/6aKKPtvmrEu/Xr/0pxJPGH7jrdDyOJmR6E5HaPxFrUvwhEcQQJI3t
FdSAQ5T0PxBr5h+MFg0hHWGZ0NRmMNufQjxL/4OQaWZ2AtarYeLc++8I8VxJyvVfdXiWK4XwEAJa
LmpBREj/QlizzdHxnCLqdsRb7fAHcmENqhOsS7bXgJmWWM1eGw2Yhbh3dbRWTAKbdd4SC5LETk1/
hmI20mp32bn5S1lYN3rjProoWg8ESPjHrvoe2hSFq1UvpOaQKEzrT4/2pL3SZI9JlsGAO7C98njY
zQdfYW1pitBMdKhg8ukpwla5gNGCS1K7A8qKDVnIn/WQPKEvvMN3SVZL0J+xvOIIu0XZ4PfNyqTd
blSSlczgSaosO/UwC4XxMzaItRiLZKUPT76LzcCMrDtvvO9S75E+DFIEMlKn8DtUzsWx4/e2926w
T5975Z+GJkchpC4JvY9lSRjuom0dfVl26nUKy8fQL+47n21QyhWOwWBNPbhiYv5sifC2lcl3p3jy
jl2+kqT1XczX2aHgbZaOeeeU+Its42RCy6Qa5TkzkX+1IMMishKZufX9eh33+QW76Fo3LLJ8rAuF
2yvqDSTg0F0AqOlkMnyKih2GQmKh87b5NWolwa/EPhVLR7RD0JCMItNkLZzxbCZUfY7Dp2olO3eO
vmKfybCB55B2JTlPcbrTLbqDJlEfSOvWpe7u6Xn+8GXz4eOZoVpE5JSCq2dPdsTBbC9D36y5TM9H
ioa2wpl+GPBVYkuV9F5TndTAYO8QtYLNHai+ZHZeCnM3/8MxcQw4v65PW/u0ypdg5H0oU3oj1eC+
wCoaF3VMVDnthbs6qA42epEl493I6SdilXJ7b/cwXwhXqK2acBNgqS1oei5NDDjpBa4EGgIINgHl
ASmXvmzdFdzfb0zwtAlikgwhD0SSQ4f/t41bg1mWAJOaQr6oxu3ADQcfPsPVRaO8x1iqnOy4cyCY
5FDNyZBMwlonbC5EpbGxGtelEibwqzM+TPVhJJF2jzoClijd86ClASrCVeVh+LfJzJ50Gi5SRoQP
HnoXIb6oea69LfedL9F/5PMl0KO1TUKxHrITqAy8CPo3GyZ9hfr7Lus4Z5TuPVZD8BJN6SWJ+Hyx
YGa6fdeBZ6d5E9xVDb4vcjGgMLPtiaucl0neCzTd5eiXw97E99n5y7LMu5WTm/de06hFcK/3jA10
T9KPzHDNYcclAvEL+hJhDPfQ+NdGPm6x6n07PjXzZM4nXpXs03AIQFLZIJGS78FLBE0p3hUibF5I
UgpTcvKshDNBfzGgYnCMQiMBRrOy1AmyIWcGvUuI33xWQU4TbeqDV6OgTdEQMshhSqaYqtVrHzvG
gqtX4DIdTTnFNE46Gl3bijRPX3A4RIICDMAe2TS7APjWlLxj5t9AWFyaFe91y7MgcPHboqvR9htr
ih6jadgYCU3MMCyXruSkUR1bPPSWRFZle0oUjQf+sYH/vE5Dvu+48bswZM2ew6NnVvmvuWLT1PIR
Sks+mkpg97XaNd8h8mYOGYuqAe2ow3rK/BEcSdhX1G0o42X9KhP+riOpb1lrt2E9nlxWT1IbYkx6
tzmUYyYg7owvm4VESfausZAt46baZyULSy7pkeMrShm8k5JcIYQAO1Cij92o1LhvXUFDIqjaXVbH
JZMRyHi9IkzOM+dzti3JaYzYxMUslvgLf5qF920OgH60OmW0Ug0rnxZXkZQ+SAbt6JKntG0CgbZx
OiikgWtR8YK88LmuWY4SiUhv7MUpwjbD6ylqStKW4DR61yqOci4GyVnwRizszD0H/lFnuLLwIvGg
WXSLGoTULgRIRh3FSo+Tb0GsPLbtvNh0oX3pNT7BzoKvC1GyhVSVS7Z37pPe2rvCNTDrEEVx1jNF
p6yNiefL2nrlyYLlLcPpKIOWOlvPtz2wTRBH3RqQhL5Cnl4s8WzeGsLcWOJGy/goND8/maX/kZgY
ug0jgW4ef7Z5+kCkd7lM7Ne+6WcMWzJtilLNrsfyvURTis/NfqTJCrFJhJx6qcsWjiAlYXG4zGsJ
GOy7ESP5KvCae5miFFPt59AOT8pJiVpqcKoJJyD94PN6lA/erkmQNMdEGzZMnKw+5GgYGWrI4iYi
M83NepZbcCD7SuBRu16wsKzQBNN4ooVWQxmpQSj5+HCWsR29i668GUY4Bm3+HVrZNp7at6LiMDCM
9FPXOBcz0XjLwMy2IK1JTOmsvV8ThuF6GkBpPTxWsVcdBxIxaPtsK1b70W8hGGDr803nAjXs3NO7
82OdFdgHMFaF/rqFSk5xxHVq0r/Q5T67E5OZMB3v6LPMAc3VW9QiyysDLkYaZtyFGAx9wZ4V/moH
DEi30otWe7yuHFOsjLOfep+8qFI/GMRN4SbZunRwSl3/si2ahaAvfhDjgHnYYsfsBD8tptfLrsQY
/xYiJ10pZNf08aHeq6Fhsuqw2HiJs/fmVqNsmnyDeJ+8jgjiKdJQLQ1YpAJmj23J4tNL7RHmMkuF
GzBybc27jkFJ1Q7DZpoXSGdwQjSgXIl1oSPk74juIwM0QNNHuly07FtiiuOQMIyRpl5qXASy+yzF
4JpJZrjXyyEnDxw8Ko50rr5iUpsGzdiCaO2WWqDhbW9eB3IgDwN9BJAYLLYYNHUtWUUGvC+v5UoZ
irNNn5z6jbJBs6Ho9LyW0DuL2iARs0hJiKt0JK0GaFUtvMylCwEbZ1kjScfMcRkn/fV65HiiYC9G
/LULARLnsbOWA0JWAGTexsqdhERKmhlKq2/6zn/BDLdLLbtaBBd6wwkHEm1Ae5DNagj9WwbY4aqZ
bZ6hToqMUYbEU49sGPMvt8cmEtkOyD3d/9m0Niz7LlyHGKIWkiasfM4KSqVEo8xy0FZ4/kIWc+eo
7OJNY5BzY5f5znSc5tigkf51U+FAPKq+Ixh6VBg91doZkHwKo966DfZXKvC3ECkdgm7E1HV2LY77
g1IeU48ifaGpvwq1ev7X7u1Q/gykHUNLKk28DWoyMGJw8+sx2ql0lXdEmwFl9A9hkd6Q6zRAJdQf
XBeBbTkiozVy/G4F8hg3ACjRGh2+U3xYNmSFAxnd7eH68HpDi6iFA4UGrD041pya22C3k4CRK4Zs
zojFo43M8Jhk7o2FmXOTzKpwz1VErscGcykB2pFxy4aIZQdx7m6SZGzUsIaz0NjqwI0WYeIzhLKq
2FjGtJW3mZlva6sR6eKa3HBVcQ9Z+mTPwu7q+o0q4ZDDi6tReSPIn9BwHPBBRECd+DyDgDPJn/ZR
7S3clnFMmF/GpNHXuclM0xmN4CSd5lSSxok8hfgnldXByW8IlIByuhUzntglxuPgWWIdOtaALLeh
7Zg/+PYX2Tf+Qz2BX6697qMoVHcKSb06TXdp6CDmmFMLUtc+8FeenPBHia37IHybDnCX7lMiCdYV
HfWFW+sD9FZfQzw4300kJu3QSb+vj5D3I1ZrmddhWXiIZ2feVeZ7vZfS+85lcJSOLI8x7JtZHfKW
E1q1qjhYl1PrvErdweqDG+rQz1Y4gmBpOPx+bA4B7ps8/GQfDlcoGmRGL2++ayXWkhk7taPP34F8
bB4MRKzQ50LvmIFcW1Hm4OMd3GlLjv2pgjiPEQVAXGDny+sjpAdsp7C05EtU+yVTklQ7Xm/q+Yd/
PezLZwEiaOMUjVyzUaGNPvusGq8x1mZfYp6QTgdGomNvKCkCktldz6iIFAzTnnFF5AxNWPUNxMLH
KsudX/d8S2GxaTSxuH7t+iMtwO68ng6GQwPx+hUx/xJNNU5exfivrfWzIewzvp7uC2PFsRx09QaC
IV+5tu5cep9efucRG9NXvXMeNe0E83UpJ6t/QJKhXZoMcEZPY6QSfXqsZGs8ErrurRipB9vrQ3sK
LyKjFyJ7ajOGceZjGsXGqZ4Y1mJ4LJajwXgs9dxg1USi/wEgiDGaTMhVN3F/JcNb1srsuWw9G+c+
BUKS25TnBMSKlnc7lM7jX/oLt7/A5/8jb7PbIoIYhQ9u3o3/hYc+79YtR7gC+57u4Oow/+6aSz3N
nKxCtbsmq3OEZ4Q9MKgjlw+4mPvYKqoaobMt6ZCXWRFXr/+Xv2+BECUwV2cO+i/dAm+0TCZjTOZq
OUD3rS5KUkyy2RNR8kmxb9Y1QWfwyX1j+tU8+oWu/w9e+2wI/HcvXToGBkTmoGjZ/v7SKf41K5py
hoIj+8R5w1i33uOQgmGiy7WcLKIQQ/Ky//stq8ci47//NdtNP4pyVDRRmytz//ejc/Shirr4bv7L
n9p+FZef2Vf9rz/0t3+5/t/Xb//J8//bg3WO6Hy8a7/UeP9Vg4j/K/n///abf3pGH8fy69/+58/P
DPxtVDcq+vhbE8uwmNz+5eD4d9kCGDH+5j/98xf+4T/V/8DYKWd3KdOOf7a8POcPB/son6FE0GOS
IvC75SX+4LQFU29xojv83t9aXsKRHvx/5+pK5bf+8cL/PG54z/7T44jOGv/UXw8lrKfCtoQDPsTT
Tfpf9OT+6j0ds6bpchm5By4ML0Mz7+fJYaoJqW1hKOH4iZ9dc4zYctWnOprqY1japLiO5k8tFkwa
qpEgqbI4U7l1p9L9EVZjvxeIWJMI7jFpsmX6jfYm2o2j9znIH4CojSM4h2U7dtpOJpH5KJiHMvMX
x1JXJ05X/dL2T77SkR/mCSDMPiWdUxd3MB1OWo2JtOzn7j7KEyfX+q1DyDvCBffBKt1pqRopVkm2
RZfgngIFBUB1w54xYLABfFwCz7UaxKlirRUyY/AiI5jLsiZQ3nkJvVi/KcwMKaJI1yWp3Rf6jqvY
YWrpl5a4q3LnSzopVIGw+4psJGKTsk8og2l8u/VTNUyEb6VIg4WfhQurENrRstj39g0h7EK7RK1a
dXOcmd37Wz83hicAczR9SC212uxdeKSA16C3Cfe8G/xc3xttQ3JMWpFsnkwrmFnx1h/dg4HebRN0
sqCkJSynIg+PJAXmL+UNGPY8ssim9mDAdC5ez9GOjhBGphXVjbngpJ7A94idlYLCRnsAoWI72Nh8
Zb1m8rP2kjICbz2+O1pqnsbWI4WtZ+YrhvxidS0KVge1ssp/WKp+Gs2ohQdBpCn7fjTX9meVZ2B6
U6c++OA7ltj5yFXsZMagi81Dkdw2tTJJEyIOypju24xyFqREjL8W3oIbb1GhHAXYbBMhnDf07lpi
9lmUlvUtRH4UNDSPuaZO8aB5J79H8/KcNHlAptBwTqEuLac0hImGdUKZOnanxDw0gQ3Ascg2uR0N
u6j4YuPu0Nmly5QMmbbVY6YbkhTXaBqzNR6alZH79t40DS6nTPtqiUMfwgDVQpgSzGDXYkNZuOw6
+cmwPV5Li56gHvifhhP1O5HUBGiTwYxeYYxWjYF3ptTknZ0zU+p6rHR2YBsb1+l+5HoI481qzsmV
OUERhh+jQWlW7G0ZeMfJhL44Ltyi8F+K8YaIrODOiXe46lYMmmH3c4BtaX6t7NJ9tTUxHUfQlxhS
/X1mlndKdeJMRnV3ig36OUOKWKD113aO4lJpmOTAArNNttQRUkR+5IwbVjHj2cwq0eN4tPTAY7y0
ThkuUT7DbyIB+aQXH9pQq63XZW/BSPAVtgzCLJUID/SgQJPZF930TwoB6yqIKqIG+vFNuJm7TZvZ
PGhrN31mSU5tJIzpYiSpYp8h1m476yFPrfycGRmZkRBXdkgcNk5JA9Yec7A5bsPoF06rBylx2WAV
2NkNWGaZvudOZ2FjZB8b9Wmw9eLktaEV78vuEgx2uxx/RMj3NzVDVS9071XPwmWMo7OY5maQGx3R
+mgLKDQ42/MfxmRHuz4O5g6XWGWmma71or5Lzenb8vWVm2THIEKU7tF+jWz9y3Xo4hYaGZl+6ZPW
Ve2GOPvgedOdTeS+LNj35zhJYeYK1DsF4W7Ma4t+HFYIj8NtE8HMpl7ya22NjoQPcHLXgx4+ZSza
7AYaBl/I32BJUISquhyX96qAozn5LVojZ0gu2n1QNRuZ59HeLNMbqwYw39rOB+Fk+IONOFj7pFdt
bGiHiJPx/+MqmlBCkXTnxLeqJs8Y6zZ0WrbbeePMYg6ywB3N3cXWjeOphn0PzSMyKvVl68P4GzX2
z9XkM899LSeFKNhhio2Uhly6oVtYFRHDJpGCaTFNa238tAMauENCrWIGwSazqNFGR/1ApwNfaOBV
Vg3SqRrYTfYFOCqFqKamvWow/ENnh5I7nmiB4bGIUJUN3kn3ZXIBhI0T0Gi0ld756LSAjIU85aLr
yUJXRA2g8ZGLyrTLTat9TZ7pbKIBhXlB8bwS/VcieyYuA2PNmrjGZ665G9wVt5PyopXeoL+Kx/EU
k/m6TfPs3XK0J033jwYBoQYD94VDGh2BjN1LNbQM+um/giQ+pIoUgNwzj2FaB6SqdfeI6+zNNAi1
FpadrLu2Qi0fdhJnuXwYfb3euIWGNBsQ401CI+R5FK5/aDF4QD9EqNaPTok9whi3sP+yiy4RvAuz
tNdWjXsqkHm9Zsp9C7GmWXttdTL8msNnJqtOMS33xMgKDnYUuFE8nZpi1hME0ju4FqqMRCUNgkk8
LqaHRlxW7PZAnZlbfNk7ayqZAtC4Gn9BbiY6lR1jqJBGDgKtBrvhtHI6e7oIp6xW3Uy7I43yGPk9
1wTyWzaelj65owspvKuedJ0sRzeow7Xshgr17dDNaTQc4SbStGbifaNXkADzLtILqlsWX7/Z9I46
R215ypzAOgqlQLub9cmpOU3sAQpanxKhHIjLVHr4wDWUySF0ICbSAaHvpDfOzBmNLdvgoTLgyo5i
t8+3sL4VV/RC27gG6t64d7giT83SKcI7/LX5qmbSA+y8Osom23kVeYADRrG1i45ta7QzM4jeupcb
HLlIw/ckJK3SCEbaACZ9CdQdobnpntvSMnfqgTxxbRcKUdJIDh59Ocs/iqnaOn4JMzMcip1qwaSF
SG5wiJzsGegexrF9tkpYBmTQV2SSnjDs64yi7H2bFPba6RVh91ae3dQRZYCXMK6rtkGQag8uGKE9
k0d2x5oT0MGe0lNbj9uRbKGVneLmqoZKsgDhVbta7t0UfNlDM3EABKWJllsaeEBTMkKCYMTAUIKU
AnZNI3CmhbfK/TQbnMqdub+S1q9fvd6z6hHtAVHdUh9y8uS7hyuo1W1Hdp6FJGLUgw9Smo65tEMs
B1dYuVOKH8STo7vLGU8IupuKRWynN/rO1iEJXG+mWeBkW97PhC0+st7uQ5vwJi+vRmDStfm0UwQR
1owaz+yp3aHIAmtoEEQOoBfR4gxHa5P8GJtuuW1qFwjBr05NIrkOJJB4llrCXGemoxs4Vxpq8EWQ
FEifOBcOQ94rTkdwCQUs8cPQYuEbZteJqJ8UIc9+UOvkc6snf850+gul3KsRkY4BM0rwpUFJetXU
aZsrNmCM2j9RApAl/rx3/cb1JrMoucrI27X/xKrX/7w3mkLbR8FadX50DEFUHAqUMT5Ys8r3k33H
epK3rrG08yRe5rGDvs5GDdhQv24Mq7y9Pt1eEvwdJsHuaiO9GlmvN6KnCQSjCjvr9YaoWtBlvvNy
9eNePbqoztN858+nPWnHZJOyl+Haqro9kcpqe3X0W1dD4/VubfH2JjqDwevxphsvRmdUe3e28HdM
uZBiz3dTu07AgVcMtWZ/dzKb+127DWYA/Hx7/YJhFbcT2BMsu8PblRjP8Vkcrvd+31zd3Wq2g1t6
BsAClc409SPRy9D/RUc3CDjzP6yqY/KlA2dY//5SUipMQ15LnTU7Wq9vg319W67vVW3aJ9vEAWQi
YibVKLSVhSHVgvSCMJKrFP3G6w1E/vBYu99Vm2Oj74uR65lVMtRmjzIHuByGbiCLhFgvXwd09fvG
m3kF+pwbmHjTE2Ap7VCGoXZI+/mYizg/Kw05zkwkuN64nWQW7tRfGPkZLUx9hTa2ljttJlj4M33s
euP+vgcLgR7WBPF90Jq3hh7W4XojUTUaaxR4GwpH1j6owazqWI7iilfqRO2FjMlgO1gTWel+re49
2Y+b6ze7mcosUPeDxBtMXGBTPQ9Hcd2AaaYgn1cPZ14i1PzXrveMEa8b0bY87prgOXL7YHP9jK6f
xfWD6hICkZxcPtTX0MZrzEPleBsZGc721wE626B/H69137OnYjpOCMU/voF1vpxhFGZb5ROIJIzp
A6tGurBGnFmKguBXoME15OD3++UNJWw2EkrDPduJX2/B9VVeX++VqfH7lbNs5xtXhXtAwSuEEEiY
dfFZpC7h7jhYd7Ix7gx2xNJys5VtKmpv4eFNnKy3OghQJkH+ahokwYDdtLyNlrB7wH1MGFKwJ37p
fCpuTcYl7PFX3H0ssC4M0jzHdpAoT6zU2CTn3zeDp/ChwjhFyLfwrLRdOxMibAU/RRYDWg8be4Mb
ohOExVNdzIB8eIe9mwZHuwLfEMRopTXT2Vu1dV80xUMFKbMAkFBaRJTKhOLdyBKCffPz0KGOzz8M
aTyT1II9Q0Pz3vfRS6Y/x+DwFqlbvgZd/mpK3yFngVPAyOILYUrprrCGO10RFlzFm55A7Chg8psR
gUhpIV7amp0nLguWdjLhW8ksVJ/sZBOkLRyAkdJHdo9xCTUJL+65Eb27C9LwqTKQfM6FKu1irEtJ
JPeMfJDP6c2+dYmlYpK5NLA3eJn7GItMh7oXHd13JkA4arNsN7Zuf2+jiehHtzvUlnVO1cdg3rnT
fZmmEZFdSHaqLDmF9vDOhgQDsaZdNAjTiFwJiw0sduuuW9GJyBgi+4RyB0rjE1MPaH7JPr8d3eTT
H6MJTXTIApoGP+uWYgW4ypy5k5xce3CXg4SMHpf36NS8eatn+lhOXafg7WpuE4neF10dVuUsXft9
RthVhSs57s768OxL2aBMpBtMkdEocK6UkEiD8d9SM6PyL5/clGudAMygx9RVbhLtp6YgaGzZWMnP
2u4ea8f90fEmTGE1Y/vRVyLGelBpcnAz/b5KG4aQI2BnNTEGZk/dxSiX4r6+s9Aaxg4TPpV6COXT
6Lkd4KJ05tMIDQVLF9idzP5SSigmP9W+Nembk7Fxm5UgdorNZA102iESZel3HTU543EvXJXIgcwB
iCozitrG8tLCoDSgba1jm0lEqdf3Wak5i5FMqomggiZ6n8zkPsbBxzDbOaejRdZ6kp8kJkGRAy7I
xiOO4U3SJQFj8+EDvvMFWcPThKoxMbw3z2mJ4eY8Aips73WRwCSt3Nu0zLa5jkc3IQ6KmnSrnPa1
KLJ7niVGfm9EahW72zm3HIdVuhlEPq1GRnl0Slqw2VzbZDStND6GoL8dUovCMVnrO6Ob6Nd0+MIj
lAzC6sYlQRdyCXftNhrqVygaB2n7+Lbq+lUFob/o62TfmA7uU4ZnpC4EpH4wtz+aURVt80l7UzkQ
Od9A0KztWzY9sqjlxndRpoRV91Mnvwv8GvBVE2EJceGwoOfBq0yb27Z23SUQ9DAh0yRk+rnRyEwC
JvFYuznD7gqNcRhnq5jh2VIoQpd418itpS2nsq4/tnU9rtwm2I02wQfMy7Ax9Xq1dTtj2cb5dwqQ
e9k55atr4TUAkUTqm/HVjF4NfaW7lJRYi0n3kV+lXgrN3ENn0CFpssIRpfL9iBPi2GYQFAOoXyip
FmUWejs9AVIsJXzmvtJOuhmc0DOgMer1+LbEdL700IrWtrz3QsxARWfCihbGwkoHSS6D801lEaxF
24F7Tm+lGYDUz57JeLpjXzydsI2dCi+jsnbab9EChfYqGhJK/BxshetO6aRWE0g9TdaxZTyM204j
IS6sOco/rVTJ9cRgZu0G/SoBOI73Az2Oe7ZRFZMsz4k8OSgs4mrhoSBYlnrOkNnPn6JovGVcQ75L
IrotaedMU830masGChucw93IhDro2arJ/lS0+r0XT++M1PKzCbRlOc1iwya1cWYAeUs1GP5RZi9U
0+26pAv2WUhbYNbC+b77HcfpsGYbYpO1FbUrhtApHitjHdrla03H+sSyBk6ZT9MO1DdtD+BnQ7ki
aK4EzOU/VKxB4JGq7zDtl42YYdiZ+grpoiyq/tuNx2Kl5SdXT5t1YKV3Udglq6RzCHEiTrBR7Y1V
pZ9cYpg8xd0mow50oua17dwvLundUgxjuPRs62Bk+j6OP1F7j+t+apm9keo1xNRkrUXgTo0vqSEi
uYZem3JJ40QiQkFLBhpecchkH2K/12kBZARkyUhbuhYyocYqQ1WLR0hHD9BYbkQ9qr3LVtmrcnQh
qDst60F0rxI7uzh53y2cDNVa25J0zV8yUnmbsrFeoiQrV5rVC3ioa9WeC39YGpb1Qw0S/lJHNlGR
2Tt9+lIup3xmIGdHTbYQRmOj71GLooFyZNI/X/bMtasifCv0ilz5Bs8kusKuz28AVo13vu07CzQY
01oMgb6eGHsuUOhYLbafrgLzljCDL3QD3J/p3KNvkoveTeJdZe+EqPqT5gBk9uyzxi5s5VgZVg7r
MU8mJKcxtt6ouOrzulu/E8tWlTsmp8hEs+Eygtk7C47qaIJhH/fjyRIoiAiTbTchcMZU4WpLjxGr
BKjigjlxWnUL/BIv6FyyBgAFDW+S2VuyiYz7gEM/NTYilRtb9h+JSB6L9lznLiF/TBJWaRt6y641
ga55+AuyiQ4c+bO522wjHzH42G0x0ungt/Dp4BLAl25D04+UcxdF5m2YjQThWS8J/W18XBxT1xvZ
OcsqyUmczctHi4WtX/WSYSEhD3S8aA6VpMWu6QVH21j56zFKuPgH39ngl0e/t/StnAGBdevMi+Gw
00R65jK3TMLWu0Se7SzSIX+Iu/eoOfpmZa8bSiLklD6JGkI8qQauVTnGy0YmPz2/K1BIRop8s+5t
MoZ36qa1EaQ/9KRf9Nif7/y4WImOukVFdyLl+dSy/xxCa0+n8qRlLqNjCS/Lt37aNk6PJsdYGdhg
x9leRU36Rd7KPZZDVFKkC9sifi9N6x2rPNfVBqfUYLHVbDnqgETCdocB3xSzU6wll43PhGU4yTMa
BFTvWksOYBpaC9jmy37E70PL9F5UFSSBioSJTKwbAxS8U/QbEzT7ZprmVlL/f6g7k+ZW1XRL/5ca
Fxn0zaAGBaiXLDdyOyHsvW36vufX1wM+eeTYN/NGZM1unBPagBBCMoKP913rWelTJcngo40anWwD
VVvBVkfM/WEcMn2PjuFsSDBaUjPCd55auluHeXFuiJgV4wpidKc26KITRihVXB4D3bKxuEHCMIJ6
HWrvWddlrij+KgugkhZ/x7QIQDbrEmB50Xrvi2xFSA+jNoeqE3xTEX2aORfM2zm+qLzpJ4oWVpVf
0gScSCmMrRPMTLeGyLlk1l3BCJ7nxVnRIc+3Xk/JrCWpFsVHOstSlvnrA4gQThcaZ3ohM4BeScUm
kPo5u1MM3IVIvBCKw+WezeR4C8Lom0icDdkdPZFhvaCJFyLx9aHrEbV4aMWcBUwcDVpSb7tZByNG
p2hKX01KGauFsmzOvKQlSj5rsP04mTlpThR2XFcAYlER8LEEtnQd9v38wA4cJ8lHCTsvF/VXMkfx
x8zyDoDW/d5sGQhOI2Hh/RwMPSBdpOFGZ2SZRbNi4UgtgKTMpY1wpiQGYpkW24LhjF+G0Y52F9yL
bOpdYy6IaPMDlZufDwkGJneSIR0CSeP+fUaIDJ5yLzUJI7UwucCxr9YL13p5KGe4NQZ8PhYh2gvH
+pvvPXP/lqnrslzsbxsQ9nZlYFuCWd3tfY8MGEuXQNUv89eFSFbdXAMuIEY9f1qkqVWsF3AMuTma
hiLg6u7RLKq0qLXzqmlIa6NSVGamDM07iii1RZq8auluCRGv02dRUrFEts9T6qJRmh/mNUrZbLaK
BZurbpCJNcGtqQCL0Jq248AnqGAvyhIfUa8IqRbh0aa6LO+LeaqLSn8HvBQVoyntvbhXsX32lrA2
qvi8LIt8zpzLlDSoWP1anQJn1n5KikKKCWydPUG10l71OpKNy49lZlmsNllDojS6zAUcOT9Uf08t
y66zDHjrVVwQ5rPsn5APCoeyS9Ilv5g2V74flsVj03i7Ib9r60lL0dwHhOMCY5fUgNklVX7Z45hB
AoYARXKKeR+xzkp7fX5YZpcHNF7gnKr7uOBKnCb8maB+LO//YyfmL0k3NRRE47wfyzMjB0LoMWQO
+lhbeeZFLauz1Y2EwASFzz0XUjrxOfW5WZkMJN4hHgg7ItNII0iNHofibU0ybKoCd2yKlyvNKWkL
HdVscniPkqwBWjOj93hIPhgDQbwZoZnIqQ42J/zUtOwxbzhKYqDhQY6xbyLGjU5Piw055usasvzA
MJ97CYHmYRfW6UqiULFWRhWJXXzfDJm2iTs2VwmB+yW6A/ebGwLMQwYn/oGiLx4mdVeF0mMudZ9Q
oaiCd6hC/Qgb4mgQiMRI0a06Y+83sMfQzT8IghTZpV6F/x+ikf9BWg8kRTJCjH9vdHps3oOfDqe/
XvCX1gOUN24l0TTRZ8yJR7Nyo/+sm//zvwSosv8QdVG2NElEUCKqSEp+WJwkNJemLs5nGkmV/rY4
KQYYcsQNooYlyTA5cv4TvYeMNeoPvYepovgQFVXUsVNZusKH/an3yMs8DHIIxiddgtuZLFTE5Vz8
Y1JH+gxgej6Jf0/+uYJKDi2FLAx6dcwYNTem2zCAjlFDG95kRouxsLeeulzr122uHv1xvhsdhdvA
IMOhas1jVQmABz3VhGAzfQ05YziiXiGpjCN2wyGO1nklIM5UGR3rg88tcCWPm8iYRXX8yvsgeg2E
6SWQIsTBXj/jh3Czxv2wkdO2XBPorTqWirIhIXHFTVuqpjVZPpOzfBJY3Vl+XiahA5rTwzKpphMy
ZEhUPV7WBiwL15+/XhDOsaPfX8WPzSyv+vEtLWstCxHvbEJEr5s2Cjr0E3MdEsm23r0skx6SlrWq
Bhcy4fP9smh5iOeauzhXnP/VMrWf6/LLM4nq/XPyO2BjeeXy1PLy6+yy7Po2JMbywmX+v0z+9+++
bOi6XX9Ofh3Datg1fVXsRZOr9DLVzbPL1PWJmi7u97Lrer5GIc3+4yXXp5eXLLNBkgSOGCZgLeZN
X7e/PCtp+kQbaH7mxxa/ly4raL7B+yyTsG67qQy+d/aPfbq+37KtP95qmQ3mg0KQVfpuf3+eAjgF
FJZ5PvBM2ckKBL7FONNOs+UxnEvNvRpxdC6TyYw/nS26c3jiZln0vWI2P3Fd5Xsby9rfK81PX2d/
PE0iBu+GbYeq0jK5rPXH5pbZf//08hY/9tLH+2gHVojqwELMaUczopkgpb/2sPQFoGoWkDK3aqj3
fs+jXPprpWX1ZRaPRbTv75eXLguuWwKLx0aWeUoS2X6Zur6S8DGq1dfXmPNdR5tCLq4C4awUdMwa
Img5mK+TrZdV+1Ri2Lk8P2Rp7BYadJdeoMCuSTG343Dp3V4QOjdW77BjabtFa85QoAbeWh+Nkfac
0Qjjlntpp8D1GdvmDN78npTmPpXGt0nRdAZOf08uS4PGOKiRH2yWueVheeGy3nX2xyaXhcvTy4rX
1y3LPJmMgTzKCPf0wfySE5h/dGMZuJNXHfCeM6JCL2MTqEjqWNK8LR3G5UGpB4hkP4C3UgqpDSU4
cTwLKX1mMKuU4rfZJLrxWN5ManlhqDtikZ8ppAt4W9eOyM7H3XeLeP7cy9T1YenZZXM2Y05T8zvf
eqoodTppCQcKK9IzpayE6wQc9KAqlQ2urmHv+TwkpF2sw0m6hOkw34bN7VOv8y7Ul+9q8sCdYh5Q
I6BX4HWVobvMplVpqw2fQu7aCOUGkYmR3JN0EZoShu4uah19bgAXc9/PqEpr41vtuqEGgY7uSVO6
d8Vsgfjgl8Sf2RYHsv1ix7IarhCi4q0pITx4ienoRStuFwS1hbFur82D9GWqNivaOPS3F66tGVYB
lTKQdAuCd2lA1YWJVX+ZvC4MO/GMK2paf/ed5p9RoPFzvc4uU9UIW1tJ8bLOP6TlIQ6qemNk0g6u
2wj3TRfFveCfS7ERNnqlU2LizgoRVYozU/cJWRIgTWVVeytbXf99ICrzX+56+C1Ty7IyqQgr6gDM
43E/gMdINlcDBlaGfg4Z/6chY5kqAQDzZlY1btEkugI6jn1cGPNfWCk44WUBZo1lPjB5aijBRcY9
KplMNRp1VXttSRU8wyps9ghNaHyRDLBMNoQ7tjW5JNO09sBh7hFv4o0pRIpbtFTMIEPhmUvm90PZ
7tSeNqI+3xc1VW3uca2CqQdJTuFMoatH2hspWP4ar08wUBpzsCtCQ+vCrTTe1bTYHjCiQTWtH4Y3
UoNAkxCVEVJfe0q2wlcebHzFXeoEqIqc+HdIPOZt2G0K/4WiVTG4FWEL7cvql1LcUNUCGyATSxWs
OrqeqFvClVyvNB8bqbEFcRFON754K5Htrv5uvfeOJKrUiSAygvOmiQcp6Qm7D90hMSDSiuhNMA17
cziARU78NYiXyHL1/AXwTzp9yjLNjt4ugj0Ef83fUcICPBpjsoxxnXfrXn3U1a2q7RTl0PnPxiec
oVF7BOWYt6tK2lbRKdefAmVTJkcvWHGvSg9EjY8LbW9XiFtS5upmBctPDTbTZE8zAJWKOV+nDOqV
E47KboUkFjowsgUq/0SofA20ZgwZ11f7Al0fRghb9Ioz9Og0W6M2FNrjaN5nyaZvn1Ma161/WzS/
dfLn9+bBiN2ysM1uo4X7aAZ2EuC3C9DTmeaWW+0m3fsxRkAucY4n3vgdN3PbOnU8c6u891QOwbfN
tqB4J8fHtN5Rus/FG+qFIOICvl/lEipPFMbSW2QYqExra0NQS/Mlkz78Uj2Zwn4Qt8oXjiSJ8dpZ
OqW1KyQISFZ6sAo9O7fAYzjdU3QYrFV/9kNXeiTL11VMDORO7K3xGcTNbtR3AxQKur8EgVefqLcI
hfHzE2nMUrjNMZJMR1P+iOihG/sJSlA9HUXrLhfcXN+QqTi7RY3buCUScd9N/C5wxJO7jcUz95/U
+oR+azqQZ8b3jUdO9DfEyCW6LXyBkjU0aFuuwGE6BHuAgL6ywgOndoSLHrQvfrOq9juYVsHgljIt
mb30lVd3Wbwr5irY/IXxPQkEY3houlJXNrZw+SJhlabODGShxk0H8Q1lF4aOEMgoTM7GEfDnWlSJ
UWehd8Me6hjmQWy20uCKx+JeE7hlvVjJfhK3auDWADWozVATXhv5IZlWBHVUzdHop7kjScUoIcfz
ONEqXg1vw2OAGmg78+q0u0be9QHJEd1Ra9ZjtB42fEyfW1x4pYij+4mWlC19Rm+6wK4OdMQ2MjxN
+b5PMVGtxYtMLKzwKman0DiHL9iqlWmjd5htGIE76aul7Gt+Cv4mlW4LvJQirA+0QjhL6BbfVtFO
DCEKB66krundwYOi/tj3B9l3Ow17pF3Fe6al0aHJ2LbAVY9RRbznJobcGEmX1qSA6VbRluTtaXT0
37R6rEeC8XB73tAgRbiI8pHsMw8oOund6rp/peKrwy8c7TaDgkVXyclfgBOgwWgLW9FdEUUGPDJh
E9EKSVy+8xsOZuNk3SgHGpPbvF5hZuM6brY2FT5AAbZPB5Sce8JEBDTGiJwfuXGiVlMc2hdNecH8
bIA73bb38m9PWcXVll2bW6oEr0PerIoN++ThBkyPMu5uMuMc/7EgecBRw41iHRIi42F+Yuh6yBCF
otzmVCz1x462jLgOPtrwZrLclgbVezKHiDaiPQqbOrzpEA0hJoBb8Jg9pyfqhWf1Iqya6T4I17hd
5fJNUc6B57bgqfBr0YgSI7cr4SWfJMre6qnyDj6CgeJxhGmPWlyATHDXBfaAvOwOiaOkbqHTVWjv
km1zaz1TcrZ+5U/kbKnbYUtz5oH2YKHu/LuJXrA9IRV8tmpCazd4h3r0miYxIniF3ehFxKc2rUIQ
bZ21rYkrLECs4+x24zm6yKb3GRwL4aJhnZgu6gSn/q7nprR+J1C5qbgwIH+CWskfGUGkjUXSB0pM
5yN/uLTBZZz2Jv0OkrIpArfJytA3WUvYJ9ym107l9qGeKEM9p0hAyBKX/TOJuY7IjLjGuCzCdDXv
RbIFSQD0yE3adpxZQkqEblhS+z5KwCbjDd8QLTCssNRxQzLqTGxzQKDorxMlgc3W7n6b7+zlOXgJ
1QNbjw/c0AQ4qTob+HVwoWOy6e/zGqSYS0UUWVPSYuneJC6RsiU95A8JG+omqDZx615EtA+Ovsda
a0dr9KyV+4vKWPFcjK5+G6+qnXoHAHxaI1c7jLc6Etk3b9tQ19YcY8WRZsCJdMTfM5Tvyb9A3xIf
jJs+WrHnNJFRBj8PdLe9LRpe/1G9NX8XWyAUp8/quRVs7SZqbPidledQZxM4YpkRVgR22tp9jczB
29IbtTHZOqTXr7X7X/ZnsWp/1Wvd3QUIw2+VG6yytyMnBQYAjyr9OVI9n6NntLUS8YPPKGg8BwBd
qpL5svIuCHX5N0hOrAoQre52JHLGGyV3vVvPWCF/QDqCx4GQWQ3UBXVa4HWI4ly8jyQeNDDX+9Uu
4YgLwM84+Vu9Kc64UVtbFDd+fc/tUm5n3uT48N5X4V51O4emo6w5IPW67Ab1Fbgxyf2wbGqKWzKZ
WoK5n3cqcclv0GyU47jyt8hF6xvhl/gEYJz2ef3u8zMgXudO26Z34qO/j08W4A4UGjoe9ZuOpKzH
HJyqnW7CO/NV4M6QM+5zCrg+d6YPWMX+Ckw5OIMg38G19Z3AZNjmsIzIMje8Q9Wn0bnha38my4Xj
jAXio3TB9d89yE/1TeZm6+5WO2I17G6JvXVg7k/2urUclS/N0Y7Ksb7pbqudt3nDUz0dp2N5o6xh
MPtbgVkrWJ34edNAjxHFHVGgV5cGin1nrycGCGP2wBogQW3udI7aOnhFsUvj7n1cmXtv/1a/o669
GQAe2+aG0cdR3mfHAJDvGlC6A+hhlbiWjX7Ujk6eQ6vezdz8lKyttexEt81ON53iEt8UF+ElvMfK
/B5dLDu6GLb4VT71K8KpbfLrAbm/+s8z2MG1LiRy67hkI5fHFOuuK625ajxzJuPQ4RtW+V2JnGU5
YlE2cA7vb6f76mgSHLFD77/VXOOoXQoXlZOTbazbzAnXxqvAa4mAPeloMV7pPDmDLTicoUR69bb+
KihbLOpcXF5TPtXG3zAo2SUHDoen6NIc+6/4xtx0x/I9YdRD5etF/HpJb5BarLyv4DX7nW5FvgnO
MdpBO5BMLIAasDl/PrSnTHbW7Zv4GAJTd6D3cVjxowrti/hJHrLgIGoaHyW7HuyL9dG+wU0ElXco
79Kt+a4+Vq8jRnpuRhz1vXqNfhFHeAP7d3iID/FBfkRYdFveqY9IZBy+1I184tFBP8MbwJRwOPus
IV4gU7K1o7HVnXwfvMwH3VZ4HuA2ol3inraxyzdcE+0JEwULBzu9k7bZmUvivvzkWM0fk8zeTYdo
XT/SX+Yc0zzn8So/cXWKP5fjvnmOzqAm+H/gV+QOB7RdaoTOAPIEHmonzNFs2Gi0+D2Hn6jjm2ee
48eEkEKXDib3KHw1UPS4YPE10eXkmvExfUQPgofFwvF61ENrqA7quNFEu4FC/yh8iCfOywjU18MO
oTy/llt972+H3cAfZLwZflevEEpqW1lzvGeXniH5Lx8RlJM/CedpLa39LSrmNpK2NZHjT73yEm/E
nb8LdwMOa1QCa8QDe+GknJo8XBn36efI0A4RjvUbuUwJtAYJgUVW2zOKcnSXwd14T+v7PB3b8Q7B
4YEhhTbE/FbE19yxVt3Wu/0M73q+6gHBCr1hFxeXv4/O4d30PCwnwOUsAbGAkwrhAvVj/unbfPt8
cu2j5YWljeYr5/zBZfCjP+mcCJ6aXeYOO6gM5ntzLvfWB6I3QXD6eyt2zHemqtfgRTt2Z32Y93o6
+pFT33ekElQOf/fuwXgWH6szzdh42qR38/jgTfoo39jFiHBZ0ICf3Xicnrkgdh8Tf8bIFsCxmPOJ
jSFCf6o5LY0rwQZNOO7H1Ue3ZYTHvea9coPTx6az7AQOmuwz51Iuk28TQYjjpn5MwBfbybk/8b3G
W9T3K+HQguQ6y3tE5DZDIEd6E3dJZetHa2VCgLERSNINXhF0vgVF6uob6yxuxJt829C6v/jP1bpw
R+pVNtLB+snfftDEX2kblLfedrjTj3AFueBFZ/Z7KFcSJ0nRGdbcjT2XXHE+jN/Ta9M72m/pVTtj
zHKjtXUDseyg75pDQEjGvRytemOF44FLmnzLcJA6DAftI7o5Ts/VrncqVziQXbEpN4xQ2fLmFkfG
PWOKHkMUn97fd4d8M23bz47zxJaEJ6d0pG20jh7Cu/gOP/q6v1+DYpKe565ZTEvKlR/pdtZ3/Ga9
J2qL/AHVTyV0s3AlPo3v43txW13i+/SmOWacBY1f1jm4GA/SGSXXtCO1ZZPemHfiKnKj14/IFe4h
JvNzVrbzf7PirbfDytGf5PfkVtBW8OH7ZEsOQwMv5IU0JAUhLUMoRwjtFzM4caURn4BAm82acfFe
38crWOOUd3fcL9xFa0jaNFAyW36kAYjIz7fzfjdc/D2pq5ObRWvZXE3GpzhCHfTvYn3krzjzlS/N
hewBf69zHGGnueT31jM78YGJ0W4jRE9LFl7cMbDCO6xwb8T90VJ2I4ORY2v2bVzNG/BryMyTdWoF
NA/MvxXPV+H6dzXKlNp13kd33IVQf1pU/MvDUom6zi5T/tjj1OoBZC9VqGV/aMbuUeEUSGSkhxit
xC7wezxzfbFTit6RmhqNbc9YsENxLLxhDiEvoYOn3a3KDivOSK4ioXF8R+x+KPRbyZijHEX/LFOT
31SJzw3w/DBzOERB3y1i/kXCv0zVtVJtoVq48kCtv47mqr40KwcoAEFqXSZBaCAdCHpOl0md77IA
ykhoUsE0H32zSmegOhWSLLvHfaPR759TzdEutftRKW8rldrgEpklzYuGPuj2wZx10Izxh9ToVF9m
CXjAiLogQHadD8M8KE+RbiaIbHWGQSV6BapadATESDQcLQZs1Xjwxocpv5HnbrteCmdqtNvKrxBH
CeyT4iuVreXPQ2fgiY5HzH6z4gE/HB9wmWwHnZJGqIL/Wrp1S40XJEuBOYIHY2nW9XiVUs+HVjSr
Lq7+kj+sJYWAE7sKUCNDraWkMjtKmlKr9t38cLWaiAWFq67nDmypgy4PhSCUpHwuCgbPu2sQX66X
uux3rVaekPh9x3v2AUoMECHAfQw8HMNcKR//nsLLQe1zXrY8/DG7rLe8LBYKGhtpNr5JZk6hu/6M
xfpTRBZNb5UTQEz0riBynYHxe5Aa9BBWdYNJks81UKQkalCs9qWkDJsoh7rt7fqW3F+5VTgTqXxx
0KhQltR09pap2MRwm5HHhULzNhcRupJ+SJUxLVujO0hKe4abJ607QS/3k4yVoaSqTo1UfzJks919
zy1PWKJpQMOjZv9j4fK67/llshsI8YSPAiuWEjMnfLki6q3xEbvbtYahjFHfPL0sXh4yepX7Jc7s
Ont9tiRscCi7ZLOsdl3+vRWlnQNlr0/pfXZnIqdfQwwiLkEMJQffvXYKLbqgkCtGyFRUNr0BT0sj
UU73co5tQe3klSUNr3miVZvcUnfX55Ypf1bsgK1lv5cXKHpZi4jB2MDyUCKbIp2thnaXF52MoZ31
lxdRvSakV1raiPPq2HpZ83tT16Xf88sLlpcuG42MmMvwMnnd3veay8Lry6+v+d78n6sPmp9BAe4e
/njJ8oa9gUge9GXuXDdzXe/PPfsx/y/37PrWpRaDSLciOs/z97Zs8sfe//h035PLK73rd/zjnb4n
lxW+P6DVcp+pJ7MXev6mlz35t9/J8s5GHf7zj/fjna+f848Ps2z2v+zB9S2mt6lRH2nTvS6Jc9dM
uAlh8v6PZX/M/qtV6AFQ1/pjM9LStLquvkxd11k2+x1wd13n+vS/Wvbn2yyb+GOz3+sYynTf0G9b
t3PTxlwasD4i501ZR/tm7mu28/V2efaPWWPpcGL9y75XNJeu6rL69+Syfk6tScb/tvlXm1jWWB6u
m/l+l+ve/NvX/bFj/3Yzy3rXd1q2d12G/y9Y/eecmf9BkiEJRc9/pxj6v1X8ntXv9U/V0Pdr/hIN
mRYkGE01DBl3sMwR/AMSo/4DQoyl67JqIIbULPREf4mGFB1IjAlVRpoRLuQc8Kq/uMiK8g9Rklgb
KhLcZlM2/yPRkCTzeX5CYiSJzc0aJEOSNBwn+gyR+fV+H2b+DGb632VYymqBsH6nwcrHjqIyfk1B
wYTaU6JCUGllzKi9rv5SprVRQ3aU9B3cgFdjKMVVyyBy6+vjg6mnr7WV4DGZTDp1OZAoSfAZPSsn
xO/hjkvhQNUvRAtMapHpn1pxHFaRjHcw8izVpncPBzcaNpYQrQKVYNA5GAHWpj3i/zm5gRkNayEV
5kImoDdZVhixe4pTxNKHSbkvEuujmIWUYVOsTI0RaSjvKWxiTf6KO+Jc0PY4vawyRoiCc6KRLFwj
Jc7aBH8KuCcEgKIG/Q0KpaTiLkTtRVpOcEvOoMxdG/LQ9G1XFcFjUUz6wSwJYGlLlNPdpN6kZj7d
RhC13Lim6V7fBXrfHAVz7uUYAC/yPCYqJUHgHke7MI/gEFBHDnuk7EBfhrOWny2GQWuyTqKVJaaS
I6sIoNUUY4Hf5p+ZZnx6hpKAm8xfLKSGdspA90B7ZJyQ/AZIjqkRU8u9kbq63+U0zCwPSkFVn+qO
Kq0cKRsjGp/6VH4gC1xxszR4tiaIpUMTk9dBsBF/1qZaT/2XlwznpvJuE6Iy3VKMxY3a0aIJu4Jb
Q8xzcUvteOYQa2TnnZFikTyI5LtvZbjLqvTs5XG4ajJcfx7tM494gIqokbWn4fcohXytWkSq5L12
0iSTIh+tLsvcd7lCiFFAs5m2GLc8KBw3EtRaW8xK3TVHXEHkdV0KLQNxOnuywj53fb2ItlOfveVi
TNG62iE9f6tMWqxlak03noAUsm6IE52sKtxhPcIGSWkhgjGHLDVxJzF7KwUAAIX/SAKjgY1L9rNf
eD7RiQ73FHdI2Ym2LUITm4yXt8DMRQdtgwPihDAoUToz5qQ1CEOx0c0XsdLadVJ18aqxpN/4cB6t
euVZxaVKTBQLScrnkox3dYheVZPbRtxn1DK0/B3VOz2cPs4wFVIDwmtobFNfPqX5GM8uVzCxxOMw
XF7JMeUPo6HgNZTqq1iEn5Nc0dODao6dnO4SCCTYrmmSFAx0SaGKRghEPRn0nYxbIPZuBfwEKysd
X7iJ2CJZpWdKWghmLYwDvnVvpN1WET7hxYn39aD96sJEBdfhb6NsDjwMcDYlIyIVeOQ1TKYk6JTV
Ux5BVs7Ya1r/dJZErEFDq9+CIXL63JGglqImwN9Skv3YoXMj9TGnaB78iiVgSiotZ/6SZN3Lypsa
QdzpsF/QNMPMXgAtmFm4lebxR23ISuTuTu+7jT51BFW2xFu0dBd0CqoDP+gA21QhqgxgDSeoGmwk
vm0VFJtEQJb9ic+U9/FJCs37iF8c2OqjFso4no3IljXA05mFKXboWldJeoImERQJprDrEuNOFayV
6vfOWLbRdlAxYg717N6tKNKI6S+5AyuMs/S2NEgqGpPw4gtBN9PET75FVZ+QONlNgTZRAQRv02f9
Fzwf6rdJ+Qr2EmgiOdZCFSHVVt+ALQU3akU9/LXUuVGl8aTvVeQvShO22xDCtI2R6As+DLfxyUCH
7N4scGLFpHc/qDKIBuN3kkXmmgAXdRWmCT8dKDOEDAUr0SfhhiybXeqRiIa9HXSG/7JY77kGcJir
pmkDXdXoRxuvfTYSowF2nh9lvyOkDvunp5wiE3J1umDGOUCVbjj5Ms6msbBQKBPcvDWCHNH0RAVL
7yQcRSqFozQc3npCR11RQ9MiGB9qeKq0CotXT0ubCu1kkHOY1wlJHcTPbPirDdaUrNM2In6jTAgR
plTHjUQFaT4StiamTqkWrV2EKizgp4JGAqRuNQjhsZl7sZx9tnECbCP5nQ9G7Pg9tyW+eSuHOk2G
RBShdMqmUyYUpgtiaAXdMg9t79/LDW37OiYjN/IIpNVcssJPhFVOrsLomR45AOtC0vcG/GkbcHsC
YIsjI6fN4NWnwIRtOYlQQMykIqdNiYRNM2LFtVSVAzoQHCnIie3quU1vyvTJ0zKRixm23IBkRQhY
9HI7ndb/FMm0+HgHrIxrOZWF90FK5C3qcS6xInlHVpOdu6F4DUPDPFp9czPgzgNuOrwIbSLuhvZF
aLKa/BsxB0cgOFglJ0woAcmsEt2+MD5XPtgVTgaclDNFcUK532j4/wl65Ixn2Xk1xDSqK6q+1dC4
iaI9mcgVSrwOVH0qmqZEvLqSBvgo8vJiHY4msI32JoFHt+lRHLs9lDGgQPF7EfaPUU5A2YS6A/00
jsnQdwjS7BRIUH5E0hycvHWTza2MbmuO7QA6qDxn3ZSsNItcYkAF5LmfQDFxRdTDvWcq2yrjAaAZ
xrU+JK0MUbIeEKNgrn2NkibxuaKqKLZZdEfo2+xq6/OXnegEyYoGtZLTruFxVe00ErY6Gm1cgTqw
5U+lyeVF98htKyZWLCbQY12cShCe91k8PsSZfNYb9lHgRAK5IqQg0tGvE5rqhGsB4bU33o2p/uaX
3kxY7ndTKFkHDWfokM82fRGXb8UPOaezK0GCPXmRfgzB9R1xZtNiz7cFoHS3p7s7piRJyYfMM2gX
FeqXpcyJD+M6D4L6MSgrJCGUMhMKlAMhY+ApLHBbQkDhraOLfqgzUFepNignb1K2UtjqO5NRk5nz
hYYtltrJ+7Sa5zTS8J5oUOjhStOeVBxvSNKdFPfEkBrjrXZuRw68WCrfdDHGDdFzge5BNBmczOCK
FSRjp/C3WwJlZA44Qm0rzi3qR8UP0U3E9qUT8toZk2Kjt4nuTjBim7cxV1NwT+ZtzujtkKRjDSVA
9Q9abL1JUQkbB0YSv9z4EgmChV2Eq3bre8BFyHFEToS5wVO7leGTNqCkWKgFRdwEanEypCFizUsZ
d8FaTD/lkt5hNGqbvKt3Xp+8q3EKIQ3PsJ3Fvsj5iJNVHdbRlvy9HSr7OxnPNGQuRoKhOj6PoVIC
cSKdNJuwWyAcFOxMHAYGOjV+cGQsEeRD9GSS53iBGbsy2ZLYh4fd1GvhKmpomqq5tzMNzJdgsxgz
Qf7cMQqE426iLeKvHo8Ch6gC1K+DTGYhPT8WNfFkDfk2bhXEsut7uPiItgVRXpByqQTvSRz0TpxX
62Qyb7guDStw7yPJ13rDEckBmmTeXIHXp/bSQX3GW97TcTJWXhAZNJVxHaq+/KIZpExnuoYmkNbZ
MuaKhdClUMxXHdUctd6+FmikEL0oadAZUlM/Ek4S7SA4oZAUS0z0hGKugD4gtEJKE2mU9iEdqACG
VoIXnK0eQJ7SjOxSKd5PSbFtvAodiIJ0d5Low9SAKfgjVDUQB0l5rttm3ElRUayjzIPRptB6lHrD
BTZluH1rdduk0Taapck4WyE0pINurUbkgTtdFcFxkxcS8svGIjbXlLuTMRlvUlp+tB6hc1Xmf4RT
u5I7HOh4m7LNEJOcjjn6MLY+3DBuOUiO776kGs+9n+HholRP26039JVaBvOwTWW4yVDTU4fXLu+V
m/6rV4r3MdDXZa6cUlknMySB+B60KHDMbNvGjeqqgLWKJEQONcCkLmcwJ3xy3EJ1FRXrui+MnUzV
lpuhFplTMN0DHx5cEgRpdBj5XquHS9wVLYKEcm67q+C8BxMiZl0CphKpjepGfF/nnN41IXogj1tz
owa4uAX3bY28+j0UxXPGYGW+GsKvs5wwsTAM6aXoZDvjt2n4K5BMKEXojqHVdGOzF3c6zok8/T0F
Fs3ADpcx9NIDd67iBRqoFhZgRwicDvP6F2OlN0Z62YDAM8/JgLB0GkexCP1rbOtVAxVMx3YPC9qH
CqbnNNUEjTq+XhLk2+VrDmsv7agsc9viGuGIuQQjuNTqp5ZiFNQR79ekI74Yuea0RqYgUUHHADwk
aUxhhkbndEqJWTZAfympMwZk7qZJc1bpEWpTZ3KKAzIC+OkQ8wPcVYp8DlpNc/yoeSYAA2ZaF72l
NdzDSChOCmJs2rlo5DB1YQxo+0PEhfGuHaOTEFjtDqQ7h4fZv4otUZxKNW2rQvkCL/rQlZxKdelk
QopDUISQM8pRvMXi2a/XYmg0BCPXx0wvuI2pEBv2oFi6sTp6obcTYjHcmKXy5MPxsMu2zzdU+US0
0o8Td2F00g+6fO58xhK+KO+VbNDRjBAMN9KU9jXhl4JmEjIlyh386XWcFsAXan+tep4Lon4Th8JH
1GMIoxbgUzvkCqcpjEm42ZHw7wbBWhbpc5FADqd+DICRU6Cvy//H3XntRo50WfeJOKA3t0qrdPJS
STeESt1F702QfPpZEerurGl8/w/M7QACwcxkUulIRpyz99pUjBnUcj03YhQ1DMTgYGZrv2vIvisz
i9kqnlUup79837vEgChSIw52RGcg0J2D98Q23ww97J8CT3vUy4ppfw0eEytPGr14Jd9cBltuSxMH
cwVzk+bRrpnNB8uIWIG0lXVUY5rX608jA7HqJlmwdTtGWSlJdKmNfDSvsmeytWEJBu2eUIBn/P7N
TU34Jl47e9Cf09RCGUD/sRnaahsbMbq2hB5EsQyrwG9e5xno+zz39SZKnJ9a57zUNOzWnfkjcAp4
PykKdTmMsoy1EyPuhUSEXLSuZgLw3PWY00PMIpAn3WzdxI69tTKQmGP13ncIAKqE5EpTfAgMWseK
U0FS+j4aP/PJn6ZVrtuY1IvdqJvkM7o0ZFv9XofIAC4SXR8oyMnps00AYA/XwBd5zm+p3zgn6jzn
RZv9G66Xk/Er0NqPaAgPfq9v7RYIHfEYCQV/sTELvOWhMZxwrs9wOjmGY2FzDcmMm8HE7bhEXFF8
LlFRd19mHwJf9MkUXb1aRHrxdEH6xy9T0NqsxAIPdSBFz8HC4AjhwJjCSu4C1VtCMSIc87alOxmb
IkppYFcXzxXhQ4h8Jfam9pCZtMQaQ7vRBv8M+33D7A01qmZyhPr+IyHS4Z4q5IpQvZr6gAyznAeB
IttdV3l/6m3ojPFAjaqLy63n68+maKDkWstb4W0rLUPDk3JyqULjnBW9ue8Z8bipga5QaFxHIx/k
kF9fCP7NuKAyb7Ly8mw4mr3r/dngfKq/git5aYlQuiGow238ZQth+UtU6C5II6xnuzkJn5HD0PWo
cahqOWZ0LuriedQ5RSXIQ/Rx4Ngs0ieIlESixpRlVmkePeUUi5mLzee+oTTU1zOB17puPpJC+iMz
IdwYMQrGtBSfi7MTXVrfwnT+4SJxP4Omf0qW+HmBmc43yglM9gwVSq0jJeEvWJ66nRZ/ZINf3WIv
hQWhLSB8sFuohYF1zeWY26lbqnfcgATb+Ta5FMSBz4Wn34ZSkG/mi7YNB/2ORGOK8sVw2xW2cRsq
iwypZXjU5arI/V1P7Q3re8KZLBv2ajKJlSIgzB5eQgzN8SGmjzcDCCktiDaxgRQwMuP7zjNfhw4b
ce2P5Z4ca2bHIAp6zshfQrt3Y2f4KfL6tskDQnc7pzx2rMFPQgGFHRitLyZfXhmKMK3J+Tyj9sv1
pltXWyhYODC2fMPZ8EmXG6PA02OY2Z08XPE+ZUg9nnQPyoGOV9gKvbMmXMaQ8FPp7dUAFomBGoyE
KR3y8a6fH0PMzQxONiNsk0fNab44FRFfb7lngF8AqvMPV4hLFWliXWkQeLPoYnrHNrFfhOVnuyXB
/lvB9CkIDy1qv9jEgbmsdP0jobnNmwCInOaYeGfffITDb67pEb9zeTgaOrbzNO0AlS0LpEEH7X3J
iE7L7F1bG8HaQ8Ob9e57UJs/6qB4bOoavVA9fg1T0KBUPCYVCCzbNYYdZvIZRAZJO1bOaWWpSRZw
1xk/Wv1+CNqzMY/ozSuo2D6HkFka9U3ddBdv1q29k5dPC7rvtH4YHS3bVX2vUWYdfxRWvPIsLGWi
KLKDAFRDtgB6GWvblvEq82S30wcnu4vy7Eg54WJbkKdnrdkqDJwILCilhGGsgeT9Be0z5Zqy4ShI
nLpJqg8OGDjV9A3xVUITGzemr33VRY58Y4nuOn5KO3UrbIqXrvB/wrkYVk2Xd+slL1FvSzaI8hDZ
um9ykkEILHM2qoSMih5jNtKDMkBll5MSbk3ND0sqEMQSoEBQuoQxX+Z1Z6OAU69cm6CjJAtzP8XU
VC8VsgudfU/EWEQjaxeN2Qf81oc2ZcivGvpq8VurX902+KL01I1v1UtUi7mER/39klNzb1NOv62Y
GfVWGmAZWyvpRBrI3ug4gZRqw/YcdZCxVokEKzLbbG57/00djJZHRQvv114BNNXeCSn5e+/yf1tZ
QoE08ovh2PBPcq0sduodO0p+oD4HdbuMg3brmfOjYw0/g9E8DjHlE9Hx7TpDuwvjBlG2LW1o02Iz
nGI+hj+PV8RkDOaEHaDpT7J+p0mBgHql6iyiblYt7gdfzpvafwCRrZX/aLhacYmhkR5gzhrcUTpg
7H5fhtXG9zj9EkfHsNEcHvoutLeTI+2Yk+L/KeeVFgTltimDRyV3GWd7H9fVuGMMxjmhCIJ6H6cL
ZSlalnMxaTvL7VqBTFsnnSu0j0ZLgNc4xQJ6iMQ2kisIRZ909AJgV8aF/m+v1xKB4XXyBe3yPzE1
YLtXhFCZ8CFsV19RXJzrvRxhqPNvJpESQdld+ll9hTUl/yZgNJrFzUGhENWaWqhfnJ5ovxZ9KjZz
iXGWygoFZqQ74M5wFV8Xpgv1lHG6t1I2tUHZ1lKpIAp4svTjeWsVtFMl6BrLroR+QA7ywU+w9lS3
tfQhTrVD+ipoiSJ3Lj6Vgq0+D+NBLSyvrTaOdJF6kkBiQU3jN2/hQUgDkneqsIuod3O2gSmZdAzV
mVxVqyEPd9mUJmRnMZMEw0oYjjT0XV19ai1GOLPviSLSoJv9JZJR2hu1WORP42twB66yhrRJRjUo
isF90cu0v1XftynNtGpNypN8U/vSRoepoJv8bEQwn5jqwZ+ysfs6UdruIn15mUzHWztJcTdrvnXW
5aIhjnLQzHnbdfGr7jClm/z5r8eMVts5qevfelPlnHLJCVo0feNj11sXVCROrk+lK0/cndqgFFN3
hC57ox4zCnHq3PCXsJFEWI22s1uEhHqGEtsU0WgDfGphnnGg4Wsoi8toW3syO7s92UpbmuG4drXQ
ic+NQw3CmQZsS5l8V1W9pnr1RG2BCm7LIMmUL1pv6XHV2iLTEXXzHE9MS7WRm5jvfwaEFjWpNZx6
zz6O5H1h9z8PwMLXnPrLczj/qgYjPrlmRw2JgtvNEs/ZbYLfxY9wfqQ9s2chZpuMt84k9nlqzPPY
Dt6aljZMxyw/xVmDSLDRMlyd+bZnigVRXntvIo/ZFKYsrSqOfljizxvaEOPL5Dzo0KdvjKn4AJ2Y
rx09/zE0i9jAbkQ+IfyvpC3ui6ySvswx3Q0NY2z9lPg1Dig3OYFtwPUSxHyYc+2sXaNLmZ7EEX1N
4k5gA1nF8brwJtNFX7cY6zI8mSOOotgPHijc4iHDjZsfC6w/1bD0jEGicTUkXOr8vlo7M3oksgDN
g1qz0eJrICAQvOUFmh8//154PkXOwGFwNnh/TrOXrGGgbJIAgwXUYKKNbMs4qLVG3lRr1wfijvQj
ciJIPKVjulIPEBzN6K92ivV1O7UXtbFtJK8d9XXSwyAxj7aJOaNKoTGq1cAztP2MXSvXHOK99JW6
97poReV9P6ls0bNXToG5bbQYok3eoexx9fiLvJJQJ4ero/s468xsK8gLa8MZQPbC2YYfp2h0cItt
/5PiCgDHEbBNIXaBCONjPXPEBLW14VLA99IdnMjSDjoXztuas6qYSfcqNDunKA+zm1R2cTRm/G2p
mNZdwWDSCMWtbXJe67Ws2jqcBW4sx/hyYp3Du3uTICyqK6vK7X9YFQBpS6o7q+45yZjjIgF7E5kv
eS14SziqKLcOlzKM/8hrcMxoauKVJWpaby0WT/ArsoZ5sLL8wxDndBbUMaikjS5MKU2mh+pNs7H4
yPK2+wo8et4+iPbJek6DH/ZMYTxxCOro7fmFSzYuqABZ/CyodFXtk+fT+PJdNKpwwjZ9Ab2GMOAm
Tp5jHTsixQwHVyWg96p4y3G0hhbpTqU1cJHljOdA9Ou6mk/BodxWpvcIUw5hHssOW/w8Fh8JOQOc
1+6sWcMSoBeknmjoGovwJezlwV5BTs03nAdr/PET1aGGwcKCUQbdJfCksr74lLWNFlVtGI6SRtgf
ZVlWjvoBnf/ytJrmF1r8Jr2HWuNgKuRSuuT9T64MYuubd7k2Hejj30/VtBNp/KOZ6bEF+XNP45Qf
Fu0s96YV5XPrSbZ/kkUwOPkFcKbckfuKKDaampUVpoirqXRQXSynls+oT3ZdXVExRsYNERnOHFA0
iv03jumUN0s9X4rMpLH/3GEuX4NTu184AXIEy/goDmCz6SneLvoZkPZ7b1CmTJpN1RS3kz/x+SSf
NZ0Ar4hxQTaXvKKbo91rZo2rnZY3zjMCL/oBvX4flhdQLzcG6Nl4Cv4YvfLShCkthTH5RLiBqWcz
1BZm1uQBomK2yjprQwBvBKbVOmrkCILdxwcEYI3UNGJjSJaCPK+vq1S7sQPU3rZ5ohAIysrXzyIc
d4MAjmHpG7oQJ8rntjld8l+aOe6Tjm/VAV9bL2e/zNeZiI6dGb22rvFkuKfQc/5orUtWNBTCTCak
guIaDeTbZkKUNmsuxhiXiIZltIwjR7txVGtqMViReZx9zqVFnBIJZpTQhRhcZvYSbxEhvJkOBKXU
zUsq/XFMZz2+KeQpgJ5DwzE+6Du/Sx8G7N/Saq5km7rM/nOV/1zd7jqiawARct4we5BvRIGuJMdw
EHbDHI4zr4gy6z1m7AFVjog4pnNrS84zqVXwZZI60h5auTClMjgGucfRSRxHEnmXAVK64pShSW0P
5DQh6XVLif1lHq4Wnuc9dMWC4l45yxM5mJt9C+tsN/10Fz3FEMokRuFRxrHe+6E37+I6lHKC6uY3
UMt0lyJUPlBxrQ+GXExqhFboWBQAOMLMaVKkJ7jQ05RjpYyJeG5sg8thyTGcGe100FydL54GHfl6
5M+U6O45BUNGjB1wlcGSJDdi0ks6ugDbIrnALdge9A8Fb+sXsgFK3kmpyUue2qgtaBjEGCtjM20P
neRwM1kD261Wp7QG1NVujCwHN+hHb9AWmE4UiRSmKojMRJLIYeCjgSyBKkPLPWs4TlL6ag4FpfiU
YarVoaIdbQADNMP+vl0a8HRF1O8C2CrwZf/596lco7FHp5tzi46Ot8hsmAwNoMtA4cvlfWpNLTSz
OlUc+oyPiItmqOLtJy/ehPnybtldz8y1fHVGMNhcCwxKcBSZqtKjSVdZ4U05DD90KIPYG2WzkOGv
O+AlpxQI/xppH4ENDk0g4nEOahEtHLARAb8lteGDWpB3ufFDLd336h12S1Wuc4Y8VAJSEKKRRhnL
SJNtUlsvucZpcTPlEz4fr8L33OqcpwcMEooeyFCX6UYCrb/rOKOy+jdSUPTB0/9pjZ0Jsgp92/8b
y3X5c/z843+EsP31lL/BXJK+ZRGd5hq2x0RKCun+BnOZxOf9RuLSiRSk1U7Emg5w6yqqcyBxOUT9
6QCJGZ4a/7vkNfR9/1NUByCMc4dLl9Ai18v0ZP7b76K6uLensaQbcI4prKYoKjZeiy8wCqrxJooH
dASa4GRQ6NAePodhYaiQxUBZGuHdIOp5CaF53oxONG1dLSS3x2w3qFxqjcp175IQ0LfYoCoTzrxm
TJ9GPG7jkPCMYQAWImzQDjoeiVFb9mRrlNgZPJIswnkTpCH+baO8D7vK2cHcoFDVnUfmi2bFHGhp
63lFNTKlMLYA3ogxM6T9E2eY5kS+7rNvRcauGYhuMVo9olc8guc2R+plmn4waqfaGsPUvVKJe6ZC
8NrmevVmBWJLj+IS+GFHvjBzJGsUmJu1FDW53dzFnhmi8Wtp9EfGl6cFcLVDjOYJXhTQqvaB7nFx
r/kSNYMAiSIAOg2XroOe5g8a3uk+K9p1aepvgyebDssxgB5QhVH9XlXdfaLP54Wz6lowjqCmJQ4+
5yO8QkyeJ315yMQ76qLhhp9Et2GmwZRmMR6DaOSSJJ/hRhg0fTdYVqZfJmvPITeCPjS01I5mUC/z
0tp0HFG73TtLQvxIVXQba2uIZGdQmkKDb/Nh17+GwTi0lQ6UsEcuFyXldiEMfRvYf7gaNcFODkxj
yz0ymwsveA2xFC7EYN0JvS82ZQY5uR9otJArZQfil9eJ98kpmr0WRpsoTbx1QB8+GSZvnaYJwJGU
IVJS5t0t4MAtHThqViUoT4/IbgwpqCSFScvExoVb6TSxiM0rOwRmPUD8cShSyiMRdaEelGm6WAPS
BgOAAuopplEyKSc4u2TN0DfPrE0eUbMYCbi4h0CYnPNshDLCZ1MtqYZTd13nBlPHSgaMipHjAHXH
LqrKDIOrmef3daMfQ5D3J+/JNwksibqqQBz3yyH/5NwY1U8S77Jdp5f0T1IqwbkfC+Ln9LfIJmGX
7pvNxxMeFz2gdCEgw2rAGcZxtC4WFT7Eb+0RGvK6WoT1ltX+lpHBPmkdapFGc5N7gXVMrbRYlSFU
f8MuZ3JmkK2iMqN/b/Gz7XUotIV+MeOp28WdWWxCYxrPZHXdCOoiuzgx29UIfHrtNhbRNhYtaIHB
M+xa/55XvfddCgSRyJ0N5VVigLLyDbRrdyL5rVx11rOVx8M7ISJPeVS+6Dr0qmrMyewDCr9epuM0
MqRrDQ3US9x6WyDNPnGtYnl1k4TOHckDn5oFs0XQp8+ZPW9qg3OIH457Q9NuM9vSL20CkzpExbL1
E4ZtXlHRoPYr2vm4Sj2ksrs8jDE6Fv4pts1iL09XJZFfxFpFEZx5PTfOve4PfzYDw29PD0+LX41b
qo/kJxvM7Dqdz2A2Y2Lrtb46J5pPRyCs3onnkgQHujzUQKiOdRmFLb+HMjG79nrRpvwuDLJu73r0
PZPazs9WDoxiKGnVRm03rh0yuDZO15nreIRx07gxvpK2hH2NnOFGNxxj147odNICGZkXhq99b6fP
AwbcqsGpiDeNuL7C9Q+VDpKCqOp73mc/W3wSJuF7yWguN1VanGLCmb4XeZqeSye87Tzin0q+co0i
wo0h+v4usKY/kd47TyjNbFQ5QM7reTwOJYNop68Pje5+zFpt7/yoIJTRqlapHTLWNwJ603LgqxaW
XBviTlDPkKvqtlorLZf+qqKVfT9OqibZLnLwrB6/3vzeUt3pqcG0eui3VfXQRK9v203GvdqF2kTd
/689DiQfMM81X/xP4vJqjGJYdALlQYml5ed7VZMeE3VbramN1OL6nEx5ddTDvnKaXB+6Pud6n3q2
egC7HyYWaWeZlTNI3fmfX4GmXpfa4Pvfqb38tvr9NPVfvlctJjoc7jnjdt7Bv3etbqt9/Mf3+r2L
f71P9ZxJmoUmaRu67ve6XYfPaJaGo9/ehXra9xtUG17/9fUz+ffmasPf3p16zm+v9Pofv5/52+7V
TpFGUWa8vsJaGrMcadFqlVtLPV8taGvg5lL7/+1FqIeuL7TGFVZLexinwPfIwTB2fUyTdrIsBNXb
WxlEhB4WWGuGzjmt4HlUaA2p7hMX3kz1QyHdbt5MHyet847MnlKS1dS914f61syJUdOoCbH19X61
5sgnqz1cH/3eS6ecdb/tka4EJnDY3lOTNUeBhVhnFpKMMpxIrRJzC9Ba3Z4TFItxmVDjud5Zhtl4
m1Vv35uoB9Tzwng2tpMu7kK8oJwHpHkwKoLK2IA75dSP3TDHd9hIK+IsrYhqrbWxJwLX71Z2n2NZ
pHuIgzEJwml3PURrdSqozYsprY8DHsgWvT7XDnxzjIHLW588zq4b//S6PzmT2/DZ5o9ceSoNOUdf
5GJW1ky5cKUr8z/dvG6nnsa3QYAVUmiaB8N+mmqK9Vh/bVqdiT79VO2fVllygyVmWmiJ97Bwn5iK
h+uEvslNLel8qo6v+kzqZjOBJnT7cj+L39LtdZkWF3hph9IQNYHqD6kFwReM0RTAvChG8CUVZC/Z
ewhks0E1INTNugfBOso+9+TGR7UQ+CxWmEhQO48GDm+uwLJpjOCXoZu/vhqhvYUyqgi9/ShLAapZ
oBYDDZbacMB6VHVF8F5oJTt3QssuuuQ4WwslPI3K1FT7azcPtX0+ZTeas5S3th140oKJ7nRwqwzZ
BkNHmnUtUC7DwsbbQWEgQg7jRqqvY2XjbU1g9cKADDA270btnltGJFzO+KrS6bEACn0bo0g1N1Zm
OzfoSkPyBN2QpJqNMy8G02S43gY1MJuijmcgFkll/UI1etSacJ11a1nV/rtJZUpHu6ETesC85aCa
OxSK/1oLJKibOcF5lHUr9R3wy276fTQ0sNTw3KzU5686PqL3DUrij6oTq9q2njZSnw9za482UuzU
a1DNp+/+r5CVhG9m4lIyNGCYp3znqlfjNKFfAASjTp5IPWAv7W2KUnldRHPsz9KbdBFaaWw9x0ZG
q9qGjhIj6OY87lO4cKrHef0BqrV/3TdTw4McCDsGZbC5DryKnki07RgFogYZ/06O++2268V4WijD
35SqOqKix64ISKWj+O6v1WjrgBiHa/VzUm9P/er+3Sz0w1s7Rmuh2o7qDau160Ld12eauaF9+kN1
SRUlgPljedB6kyKS/w+2k871eDP2SHrVUad+Qmrturj2frmaMFxN7b3yn1vSj37tr11vkovwLoic
XJWzft8rvLLqVX+vWvYUoFxFNKyCDv9lRP/Xzaqzt4UVhTtlRr/60NUaabMMh2QFLzL9ZsfP4uAL
a8LPIMw/e31uN8rJrxZInuvNFPJ9IUcL97ZdAk4aftVJhs5NWi3V56f6vGpN3Xe92efloTNbVCyO
7e4Gx92OGanB2mKZaF09kpIHckemmvZkKkx0vkQ5d7uZa556QzaHtIOSbi30sUNcJ+1KRmTma5Ng
FI4sanimZm9Tm9Izca/UCqn40VQC/GvDG5rNYZ1R3z9OVnqKkvRZiD7ZRF2db4yWWAD1YjF1REhr
5AldYh/Uu/g+CqjgjyXSyHwh4UOQ9kkGEYqUaCYWQf4Qeou8NjQDz6rnr754tXb9MXiNlR7sp3Iq
y1UbRoDl5dzIzjEWVBb2+tI5enKhMRnUGoprTkV9sVdXtUAkB4xyZRQEB2Sb/j7R4+0YD69EN2mg
zvJo3eTU3JoxplBvGuSmkw24A9eQHpGpDjuvqx+aTIPWsnhY35Kc5qVjV2scNQPETcIAoA4jZvCq
ctMR7LWPdXiedXdrpebAhIDAFnJSeJsShUxSMz1+ddtAv0hAKpdaGed1KEsdzpABPErVnFW5WRWa
PdNipjporxaivdIcL3khleNdcO+nxEH6bfss3J3FtHf1vXe74m6E/D6WJ/6vWCpr1einovSQV6ME
LOCx0MRmpONW66Kj6dXK63wnUJHEBoFaSW+cakMHOaLuU48uKVg3JM7P8cC5ZlmiFxRoIZ3UqDp2
BLbY2nyg22oc4Ux6CbubSjQHSTO+OLRYaQ2XxIzlPcyybCGQQb6wEoH2bshMoququ5a6wEZfaONo
v+KOnZID9gPtJyws0W+A85rbUXq0pDIIyDf2fLnAuxVRFNb/tDuORb8dcfTpT37YQJM4pAh9iN5h
odYG2aQLA6M/uDbKOm+88/wp3aQxYSgl55INdnBCiNUGHL23mYu/rQXUmxIgNOrheuwTnyypDomI
fG9xPXoApECSoLPl45OLsUDOgJUDeC0appt5IR+9fY20ntjLBH0Fchs+Hjd77WM338wZTCYLsfA5
7SnuWzTG/J6rg/p0CsXpJsuRFoeG1LoQAEqYbBYHteb7iRS3/XNnIB/RuvlYaHq8U/eb8uBSa9eF
2sy9PlfdVnvNkjLe1QZfoNznb9upVd10s43jEkSmnqvuK7BWJaWerUrni8SbYVPlOUFoVR+t7dnG
r+KkTzgQl3OwGNnj3Iag38Rj2gbaxjKhFbaeLKFp89YKLUB5eF+dOfgZieKVfhhWJClmQiLn4mIZ
waktjYtWs36LhnJX+MaGkgWYxBg5I6J4E9XWGKLjm46CkKevcILUJurgoypQ2lUzNaUQ/f3KRgp9
QyG1JRo7mw5iXLTHxYy/jHSHHN3+6CwfwFUkwjsvjtpzaAAELrNk/vRaImimyn0xqX3tKTENSBqc
8SPTjupxgfNuQ0E+P4zoQJ8aY3hxp2X6tGOEr0kRepcmqoFkdUOpSi6fsVk9lmaon6K8wh7TJQ6d
TCSpsh7z2ekICYbsswuyfDsswHJTErVf2ni5qL3yqfFTp097ljD0O4e6MHkE/DvE5O9xahdPom7p
8dtYL4uZNCsSixfoIbSR8Ka9NwaxcmXpDGCGguVVgIdVb2LuhbaCbW7h32iMe2Y/HBCM1+99l9Tl
bsblEOpt+IAXxDgOUzxTXePVLtQUlsDNfhRau6Ac6Y2dQTTWDyek4Chf1TDDeI1T1zwKNH8PDr6j
75drR/Tokj6x7sdoNk6lNcMvlbucPXs/To75OqOO2VdzFWyzrhfvRVx/PzOufKKgOss6kJqXPQ3j
9KH+lZ4n2KejcLoz58I6Q3MXK1u+BsxrFz/Xmxcqg9VtR2tma5BD/YkDTr138t3wHLYdanahDzTe
l0e1Q4FmYTU6fn+JoelcqgrYnXqJjl++mDoZTw2knU03DNnBcNLp+wvEFBTEiKYXl0Y+wuFwb+qe
8wKLBgYmr2YhcmKlfmIDet479bNTe7Ub/YtqtPloA2giQ5mYRPXyS9RlvelVrwluAgOj+HZuwIPG
XhU8pBEFVtIkS4IibTrUsfk2+UuzZaIckZfaTg/RJEGtcoshKm8dV0t/aImdbu25BTPDCemh0xyD
Y7CovpLJ3pEtNv8g1T7YxFZDkLCsjhqVuw8sfmhqP0SXbSc7j98ZbcF+jiyfNmXY3c+9T2lT7sdJ
qk0qtPE9d6iEaZ5TMH4o4/u2jfAhyi0inEyRPoa4772akJ5CHJkYGHeUiYuV+i/t1K26au4/ohn0
Vx+aXOj9ornTw5jEdbkP11uYtjv+x9J4AdovIz2VFXXoPEYqpLYYUIaOiIs+/Y5A+TS3+1MxJ/rF
CcmpV/9l4hwQpP5nXtFMLycNrKMb1xevw02qdoFnx+2s/KQ20OsB6nTfJueeNG4pGwq/t/LgX6ez
93Mc3IJrutedM79f+Aki4RZjl3/hZ5UveagMVGqE8J0tWwBs5H+ts1YAA6jIB+M7mhrdXw2aFuME
b8NTkvT02i07/1loR7UHY6ktgiCr/kKer34awlhfh0tufo72m9qAFPsZW01jX3pjrk+2FIWgTAPV
NvD1jCNlaq1u/2BITilS9PqjF8UyJ3HpoFWW4+Pi048cDbf5A+HyTe4O9mdjFdoqT9hHw+/zWPIa
N2OaaK9aHz1+7y2In2q/cl5DYug3dLOyI8Id+8KPCQdc7IefmMiQ//KPM/xUSIeT5hE70rivshAp
YFU5eKRpaKhNympalRRnP21PpOs6a9qLadjimDkoEsyxbt70vLlXm3L0PA/IJV4prWRbVCLBoSEz
9E6AAmLkU3Y/LdixtvzHFpNaxPGu9mDMeDUYPGm7xbXSJy+iJF1Cm/qj4Fepk8H4kWoYAyJER110
ib2JjKPIn2hic3jZoBPUx+Oa/uuotwko7L6BtTYZB1rl7d3UIaXGmCxHRm9qy4WQ1ZthNIyHKYSd
ImZcEf3YHqehGZ6Eh8pBbTZH+aayg/kD01pHLETvnIUexadp0OmRhV78Yxmys3ovQR38QK9vvXgx
lt+F1MFDRmbPneFpqEAp23wZ41l9QA0zuZtoWdqHsRPo4OJx3vVZ5DwluFS/P+7QjbY+7aqPUOdc
7ZuBOHumVp1CG7+Ik3T9D6MwjmpvVOo+k7jkOlmg0fbCvNgZ2lTdumXgP7hLgUy9tuyvoUCNFLTa
ezZY4Vr0Fa4hx4gvTpolawaR/c/Cf5iHwvmatJyLIu6aOyKPzUPd2PE2rMbhDX3hWe0r7vVfAADS
Z/oLHkE8w7QfFi7dHowJrm3sYySSfppDA8fLMm4WN56OyOejO2QdOlVEXo9aqJsY5bQLSUiItOSp
ST1NPl9tYUWH/9stbcPRzf9fS/ucgBXir66T39ExzIzk8/5mx/j/RZwUsBfL9gzXC9zgn752YICV
sR3LMOmc/w2NkU1s3aLv7LCXwAxoSv8NjdH/y/BQ+AWBCYXGJafofwWNgVvzP/vbduA4QSBfmUuD
29YdXvTv/e3ES0Bb1dg58rFK9tjPPwbbvQQFIYF2iV2UsCvQsCMwzinz92lS3kaQC1ZOH6MXNKE/
25irbnAWZ63VH4NguQvCnl+/Vn/mU4Vd3xj+nNCv4NlfyL4pMvSBkfg1ViZpuHN9l3tpJSWCYHzL
VL+xiAyJ5t3stcOG4/hiAfTG156ZZkUPrfPXeosiWcTEuPbWLwrL5HU40dFmmHt07odoXjZ63X0U
DdhDziUeMPrBWuN0ioevKEb22fv2k1tOIwGddra2IiacXCu2grP9vhj73TTU2Q4mXXxTSTu4a1TB
XZqNE3BxguPTmEuxFuaXTHOy+8khWdFexm4HTKCWMIL5YBTRl9YawcGmfP7c91ay75vwPWa6euEC
E188UCrr3oCB6E3hfEo9RLHtOOIdSYpbu7DsZFOiGN20WKU3HSrLm8CL9H02dcyvmeXsgqYj0cSK
ETEx2k/mHM54VpznQAKrs/HMqQ7fXFbvijAR91z5Qfp4AFHTLHvy9Z/TiJ4gLsc/2zRlfhi+C4Q0
K0ArEw2ucNjNaWOsG7FukmTZCoKoGST7xTpzzdcyBI5rGvOzUZdwMiG1jDFwXEI4vVVFMAx1y/Ho
CzHdL7Snt7UVz7tqQom+NGRkL1p+CmjVVi07tnzN2iRV+2khnlNbzz0nw2oJjlPyCNUCObHdHLQa
TpDODtOCRF1fDzLUnEm3niWNw6q1YD+D9g8Ds90RxQhAFSHuzBCCcVEUbanLfKG6onIhF7qsYahF
FyfZbzfVo2o79eh/uqkeCG38UZNjn9QtzXWdVTGSNtimA+fdf/0Ptb9aPaJWF3BMGD7cR/VktVAv
w04RIhPg8dZYXXG4vgq1hdon6MWZ0IfGIrxEVmHke7lud/236j51084sY+PrxOiqZ1wfUDejNCLG
Vq3+9vq+t9SWVwcdIGBwQh5+2/C3VbWh+jfggrCEOyRkm/RpJVXnpBadAYsGI3u/csWsnxD+kb4y
FsF6lDUHrN7Z1oqm57I4uWS6/7bQZhJJ0BJwnwa1PMqpwEF0yk6TsAndCXdeI97Vc9S9g7/MqL7N
ZTNG9sER3Vur5zKl08S9aaVNt5/HU6w152SiGIXpmQhcvdBO5IFqJ7VmxQX0VyZxN7059cfc+2/q
zmTJbS3Lsr+SlnNEAbjABVBWmQOSYE/v5HJJPoG5OvR9j6/PdaFX4QplWJTlsAYPj6TT6RQI3uac
vddmD+yNy6khscjvah2oQIk+xTjKfBFXGF4CGBQHD97M1aKKZpKr1PbZJ9vRxWH9OX0eeXTaAcWm
Nl9oJHCqsUrvh2okYi+U1nW9RQkTSvQ8P3mQhVvBB0xi6XUxE/saFhoqFJ1z+P6YE/W+YFF3ntQz
KB58a7zI3WWpOMbjKC9VXshLNNIIMyIU1QTv6OzPI5j2SeU2V6IBCg/5MQHJ7K3thdQTV7+uz1oP
usyMX3fBFiSHakw/m1Jgz06ytxEX1oFs+5Ri0KwaUorx4dmIU/kPYsAxpy3XGaHYB1bxLQ3w0og6
yfeFblS33ElfiqqTB/RQ+R53O9LTMjd9vdfh9C+wVhycftc5wWfl5YT6oou5luowJWa7qQygJbZ6
htk8UJ0Ql5yR/jza0V30EI+W3GlBZ2DTLO3TFJenCD/NNVGHYUrYC6cRJSnSKDKhYXAW9aagte4P
MRVBjMflTRSvUujZFduTPlpU/lpE92OhLVdtNkh+CRocJkmennDYnaOFh9bHlxFNjW65yX69m6gr
f731tbbOwnPL65ydRs2N0KiwkhU1HwGGtL7bpJV5X1hwe6oOv7vuNnsjHthBDw20Yo93gkojOQ6E
Ztvdh4FiMk4O6zpPi3Ga85EWWkeclO0h1imQyGyEFtqHCp7LemE1QkNlpqrZjRtkt9oq89vSUuJu
2dju17uWhsd+RsxACW/Obx1ByqCCSe3QGoBwLU4gLH+PWZg/NJQn/dJxCV5P2RahLlO8pyo79enc
bicNyQ6h0wb5jPmhFCL7FGsFuxak3qaMjOPaMfll4Xp3Vq0dlDlIRjQhI2v0sdL9ehXs/mpzqebS
euvXg2uzab2//mKil3jd1vt/PH29a/Lx7D3R369/2jERQ1VxjF9/7aWpw/p6v730r5tFnn1sAxOt
+Ps7Wf/e+vRl9Z81Y0C8jIzr7W9v4rfnNwVqPZhjEJB0AzWzVlNwXw+uEsO+302VbvaPx9af9gNJ
ToRNEgt4MPGgUNjX5b5A/Cx6UORzNvllkPCFk19roBd4tuqdDgZDKhzGBBcDJjUpFoqVkSyfbdAZ
k2JoZIqmYSuuBgtBczcl1sEyjQGnR4p1bMIzOphAyDtlI0D0tm+zjACryviEtv0kTaRn4DwsxfVY
QSi2Uz0NsjhGAKVQbCP9VTQQGFn3WuUbihKSKl5IVSLJFwO2wVBSBgzh4FkuTp/OWJITPjRwXUF3
xPjWOkG5M+iAJmieFkUpycCV6NZAqnjHy5egTKRimtih+XlUlBOSCp197vh5k+tsycBl1F37bFhY
04JPkSKlMC93R6noKaPiqKQAVSAW7VNFWIly7RWD97DpY2KRwsk91orH0ioyS6kYLa6itfRgW3TF
b9F1CcmFcF4+9pMGkQ5uduudSo40USHA2PjsU8WE0RUdJgATs4JQzJiSt1lLYkfCxGQhKU6RjSPa
0vXJN2r8XqCtMdMqDg0wMQA+7fgpM1iBBZk9bVPhPGp8Dk0MxyZQRBt8pkCtUV1tRkgYOw3wTQUA
JwWE04cR+S/iOxLoaJ/rHwhST3Yh6JxZMXRMYDqwtgIgSHRJ4plq+kznh01qc6qaVCUNweOh5/tc
KULPtEAv6RZ4R/jzLpHewPHh8mQtJh9mu8+vRdq8Fi9Or8g/IIBGxQLKgQJhhKNxMxED4OjscydK
OJSEDhXOE+FRe3YVXcgc4QyFEAEdRR5ygfyZekKsys1xx4fKqQI/wLR2MmZzuwAvGkZSAEjnRm7S
fVrAG0VgjhzFOwL2RNYoXQsPFBJnTNyoeU8b/QLLPLt1XI6doieNiqO0KKJSCVops6uzVerNR2qU
kQfMsSt/OlYDjAl3/AUY3jgWb6WiNbVgmxpAPhHGoqsH0IkaV3Qr9OxAqB6zG+y+rsBZ5cUD3pTG
u4h4wM5EaEhtiNdpmedHSQkf1E9zi0euJVdSI/cIcrEVa8qt9PtGGz7k5GAPsbGB5MDyWfGpqBDz
SVlqTPY+epGGTs6aSIJHsw/rKTvEgK6gjBIQYeO0i5Jc2xUMOrs0nK7p6IDvApUVIV0Axbg3TKJ0
aufFShq+UkGIGBD3dz+ax0hxtxwAXDYgrnAu6h0y+cbsKLUYBO7OvEd7OLaK4WUomhf8h/7YA/gy
Up/iBavszKI/ox+HJJhfPLv7KEX8NilG2KRoYaSei0PW31GkwxnYMazYOLNphEYhTbZM2yksj69r
3sepFS8JlWzQbJnnh01NxvgmlQrOshTNllXYASoZDCvFNkPLYMFtuZeKelYr/lm8ktBAok3WAFwQ
LeYWCl6gqGkj+LRRcdTol91FiqzWT9UXF9QauFZg11lHWNgIVkJOHkQ2xWYrgLQFitaWz7xv6k1i
a9d57OfeCIoi0vd2mL7YmaP56CMh5CkGHKxYa9+DhZsFfDhPkeJ0xYyLFT2uACOnljgZwEFpZ0C/
HVpqZdfSSZbwP1RTflI8uh4w3WLvYjB1jeLVGYpc14GwCxTLrgRqVym6XaRJcO+zrWOHdIgYAoKn
sZIvFBVvenNDyEdSc72jzRiiJWbMQsojnVxnKV9gfqqCxgO49dMMnOAYO2it5xAUoKWgfEWf3BtD
R0ILVJUIbF+hAH6zQvlpfBqJgvuJuPoe2tek++oKXCLWRGZzAQ2QHeu0cQYAgYVCBboKGsjSLjgu
CiRo0dfdJgKdLQktJmbBHQ5qXrXVxc3oabx7cjh1HlEeYzo+RYvzpUC1CqwLgGGuRrxW6Wi6OvlM
jmznZ/AOXdZPSwgAsVAoRLrcOQN7tg08F0FN48LD0qzvYa9iFoIPLSd9Ez7ksgguAdb4zRxaPyNK
GBuzA8MoIAsgxjkzUkFo9L4IeI2NAjc6EBxNDZQjLBE2yGR2wHhsMLYhse5QKoRYgTjRcKOQnkRq
O0qDA58ZuEgcwxjiAEiyeHhAI49IHbZkQKj8xgPCaDQwDGpINMexIDvWJQ4tsR8pwp0EpEpLIStn
2JWlglj2M1rvvMUxYBT6HVfBVbj5vQ75skDDHepPuLNuCAAUH1GLiDeBlllAzSyhZ6JoeBmhaaqK
O9EwMcX+8IVyIIlliKIPQ/FUsfOsFZKzsOEXVXGLY91FeW8Q7eMECe50+WrlEDQU3jpRkE8v+mYq
6Gev8J9eHV8CBQTVW9CgQ4ltEVJoLx/Qs1GwF3j7EtJorNmo9g+UwoXv1vJD4eqPacHXT4sUhhQe
aQaXdFSA0g5SqVTIUkv74UIw7RXKdFJQ04XdkJzsg6iNY2UPn5uEhYU7P4wKh4r84a3ouby0FLZR
HoUskZdt2UHrh6XKaR82swledYGzOsJbhfgHREQhWBMFY10Sng6cNVOYViRAfIiAWz2FcGViLHZo
eTFswHftcvjEpYRHUibRFye230RB9KQgN+JMH/SZfMYGBlKVL+Q4VqmfWnSFeoiydCyNYxkh8DCX
+7Lkc41CYxuybdjG8Gg7BabNoTYdWzKKINbGkGsNCLYSkm2TgJACbFvh+YVz2+HBVmJqxsShPMdJ
cze4SXxqo2HZYcEiCcKalzuarjHSgvK1oEZDT/pphq6r2WB2445MGgBVsCwbm0pc+NFN8pmsBpZc
pgL1WiuyF1Ybmgn2vovtEQGMU9iB8IseY1+M9k14oH8zBQH2oAHXCgvswQf24AS3ChjsKXRw09Lu
LxZgwsj2xKRDsOwq755QewJKbXEZnPQYi1RurZG4lhpZ5GEaaJG2MIs92MXz+NNWKONJQY1HhTem
iZcQdxl96vsQBFuDBKYnciZqxMEli7JL+puRleISirMt9PH0mqZLsPEkFum4sUhBdC/mNBYXKAH5
BvrPZ0+hmHOYzGjdf4Qmw2YgTW9TRQQtRG0Jvjo3y30W3NE5Ge/nnFKH5oHqLy12n5EbnywXSSUB
qG4IxTRQmGgWvN21eYSCR6RfDEgaZvDy0NMg6RRk2lG46VKBp2sI1Eehl6+V9MMlEydtTB5iKyQ6
MYdYmDdqy+4AOlRI61zBrZknA9bX9E4dK7wfBbi4ati2eSM/xL3108SjuJliTLSmovMxFGN8AMd4
ZV1XwtaOWDRBKk79ymnsfVI7ALjZlO6JupqWWw+fu+bbf44hdmOU86M5wfILyzsNPFbXJnjvfmlZ
T4urAVggB2BzLpdm8okAj09Q2sAthB8L+CZ4DjFRNwoh7sAS1+z5Q4d2i5kWzLgNb5xiOCindpt0
eys1v5FXo+1sc4lPnTBfiAy+NMvs7YxGQDjV7zPDMjYzbRcz6i9e0jMpauGtCysSmAeCaDUCki36
Zj74iiud/yMWR5h4JFnOE1i0sZzxBKVYtIf6YTCjJ0xnObQxk+lq6p718CqNYjhbLd7Odlr83DQ4
+ybBto6HkRcZMJuXyeWceKQmWf2nNmh9o0MZmNrscAJb0hmlEjhWyb3MdUxfWQtQzX5A2Xix8+5m
4J+gPt7fOE8WnMt7E2vGXgJ1mafWhiPavlQe4euV9VKLnhVv55EOraVPmaGyE6vZ9hGWxSMBj6/Q
ZodtjHx2lyb1oZReQGnjME/jU5yQtFtp0U13a4fg8UTugIzmybl1D3Nq7nXRFqfeMbFwGexjZGOf
amNI7vq+uMuAqflqtKiqmd0c+pNjS5U/2o8DyLSwhgY35pFfCfNuApa5GaJUsJQOXd/TzO+V1JwL
m6CNFVD8rxpWyZBZt3l1aiZezomqi5bSOsgDQFzAv18GatefZNQhigLZAIxhU1Ba/w5sr6/TmZJ8
CIrKTZ9iswKF1ziunzM5gJH/kVf9eK1DNCsFQuOEiGfdyW14HQBPgiaL/ZE8JT7FIsf4HR+nnElR
JogrNFXC6o7YknL475ncpqyJrRw1bi29zu+n8hggA8QjJs5BPaCrjAjEtoL70LFuaUJiM1eyfQqm
8dlMhofGbd1toJDcmac9O9DcdlIv2Uy3pzIkhm2Bhj3heE7yI6SNi1si6xisIGdqNa9LRpqg1lo9
mIUG1Oho2izzKZGGYBkObCtPVhf+DIBAHmM0aozk8UYUvdygmGDxsdDN7ZdmY0nG4IG50Pf6FP64
15FLVXbPCR4bLMJseqDNIl8amhO9BtoU+PQQvGli0yHdn5NnQwoi8OruaXKIBcAmh9+7l9TijLwC
3rgfHLfYtQHTew9Oom+BtMUzi+ACyBx2ON0QFSnrBfozz559J7ag2YwVU2CV1NsZC8jgIbPumS1r
BT0E4fXDgYp3qcbwSwx5pEuJXYpQXYAJe+2ykvEjw+qUAtqNHedtDqtMYZ1YBzvjsW/mO4968zZs
E6SqZcKMlXkQpBy2NgKg5zIikJHPTVBg0emdbFt1urm3GforPf8ShhNLlcJ9CYOm5xzjYzA9YHcC
ew6YVPOc9lWNBDV6rIzlxPqN5pGuk85JsC0la6PFAVmTIti35W2JtZmP6HM6R+xmGw0yrs0ie0Im
YUCSgM3sVDSP89p50jI75dtin7tiIhO4ngPKENYPbwlfEB3DA47It+M7BNpPjG9l1ebEcCcvS30H
xzK8AWEtH+IsJfuPtTmCvJcCsCHzCYUcRwPDYoHeynTmj6kwNmmeuLt60YPDMObPqHR7QgFYlpp6
8akV1ICXCRVZunxnK7jYpo7ZLr9Vc/YY8YlR406Y5x/EyBK6IwcynaZo03vy0aqTn+lk3Q/58Nxo
xM05kpaH0VXY/TPAGBgsffHWBlN+0GqpUVdlQ7oI0G7WHD9n7MxOhuU99QtmbodYaNe8NXqQHOj/
EY1FRmsSv1A0yjFQAuzr8nJjWd1Tp76k1CN3M/tFtB3WeezCGL3UJv26DARyzSMECmOECIlD3NvH
WbZNei3e9pF1mHDLugK1aQfxeO91XJkeLdWD7oz7MbFeRhlCObdbdmXR8hM7IUBTzeKL7xL79y0I
FbVn/OBiHO3D6btN3sUhmrVz49afgykkSLsk4TsSHvWrwPuZI9/dV7X9uojMODJtEo6XtTM0zOGe
y6JDcQbmzRVFhZmfuPlWzY7urD3oNGZBdnzN2vDauNWzGHQM6AHg3h4sR9Omj7puPY/ZxOXVkmC2
ZM6n2kxpQipzY274jh6yB16+GhZOlaluyInwDFZsbBXDBqVyAGQgs2RynSMysVHQwV0t7ysuEb7X
ngO7PETjKLLPDTAQP6oMsWWyxSNnIsqlxqJtoW15x7wnLlPPA7z280k02CNKfZeE1ndbc8hE6IGE
mDY5kNNb4eIvMWa39qXYOknX3ihP7rSwzY5a/mFovyZ1NF5qIV7zrvCrid4rIOtoI/QWOO30nTUm
0hNJt9HuhwvWxFM/NFQBK49N+egPUeKnNjI9Efcsn6mCbbpsaFVX9Ad0UZSklg2sjxV53bZUXooH
06PxHCHG3UVQSsgxAfvoDu6dJ0rjaCf88zNdfE/RUOKDzr534IiOEbboHT5wmow9JiiL5eXGYfAk
+lCxKxjQdlqnUZcMi12zlPk+XcKbLufmVDasD0EbHSo3hJBFSEAy9mcvg8mmwbh0YyuGZB9zadTz
x7lrg61pGgDxG/fUxaAUrCEhY9iiB1UioI963nFpL6htCwCGlnZrSR1keZ3fW0l7nQuKhw3pfAeH
0vFZDFRfWvGpDBTHs7DpP8jmLmb5ame0x3vNgrUzPmix4Rz5xlA16NJHr0+YM8em8fsRUVWba/s6
McaNJbzuUBreQ4d3QNoosZEL7oeh9K5Cko7szZsMFiqgCOgPhd7vGJ8OuV68sbO6LfrJXDT3fqy9
u2muAsqC2mtXUQsbqBQcZjcXW5G1N01G4RZ4Se3PNrF8ZaSjyi/uhuJ7PFfxxh5PZsu82QrUUkNv
Mp1Y32LZ57uo/CCyh7GfoTMGGuvZIOz8ipAQXyusAKSzypGmyqBpT+AixtZiH2oAy7DTHAFtRd1c
f4CLE5HB5hVcUCOL+kzcYks+O05zQNvYH5o5A/wwLM62jjP92APz8KarDCh3Dj2wCVEZj4SKXOwk
mzfV5AynOJtu+B6KXWVRekTtBxOyohqNo7ydYl/ExeOSmm/0pmAIncxynvZ5Q3y9kSKjrkeCDmP9
axN54RNj808nCiiieDT6k8Qc9hkbJR+/Q+w62UOcw9IwzE3ahcW16MNzG2gQ3hfy4E0xPND5b+ni
FPBHE4NVQyAp5GQUqoc65btYeDd9Gj5FNSdt6VJOMIxRf8D/TiU9emElIrCyIbjQEQrVWXxaWkqq
s/YaOO0+aK3hszPLg6YP40PcgnjCEKbtiY2ciTtAyUgIR39AFLqcR+zbW9oD/YFZnPJnO705XAk0
JI5oTgeujxa9g5WFW2lebQH0JZzLjwhz/wragh0LZHVN31pjrdb7663m72Fc62Prr/wVy6V+Z73/
/uz358R0sbeLHet8FfCYYB6Ag5QvSbbXXPPDby/z66/+05d0M0EMyYyP+deT1ldnNqQJ/f6Hfv2m
kxSXjjBPVmlIISMC0IfVFPLH+/v1OgUmAx2U/P63l20aKC01DOk/X3m9/+uJ67+kde23CLqQv750
ROkJqK06kb9+UZ2U9xO3PhatNJwimLfr3fczqttGcYjBB8WN9jEYbIoNOMqgKFavGeaZXaTjkkBc
A2O0x4YGqYWdy8CMORG4hKKGSdc0jB3gqqPLmvnxTgqp79zJJOBDJAepW8YuJMKYFVv/MWOESzpz
ZxnhN7b8RJaXCVnLLPD9RM4M83grRo/2vdnByiMhZppbVvNF8dEDRjQL9Cx28pQNX4eM4CR7ybut
3ad3OvFRm3zGEDCTBwAm8WoU82Wok2+qhdHMmlorVLdKLG9pW5CvCYAZisLBQ0uyYYnh2Hut0O5E
jjMdDCTzU0LgQzsQeU+BAjxq8KALBtTEQSEg7JirfgQtsWBY4AsLb+ZehgyRxdBDw7IvdeKdmzoC
GCesbhtjWKIXvymy6DbFqHKlzGl054jBu/zr0nB6S1pcuB98PAAFFcP2Y1eQZky2SrZzuGhhvk4n
JrajVrkARRTEW85vglrePGqf0emALDanK9IcIF/IkgYXU44dN4cqxVQSRWJvt/MXZDnsHLo9gvYQ
gRfi56kN/HhsaJlb1Uueye/Q8KfdUM/fRyfv2CBaDNwC7EkSMgcaPTiLYfkcheZzmbG8rRjJdsNQ
pbvyU69TBZ1I+paGb5p6vG202D6OKfyuwkg8XDo00JN4ISzVcw+1XvF66SUIYmPXzFQGLFFk275j
NB0yths9iWenbrQ8vB/953ok4dWx0ucRmaxGdtSWZs8X9L7EUefg/vXmK8kJffZ1ZlLzNSQe+67Q
YHzJ8eo05i62bAwJSGGnJtybDl15RL53DGNQ3xAv2B0p1Ulu8+Zrj6DY4LFqAzBuw1L6UytfRnAA
k1tITKJZve8w5gO9QPDfLBuvJ41o8V7apTrbafeWTwSEzSqbATCEPvXStw1lkO/gm6yaJ1k57eY3
9eFDmc0QNf6tAJRSxkVHrpupBHu/Hj59/49/p6pgS9MWwnItwVIJXd8/CvqiwCK3qKc4Nc80XfJB
885OSmcBPvFDpqPuiK3g2a5q4Ws5thOti4K9G1IVzlFiA+Y9tY15oIcC/jQM+4uRa96jBVxuipz8
HhK3XzrtB4aC8P/xxg14Pv/tjUudywHVvIC69scbXxAKy5kaLVEbbnrSpI1cg3IeQD86Z33SURpM
XHr6WXRvJ1FMHDDorn998ox/cvKof5B8p6SQLqu8fzx5cR0ncory+IRYY76vMvOUGkl0YuVnQO5y
NMLfRncfsDvQapYMvX6W90tUVF/+9ftQ1KQ/zwVSUQDehkl6oJRKtflblF9azrPVpE546qtgBmbZ
WKe+oz2vMwiObfJ5WMLyUGby2XDD+uamxnSMKbYMeCCqoNVug9fVmNbAzxfueAsRzDBfZczokHd8
K2SYRhFq3AInvASWDWd+bG8VzjT84vTDG7zRuyKDy1vGxpt0h+E4lfUh9Urnuh5AXzrXLls+/+t/
9j+5dklXFJbhOIZL/K6jPp7f/tm9Dlm0G6LwJA081SOMQD9RjG8jdPaVbW4ja2muQ42HZR6WI4jQ
Uw4f4C7JFpbt07XIw+GY66N1NOx8OAUWRl/iFTwArKD3siUCFm2OH4igEPv1nf+vb9P/Dn+Uf33t
2v/8P9z/VlZzE+PE+ePuf/7/FIbJ+fuXaZiX/56F+etX/hI0e9bfbNdzHJqlNpZ403gXNBu6+Tcd
rqEuXYuERaTNf9c1W7rSNQPsooqO2Jg677uuWf7NI3GZj90UkiveMv4numbclyrs8rdhUOcPCMhg
lJJtJIBSqtHmt0upDjo3IyNPXowgwHuaoUOkjXd1kJWcF8qOoc5MXMzVwZj7erjgcq0pAk80NtFc
w05xIFj7C9C5VsbZaX0sVc9Zb6ESqakZ/d+7JRfr0DX2cf1hEbzCm65OK5jQWD2nai0m1K2m7wUL
8eP7w+uz1p+tj0EmZw56/zE+AXriIr006CIBgLj1uKdL4Nt1RtZC/GXIS2OPKWUgNI4YIpCcqZ6i
1JJNvv2Vc7su8H6tdZMywgtQV8cGqRmaX/0Z2cR0NHAnjnQuL5mpYhywNQ5dXx8cY4isa5O3R7dv
sLTltn5eDy2aFPj22SeMV9ZmFjSC2WZ0Lslyu/U8OkGx1/DeHVAmVSQQ4H/l7wFU/Me7UyVelzbU
8QlP904WJhs7oo6cLf0ta6UquwX0ZXFu11UxnddDZluQUuEbqSoRxGbHBsiKlIdyPg5XddAWJcBa
b9p6TzIJ/+Yyp0IbDPQB39/G+l4W9YbWW+uB99Exxo6PniLM1AqB8X5YH+vKejeNGdDyBN86XOyN
rYy3iT1vZJkRsqQa/ZFvaaA4heuudhIHUKbGQRcjYqKEsbSjftvlVcgGLNP2yxB9mIBEncvJjs+L
vo+VA13GUB5ZhMyU/M+sjBpS2yuDHoxYpVpgme0hPbgeYamqyhDnYo8CpDxO96E2eGevXtCKGMng
F71wNqJEaKW3ZIim8OBiko+MPHYIwUL5YVVg1EqkmQgWYgptht1vq9r46pXuNaFuRao4qIL1AC5S
P+ou8lT1UIz7b+8ijUnKjB1HmOC5XQ+E3/x1q5xt6n/ZU7BYnxyyAiCuGT7xF6AnawPwtpCnzOv3
bhTExwKh15EGj++xzUbKks27WdHi8a2SKVNapDjSxTiTH9v4nen99GoqCcTBZezhoGjQ11TPrvIQ
1PD6TKv9MbVfggkRG8qXAYYTZ7d/tLAe7ZmCdN8YzG8a4lsu0WbalYYDSDbpxnONc/Xcg3rYVVVB
YIMCCeRBg4lAnQ65gipqJUtYT4Od0t/Wq+rpj3/7Gl4d4lEiWKMBYjKionvfhq231u/mbzu+wEZc
0xf0sFjHisE7WbH2vRnqaK8hlobOT2/P9ZgYgYrXESEubQ1gIaAxjIoZgDbczHYbDSTXyT6yd0Ff
PcspmbnEoBc4zQDbEpJUCld7HxVM6Gl8bMppP5lBTu951M+0/ZezzA6tXsuTqWj0KwlVrlQQMyxN
woXaTF3k5paEt27rFghcgzlo0G4Jg7pDBCllsEfy1whpUTQIy2JDwv7M2qAYbPh8JsMHq/yWo7g+
N2HVnU16hXttCr+GMxcoWoPFzzoZHwcqIyga0QLaMZ0ckkMOHSwCqO3gStVhZcKut9bH3NEYfNRD
39Zvv6s0mHWdMhosdGXIpULqhUs92gW2TmxiOyB1EQb4YQNpnNvUAD/Wt5Rm07EeULCrMWh9CLZc
h2HOgAeRvQFGHMH+cEhdODYo6qwkBxlTteXRqW20BAVa6fVa+HXTwmhdEndw9JQDnRjUV6+IBY3U
AIea9zCDDCeaeQElOnmjRUwcPXNzxaSGw11UMUKY+JXPaWjsYuE+eAbmkPVUgkwkBYGNY7yEgBfD
j9J8XHINWwWKny6PvJ2e0Rxdx991fCsiHf6zTH6Ny26kdSirqDzh5i6OyLW1QxqOjxrRD2OUogyq
qltcGu22or+8xU1Cs8JxoLc0gHH0hSDGZnLqnZ00V82UI4inuD+jd+3P6y2RwJpxtI4CsleRmsfH
QdQYIZ+K2rTeJevhe62Dg4uiqqKrw5/q4ohhzxE/2LwYLD+x9YyRnl6qfanQRzYUm/OUZKgn15vr
Adsbv6MOjtkmfiAZNpsQ2dEkQRFHc4ws3iIgAT9BeRKKHL8ovvuM/OjSj5JULa0slG0WrWoBJLKY
V8ZUn5wCohC9UA0oHUF7cOG2C0r4s64zwoZcRfSv8ydM7DukxBgPXPexGJtjw170kCvSgkiAd0La
2XimmgvWx2ZZ4ajCeg2ugHGebKj5YOj2yaG1erbrgX5zxzf+QOLwfZGNzimW2W2Y9OmIsWY599oA
YJ0yCVR2DDftvGwCYYc+e4CTazpbMJEhZE9tuCSVOVy82tsoFSwVdGOqgr0MVarN+vnkDfzc9dZ6
iFgIHQQOCAu6At57KHv9EwUXRmLECzEApx4nIpkZncjOXrvLar4C64GyP7F2VfHSK6ZHrBY7yJj/
OhTqllvlyclGn+YECvix/rQgAgijY5dnPwjWvM+dagSVjQYp6sItfi/aKI3xlJQjJBdneDMjyAY9
Re4qGz7FYfk24x47iLGBHaz1gpoc3hwL28vsfMgrD8/9KEjwnp1zTHIhnduXjLCvTSD7ZJuOn+Y0
a327D66NBnKnihrf9dRXGmqwEQkN/Wf9KR/kc4piYhNpLYk90fzVziq/rfh68GUEBIPnOSCRwqRM
3buWeciquKHS4r3kFOy7cZmPmO721Sx+tiZe+XmxT31g+hOwqx25bstL44XdJrSGvViSgAG6fpFD
jPgte3G6Kb/LWePBfgdWlFGXSHBx5Itz16b6VY/BNrJJeXXKrt4siecL1k/UY2iqxkV+xFVGQh+U
abViPGa4lfeZ03W7csp2ZVuqeeCtKiE5anSuTl1pptuu9o3jlHbmQx3JjxgxzvxlJ8qre2xkZGx0
avahX7xBQbYpgknfEq8p9yxXe99JacM4o8o4tvLn2MSmRVIs1rxlMl5a5iR30H9KK6dEkmnfOl1A
7AGO0TTg44NFzpslYPU3ye/GwP9jr3s2jAxXCWb1A8EgFHYGA34piwxvWqSfL7Fflh2pPJBeXSO8
TNUJb0u+yUKpAGf569SKz/M8Go9DlEfbytz0kwsqwaQXMk+vpD5GF9NuTt5MlrzntChzHefebAUA
MGWd0T3c2aV9tjpQ6HA1YaCiQdiJB0mM8VMaU7EzRVbtoWefhDsj47R1IpjJ5JA2JYopuU0S8kvA
wmGv2Xa1mbvwo1nXKi9iybZtUSOGd5MTrK19gYBwWxZS7GmW7hBAxgfsxGRRQp6JIXryFnxsK3QE
HTujZaxnO0sbXt2+s/ZepCPx8xa+o0+jXeUYRNwv6ZzT7rOtOyhvBOXdoJbS/hdp4pNiMt56yd6+
H3ZONRv45QAyGIv3JaNMoHm80+G5Dx9TCWxBdqqHMdgImRuCpuboo+XSIaxa/bgUpC/GcfnQCWIh
gLUhwcHSvJ0wGND7aF8d/hsTwsDBPoFCR46UOB+hbZE8uiTXDhXtRrRVRKJJQlaDWI6lOTzOYZTs
nJmacENDcbK9723YMBBaY7K1Sic9yCHQaT1gWyjH4xTI+0GFMdo9ghAoQC76P8IonRrdeT+1dK9T
ss1AohJ4y/7EoQkYgrYFxp9Qrh3z4UOZ29+BfR8gxamoSncvssSH7PyJhvrXMOp526NL8tSiYXbh
g9mYTvS1dCbKj0P/Bcdv9tXo5NtQEzbMdpmsyv4zLVj2UI4NB7pI9nMIjNlACjVXtGhKFtpePuV4
uiV7pllt14YpofbKtMEWC8gqIGH1hPfD+qT3u8X6m+UKpVFP/OPH6xP/54/Bir950IunGYOsYHW0
4oSEmnGNKSCA450xFP+dNrQ+NgqSYX79WLJm3ONlviHCaM7pwmJvvdVJvTqFK1dJ3rScPcP68HoA
sfb7U98fW29J2bJ6e3+lP3683l0PCdmXv/7Y/CEdAPa8P1PX7BDgrr7544nr3V9/YL25HoZUZREs
1n9xd17bkePYmn6VeQGeRW9ug+EVsqlUmhuuzJKS3ns+/XxAZBVVOtU907d9ISwANBEMkQSw92/s
lNXxXxdQMnM+BFl3WpLB2y1V/SURY1wskkh90MbIVZgqGdGIlbvslMW6z9pHWO/f7eMMAourdN8y
G+DGetiH86UyKfbh/JH4Smtf0Vd4iF33/Mdv1ntG7KduAdRjPR2sQPRZxuSxMjHx2pWj80CAcdxj
e485gFC+XAtbTLhks55n/OkCTEtjOdcaKhFGWbdf2/+8zfzrLHL/tIFg3U0la1kch5mTC9FfHFMH
ldi0XApnRZKCxRSr4oUIKsLdNfj/FubYanUgm7KIhVnW2lTrYZvxMj2uXbJWKGHq2+2EB/PfD5DH
/1Pf1V1hPf26j+p5j1VVLntVgYwc5QNFU7wpdj7vAPq7h//qyKNuaAZR3X9nETD+n9u3Kf6j/Juc
wvWw39FHTTUIJJpE9ojx2fhAE6b/0yZA9Yg+GoTOMQAwHQJ/f0UfDUccpJoORzlwcXWC6n+qKmj/
Y+geAQcC/4DQNPM/UlVwPaKffw8+euQxLUKjFmrzHmy7D8HHxMzgiBbJpa0R94EIBgK66pcDS0tC
KgDKryYZEfMpJuPwf7FUJfei5IA847be1ZH1h5lHKINZl1KuEiJsQlpRCLbFOdBdk/TN/D0XD6ZR
sRb2ihqMg6wWrjdowGHp7cWrWNZkkTpBzSgJ3lqyKkoR4aqM+qHO+3EvYz2yAG7ELF1WK8Bypzh/
RSYcLU+xgJWF81dNNmHMhbtZU5AVE6EfGYeU4Y8SNVNcUsRw1S1mtSFBN2+voQ/xvpLxj7Upax5x
jCiYl6M0cQkFcVOGR9fC6uFK9qZ1sz5068M+KhYhtbi9yK4qANQN6wMQojR0HKSbyzWcMZQlGNu2
2QcD6UYY6iYGQbLqkCU4pdOTVTUsHaUzSm1WyP6KQjYTABaAcpVfjeL24w0uAMyLW2fYzvh1T6gP
lNssQmrNwqp5qYZXvGIfWKWMW3thFdR6UG+j/r5J1HCP/dnBJdKycRTW3E0fd4dsGp5Zbx60oFGP
mps/9+RtxCLlbtRSC3GMeqdWSfiAfXLdNTcLrLwbbAWamz4nLYSozo8gTXE6V0Dhj2J1kab4m0Al
5o0OuNHQcUhnYSpjFPJ/k9j152xBp2K5LXTzRf7/EMiJURkz3aZ7MMvR3mpglsmPCwcZcowmKDD7
rSuLdieXj+u6nzX+73Xl2mdUoymicn9ukfusTXmGtY/pN0DHGtc/3Mar47rf/+M0HzfL0+JQS4hD
Vq/biaUvRCDWz7Tkl1vb6+f9531NhYcCxoTB9RPlCT4stNc+iCXLQbG8fensP3zU9SdYf5IPm2Vz
KhLh4Ax9TjajUasODTFzubyWy3BZyBW4rKVyirK2ZWfDgIpVmVimyy3XndYjzXg5zJ0T+Zhc1siN
iJmPKD6cZu1bP766Tnf+4ZB1n/U0RcfiUiEExzTiz/P/037rV1BC7Cyb1LusXeuha996bWtf2ur3
jS2CofI3QWnncwmJdP9OYb0tG3UnddPfSay/q0pddvy/7pNe0/a6lF1XNYg98BNYWP9dZv9DU572
Kgcvt7xTaocfbx67APyDkO//p+Nk3zsteflFrmeQx8j2evSHvjKfyGo3anlivT7ACvxu7kYh1NnZ
SHbG4HDUazvO0Obz5aZ3VanXnmXCtvTjpqo/5uhsS8XjWIKQZiH3GsfgX1cF30YOCe92CuWuq7rv
uqtUze3JFe7n1LpLRL4tE4XUL5ZFq4ngnqYgTIrJyqPsk/vJmiXzeWtbHrw219Pg//H7rBGo3I1X
6BYUZH6dvKiZZ8rJpiis0ht8jMTh5K0bOlgccYpfibSL5Q3dkUP5s/invi5ljGyAtYgFxFWuXNSk
boHsS2USUG4JyexX5qAdJvDyYAQRa8XYzIXeW8T4onHYu52vVdmryNu6W6Dz6Vl0TITNmCz6AZVV
ck+D30VkmGxh+yWLWGTPZE1u0FK8uDdV+UVtpuGkCnFnWeiOCu62SHQXLk/4dRI/ldFiOghfVjmH
aj3uJkwjNqaGqImDhgJYXuKMo8mrfy1kX1RaP9WCdACyrst5EqmHQRSFxfXCsT+1IjuQijC8rOFT
Co2ixD+ld63zKApt6uaD3dsElfNRhROnN/vQXJ7wdCAzmcBxlv9z+f+VAtdZsHDDyM5e3juWyFpl
N0sWggvEn7Hh7W1XPhoxGJ7JX0L+MIHpHtF+c3BfUc2z13vgxUUtsprftdnuy13aA23LCZ5hsOgh
yK0vuKdumAGWZ2lLDXMYoqupJlt3Rp9GxxnGmsxl/MQPxQrGAFfcINnvW5ZYf3nQCVHYUzCWi0R8
SUFmCJUC75zlPWF+VAlBIqF6pOPQ4E6K0JFixW7K2dsHzehrp9wut8iC9B/zvEonmWOUE0Zrsr1u
f7fTqkOdETvc63p3ez0lKO1h6wX4mi+K8cnVkHmZEPjFEt3hdbJ6GU+IZwTVaBy1HFEtWJu62C6L
f5Rql0eu+3SKChjww+7rPo1dmxsdZLsvheJlsfSoU8NHID/LXQa7Z/U0+Lh9tkNc3dFQ3X7YR+74
/9End7l+ijyEkOlr6GFAKltrsV7qMKGjjL+o58uLkr/WerkfmvJCU8yKl8dOjAproQmjl7UZisR1
IIYerQv2RjPZ3LALPwNBX0azdUdZwyoVG4r1mHXz9bQxYNfjh05HGsJ8+Fi5z7/ss5nDA/k29raK
DoPecKfLAncxvtnHqmwXwinkH/dsLeFD/6+3vzvpx13fta/Vdx896bheWwo0K3nq/7Vd7gocBK1c
7fXdZ/xz9Z8/af3S6aw9zx5Zk3ffQFbXXd6dQm752Jad7w6/bn/3daC2mi3rLlzU9XdF9lczh+Bq
ot12lHus/esBjqkGu2rJvq9dgdnpZ93KSL3LqtzSZ652/YhyFiLboPyZuZ5lIUXb4XMS5kvMnuCa
qMpOuRlOMKvhdU9Zi7JI284Z3LJk3Wz3YrEst787nS6cl/SxqtAXFVW5/fpJsp00yzM6BAgb9L1H
4ll8L3m4rL075/qV1s38u58UrSBCjp/8bmj0F/msrE+EbJohDFIkv+TbZkjQNFr3UvMKCl9MOIzh
FPH5AcYGTltiUTyK6O9auCB5fQ9Cs+9MtclQ5CHNLpXaZQH8lASxrOZLaqm+rHpvTQ9mZPKEaUcm
nhlT2OlAfKzOazOf9klytly3OEiIROtG35n7EEGYDZRp2/5t7s1X1IT9DJQfwOBwa2mfkCNuzmhP
fHVwg72JWyxyOs38Hs2mBw6WZzjlNKV342FYsFsB5HINvy7pl7gBDhMyzCh9gfxeD7owDZngCg4p
EmPVye4cP62ThtVhf0DS63PGtaCscNNiX6DCFMDR4Kw15MJcG0C1Ym3R+b9f164yFCFXsflEBre2
0fHyRqJu/91xNh0rw38fZ/vZ/GjTv5txXg/6E+Nn/Y8Bfs+UkGIQfe9ES0ltEGUDHmvgvemAryOU
9lu71BShOUN3VRu/TAFCXqNshMEkgvIjonJtvwc2a7rzMazmmhb8A9hHqOnZ4A4F5u8dpi8zekWd
g2i4FIPZiVxFHTS38l8vw06ythb/eZ+8qTwp6f/vT9OYkbJHVEjg4jQjR1lPhL1KmZuRRw4mHqED
pFiR92mC7DHIEAfOYAb7cLAPCMJB3xmb52h8Kd1SPxXL6OwGNKLhyWrfckU/ca4K3ZWsxwqj+YLT
tvDErFghmz/6Xil25UKGLMb13u6HgyoybAYiraNXPQdu9LXqyVk2CDugFPG56yM0ROr+wapcEMGl
G/pjU87noBhus2R4cYvmlGWNfeslpBk7L7HOFbgDHWQNZqQK0P4SrBRcK5LsuI2E+QsKtz/GEaq/
GUzBtseZuJpt52ypzMFTXfmW20BgkJDVTsS8NnNvvJInA+8wgOhu7E1vYDhvTug6MCEg8eSWPvgu
Ia7v9PcqSqL7LkYQBikQgL4J7qoaS6x27yQk45LUJDEM2EBPwmNrW/2JbOiv0YzMbTgWn1I1Qd2r
9/ptkKJgY3VgtmBRwHJ8CflH7RwX2+tA35bG6B6nYoCBeFTiTWUpFtIWxV0xAKb04MOjbINgz/wa
RKOH1wYQNJOo7n6xwgsozxcPYQC0QKA6Ds1zYdvMCTwVkrXa3aKmPvljmT00ETAOKBZLXjA1N7wv
Q6J9WuzS2ptmdWid/HGpXBK9NYQHonPI2aDi0qDdv/EaXroAnk5Tqty6iXEyahL7xLURdq7n3Thx
H8S8jAFHI1+L9ICf2S8qzAR472TvTLUBkeCM6Iw4eBeCGVecENykdkdA8dJmyBkkJrbUaYUb6lz7
aRLillPsatX7AUyKi68ifR+wpG0qNCc09Q+U0YttYv1QHNSzMkY1XMIw9GjS+uIOWb4leNpBZWsK
XE3QHI/L6r7KPXuLqYnCLR3VO1au98tU2Ofc6m8cI8+Fvdypj7G8Gka33IV2+VKUTgVCu6r3/TCM
e6BPJzs3dm2dM1EhF6QvFogUYHQh3BaWtWAsrZlHYAJWVgN4tVlvcreVod+XBLrJHCU7VY/u8hCh
UC1TjpqN3A9fFe2n2vmZNflP2J7b0kQ2ZjCdp6TL3lRVmf0IoEaBMIdtzdVZMX8U2NNvGOHxo9Dn
izdaJ3A3r8kwBTujezQxqEdwqdzifOA+avhe6mH2HSsboGXTzyUbvkWwc49WupSbqit+uJib+21n
bhTD+OwSovb7kf+VotfWLumwlf85adUn8X6FJ2x6/NNMKJDFrVeP07Hrbd8NYAEpLCMPKDRXN10Q
/7IBIvF63C1eCLeaxC1UHoTd0MJD3kgHfLgze+MZzvVzg1IeIVWilALMeC0c2By5+SXGxmCbxPpD
0tiPaad42wTPPdw+F7izvQvZQT8kgRI/gPdgqPb0jWarNyxIe79BgXUqeSacZEq3sA4sNBpuEyN9
7vL+j4Sny1SQE4a8ZGlPCoKTRp8js4HrWU2WY4m/YBE/bJYOrbikHjO0EbKbDOuSbXwOF73fQxC0
NiBd50sCNIlreV3CwbyFo3U3xQG3hl4LfJIfdtNDzVp+g2Gic3SIR/lO+hkzT6x6ncrYxp51Gzru
T6hbI07Ix8lNkyMuNg4QCvepjN1sH2Y6CJ/aAViwwEM1kFua3E0y2MsOgZR5p1iYnJtLOz/Gw1jc
BwgTq922UlFKsPXkm+kRNqqMHILyPMObBkDVzRbUBViAuYtCjgsvSlveqtw62kMPzmpyEDcxze9V
MPltf9vMu6RuDIikOOtWM5HAKLceoLv3WuOgZKPBGx6hIrepld8ZTfykMS+qZ7AZ4LQxiluUn72J
pchSISOpm8RisiCOcbCCtVW53kMRgIXGCiNDvgUR7RyEiwlXWZntXTSBZByQT9ggd6YvUbc1elhf
cxLsxaM1LehvYLA679LkFb0Z4b91bjCM8TUbKau+VN7qcfjKC4leyMper13KqHytMGVhMLg0wnI+
iXjpot/9CAYd49UShb0Z8bbxV6wzwy3y5i2yBcwsGBkqu19zMPdCyPUZOnl1HHoMgLVw2Xd29yuZ
OoTOXHfbuY55ia3qK4r6u9SJM4a9uEdrTuMuT5DOVAL319LlSOpEiB6lQ3hqO2zmcrxRFKA4Gnq+
vLise9VR7DuDibk/T1F5G5naz3HSn5p5vuCC05+iYS4uQ7DvwrAF05e9aJ2pnYvUGA5d4fGqjecH
Nyg+47KgbILE49kBqWcttg5OCvSTDXZsHoPbDtBs61Y8yOPWSC20PbvJ2QX5mxcX7TatFeYOuuar
i3njpTzLhTt968ZUPQSN8SOoA99kMeSHDpZpXu5sdBOtt85eLksbP875i6uH2pkByDGX2nfULNyl
s/3LyrC5IQO6qQZ92GIZws9kOU+cErxgyktvVFEgwu0SAYAQPcFauQx9dKNWiPbWoEmPZgpFs9Qx
qZphYdY1yibd01gxywDbiYQfkgJ55mEyyPO0qXtQmKDU7voZsCBOSm9AG3eeqVf+aFdfkfOO/SEp
fpGqxFdLrQ8dUzrYuTVM6w6xwradIaQP480Mv1LFHAllqoHgnN64vqagR95q2RaMLwRKXmxhHt8A
CgQylRK2Q4tT5wv7Rjo8MI8EvDZFMcbaCHYYvI53bTweO3f6gdslcoxInO8HY3wLzyygHHQPMZkp
MUvWMeA+TK3T3zBXsJEaMCsGe0DX8Kq6bT2ZpY82x08tE1M8tzsGip1eCFPdlK17P3f6KMGi2x6C
g2MrQPdRAN+ayFzNYd4dDQQz5k7t/JZ/1mZI8dx0zWqrzigVZYZAFFpR4idu/YapPBRUo3S3TuxY
oNwr1B9mrCNq4oWboa5RhTGU5NA52EF3UbXRiFNuelvlBprArw1G/uZAlr1MmIlgH6SO8WvBf7Je
9Jn5VT6eHEKj+zHzOqKISNLjoGfsXSusNpaC152Nd+FcIzWKdVroVyFO8UmKTx6fi1Y2KthzW7NQ
K9BRHYtsi9wGsgWT+giyHthvHXX7xtaaw5BETwWaoxdLqXBTZ3WHhk1/yz3AHCQ7oVyS7uoQ2ntV
DK9Om74uifqzbZxPQTQh52JOTJn7/nsdLe5OBoCbhKTrzPi+s6z5M+il5GgX+QT8yHj20BbeluWs
+UhpWMHwis3hDqqjUJZYWmjLFM2M4q6H0LcdY+Bi9H/oXWjde45QfDS6g10pz3nuVo9AueLAOrm1
hjoa3uv70HNv6zJGW1tjIF/CatgaLgTkxQj7S4saiJ2otV+3TgNINlZuMqLBUTbm91ahImjpABME
v5L7zcKcHsHn4VmZrPuyae7SLAqPmmGWRyQ2PaLsvq4G5T6KEBXpgi5GydY2IRWzVHeEaait5IOv
VuCs0eHv/RT6zNawI2gRBRIlGnFH2CHhgD1i/YZ2fn3TJkZ9I2ukuO8NS9VOOmYlJCBHQbQcZ2YL
luGH5fhFmXPlMKbzxbR66y5yeLCtuDvOydyfRoZN8AFZcUjUQdkxSb+b8tQ4Oa6YtjseMjAGUzkd
UQdfCYNboNbTNkGtaD9aySYhSIHkwXBpWgfR9WCOj22wPM7JEABADZzNqDqkAzpjk07YLXWDA8cb
JUoPfjk4z1p9yV3jIYHCO2lzt0v1MNrpiQMAAVT0rBo3vUBgYkZ6m/Mi6bXy0paL+jDBejG0Obr0
hv2ti1E3VU1I+elUPteIstzkVf3J8qrtohbOUc+fWtVdHhZw7rt6yeu9W+QBOjIl9HhQJygCB85+
dJfk3NvKJ7IPsMBZWeyLAZhgpmpfOn2HDJ+5aYZ8vBv1orwvxksYAIZdcOQD8Ulm6V0WSaSXPvTh
o/hHHDLjCAgHnxEuYVgM+wCFKaXBcU/2qsSX8pL3GUwVSENTMEK1Qtlns7aHHAESoWtneLqKM2M+
o1JUhL8SdWG5BqO6PcsCltQsfFN1jN6NH3Fn9L5diJCdIpgUnocIHTEagjHXdlf/CKHQ72TK6Jot
MhlrgW1E2+ZDasmot8oQ9sfenKLhhhe5hfpKSqQrH0k9C8hVbgYJISxRHXKUxXqt/SKFw6UU91rI
PIlszoryWJvotfdtoMJVRnxb2rnKc8hC5cXOAsQ5rF3XDxBcD8htylam2OTZAkUA02V17fQQbCl1
dT6syUnmWogmyMQk4O3lFGqXXLKfrqau0s9VVqWXZ53GOJNFyr1Mn7DwUBZc2gjKT8QPZGLL6wN4
MpGysEQdNNXX0OUQ5pesN2qR/SoDCzBvH/XbCGNdDCnF7y9+JfuS1lako2/NjDFAOEJKi+MNQqBV
ZPKm3FigWikbg1EbdV+yBjIjJWuVag0LsnbO1543ONhxyHkgl6tzCUqpPM6CH4kc/VGmzCJhcpwW
gnMh23C/Af45+nI0FMOfQsKE0g9W1mAt90fL6be9IPu0opC1rOlMWFvTtwFTKW7dbQdB5RxrMC3k
zSdrsRtz3cNUzL6WZKkv77aQuY62kxfOP0nciFW0SRwEUWRiTqboes+aqiMeMIcIzZNDmEIikYUl
QD2VgO2MACNGNSwOsmtZHNzFWIaiG44lpwifyhyLNEJGRO535qowq2Y3Gf2rJYCR3tw9QvQI/xSh
/6BHP0c4kqZerl0Tu16o8JKUyWyZkZWFbC4K+vtWU3gFUuMsw2OxEFOXHieMPNjLG0dhybCLgvxr
FMEr3DTiCuQFyWuZnqDqp+daGh2jKEMufk0iJdC2ZEq0rpf27AjmYUNWvzm6ZsKrRH+yzFFD9GIm
RS2DyBinkWXlQdk2ZaLhh4tciCxkyFrWZgn9WduyU5WdhJ7HHRqVEIr/PM5WIRliYiNkR3o9b77K
6nr00hr5CZfSSeJEa2Gjfq2atYcNqNYzNxGdyRAFm7yJec+ve0rE6fQXFFXuOEyMw0RvZli93Po6
HMLKsvOjbKGqgiWx6PeM5mvdd0JYg1aTEmrbqaFabMalsoCiF0jklngvGIKqJPexRO1Dk2D/wbN5
q4yCCrdZT28YrbJNzUpor/Dbyp/Vc/n5ZVMWo9iwNj/sEiECfhwK3uiWeBYJM3Ebllqg7pSwwVSE
gCfLbDO/LyNenpMGD14NQ7JhEszn4BPzu1rP+m3sJPbemx4kA1Oi9wL5cpJ4PVdWCePW26VmTOjK
R0X+NyUg711VIsHchpV0HA0HT74kGcJ5VZZeYR6hvvmSBm3Yg4sGk/pFks3Wry+bkhMsa7KIqvrb
MvbY1okMuSIylgOvLO7hv9oBJIyD2ysHeWWSailrOHPAntFj/JQh4+kQfK/XLjdaLVph6EwV2zGc
WeHNxP7E+4UHKGqOsoqZIZlIB2ealdyXCHyBbE5hwwo0j5P+3GUI6mjDCQuO/iwLg1Gfd5OEMWjK
HdYIH29CcU9KELO8Jy3ib3ttNB/e3d+y2sWEQtMRKW/ZxCQpPWQYzb7bT97jaqfdaZZi7N/d/HKf
9TNqjbRXkVfgAAWMOo5C3hXIgcc75LN/f0F5SGtX9gIdzqk2rjou0MYEVn1Fi0cCcPWhKUHnRlo6
/n91IsWwPR37tX8NWP6CYQ2ahu/Ryr+P+QutLJIlyIqQveBcjkHa4k+0sqaJPArC5LjCoNeyWsCZ
WMAx0bexikMTiWUIoOnfYGVUFDyhV6iqroGWgqsZ/0lahXTM36DKrsokn5SKpRFiMj2pRPIup6It
eps2RBbvjPpr1Pm8RfDz2hdYAJgPar5598v8Vsl4n8OR4jPvVRk+ftoHfZU6NBBFG/k01gS/kFey
X0qI11CYHy1C38XG+lKmN+GtcSifUS4yv1a7+C08xCdMCHoyF77rR5fxRbtMW+ekbhCihHK2KLsO
pZKbf/9ViVT+r3ST5rr833TEdMBwW+oHFPesEWKwMlO7dYQreCWG00IU3ihs7U0xsqIu4iA1qrtM
H54d9ANOoLJJaCMpxaxIzn5ELQlZW4cT2aJIt3BXMwHs6D0mZLIYsEXBPEn9LiUOlBCFCkNbhOlA
haa6mNcXwWgTa52rLWJS3jaNW1YbdY2FjotY65pyvSo+FMtAZl8jDyox07Gcp0g0tWwPInkrm5U6
PBRCUUICqW0LObRSq2JfUqrXgmgyyXwxnmDhdyff97LIm0A7VFZ4XLsaialaHI38tjEh4iwEFqTo
Qu9UTFN63PV2xLrwGRKTWMvBjqKoK99ZSFuTyGEedgVnyw5VEtDNIWb5zBp3dJvgYAxoBYrpkCmm
dkrCTE/WPFGTzba5lJ2mn1C5qs+5ETFIt2I9Iota1LRJqbYjYd0rDJ/Zc3N25FKHEU7MTmmX6Mvu
sin4Umc1Dn6qDq6awTtvmCwtlnqrxgBsZFe3KAyhrm7Yu8CNv7lq3Z7DLv3lDglCmKIlu2SxNjUc
DayRUU+pUe6SlysJLAi/grqUVy7/K0hlXZwWSMV6lbL2DrSuumm1R8fu03qFOrOt35eN4gkhMZVJ
LIYVLSY1TGncSaAu1ouVNc3MMHDSCPaIJaFUUJC1uC5xCzCXkzvV4R5N8he5LYsDBlnsCQe9Nfmv
tdBwBIwykisFj2AK2hDly7VpiCnufFhnB7Im7w5Gcf04mngXivmO7OI/7vqdxz0fesRvN1cRjkCA
lbSoI6HU4jU/hYpz7rwaFJXVoWwY1fDWJS9/HB2qYcE6N8b0FFo9lIlYiGqMJlgDROmvQi3ytl2l
XIalf8ytANCBWA5d79cqcbhr5ZdqhdpFS8JZfhtJnbh+L7G0kiogq2pI0IJfj+V0Tsz4yGu2Z0n+
lg54ssCBojuvzQ+7EGskf9simCGJ8qoAzYS50DKwisY52F55kFx6uRURj9/U+rWJtJ++8TzIaWYy
kDwVsoWGEeiALcWc1tYWB1OR/ut6elkTsNxjT4hUtpoIHdtRTK4bMR8fxQyHOa9YTFHIvlnOzAsx
SU/FdF12LmIKb8nJvNz8bs9OfVMG5CoTCV2V0w5Rm8ykar7KzjkstGUnq7KopbghsNJWLqjWDak4
ul47ZXvdrLisxDKxrJG/fCpWOfL3tuX6R9Gf+qgeUUFX1cXnGalg9ItXlJbX3pFV8WaU312KC8jr
lYVuoLriherNdatpCzjpVWLguj0CGBs3CLHOU7GzE+MSzA72VTwY133lXrKNhufvX1I25QbZdz3d
u2MKpSdYPGY3WqM7B0NV9u8kED6cZj21Pgp5dSBiRFPLaoumqx8JMKQ7ApPRMueHbCUSHynuV5xC
7a3sGwXGUNbW4mNfLhCVMLTig8KvkSsKiw+5T7FEv2Zx8f94rDxs3VLK49a2rH38KPEN174Q9o/q
8TPMSLQ3qv4Lm3IC82KYNRCXcaYKVcBC/WoGpGs/mr9hBOsgVzxVhwERQYtgC/TSkozvEjeoA3Vz
i2vYn0hl11KfWGI3exkaWAsJzlybslbE9VuLSfAOYW/wphUK5UWb4DAihrkCaUfAlyOS1ISIm+0a
D1gx3x/7xKhHeh16pgwvJSgn7AqTH7kYW3IJc637GDkek7HOId2aJ0RWscltuu/8HMNJ0dRLghXg
IbYdJHp5Qan5wDt9+GTem2maIiPBUyfDWo58gmoTTY8pJZnkTh7JY0RoN02Tos1bO8cCz/Ud7A88
LsT4OOTtyJRNVNegVIMlKEKU4QKyudxPIyHeavhD/jakKYryWBbVcmr1OxmCk7+SDNelTnufeEuC
+npr7fLR+tWLGHUPMnSe3B943YaQQcOjl7bz0SuIK5Xh2Qw/R6SJwWISX5JxJ89Bmgj9u+CJnJOw
HmfKIm4HQzezYzMlfOFWWbzTqF9GjSGkrZ12yyLoESHCl465LjIs6Tkeb8qGyMrQ5vbBCqNTjfHc
WRNETlksZn+P/iLeZN1MOqx07yq32ET68lznoFaSGT73WD0hskyiTCP+b2EcD7PYeUzMpvL1btK2
MnYoC8mBkIzttU+N58FPieD6Moooi+sdIKuxDZTWTUdcIEgRsdpQ7pzI0X21XRrCiOZlDEj7Ozp2
At3SngZ3DO9x1SEHQvZwA8iVZ7Z37m1c0Q7XICA+5r/aSc13uhTnkoJYYvyzJHxdNAsCk7jCozVa
mq/VpD0UmYHujasMcICoYfZJ+jhC+AdAfwP6U0yAJWn7XdtTedkl1+7Ug0wgt7m8OgYLy4i1Sx54
PUfeD4ScWZ57m1bIucBFq+DgUcDoMZbr+rk3kx7WIXo9jtlD41NHD6C43LVKuQ65v6zJ9bqsrRvk
ftdDlil+zRK93ck+p669A7KLe7sqcJIShboUcNhkm5tdI4dfkE5aUPGRfY6CmPGmQp9w1qyT7JIb
IxLHgptMLFdJkWis+XpZD/3DwYcMY0n3VPTWA2oG5pUXb+rRKWuC8YBMPTR0yUs3u+YtdIGT64LU
KbusXFNwKURJthMcz3XD2hzvkc7AvEXLdmCKBgyTiHgzwMHLOGjucJcdwmTfGTcaGgrubvxSvLla
fjtuYasq+gFPi+fsjmXHk7LDYDnabIf8ac430YQkBQpOGz24qW1I2Nu5eWoBU8R3YpWUIA1/noeX
Xv+BYPhGBDdcUjS7KMWJ7l5LDjmOgcpNmdw7pCx1nhmE5m5cXEqVgOf7UiR3KDn20wX9MtyA8uCm
U05oXtnWIxj90duG8SnNT/Bt/Gbak78d9va5uLj4cDNi+90fS7itd/kvkj1NdwD55ijfG/Q9uP5P
nXOyML1W5/u5wVPxC6q6wPTCbfQZoxgyuQoYL3/QoVvi/AODxe83EypqOnCCPdA80zg46t7OEeXc
YXeEdnZt3rvobH9ukodW/ZndqvtqcwE99wO8yB3BKB5RP/aXM4ZEfvJ9vrTb5Ne8xy6h3Aw7fBwf
0PvCcW367h0m3z3pr6iK76CeflW31Uu9dbfTEXGP6N44Dsdug7TJg7MTHgsPLDpxATy52/wWQ6yf
MQvL7g59q67CdWqTxftAObXjxr4Yw7bq9xozbMRfwCRsf7Yb4744WfvlmZCQuUsflbvwbX6NXqpf
5aW+TKz8/WaXg6XY2CyzER/eoqr/3H41t2/dcbk59d8DjBc38WE5xD5fmDnpuXw4G9PROZCank2C
qsizEKPfIl5vHIp8Z9dfO7ynoqcx3BFzbJq9XR+RugDKleU4yzd4nPv2pwVpk85XX83yMYr8+VtY
7hUVL4EtSmwTvioN7mJHMteYxE8AdggOTGf0mrD9I9VRad1Gbb43Nxfn0eOyihMSvZ/s6exikbKL
T9qIWfAXITUSHhYQLKCNuDk+QxwLLtHRe9S3xW24x43L89tX/YIODV51qXfErR2jmfkTpke2t+9A
YHm7MThBeCntJwTcix9GdaMu+28YeiT6Y5Eeq/Ju3Kt/VArY+d0uYiQVf0iYzT+dV6QTh9FHFjpF
aFq9CZgKj75xr3mb9KWe/RvreYCre6PtyV9/sV4jxsFWoMU23iV4An3pfBsKfw787LvXbXFzYaN5
Y5rH4fv87FUX3TyqF+Zej9l37Q10AZEJ9adX+Nl5+KFyV9YXrfSZ/RwKJHow7zhlzFFsP4Il7QIp
ZKW80b8Uh27Ykv53Xuyfw2P+4H6tT9Ntrm6EkHlx4fFXhhPOwOMnpIDgrPevod+8kfVFfwlhZKQG
J0QpsaE2D3xDTp+NLPp97dY4G49E6YFXevlxROnnTb0dfyh/ZA/mDvWYc/ysfw1f02cwOSBkehKQ
GyTK7tIv9ZfyBts4qFT7aNffINeCntIxA+T0NTuZdy/zk/VJORoPyRukAQevQlA3W/VXjHvbedoj
zdUR7Tw0n7vD8KgfzRv1lMab5kWPtsMPVsfpqd2CotgpX9XSd/bBFvjFtn/GBoZ3oQY5lqMBDWxr
bQtKP+WVzbr9cfgO8ANdRo9L3IDPUi/hlnfqFyBBCMB9KpHnsv1yl2+GYaOz+gUXuNH37rF49L7h
lvqCTsx2Oabf84O1Uyo/du8N3Gjanefz0tyGJGF8COOmH2zKC49bsidIdwxRgvrCfXhBgUfbEPo6
5+OGJ19PDstdEvnutLcO0+MfwTG8sPI8FseFB5VkmvsA9OOE+s3Q7MEWgP2Cw6F6G31bf+I3PXU3
0wY0KXbAMNTn8BhzDahlYPXBY/3gfRXkC7w4Qr/G6RvQJXe+vqnvnCP4RWDFLQopm/4A1MivD8m3
8bZssJbbJoiRc0Z07b9go1ty7+W+cXG34am+BPv8bL+YfOcD8tyk/v17J/edm7raV0eDMcU3GdXB
0e2LALun3dt8n168H+ZD+jm8DQ/RT2x8rLspy0d/Hf4QJCTgI4dIg9dGPiDWSfDorJp4O0RGcLfS
lCRPyhRrI/CXBoqAdv9/uTuT5caVbMv+yrOaIw1wAA5gUBMSYCORonopNIFJCl30PRzd19cCb1ZG
VprV4E3f4NIoKXQlkYC7n3P2XpuZovsuU5ez9cGSoMfMulaI4LDVDWtRdH12Bd9cn4222ZeHv596
eqIHaT7cZlYHZHstWvJrdfP//+4rO6fpBEVJb6c+kMBt1lfdrev8FVdrbuUYe+qGfLR/PqQrsU0z
oQ5en12/0BGjq2HFp4/kNghysCPi3N/FWSaOHZ0rd9SM7bKQKvL3U5hgy6azicEgLqWzgi7mwDk2
YUUe4TDdxLVDfjjpACnrLj2I9Ppx6PAlwvL8OcuAmrUex2l9tdt4Lq2i67M+XouCPx+3hHUDstJv
5WDlfn0FEa7QCH19cFa5/PWZ+NfnDG8Y90Wr7om+8hODi1/OvMGUJ3SymtKA75ka2j6MLpHU9RuS
MDiDyNI4gpzs9tfB1fWhxyrczJqxu5J1/zxcSRJ/PhRjzKs06Jc/EInrs5YwMRaEtWy7ulwsiYDS
WV0sVxymFAo+/mIdru3gfm0JXp9dCa8JqRmHVXhmSOOJZBnA6h6tqXoiUWyu2SYAcpJup2MXt0zW
Y/U6NfN4HJMRStjk7f80kHSXhLM5k+vNmChGxKBmbwCSQsvqW1Z1r6FcF5w81ZD4k63Mvz9E2jVs
XY5K3hA+o4DVb+JiGjmzLcZzTX7RjhkAgL/1AUyVuTchbEbL+o63lv1WzDVJIPlULejO6NcRBTJA
7HNr/z/oH3/PEP9FBBkGfT6K8HR1PhhXi5OlKuitVvOsd92dQ9VjOqE8DGsj7tqiW80kW5u0gO2/
gZf/bh7/aSYLMXzYtsPCquHm1arJvCnn/pbaN2Zlbb7mqyUaUjvZ7Z35NnS40K4POuw1pFYq6FCe
Bde26vW9vD78+dAlh4I/ksLw6i1dm83GakrVZseg09hAcqjnkcTY2aXJ84cAcu0h/80GiYByFl7M
kaTpw+3f7OFrhzVdNRh/f+zqUxH8D5+hQbH/t/GL/9l//tcPjLh+vvssfv73/3r76fr/ek1aOCnJ
/+NIMuX1O/85SXOcfzhkGxgucB/pGf/O/XHFP2g2WXD7PUsK/sEf7g/zMmnqBpMybCmmK1eq/P/l
/jj/MDyX5cKREHsEw7b/ziiNUQ2TwX+fpgHAk8466ANgT6qZafzHfCuarRFAFY0DMDTpzhXVTzFg
7xBjckHr1t6S2pkHOX4a9LHqs1ducZw1tLaGuhsQClmS4IGBi5eZl1poIZVZ6NtWQZUwRrtaOp/k
PF4Ua3hQofWiLI44LDR1uM9TxK0jUrtE3tYzjbxZvxHm7KEY8LStErRywnF5Gz/JyKqDRTUOKGnA
3vXoOxHSGR0IIVhXhJzSIw2II3fToGqdKiJ6UNsOs9ZjMx8/nSguTpYLLUgiuDLC6XaI8uU0YrAg
0YLqLG4uxbCwnyNQzjnfx1m8GXNhHCn6iVwKy7NWGc3alZaBQeoOYQtIoNWwI4L2zJq53E+y0oJi
llaAuheddI830JgzjzlbjfXQpAywjbjYW27VcB6hQsgTAg2wYD9lynYJG/fbgfQ6gs1J6VafZDlZ
HM/Ic0jZo/1cOJFP4h0x50g/5/rcjhMSq8QBTt1wKDc0ar4o7xs/YsLG+5TswAcQUxhT2wqi/eJl
nghrcx8Lt9t2VV4dJ5uzv7C7M/UzB5miFs91P4wnPdaeAfEHZH29ynh8sK12O4xy10iDBE4SYlrU
7MnbQgAgmVrYbzTayqTHVMt5UN6L7tSfFkG8Q02EaWa2uz6bW8LH3OP6VYCfiEJjh0HHylpEfW6X
cEf6wqORaazIVoDVaHQ6fDTVrTlNxpZddSQm2jhkvbwZI6YJM/0bWiv5rasPZzHo7wm8+dMyC9cX
k4Hy1MQQ3RAsmwgt9PNqrWgzy9inw0JH2bWxWYEF2qdWt6uIBaVkEhS2XOCb3qbQ1xvHXlt5zfti
Uo6Th0TCFhdcRIYQiiqU1Iw5G+j51SyifV4QIOVO330RPeuiqHcGrVjEHNlZtDHdAN18xNJwykL7
QeTepcoIEGvGD5qiTtAa6TuRuu2lJWtySoiD1Ez4S5lyUINP6AmLtgu0jqTAllCsScviU2cTFp0n
xJyWxj7TBeG9JVPCoV421ujRX1az32QyDiJTG/cqCoNCKQQueXGMQrzTio4XKwG32VRvdabBNH/C
U9hSGAib41XTXmJzPIdduze6YcRmZBKTV1RBXpBpaiTxE3QlDtULTJG+MzZN7dwhnm7OToJit+/H
l/gZufxj0j66hdD2lUVJrtf4jnqCTctKoEpr7kLyQbxS5160umKvclT97GGKfKV2DCq3j99H+z7M
ZX8gAlzzB8RXQR86h3jYctu8p+ljY1NHKfTSgyMIKjPsO6ddwyDJKmznt9KYfmZtcPbxwLlKTkfF
EGLnGChYbReyeGZUfjwN9E/j3FeVXW4Hl7imVml+SrVu5F4DGDp6oGW28/TwoRsuoeiWoPVi/g/5
nVNWNgsAgYGiFpScltNsh8We/KjCQ+PZCoJzAnS++/Tg526N7nOaCIFzdIf4ev1TX9Y3KKKUR9+w
c0JFHF7MUpZ20UFzMaXYUfut0L36RUE5mrfLsRGeOOXjgDnHDIkX98IX4uNvmvypiJsq6JPycyZG
EotgTLZaKfljqvgHh3lgMPm/AMMlANV0LkRsDjcTDk7w4MVNbL2GErOHpMOGoe2YZLH7MJjUVPVQ
kI22kMfgtUQtRVUdEDBvB2Pdn4hR/pHpX4kmX+FvralVVPV2Jn5GhSyNKJPNLHERabb+7BRFF4zd
d5SY1IF2BXc113XkvNXOFNJAzfhFKlG0LWY39j2TBasnryl1W9+tWZmainztaoA6k1vRg9wDu2/P
PSJv6N41726bFPvQnn3Zt+jjtbWYb/RT5pC1m5kAdpV9G3uMJGLrpah1umLIuAjkOcKzTXCSJhu3
ykVgaj1zNBppRWLou1igsTYddW6KCE/MoXOby8gpf6prYK0pQaEDu2TYhuKhwD2Jdg6nSV1AukOS
6Rs2wn5Glxo+s0FMQTQOLq8Nw54moxchDcmooXxqKS3I4cX2Bvz4Q3rOcCj+8vL+PXUtJMZ58wAo
ejpSXy4hYWDZfMn1OyuX5J1PLC899V1sCSaXven6ib7OyqN2b2LVwYPPSTOBGdzYoX6fK495ksm1
k7yyF4AzIWpjj3XOuBtiUj1atrWxaO7NrHPvK9TpK7hFWk75PgkrvpWxBqnZSQjyKWsfPWx1SmR9
7g6lKbWLtfaxYjnc0cVmhxz0W0v3npJOM2+qQcuAx+k8YCI4aqk8xHWHgNoJjF49LU7zgoUbUjUX
SpS9UTm6m8kd3zycyczTm91Yq/lYOcySGmnui0hb/NH0jk1SL/hsjqyrzW7WuptkaS7uGA8PmXtb
jy5NFKe980YGydUCPdl1+Hft4u3mwXtYTG1+CFUDyR0npMKltkmmxt1xq33U7fhIfBIdyIjr32sG
eENcmJw5xkMSin67zOZNTC+kUn3A9XuxRxuzBm43ktFi2L410p/6p7Itkoqn6qdRM2GwONxIC6VS
QYO3S+zR2FWjizNsXudY8a9iMp9b5Wa7wbIeMVVsEqzNMIA96PLhvEZzuVt9tazN/alrC7oQbEeE
3M3+oGdbNoXh7AzvCdrCcMEfWzQkemAfsKeiuOityzRTRB+NQwhiYmjZQQfRzssSvwwotLdzIT6I
sMAh47HBE4pL2uGbbLOabmfxbGTOm61oVi/TVt5Uox4ezNqIaUqV4kD+NC3IiDe0MoxhNyWftraM
760efVcxUtPWzfYw628l8fHcQLxiK1eUprT3MpQKS5ArT0KSKO5Fo+FLh85sZAvy2zh3SZl/pniM
NnlfbAhXJQi9qSScyeGxmPvXXA2LXzVx5Fe4fJ2lOc7olE7RRL+L2IeXxjMjwM2sXN2oZecqRS7t
OEt9riY8VQrJS/2lh415Z+J2w9bS+1MypeA1+mORxA+JUdPlrO3PekjawGiXhwQvOb4LdPrR+4xz
bes2H7LVnrO0t3yThMSNRd29CSetO8xOfO6srNvE+fKQJ6sszUzth9A1/ioKCi7yr4mcW9wj/kOW
pdFJjzXpe7mbIigL37L1Qm1FunN4n4+cVvKTa0wckVjryFJvdxjiI7T4Yx24EXHlSTbMu2amy9y2
Z0I7cHo7X2lGw3Ma83pPayPPxJemTQMDgprIUIE5KRIflqjksdOSC0qx5NYoPMsvlrrZaJdSZ4ku
kRaD2SgfUWtdjCtoHIB4utw1VfwQkh4QEHTBkRK9x6aEPLA1FjDmdVU8OzCqMUk9zCWRdbpq8Wnr
5q7t9MdqGsq7nrOPE3NE91z2sRFJvC3WxT21mj08SEz5j7jxje1UtQ8OFFGXJPowQ9VQDZM6gHBi
ewmxQVha17HLLqY/TYN2YEVSwcIw8VdhNW8ceTnbdeDDzQH+LhEX96qk6zIamgeROz7Wltk8Z33v
EnaYqrOR0+kEA+Zyd/N6O5jYa74nwk+PfEm9TI4xcCxH55dgNNvhyCSWUUM1b5mr18eMjv0yMX9K
haJ39hdrTMqZXBUfhMg4jXETmuq11budljocUi1xN0S4XvHlgx/GFLUx6vY4D4w8Jo+pd2e34cZl
XXUMj7OZBgutwyWLXM7JLmmoLxysVYPobsKrDJ71sIRrZo6Gm0gWWImHcHy1Eme/OOUZ9RsZOX0x
vsN0/x5cTqNpNl26ePhRZoffypKMnbDp6hQbJ0Iot21CXCVOlo0ZSuMYrV/i+qtCqzvKMfnqzOEW
fxG2DW4AP87FV5yftMLmR2lVsovH5m225x/RZI9dqtfriRVv/SRO3dnS7H3ZlOfSsPidus7ySeBY
uxguA4X4i3A3jKZp81F07dGVM/vefZsmN52qP6miHuQwv45aC564XHwhbou8+SAaGJp+iX8qWbzH
Auq+TYzEhhEzYR1EP0X5sF0eZe092lP06boRr3AbtHZLEryOeTf6DDV19Fr6scD64OFwjhvPIiOT
MTSU7w0VdlQXISBpFgWhbIK4QduKfdnJgwzjL894mZYlWKjehqn+VTPUgKv7YjlTsqEfPnnP4ex9
c/r85QysIRaGH63+JYyzZ2E2R5edsrW4ek5tUN4vPcufE94vkbgt4/o10Qak6eNmcbt7y4uYjOfO
o50uEFpxAepGmW7Q05M7mm7pCFFTDwj28lOaFw81DehBmjdGkdFKDvGF45a72DI+1WN7ny7ivWwr
NBgjvSxsOyErtBYGuc2woozuKptpijGJBk2RN/FqcjnKVZsgHirdeDVhAqAuZaaR2V8ZjtyKcHnN
ZVLUZM+eZZ6RRF1mR7sXYR508pciDU/LqlPkhlsHq0HdWsFS18npnfiWdGeY+nNcklWcsiobx7AS
ksXbuqA6/Wiqmk6cOEdNeKeyQGgah0J8EFP2YXs2573G/lKFd+L8K3ARYnc3LPU9wXOfOeJkIXQ/
3LaoUdgKOAjICUlexEVW3jlCBUUXf2PAecjxrxuQ4La6cO5tV5KSPDwnidjiHi6ub02ZlFvbK0g+
PngxxTujC6gHT2kVweEYCR2fHAYS7rittQKcgLjpPfMQmxilbfHm4j4HexS+jexI62uuje5zW5Hb
GsXPYX1GefHp6PukFPMmHKTEhcoEcvbusTq+RrQa645JYIi/loBo2iBkDctXuhc5xyiqZy0O7zOC
qKOUSR0SS/vpsZZxewuSSwVTn9UbVWT32aQlR3PkPEXH5axluo7xvNvrFWqLfmDRQIw/jHgGzaoQ
CBU1JijyGA3rjKirKZS1Zmu6w569X91EZn9OIv0yKToAbFzppquLsxy1p6QSOy1O2oMWWvfkgLY+
FWC9qfKeLJc5vCW37bRkDuuuVwRt1fxUkl8gpJVvcg8tgN0uKFzevILoxooqAnI0vBjFGJGsEIVk
ernL4fhmzNyFInsHztJny7EOosEmzKsi0A33ZEb1ns4Vx7jIvMONrHbOnXTPbcOxII0FxXx85uz4
5Qzml4YYp+UYl47sFig2mNA28m6eTUbolGibKU8OS1191cngHgurxra9gp6NYtzFXndfR8zre616
kzK9nZza3YQM1FttnJ/15NK4IUynsKzAMtrPVuSe2fruBzNlFK47e2fWnuWgXZQ5vgqQZyyKdKvw
re+0RFxIzWBfrJYPI2saNJCxtevdmbtNHbguIbDh1YVVQiJEmZ0T3XXvksi4JTE13rl1HLRLEt9o
5HQMYVZvq2ak3cR1Zxud2se1+DCrikN0/W0NNICnVmIhyu2jqeOSFqZONkb1WYW0j5m/58sanykq
dBJJ/1wmmFm9lOyjFhMsHU/f1mNmN3t9jBnFgpuAOIIsT2ZMFZkdlEaISiCyqNuN8XeRdvU2d7S1
t98eupplw6DVGRTZeDKhXwWTI4g4oeSopieQCz7HrRBqaf9huKRQ9BxsRugao6XNR9tAZx7Z/e0c
02DrVfgeWXLTkNm7HTN9V3pd5y+taRyMdrwjERRUiU1zMlmqmorir2LgBlVOQyVpD++yxxtejU9g
IkFgtK1CB5uyintUJWPumLcE5cKPrLUHlYvS519njMgp/Arb2U9mnx2ECFf2zzqAi5xN7goaAkNH
lcDhzEvZbEenz4+ZbR/mSd60cU4WWuEElhVq9FFobxTGPDxO6jeMn8kfAR+yc8NZcM1zAxjjaET6
6HtWF1RCrcnL06mvVyFC3d2NaXtPSAqZkLBlxmmYArwQmdF82yGtwFSmvxdMNNuMgm7LSfTbCe2f
wjFKzPPQkZTrpLdDrT+1XnfQtbrzLRXd93r0YCbaXegOXNUeE06LuASQGNjr1aS2RGLiB4rS+zon
4L7zQIOmwympovNihDt4B+stamISdSDgVDVI0yjTjqV4DhdS3waH/3Hebac5v8t12pdl2j+Qmvus
GArihtY+Sk2YfuHoq4/apBojzTvStXNocjLR6l2iy2YriUYkIy/b28UAgG7fhv0r6UD0YyMZ1F4K
fycbtpYwO+xGdEZLVHGqC+Kx9X5ruiDZhY6UTAlRKDCW7mmoHsKhOIQOdYeW5AiO2qlEFE8yS0Sy
Bcg2LMgOh99J4egYvO0C8Co8QWPf9G3z3WqWgIaRjWvJ9ODls7hh2iduoq4WN3Ga2ztSIe/NqTcO
SQo3P0s5W1QAqMa4++ezNmqXYBxRf3uhpmGDpIeeUOv4tkvv8/pQxLm8IT9N3ogZl8Xm+sneS+at
MLnVr7R9FUFGQDbdHdPVBRsp446GjL2rGoafdanHPq0Z8Tdk1FpHvubVkHe1+85X6KgZeQlW+ZZi
IzUO1pygA1hl8vUyYFgt5v1VInnlgl6fjT2HGnc+5jUbWC7jo6oeCoNc4gCfzi3qPkqR60+/Si9r
MsBkWXkIZ1wq9uvPvdJGr8+uVNL/+BynUH8iGuzQrdLGoUBnMXoOWo52cbcipu9DG1rclFL88yEu
KVuZrLyZ66h2WqmFcVF5qDjWp86VltasXk93HeomPfsPTOBTk+hADjso/UOVpBBGcGtcw93iegg3
xpooZ6wT5OuD4q4JiPX+/PMpYbu4bcp63wi1itb+9W+J0/rnd10/h+YSVmTP0v7nC2PFAIOJXLUh
y/dIB7DbU0pWN38evHa18V4/XrWtTYvsIfW4C9wOp04hsB46SkOBEfV+H4nMd4vmycnD4lxFnIcH
/NrTSAMb2edtQXLb0UX/kevDEhjAwH19KEy/7Vvow4Xrx9mxMlKOD6rD9k+xknqaxsID0JWd4KEo
2fjHWemPedjeJTVnpJS9FLXmIthPx+TkpNFC9BdNXimyMIgH+bMIgvUgZRypCeyTmpN927tFUNOV
0qYnETU9ATbdhi4kJgrLfR65DX0DBiMe7uJlTjsgSvOqO0iN29QyvxPBxoJQdNhlc/pshHl90ohy
rw0nDlijb+YIVPHCAI86cxRBFap7DDIdwqc4MKq53dVliRupQasymSn8csWu6kQ3CxSrLctctV0G
hSNBwUYrMv1Q6rPC3D78arTiRZ86EaT0g7CCqrF4oE40YXDVzjEPFeUS2KOVN8g8aK+lioeKQ5yI
vqh98/taMxLo+WDbSAJVpTVCn6p/N6K6dPpdZIlDY1KqmPM+d+h7FvZrZkCaylrzp9DkU0tRnTf1
bZ7DIDEhng2aBV4nT8+mKV6yxps3NpQgJD+Qt2FUxomNLGZ6XoPl0ux5WNHLkTleQmU9ei2hv156
h4bXr5vqlWY8wsNynigly5fZYsVdmK0PaviIC+9+/bG1azAqgRHlyFpHfJ/+LgFID3TwGcTN72Gj
B0VowoLTiyfbct4sjQnOQFM2j/X3UrGyAnH6Pbbme89fSEQcEkA0s6YS3S9InXTVxFPbnyqVIBCJ
DAficPe2/nVbi3bDOZNy2XtL/+kM0b0Hj8+ubH7LGK8H54l+uEsjl8rN2hS6/VyHnH8Wbo+8BvwR
1vpL00/o6BeqxET97sae4xV1Lh1w9kpxrHVLu+36Z5GCSUN/3rOeoXEknisRuOpjBjWyKdrNmBQ/
GdpZJiZD5ZfzJk2qdhtHLbulPW3IFl1Isp2fa+F9y8hebruaHpShxnKboSO/AK4aEb40nPt6m+o+
buk47G1Fm97VHOjkmTscmjiReN04Qts47kk1u8ursgywc6ltufAnlEz21peOQZH52ZA5Ppjax11R
UaWKkCGEo+x3TY5+1MsnQ6V7ppTWWTCCS4de22KsQVxp0PANm3MrTeLdeD/aKil3pKd5iBe6szG7
b0Orf7JWmn5ZmZD/WnKMUcuVDeaDfJi/s3auN1oeRKKN9v2Yj3y5fZZgTyIGohxszEtU1vUO9mK7
o19D3lRqn/DyDAfpVPpN3qdfcwkgSXQPiez+cjIaoctC1FhRDfQFAYYnHgF0GYMInXfRN1FTljEx
zLXL2+OtnmTvtHjNYwhhbSyGdtOF9FwrRKqQ6zA98mT9UpIAZMoyhJId4GzXepUJNykybG7H6rV1
jIs3Q/CzM1THraXt8wZUlgeRidn9msMpt9bYpkcvjLZdRklZFDaRfxYqj4jmrzc6VG4m8YMknZhp
hlCwGzg6QzFrfulqIXOUNFKuE94St721HSj1mn1nkRbq00ZI4+WNqOOjsMCOGdEOwzU/mcicbZao
ozbaxmGQ8XMa21Bd1qDsqGV452rWnqhPzsbwTXhd17M71ZYn9nMnaYwIRfl+oJv9rsVmtAtdNnNE
nFDNWvnRcATr7NJkLwXIWLuPjSe/SPaEemu/wxb6EdXyUDf3jqiCGcnZZkJWQ9dJ/eBQYRDchO/r
Bd/GS6ASSEVWdDQtDQVSRXNCWQ9Z5vjanH5idD94El5PRtqWkvTivFG/n0M6MRwWhG/P00tc1S2Y
TO2xyPJTPXwB4IEtNRBfZuvHuUmtrWwj0J0Gw0N032YHVRd2ANpyF5WL4/kh+ZeZnO/oUz1IR96b
ef9QKmIoS4L3cvNy/blzn6cbPcvwnvf5rnWqx7jToXujSjAWjtyWjoAQ90m44YAEYSCbd8rKX5x4
8pi6RgQolvOP5vX7yoUfN9FTgWdKk80WTZCqx87hXhp08JVuC/mwDB+lkfnmPLb7wvr06ONiPrK/
a9atEZtn1zYvaZPuuza+tUvtzgTCl8SsipN379JNMnsaRRFwrC1T2M8un1eRz0fvun+5+RfEUbir
pYTj6QVdmvoAgAwSp5m6k7/D4oqHo6XDOhF8OLYftHEpFl2k826/L1lotbL5TKPiETHFpUU0lNfW
cuiHMEcx75CiVs+nWI9udM96tnXrra54zSA0E7Knjsns5L7H7zJHqBlmOu81UoqaMcwG1ibTMyw4
GC1SWxLKwbhT0TJWef2SIsgbkkfd7r/1iDPOGuA5dvuc+4SNdp/3w0VnM4C8uWut+VhXtImNhb6k
WxvFtjGYtrdAH9OZmVidin2rL7SYK3F2kySYdesdHtc6vQpvq7D3S9QJyiHnMrKZpcCOdJr6V6qG
ty7rAW8nycWMW4zIafIw9uVv16WDlFnq3c2boOu7r2a2PoqmfC1zjgUqeWnk8MtyMvKLywk0bl3u
qB8dNoBkQiucfca9CTxwWAgaYtBQtl8272foToKbwcH2TcxrbmQHd36KUq1/SCv9hEZb6E2Dzm4y
L3lo5Ft2mtKnblu2NrdSBfvR4R2t1Qp3HROuBLslgzep32no+wiTdAZePXNJI/vsGxQBIRsFYzGw
9X1zxj5FxiUvDHKClak2Mr8V0a+OLAR9bm7JrmF44bJTIiG5pfOKsl8HrBgf08n6HAdE+en87M7G
J02zfGuMw17z0DSYRfm93t9hFTWIvOWWFlsNF7OH1mDJZ0t3jkNMKHYimcKN5nyyHSZtbiuRPgqi
mKNcHchPsS+dyihAhfZdNfxfbO21ZNXUu0ZtiCxdaTPWG9KAg1XKNtClMR9jWsbX477T/xaS/lQf
acjwCblma76UQ8hBpWHJxGOJyPFbs/gtOs2AyBbBjBr9xSu4fFaL4yAxGdoesg7jmPF9B+2mMZKX
TJRqF1WZTWF1r2dpcquYlKy4yWpZmMhUDEir8NlL5LseMxeIwuk8Z+Frrw+3snOzwGg6BJMx/Myy
/pkbgtiFWB5KIpOcJCs2XZHdVpRDdBUYhfSIXx0Ty4FyPs0uWTYZqDxnSkn8JRJaZtOhLPC+MuHf
YiBD8E4bZMP0YNxXmv3WLAlO0K6gS2cwn3SSt0YsF8Uhch+6aPc9kT1wBEKjMDvvCG+IeG492I5x
uw31mb/IZMat5sDQyybI1d1McxVU5cSSIT8gmeXBUrGu8OZau1KLH5smIm03rMLNmO5kFUF06d7F
khqgfc3FJ8lDdmS3CteJ9gbOXV59dUNWMA5WOgYOE1eGQbd1R1VRdfadEQ74Id3phUuhZTO5F/Y4
HpH9PGhO+jICBKNvzVablGxkTdgH6TRWPvKwxuewhs2l5C9niTqWaIfCmb5P1+XcKtwrm7nJOOQ5
GoIp6andmJbNoY6OyzImm4iCUG+IExtGxqVGb0GZzeS9NyMMqezknNO32jNz1lfv/KNdm191lKUn
wq697K6lyH5QxnI7xZF5ZGTW6wtvSY/fcmLDKtIBpXvkLkerxrWJWQ2gaYpWim5erQrOkTEORW96
ISh5A17tsa/GUzMIuWWG/9p3VeGb9rtXf8OX73ytS8KNLpLHIlkeS5M2XcvMcu6i8REPoFtFtws9
EUejLVbRvZcqH3f5QrzbsjBSSnCi18sE8FkMR9tWfwmvkD7gur2V6i+W9pFn8gdV8HYsRXlrlihn
zCE5LYBKAy8iyxbDPDze8k4s+atlc1mXXs0EAz3B0vkFHL2dJmO5U3V0AHB2h9Rc961Z0Bzs+10Y
G0lAP9olFb5Z4HzrrIlz6ccmewjvGmeb9NgpstbhTW/nPAQQ6O3lRGINIvK9O73SnqFHiER55/bD
V0ney6aow6dxct4NMb3SjnhR5Uq0abx2rxXybioVvej5t9HSkc0VR5qWqU2Uy2RbqBCZuXZcanD9
GeF3G2OM8FpUbCRa3t2TFh5vYrK0fCDBu760j41Hrz5y088lp2pTxfuII8wI1UcXe7uyh+ep12HD
gWo8MxA/4/qUvt5E8oHZrGOWP6Bl3W0WMvVQakr9kfIzWopDtzgXNwGxVSwgRGe27INcxMWOLA5a
tDptcxd3yX4YBRE3EyDXuexxVqLXjdIDe1+0r4wXcnzgMAoOe9DCy51JgqGbF/epHceczoYHrxRP
g/O7Swvf81xw5CEt7F5hESDMpi3OuQ2eoOe/BckSJqY834fhcjJ1RZkrug6PhHXDuPuQJTLoPQyw
iLIPVH0afb9gpBBrp0BWxUuSqE0Msm1Tk7zqe/oyrU6TUJV/NWVWBZ5CaOwm8suap3qTFakMhsR4
jC29P04jnpdulu/qC5R8fIBJyjC7AQBuYHGec9o9PSVXWQNzp6TNxhfXbs6xkMneXbmmSzn7dvOS
hF2z94rlSQoNJyz3Lwc+8pB7UVu+muB+t7kSASqZveh7JmvlwTB7EogY4CxRKLhZL3ZLZ90Ik0/p
iuQ4iOHSaXBe24m86XwqUgzo0+wvlr33SqiOmj1vpcSprJljENNeQU5ZghFu1TaZLOSK+YFhThhU
8zgcbO0g6kE9ZBG/mUgHFHoDM9yoDkx9+n1VH/8f0s5sOXIly65fhBYmxyCT9UMAMUeQDCaHTL7A
yCQT8+RwjF+vBXap6laprSWZ7kPazYFkBAJwP37O3mv/t9/Tf/9H2ED3HUbwm/JLomVT//Lbf99/
1as4ufsf61f9/V/9+z//li/62zddNc3/9Jvtt7751n/J+fGr6wv1v7IP1n/5f/uXf1NJP80NKun3
T0BDYdopmf5Wf+UN0dgnW+G/YBRd39Pq6z/5ir/pqh3n33wLEK5jmcLxLOH/g1DkAijydM/wDNcx
iTK1jH8kPbj/xqLjsglh3vUsU7f+rqteQyDQQAvd1cFQIKx2/1901d+q6b9Qg2yUAr4FSM0GlOSj
6+Ll/TX3QbmZrqlJWw493Ri2JXbpjalQRWzM38ZJvvVP2jEOGd6LI6qJv1yo/wRZZPAG/1nSDWGJ
o4RnwFzSDWH8yw+vK0Gug+5DO8QaqePmZFoz0higLNzrKWsmhosvY/z//bGgof76nns7EgPcvuUg
f1IzJ+U9LUkq/4A6MOowwOFD/T/8yH8hQXGV//mN/ot2PXd8yYyCn4husF9uNIvSbhtHNAxDlb38
11eV0N3/7ceB1/NIrTBN3bUN1Jn//Aa7QmtA0zIDj9UYnRKHOZ5t3U/KB3YMlOiaAv1miup1G4fK
JwRgnF39kiFx4go6EmZ+dctqBYVE3o4714dDjKFtbJlloaERoeExe7Q6HXWVq7/iYDI24A313Uy3
DZnM59D6m4kPfmONbnWo4pyOrVWqfY6tLcpb2qwZbT2tNcMyG6+2Q62VLl1GXluHqxCp28B/Yacf
E1XrR7uGJxJT0y46Vd80xwwO2REsp7yD25uQySXDypavud8RhZNOz5bHDJRD6A9mtdGPa5+a08Zs
0sM4Lvo2cvUYAex6fuvY1ghymSfuPOsdUBvt/2p+FrpDtdErWpXi1DnwcAyru7ojuQhCnKoERq+p
flu1f2dG9H/8yvoSZX9Nm/bNMofnEZRU13VXTYyvszm6FNBcWQpQN+icKMwNSSaBBtanmyj3xbAt
nI8+ZeTozEj6loEmNlv/89RljNUb+abHLR/M6h1Mtd08awSOIDhEDOtNoVUf2vy3UZlflsbXjeAE
qGTS0EE4TReXUYvnlQwDlltt1PtmLOat7McIIW5y0Nr5Z6WB8FuVUgpbQ98wMy6gVKYG/uo6ZexX
v7lYDLOUxNt+/soXOiBYhkU8wcqfnucxTYIiwvJaIVvI3eXLssrnuPlkoPDedy2eNo+zA4NFbBIa
niuGXe7YvEWkhmguk8rKs3eWMzyLpvzSR9AYSiGF4PuU1vSsz+J+rh+c1l+J5Db+2SVIG+GFq5LE
c5JHmDLkp8gpXKoVWl7XW9vsLktKCKNbFmPYa1S+pTPlSIoRLpUdV81rzHB09D+dyXs8Tl5NjVPb
X5rrmXtDpYFd6jmj+4fIHBHaZOmfLucdlF1kbxJNXXLLIL3eoqdpFjB1LOD+Wd19+jXtHS1xp20P
/6PM+dfaYn3pBaC1AkZ5ZC5OANiSOfI61/V4Ia3tUExWyC30Id5memZeC989tPgkgqTlNbsdXlZD
PtoLtwkQw0ud+SAONDCelg7WrdCSoyoAlxD0sBtb7p82V6gROJDUsx6mEaPPJKeXOc98wYBSfP2g
fY9Fp43ePd974HvFQa1Y4yMuxmjKfaMhmk9aFRrJeI0b8za7ZDyst29l0pyO2vq3kTlowLziRjuP
GJ6YUAlle485QTzBhImBGYlBJ3hBXWit7WDXyY/rfTPN1VMOrXk2ESnS9XozWnSrHfqhum5EYLtM
xzQf4wbwGH6A2wSV6L8KrUJun+igpks6s8vZNREj9vp6aoEJNuTyISXlct/13dVr1LNWSbHJei7f
951HDy1k3aXZEjdvpsn7KNK23GdZBEcoirdifeJqV+eG2estIvqBxsI088y2tpkdBoFR2sT2H6Ns
8tTC00mFtJGa/lUa6oc5Zne5iQMUwBIWAX6xBLr6rmeNt/Hh+874PLhcY9Ryb25a4c7w+5ucASJk
/kwwdUxXSkvmYHiJCEDb9mJ0SW6hSRFDwIfKgCQfA1AYcSRbbyevRrk9myxmTHtDt0mfC+tFtmjz
dQ87qSidmwDTnzk8kAm9gbmeX1TDsSvS+eSTaNktFUv+9+cJ/WLuDKyTaBd7NHVI15MevzlvCv+j
7vBDstj+Uh0LFdxvSkyPxR8BYWVGjx4Htk3Gh2ov5pcsRtZi3z8slvOY0Jl3eGFq4g9JbbildnqT
AxYPWT1rZi53MiXgwE/l99dPi9qtHWZI8c/tMD9LHy6AFt3r6HkCGHIYlLPpmeTtXeymP2hOExCy
3oyjTdOX19mP6xojyzeZiue22g5x44IysL7qbH42BXcja9lRn6wbEdk3Qy9vpd/+8RcXcTzn4XW8
Ytp8osvE5SKXfWcPxKfoHrELAl19ELkcQ5FLRUt37XUuRbm2kHqy5xMu67Qu7uDuNg2Z5FxWeoIi
Z3oWj7QCUvYfPB4g8wuNXZO8StIYzS+sUKydWfpUqHt6ie2iXub8MA2sn5rPW+MsRxYIwpHOl2/r
JZlbthgGiNmGgxnDsmIGBrZ8v0FDKwQequT0fcOLRr21XXaqfLdh7rTt+JnBbLCPct7Yu536xY6M
hQGmv8z4wP2I6l/vyptrd1e29jc67z9lDnwlde294y75ZWYb790Ob0Ya7X2mSqEyrW0vi4/FcJog
W1c11PtMuWGUb1Ah45xd6JKkY4ojDhLDONIAGOV8qBuksKohTGZ0u1s2Yx6pkTRu6bbtjURcZFPx
CCW4DQxmlJI0icCcxgd0sHd91F3bCpjHitor1p0vUcXVQophk3WzFXXygz36zEcIEwAxpIRZH3jj
czO55c4WWI/yjJMP3eo/CkR1KdkBklJvQqPSCQrhLaiEvAFGoltkrCLQeGKZt1dEHqn52SecO3Nw
n7PKavumKU2Oiqi60zkiXf4sx6clRtGF6lUxVwoLpwXSNHk/ZYsgpDdpNIFuMlt3YMAEusflvBSo
uCu2uuBbsal+QpraNqX9kGW42VI1XZiMAFlkIDRHjKHNwXwdwal7otwjAQ60KOvPY6b6MzZd7lKx
G6rSvCwaSk27X6dWqd0Go/jF0Apddz3yoybzbTRwfqyiaewNQS2X/jg4LZH1sX+/yOmWLInGGmu/
T9E6wMX+htKug4RRACzwLN5UUnlczsIpdwRjPdFibDcmkCnO9sWHVuMR9JyFvYKQXPrIms6ijba6
tYnPqsmGmZbYPnUmr2gY1TFrKyvwtdEhZuXWOxEnbyAKhCK9aYqOQqLNXI15OKRuQO8WAU454hQ2
zUcNgZv0FRFbNH68rkFcrE1kl1HA8VaasJQjLfR+8Q6aLS8mngtrdKpzt+QvscbiM0zmmoiUbRu4
12LQDx52awQvZAEBGQN8YjE37QDftEYJAmIR6QHM0+/FbUD4WuukhxCcQXjBrIYnT/U2On0tZHeo
uYl0DJm6d5ot9nRpj+RFdZ+sdiMu/ekSW2BUkOTQYB77p8xgaJ+K6L1u2YD+40WkNJiGGWXWfG9q
ywVH2RvSVqZy+hgHtlUg6EsSaoO67gIr9c2gRtyegYVmBqWCVDUHx1qnKI0qAl9HczORNmNmSjIF
4qXlif00W+mjlbg4vBCunKRpVwgpAHVb6P9Co6b8aQZL7qfJw8RDoE9qIQHTDxkEgyOd+WYr3ONU
ux8RLt0QDZq5b2RoLNPn4PJQ0UtrrmlWoFWm16LI1KAllpKTFjf6QZn1Y7WmTzIA/N3xaDK6+UxL
bohkSH7bJgrseWGml8HHwhe/hD4Vb5jNKtpOTZiL6XPRV+VdxfxbS2rW7QVI/brkthoioMLixX/f
USwUKcIZnhf8urWThT7mEFcC9WL1iOeLMSL+MfuqCjzbJFpUDQzlndKAZ80MJouj9DJp0UMhPuOC
D7tzcCOKqrqSMFaQ88Wd1k2AsmnhbGeyJrZWmn7kaii2U5lyAslgG/mOtkX2P6AlcqhsvDzaRBWJ
G0vryB3kAHZ6o7NCbA7PKYPYHg0MvsUxD/yidff5KN7LEslyWx8XTw4PALtYBshNEnFE4nBF7Hjn
UF2N6s8k2YjHKf/gVDQwmWZI2rQ2tXBJr9HqsfU2MTs6GSncxlmoLJI+sKTuKt18ESbiP2UUHhLz
1RxR39H61wLAblyraBmCJskfG12tU/joKa/7ZO8bzDxkT9lidm29GzLWI2UGfpKzKpYDlA1hXew0
/0gAxrO3HXsX/ylaROQvtn3n1OKz58DKhKvw91KYautx3JK2+1nG5p/KXvKTFJS2EP6A1IAsZ0jW
Icx02qMjujzo9JUwlfevhTM8ug2DZaNG8yei5Bh7krvAjNRNJtiOXGNtemV3Wtz/EXLVSDQdB9s5
e7b0ItlpJj18atQ7URU7s3A6ADEE/BnmQIwLpYUygCPBtZmmHB5PRaxixEAA6RBRKwsChIQmdshJ
YefMabeP3e84aMSjnfdT5QY5YTYy48Z9pKmG/lArGR5ai7OBtbezE0L5YsR4rewoYucGuEt28Ada
+paIfkTXohLisctXmUaUJ2HFgJKxsq0DaYsAKw1xRoxbzQSGVLfqyO8+3GUN3WNaNvqDvcVm1IbJ
THNxGvaW/ep7o3qfCp/QO8xDVFb1ppgcRsdRgqAWeVrAHXehEC73w8Rz7Y/+/biAaEppGSQ9sTVO
J5GDWJ63U7r5JEz7XvOmD1sWc+gSg9YX8V3GsOhYSartwoE00kwfnhA+iyLPmcHsGqoT2GvC61F8
1IrbXWGgzTIHsFzsH9VYcqKzMUcqZ+IU16nLpNbHLZPjgQT6cCnRd5q4edfTJrcn5NpgiiXwQqHR
hV7vtMLWcTXqe6s1t/zs3ZhwYpSrO2VktQwWzhh6iuOvh+C4aNT6ScskhY8qIZKXDsShgq9NyiG9
h45+Q5XDYULXgR0mUESGHHxvHYk1V4WaaeM78HbBF7kpOq7Ehg+oJ7tmYrLgVNYveCp4pgdQh2Xx
QZYQDvJtnv5mDHyyqWo2jWjfa1vjXDBBMzLsU6tHl94st4s37bWhdemRlDd9ab/yeT7abMGBj+4K
J4W+hhFx/9IvPDhd9YvMUJy+cFrmurnVqfbexFAmqbM7VEVIe2cSpAY61Q5lDrA//1ElQxfeG7UD
KU3KT31k2Fc1Bb2CCj+cm7aYjl2M8/06kKkfe6wqm0gxVDfr/COzkBboqMCCmbkRNq38R0Xy4CFf
5kMUbQfPs0Ont4xL5HpnWTGZAmdMAB+AQ5Gs2Rt3wCWWQ8poLImY25UVFFE0+yiolp3d9F9l1zwO
ZfLDraIXSA9Z4BRoD72kQmdXsKi62tnShRaWiS2PqahfGyXMsKgQbUTeFrkMBc9INJrv4hHKveXc
YI0vYl4BV/cySevWpfbVcvBxS73O9llj7PrCmuAw8GoKB9mJsC/+AvuzjrOrFtFJgQa0UNVaiG8K
XmU8Y95lKiZnJC02JxRGMXguivZZr+ifTMydoylbCKAZCE1tygenQ/xn0E3azg3HOzVUfthT2G8c
QsFQemkA3IYHRc4m3SEW8V53XhyKpJ1RaQHIHhngWnXOlqcf0wdNR241J2pihNf/YazVhtkelzcN
OsS/gYlr7lFzew85vLcSyrM9hyNSrFojOuEggbwFaKDMq4NTkz1A9/m5mVNMp5zvctHK7dy+mnQw
AgfYVVKxvGWZt2cKiyMt4R20zV3v8jgmc5FciozyZ16n/7r5WIzdT7dS62QN9ToxSHe5K30WlN6k
WHH2M2qpXSIYdhCgFoxrAN2csoRh7Azyyu5wKOao8afhOqlp4tSWIIGiJXiYy3nczUY9wRyQgY9I
ZQcCwXrtM/fSt+O4WzRZ7W17qc91zrgnW8hi0hvtiPv5Eb5ReSTQ62a1lnVGJJ9H61KfE4G1Rn8B
o+h45hBNJ25EUt5M5xeNMRIOLRYHJh9dOC/WR9LJp7Fr7k1ooKEVMZz25/mMUUDuTNe1eZz961gy
y+zHgrmMeV+0IOgmBKZ23I77pmR3LWdok0NCw6k9s+BwsF/3aqcn+GvkmJYlnJqw0zL37hJK3Qir
To7hLBwX6GwLGL8e/ZaXsLJPWK04avVDYDoelRxmLN+qw3JEvF/qPEgN9kCJ1qWelvl+GsfXKCPP
eGXBBMWcnBqfEXTtWvLYjt/rYvY8rC8ex0h0cjq6rhKI3xgNCjMmweDAiyiHxWtUL6SKTFEgHfnZ
lNqvIuc+6/KpOC05u0IhQPetF9AU8mh0lBUGTG/07UjqEUuOfurvKzcD0sHaaySR2HWV/+KJDnur
zTWt8q7bCjzGJa56hB2nYpZnR5S3RKNr2PnsmONUU7HkcM/4IMYFZ4Dj8vjkEFLnvOJA2aG80jUE
CNmMkbrHI7DeX6q30r2O7nvFTxfbkTsHeFjH8e23g02U0FzzxY/p3xYVHOw0CVHwcTT65UiDULGQ
E/e0n6Q81qWB0H+k+VgtGc+KUfwhnBii7OreEYKyPOqV2nYG9zw393Sm4/spUCowWuCVIby/FpZ2
P2QQGqfpUlWIhZbJzB/sRvsAGZjGCNFMvXn3JVCQMUZSwlZknOI3R/tjLo2/d1dtV/wdvlInyDAR
Rm1Ipj4od8MRyNwXgCKuxLkfSElMA94KVVY/3lKrumg2Bwh/IbSz9fPPamJ9n31EXdVzvUzb0m2i
YBA6bg+3JRdhomJjKoyrSUzkumEi6NzyIvyE9pzg/vOI8hQuGdUEImlPLkPkEHKCCJSeJNslstkZ
Ja4F6dAJ8ut1AYpRtVQoeNbvrCvvqfNIl4N5H+JR+T3iJcn9ubyl8/uCS2NPF+XqaKgIEOKzmhQf
qYaj2V8JK91ibMpeYGVz1ybgQm+8Htv70UTzx2EPafZYP4/K1jZI03N0o+wSBtosvzCdHVb0+1Gj
Aa30Y4EvrRzKJ+1TRNEZmeqasLm4wZyIWzunO9VYaNM0eyeGZNc2zbG32/dWHGcJaRY1gBZ2Ivpw
InigmXdHcbXzbUlGMG5qNwU5GTveqzVhLi/wACIr2VTKuGgObey2wyHN8z7yLrxavucSfQDWMXtD
b5TUnW0th0/fpKXMlPbOQQYo8pjCPevmbf04AR51gNfTotO2SpSUiC57npIREKPuEjfg5rzeeNLI
rzG9Dg7EeshICMnURXKLq+QoZA0RhfBYamnrNULMRAL0u2fODG167UaF+t7gY4LR8opG+cKc4NYZ
LHajdmpSl3m8Kd+nfCZstKkPTspbk1P9TmPwNQUUsGj204inK1XjVWPmCF3Hx4fZZE3IHf/eOcsP
lNa/bMkf5Jo8+12vhzNQChpgzdbRmseiSQps8S5EY6Ft58lQ9LF+qlZlmyb1LyX3Aqqg+rel6USq
S9YzafHL/FIaxhsoAy4LHhemmpwSc0Rubs1KThpY0LbkLML4D773HSbXJ1m4oFpmUoptdpE26zjH
jOQbTMl18KOtwbG2YD4UlgjcA2E/EhHp/7AiAkdSDoEaq0uFjpy4IkgCsqHmFoxZHCKeg0GZsJKO
M49k4EcROfKQDpA2luBls2y8QdI+uO70ZmZRyEH7vqO/tM1sVGGNMz1wkHTpnx+qqKTXZDrXnJjF
69y5r4tA0+VApjOJ1w2SpEYXVN0lCmy1nUgSIzJO7nrcU3TijHNytpnEQXHyfcgrYroINjokpcMw
0dIPmc/TXSdY9lMNTSnyDV4DZ79lbrsQoFCDTrz+YQyWdxM5HT2sCllYQXY6miZR4k6k/NtY7vXy
axz8j8qzHjSTx1z47a9pYLVQKBcH70mDEr5LMpltCh8VsIi7jD4LVOFIL7xgTLnrrQwC5vfBVlkH
EeHUN3isCsuwNm558wrFR5ixQJIdfPJyxDI+4beBa7hPgxE/yrangTqMSUio+HfB0ra0iNACFmeh
3boqA+7Uug9TVtWXkYnDzdGPg6W/lCMOh07q+Jam9DXr2zWptuhwalg7XF7JuWZWB/vWeRbtaOMp
fqAtkGLicjCnULuQlrJpWyw/sswf8Ra0uDj7Y60KuV86uCkrz8lbtGuObSyZp89Oa5kN0fQ/U+wh
r7aSQJtKP8QJO21wZG16gqB3oqvZdGM+CDNyWKm4Zp6L8KgY5JMUz6WWrhpm0mG011aGs6FoFUjv
FDX0r9q1Tv3eC4GRDDRpH1EAsBtMzl0s2LK9Pr+zNBrAJU1V/NTX1gI3q4nKC7XGfRI2oFQ5odER
PkSniDScBQaTp/PhfS/0KBaqTTdGNyUgfaH9//i+dTVYufadXgh9k7drBYriZjNqfwrDphCy/Ite
IlU0KhWW+XCXLvEOm5diHBgho2yGNwIT77xBp6GwPuecV/5Yks/dzD5katBXbps/PfQAL+Lb+t0a
39sgO43Imf2+G4bCf/LX11iv5VabLyEKYog39VoR0Udss7oO66pmJjbTCAVE7DSMexFuHKa05ls2
7GZJhq8ws5Zdb3ho3QxhnszMf/dHxqRpZBPq4c2HDIwonni0lroBPbK2MpSwNv2OYohuvf3DorF4
cuuFBl2xZflR25RwFZr/HNV0b+sv7MpL1zP6luDKuELZMM4nYyZUu4Ia4Lguz6BVLtQnvEiT84a5
jNpBodn2W45PnL2oHHVt601AeI3G2PqJ754G92Qo53NB+HWyOnDeqAKsMHHVdPf9f303EI7UmAYD
/Snd+RGepd7D9ltQCqQ6W4SKh/FgWzZiWKrjoCF3F11880wCTH5EEexON1PjmQWRhU8nwVlQTXN9
AomEdtl4NdPozLyyOBmDxpOc0KYwfd24b3TYE/U4xMFqhUuIa9pH7I/IxKYH4eHljf0yvVd68YVh
H32iI3taCl7oRGbxs80s5NPIkQr7F0yy6baImaNk+pDQmSEyCU+P7jImXVHMhHlhCo0AWmjEdvPy
g6Z8m8e4p5UNYDpzr1WChaHHMeKo7M4nI52cZgBScdq+gvWgG8VhSjvpKZ7cBOYZcbcxz2SfnYXk
bNfEfog49hvHdKkFnQWztdS2b5t079bO75EBvDChOSA1ABjnxbuKDKJfbt0+jOuGtoh7q5E6G14G
/sHKMMyn4DqMdP7Tq+GcKbxI6CIeBs4RKKG7X1XV7mn9f0ZNetVUZWBV1mm9JWi0Sp+5RhqjK3fj
6DVWmvbmDiuPJeQE9FS3A9Zwt/vymcujz6TVSb+3US5MdotWC4BACmRGq6ACU2enXPFmpuZy0vMa
UWXKcb+idW6k7aWpYKHMJSSjtsnvSPE195VJGrLIgdJZDLCQx75rY1U9TWuypJ8Xe/paz9Xc1KBX
zQBFKe17K19pyMw/U0s/IYVDY9ZAY8INdxBWPO+pbtYu+DRc7MaGlzxuK8yXzybHswZxJvT65Mmw
ZRSy8XmUgbONHd8+IoS8Yzp+ihzg+EBq/FNceeQhoyJqSuO9UD0dvKIw9iN3I2xCarkoRzZauwNO
B43hp13lFyuf/5gMRMJ+mJeTSW9pb+fVzyph2OmbE80hpvy7ZMKk7oxns/XRGdbR3hGK6sg091MG
HERflo45UY38PAYVk4GUQm2SZtw0q3YCUKpNkoQ/V+OPRp/r0BFsoRQ2fgAl6ejBB3p07W3St86+
r/2HkXx0SD4Th3DPOVSale9UNtzn9mhgbi3x9UL9r2CqHFLOQ3GLL5TQmXtMgQbHjjUC4vuXml2c
uLOKKFuUBn//X1PnBjMICdfpD9sgE6vu7j++lPkhf/X9b1slF+vn93dI9acMDWKBWIGTxZo8SoDK
RvI50o/n22alSndWFj3rcSOOS3XFf+/J+2K0YoZssbXnZAPwazB9FCiLf4PghGuEZO3NhCn+YABq
0QBeTll87ydSe390VpNL1/nR3YxtAe3BR6Xcr/w2x5pxTFVR7po5um+68Zwn/vLAe0hPetNzX4ut
66H2bPTBv9dN4Au+F2/n2ExvFQQu5ONJjgDmSwjWsVK3XYRtgKSIqZE/DDb0xdN+RCOxvoV/0Ub7
WAlV77Km+ZUnuaKTMP7KSiMop2i46k4yEFNql6gD0oS6xrrG0la7ueAztNLleWrGfsdcvwqsNY2u
LKe9n3JFSoAIGxMv97WtswpFy3Roas56JiVTmVW71LfOMo1yKuv8sSxruQNM8jyZCDMyTMALui/W
5tW2W/avqo5Itm1+zDnxY8jrHwBjqc3oQFKAjQgppUfzuQzDVhWDOGkmGtzEyO2jhe4vEPq0nrCI
EyAZIHfrP7QWKdJF8eqj8C5TdzeKiKjY8iTjnk5pu8Fqe9bL7wxZ5Hm+NaUIvuu7AU8ZrIQcaFrc
+Sem+MdWZ7o8mvVOSahZ1RiHWVkyctcdJH0zuzDqX9yJo7cj1LG76xcqqBh5tgWccr8sPgbFKfP3
HWM1ug+if0alA7t1mXfAwpojDcD0nqiiw1gEihMp+R/zF+68/BVBBX4jYMVJPB2rDu1HmjBtbler
6Czo5VWDGrYEU/a7vOJmR621aYuSVJwuYfTV5PHWiRxz02s8/3nTfC6J5e6axHtsmpHOxBruBlj6
wc5WGdKQiOxsT2JXlBLDu+mUaEzHPya5A31NGInP7M5d6j+ZJV7EOP8mFgtZUQrGCHgns7eQxhDN
SIMQbzpLWH44P8d99cRNjOduNiIqaOKFVbLYP5wHT0v7W5/qHLtjGpa6kYUWySlhV0dO6Bije6xK
EGTQDGF12eZJokflURnca+Tb4164BU0zDuQHqUrvnNEuOiad5p+GIQJZZ3XJaRS8DW5/MJzwfs+1
XsPQI6HkQjQ3jMPchJyDBW8HvVrc1RETdkgtXWtHd+ihzK1E7f3gGlG1rVoLOj7THhQu0gshr8eP
Bn3IUBhieKQDC3xUE9qjNXrhoFHOe3E5/VA2o3WpqfSptTU70GSrP/U+0Q2x7aLjlpEMWremAE4c
hpwMyo9GxIHK5gkjTz2SLyPHGLIdc/niS8kdTnbcSxxRm056X72oliFSMznFi+F58BRG5sK6bAp8
UV32ApQAY9Mskxd6oYjmjDx+IWCsDBRF6vNUISIoMt97ZmGiId817jPyqjowYOY9RDkxGHNt0uFG
HuVJFInfv8Uuad6JqNa3U/qzB4xIzAOz9Qgv0LZrtYckE+KIm5TQTugjd0ql5NlXjXXpE+aY65+r
dlRgIsqBOZUrrp2hzjJzD0bveC8q957VuPqIlo9iGtOwz9fxAi6rbenFv7JFYZhLMBXZceeGuBYM
rlJGZsMINK7rS3rrAx+EhukrROuGv4m5QColTt9hRQTXzEalbsxXk7qExkhubXNVvmvzctF1o8aP
kI37pbkbR6veF7izHhZeMRDFSxVnJz9ri8dSrOJ7GuH0Xn3Ws6FCF8Xrj3LpnvMRNqTRMRG0G5QS
MFhXwY6mghpuy87QtjJNVmy/O1yFPTA9IdHnhGgHi6/sH1WcnZUEvdl2I9MakT/IND30csxO06r5
ihYWefjpAL6s4hLVoI8AvUetS5ZknlLZUU6xCag3aHKEfcHZhYwsP70oo+GW333Hh8ZFAwcHlxf4
xJLzkRTMRtdzLVOSYEQOyuLOIlIN3aWVbA1O0jL1c/ZLjBALIRhAJ5MMCy+x8KOk+Rrt0FGwF5BA
lOthZhCOc80oNjk0+TsPLu7ZsEd7U9ECvnfr7MLk69xJXNp25NU7+PnmkQVhOnD7kSFT3mvD1CJi
XXbjkNI8d2c8x2t0tu0uVGlFIg6943Cmn6pQB72+TeArUOcyWLSz584x2od4xvpn0RRj2V72Vt3O
J45CZpy+LMuwPMa0ES5ui7alsvTo2iUjBhyZBL2v+yckcQFua5vZf8FSEssgh0QZzhM9Ad7kciwS
tTy4i2HSqbt6upHfdR7gq7G3IX3iX65c1zvZgwMkN03KTaHP+yHW1nOZec9UEKGqZb1qGR61Qj4n
CJm5s+Z7p2FYDlDBumoLK27SfaPx8uJQxDh5pppebS/xQkUdTYFsxtXoj/cILSbAf2gjnPLE3h9t
ZyepCCwaXuuJ+cisw91IMUQy37HHsx1x9DDdewVuP4RFN2/6xixPGrEGrPr9BTREffQwYgMgqdsL
ldldvJBT1nO/MVrPA0tP6ieOdQZqI+csJ386qckGty2Hbt/Y/ZZxLJ4vNBEn4WpyO84o8er4l6ZD
9/ZoGe/nvn2AmsjWIA37wB760zQ5BiWwVGn+HORKEDU1PbC7IttVrYc/JrdaMFyIq5QTnyCgs3k2
8tZZnIAHCoKw7Ed6qLjSw2WaVve9fqGymbkZh4vrqt04FfI8dc7998GRK7mRpaPtk5ZYTxDStAtQ
EAxijybVIdZcwh/rRbHteT874N9XAYyGgRz88Rzc+I5oV5ThWny3lGZz6SA0bDVrLrelA7DBjXy6
hIjxAlgt9Eiz7AXsb3HKF+KFdNM5+466zJlQBzvLHkQ90yUpsBdard0f3XTkLKTiwjjHdW+cl4H5
YLNu/t9/9v0L/DHjHC0+sjQhZ5rVZSfC0nGtg3S6QyyICELG5ml4tv8nZeex3Da3Rtl36XGjCjkM
egImMEoUKZHSBKWInDOevhfcXdW/aZVUPbguX9u/CAIHJ3zf3muHS9UtkrXSD+I2mP7iz+9wWcb4
c0FYFj0UT3NvEu9ybOuVJs+IwkKpoAN2tVGJmscWFrStnCEVroM5OW5X86V9t3agC1T/IglLgcLv
gm2V+sRxQT0WDAR10R3NYe++EpRVd8fJIoSWEHoJZZVhVqnQu2zp2WuXsM0c0YlXOELf+YO77IRj
+YiMHicujIvkST4G1WF8NmCdRDNEdtp9atlgTspHYxcsx70gLgXnCWIG0YnsSsY77ELWmRah+Gas
5UMIzPgUvenGUs3mY26Lq35eRPP0Iz9HFNqKvZHftf5cP3pPKuaw4q3N90wIWLXBf1S0MtOtVC0G
2BjyvPGWmNebPcpoTKyUrRlmlrkCvWKX8TLcufEKKYz8ULzBUGqcJN6bxlkQ3vnqiPOWymMEwzZa
UGPqPoo1whKsWv4rOPX+oCLTKmf5Bt9jdE5O7LrVdD1ICxG5InPHEQ9Js06fwidSyWhUt4h6jUW2
arSF8qS+xTC7RFvpZ6P/We+VR2sDzTR2GphRBnk+TWG322KHvi0GIvPSviatrRz9uXnPlxtm6nu/
6i45xvCrf26epGWpzJDa7vFu5qM9nFjVkBCtOHFKC+Qi7UE17HxWxqgw7PQRjiNqEuEcClPoWd8u
iNRz68N4V3XzcGcRc4iGEkcC7BFtBuO22oynzsH+ki0H/rtwQXdri2WdZzMQyJY8SXfaOSXDRz82
sgPKwt2rG0gAbbPp6UOcxKNxloe5zMAR1iLjuphfG1J2MDjaYjgTdsnW3FM45iB5DompmkaAx4lj
cLwLDbt2mX6SxfssHPtNjEJ/lazHhbp9RDi58PcJX+YSwGTAGzqT3iu2vK/Q2g/iQfoAQIAQeV5g
c7grWeNesENcmIATZQ2aW4Liq5JqPatZVA/W2kd8Xc2MNagFUVmHj6Y4azjJEodDkZlXlZioYpke
OIejJRhmApErT/Gkq57zRCpaLOW82sl2uPFO/aOwCg/aKlgbj2V6rwVroKGuN79IR/neXbM3hUKZ
XmoyST/LbTJjGqwollBbXXqEuqEEfa7m2RUKFGXAS7NU58IDFAxSAGq7dnx/iZrEP/Sv8abcG/f5
6rX3Z9VOWZH3kNh/0uQu0QuGkJNxROOSXYHBUov28OwCe1/44KO+wq+4hn4/qyDYLpSDqBAaJW0p
+nQvTGXKG32+SVCPAnxF9TtGlndQuDEoNZ30ZL1phD+9ZI/CjJZJvlLP9dbskDs42MZfxGhBoxW2
xb5Yiw3QLtuaEXpHtJh5kvxZ9w7val6umrvkNDl6kOKOtuhEp7hzhDO1ohDa0oVykHhWl/J7dQ1f
yb8oFsZKO46GXV7yeG6eOCeOXyA169hJduJJOVpHH8xIZbvrkQLygTvEYT0kvdKu3gR1Xq/YbqQL
2kT6xt9kd/q1Wxov7q7ceqvUyb8qPJOz8K2YOk22lWwNuif8cFyadiMSDubQp9s2xkN8jKl1LYlu
ix+p219FZQZjdiKzwn+fV07CBIR5BjXQlyfuibwKG5ZE2/hAxzkMGGAOHdIaZQYCvjzjWShYaxg0
kPSAQVhI8+Yae8/EdpU1d97On/xXwcBrNKveObH2i3qwUSfSjCWMeFE50r2P+ngVElm3bXZBycNm
MJGmNC1Nk/bBNu/yI2BoM5sTspgGWxIOQOUggEZepy+qjfuo5oDqZmL5gCAShKxwkuk7PoSP6LkF
SsE2wX3ER0n7wcF4pzr0TOsZs+67dzD3JGW0cxJvd8KpvwcocyfQRGXHsLd2nrZ3P0GVhTsB9hzI
XhYkVkSJvdtVOxv3xrN3Ykl4NtbKh7CrHN6/kEM9BYMEP9rMd8qncoMYKEApOhPvrAVmhpn/rH95
W2TiHs1XW36WKPSDzmeo0iN1pAN0x2BFI9faVB46BSLJeJlx9C7MUwlZ74vAQmETvog80gdpLd0V
zWu4Sy4uQ5s9OHrlzq5nnNqQyWRz/k9W38VMZWTcFsyHIiwtsrbINEuGZfhl1U/gwcA5EnBXq3uw
sjR6BaJRtDlvFhmh5rx5TtZV7tBSQlNhMM7Xwp4WLCrrYU7IZEoDxBmPfrqCLZcuvHndzfyFgTT7
qAxEyNVP1l4SV/kWE6Rm2MWq3+kri9dEuhOu0aJ22LrL98Gntw+zufkhtmudOfV+kMDfL5u5kazQ
CbMJUt9Tp97S40z4isVjW9sDUWrprN8i8/UX2SF9tq7s0aVdMbF4ZrQBhVfq/Mhx3Q/tEBFodw/Z
onQBNIl2/WZho8bdI+5Ll2lhLhz1k9ce9X4zbuM5DLaZhwFoVew9Gxf6RT4PV4KazDdKP/7G3KaH
hDiyZ4Ioh0X1zis35VluQYs+cHeX0J/9OTfM6O64EWMxC6p5cI58x7KOYWc30lqmjUbMn8BT4p22
lYsYbHRz0a+1aCfZrUOILSKNa+2AzrFMG6CL/gFMI+rnRI2RxEi24r79qkXHpfYFeS1ZpU8VgsFZ
+yg8j9zpdgEVK7kzt4FCv2mRDg/xNk63xJZy9rcLUiTVN9U6NncIE7N+mA3L6t1dK8LMCpbNQ6g5
QresHqGu4F8EFopENeHmbTEoDgsAsFMMz53W7HQfwNlM3hlfGWMb4JpmG3t68tqxYbkXTgP7jWCm
PZXHDpn8W4rmcgHeuL8Xlh6SGpS1BspkW80WvJjpKl+ZTlJDrLhjhFX3Sb6WYAeI5FvRXbObbVzP
TaxI6UZ+4N8bYH5wG7SL4aFvt0a0nLSVRJ/imQQ54hOFvTS1DWf2QD+yUwizR13d1/W8Ms8cJIVm
z4Yt/ywfautE4qfLNvQlTNbSkQkK+ZMcPFIUTB+qu+AuxVO56YqFd2ouUbGKaLxozFEYh+bGGgzL
Mn8XjZnPov+k3fXExwxLTsUoA3THyw5FtKE4x3YOFVJwgEn9Iu+ZJOLPkFhGg9qd0y6UFwJN1/6m
2dbP6kMerwY6wmhKT0rmQ4S18UD5o+MncxIlDMd6qZOViaIo2WYKPIG71JhjASSd0L3zxlP2kb/k
Ps4NKAfgy9maf3raArtH+oW3K1E/8ZYNV7yL2LBi3UYlh3BwEnyDxVkad6VsixvKpOd0FTTb6kS3
071AARz3I7Gr+ikjrmLmOubZY/u1SZ/woM6UeobZP97nGjg5fE9TnGTBy8pTYrAdC2lWokCZxY/s
4+r01YNDQml031PXu3CdmEMxD7B8bSJ03RCOiA9FI3zR2qNwn5xwyvSqzXac7nWIVPQNsef4ycJW
YIzYemwlbNPdihd0K6eKU8eGKE+NXvvBdCoE09QVAesctT06+vBpWLrsUd8Y+MKmjTfsWzH8gAmd
pS8Bea+fDdG3Eq8MyxOqOgT5T5A5BeIp2bfMk2O0VcjKXpKYuCQ5ZW/ucrxgJrvgmbH379g5eC+8
MzEoyQ0R66gaa7JIT/q4ycPl5LeNULAvSijhWGMYbdqGDJvE7rfU1alTqMBIkfIv4SjQ8cxPtH+9
F4kJix0VkHbm2W1kruInV5qP2cez8JL3L2J2nPI+r1SdPWENq57VZ4VEASE127O+PPeA9s2HJl+A
Jo6PhOQG7H0gxXzwMFhVI7bxHGjWsi3sk3P/aEL1e7GMOXkZvk2V/WOAi3PG0EJ3UoIoeT9B4pbF
RXR4jO6DO+VIsN5tfTZ+8pJCsCk7/iMvKLl67VLdJEcIThCKmT838TreZa+taXvb+OwdCF/KLPZK
DYKdTwoBD+ob/RkOomxYzQU2GWuHYtmzI8Tim+A+feCypXvxRTwqZ4oZfCzuKM4I8NXxkczYi4vb
bM7DFbbxC7U7DgrxZ+VuEZBMXfaz98FsnAgbFFX1wbxg2H0Lv0oHDri5zhfqu7szMWu6nPnYI9vZ
3nrAy0hdL991GzKiSHhZ+PCM6WFxHnJqG5XMtdyEC9YoxktzpVTAet1cKX3UxQxcCIeGuXenPgjP
CTG74rDMvSlFWbiPmA8RfnLL61eYHOp7+cWq1RVzcEpZNe/WcJCVhfvubquLV25DxLxreSfMjU2C
zc2fw/htzLW4LJ4tYq963lBu9hcSekGzrQ0+EAOtxNydElatY3msHxFzXiBeZPgfEX7yrqIIXUL7
emVXHX4x+0FN14kcexso8Hn2ZwvbiVVBXUxIXODHl+boK7v4Q7syOh+CV3eVOJZLjMbc2hoHCX/h
B70FRBfW+ORTwISHghTeVl+EnQjS0FYW8CkDeEG2vqV1Mvf3DKu+WsCD2fhY4O+l0zTZTCIxznDG
WrrPp0OsSYdhRT3POwyP0vVKsoJUzyn70LTFc87CWLzEaNln/VI9MHB4SP5R3vpTwq/5EGd28BWe
23cWAeEkLdPn9Dwkq4x14uiu+rVxYo7ipYCasgl3ym6Ak2kbz1DutHg2nvhh/XPtkT63JnqR4u0A
FWTNjtj9RDnOcR3tbfhJ+ABkSNqNrD3+HnuV+MAs75HsZVOLxANzzg7ZK3J0azfVNwW6PgvikU8+
75PtXuJPxnAL2IujKHpM8RjcMR2BrBewnNm0u6pLddGeqwvTo/8gbjES3JOTc+Hsqu7TnbQ0tuvo
KC6Ma8nbBk2mzJZMnkyW2jN768f2pXPoxlxyYHszYQ7zhHxYttLL4cqBHTRhtcvRSRKQtBRp+dHs
e7I2jKa38lgIlGVmEaKwdN6dzevQb615e3Dfu/4SEm1BGLBI1BdnSxtVv2McIkr/vDY4fDjEQbuS
bPF5eoH6Q9Ft8y93qcnOqC5B6ffNUiwcb8U/zFbadjjkd8yCaA6tzcDFlqvyQdv0K+6AuFMIfuWs
gsfYtyPqQekTKRgZdSEWSppbh2n7jJfwLWVb5i/6hfhRmKuoWjCBXwQm8km4YOeOsc9fqyt2CpmD
p3QUHgNtIom3vEqNujIQQXdW7G4EWjObP7+LenJbtCi35tUohnOj5JVGvI+h6cUjwSijr0mUB103
KdjilfXFaBv8+fMIEVYS1QVDxYq2ldSai5BcLn4WB7sgxDCljPFViJVqCQ+N761XYIxFDcw0hlWA
Niq1syLEXRKw90KljEK0a+4jMSxWccr1+HmL1XngZQAoKG1CZDezhs4GHu9RQQZX7VSpZ7vUZ//3
l94s91CN9RUZcfEGCg8tSpUNJZy1YmN9Wp9ZZbU7S2jMxkbORREWfcIiyQVOKn9+0cdHCO7eiuYC
RUwExvkC9AvbB9+8ILIsHR9G8KR7xIJI4VnFe4qSgxIt/C9RC8/EQnlULLrcMxENkOvdl4dOlT/k
CEJUGnKY082jy/fdBAXtvyJpSPvhzOUKnL8t3N2FN3wqubt3a1dmC+s1mMeuoS5XvCrkq2GgtBuV
uGwRzLzQjSyP/dGANLcasVpQmaFx5uZPanUZVNSr0+/JdSHtIqg+hDA8W3F+KvvqoRbGiDlSnWV9
/NrpOSXU4TLkgrKqVdGhsr6UBuM+InM6F+SDwsGT+NoH4k1OhsvhyJA1GxwlJ5ZSceTYPbo0dxZd
bT7lzagtIw81kNuPjx30Jx4HG5hMdakT5R+m0MLga5t5KfbvJjT8jeX6OPp8x1XKXZX21brBZcU8
E8fr0mDravREYQ7+oRQwnWDGGFZu0axaMM2zQJ26mJWxN2Or37Ypm0yrpRhYJJSDhJEYCkt+J7VS
WZgy1MsAccbck1z8o5ex0b5UOJKIRHjrCLhdEhYUYaNoNhjYD2HhcxqWzNn/+H+In+/INSCA/ibX
mIiXDE2HF25JfOgN0AW0m5y2glk6nQofIrPAFLSsF7JLpAM03iQpVqUabnLI5iAqhsefP/5fvsv0
6YSMiQQO67p6w3cxeq2vtcwoHTHqvtxenYuVR+kgpIohTAIlt9Spdol4pX/+XAns0D9fW5IVwyIU
BJGEPF3Y++tDkHrV//of0v8UKz3v5V4iXMUjm77EKVbqq8Do7gcdL/wooqZPyj02vL1uoeeknczJ
NlPWqtVtfrmU6Tv+BS7iCUiyISuqallc0c0TkCKNPCCFS3FFsAhhIYCFED79zEQVeeffeTn9yQkI
w/Dt6Z61j+QMjMQxEabpDb8Mh3+iabkWWUKLqpiqJlu316IFriQTLUSvvEgxVIUs8BNWIB7yVx8v
miuY6i9PQvluAMpYPAwsJqKu6jdPIqJjN+a5UDp6SrnP6JJHoqim5Op50Yw14k1uvyHVL3lOwkyS
riqcqEXP1h45AC6TeKPELoxMimikc4I8kdnrqyBuKckssd3iuCrLJwD0y3xAmUo6E6qThhZ4ATmC
AxHisEVg1sefH+p3z1RWFAOLrDlRr27G9eCpOauSVzlmwkKog4exyWb75eX5M0hvRw6xbqKpifC3
DEP+exCTvVoPtSWXTltqZ9g0R1Cy286g+F3zxuSUYI0uPY45kETP4jedue5DbY//o8e+Hh91nxEV
V/l9t3NVc8ezX+Wm+mnVE7Mkf4mLck/KKwgdvViJlXsvNv5XVsJe/Plmyf/Qsxh1iqxrsmiZ0hTZ
/Pf3sDS1lzxZ4ThgsTX1jAxagY7GiVbLkPBMxzJInMRQ1j20Jxjhq5L4gDJ+8qQOgWMEYUTvPz1L
/jSj8rGamAuKB61g7Lx7NzHLX96Rb+cORaVxNzHHZP3P3/9n7lAq4MpGwOUysmaNBNUGw9VsnLBT
UtI+gmFGj1DlL722DRVqlx4COGoypJSI9W/X8t3bozBxiyqKeoShN0PAQ1giCeZQOpFG98SAST6f
aCMDVEOMx8XK03if6pYWu0cbo/OTj5+f3bevr2JpsirCedMZiDfPDr/J/xmDPYKieSmRqxS1ASLR
4dFsQnj9CmlZ05uHLysCCDI9nFY+hSZ1pQkn02OTw8bef7oTEGVE7D8jbuCzNiIKrt4+j3PYPTGn
bKvG3j+cW999gxOxxUZJwTRsNxNlqZ4wVD9/Men7O2vqBquxrJr/zEtoUBlAIkzMbKs1lNh1BVcg
qrVlD2qmDtESj5K1jimch5Bffv7079ZFRthEPCOzQFZu1gS1d9VGTVgThonTI1Ca6ACb8tKGK8kz
HkMtpUDS1b985+9mLVWEmETIMKAb4wYnF/VN2g5xVzpjz7NEcPOim9nLz9/st8+4+WaBVsv4RBmw
iPz2o16S0J38Mvl+OyZ5GSTF4r2gyX07Jq0QVotc81IU0lLpaAEMzCJWzwDTsvTY/8EEqcFCK5o9
fpkjpiaa8eiH43gXuwWJn+2+FfGHmrI07waiHVWDioE/+C/BlABQoQBuFUZyIwyPfs7aPEzAKM94
yAP3bQKOmS4qjZ9vnDS9yn/P9oooaiYRRKpoIdm/WVNULW8UAViQ4yFOt2uWcVuNk4WMCGoWJrxm
RhU/4u6m5QDuxhMKuiY5W9/cSuc/X4r13ZUYpsVmVZMl43bSKXRDNIdcKZwi/RI8mu2+TP3aqCX6
uMOxL2t3qwCs8JXtz5/77+4E1aSJsM4ADaqYf+7QfyZey5PqsYziwhlHfw4lf7ArbjZ5Ry1+NCbd
0v1tPzSN+Jt7zvczNQPjvKaot7tjqwqCcRhM3GGqCT8CZTZb2Wtehk8/f7NvP0eVRYkHzGyuTt/8
P9+MHGHMZfDxHZPazejKK6HDzFC4v+w1zX+3vYpk/OdzbjZbghLrLsKRzAFJUQvkkKL55pRP7keP
LEDKVPqKD3GQrbMqJBxzyJ/VcE2m1JmvT62hbdqlYE2aKyVZKOixJMUXlyE7IXskrQR2NPm7KiUo
tUPBVqgAbhqPmpFq9djvczFdwQ8VFr0mouiF7tOAy52T73DyEnxgsssxP1TWWlF5y7FdZlMiYKfS
oZNaGP+WpyKAz+qFn43v+MyFdceBEs8kwYoavfy8eW9NEXkBke8ciPGLARR57aB9q3gMTK+v0auZ
z2RakymrNDnmJvLWsjUyJOmMj3Fjev5zl+giwlXoOlqvHr3c/xJh4s0jlw62QZQ6gTmSsSw17Sou
5XC859BcgP+m5GrRAG917DZkfiKU6/2nYBzPXnD380iRvlmY2FAaGpOBiDJMu90txfEoKBzTiJQk
VIiaSndq4/SodPLJLK03qhGtLQ7RETsP0X7hfWX5KpCmDqv/Lgu0zZCqJ8zrV02CLu7nj6MQv0g6
GXKyUk8BEfJqHHwKO4VO0LX3VLakwI6+28wwJa56V/woK/zVRnTE1kaXSvWfspbWqTAFiVtvcded
tNo6jHVzkiNKrq27VMOUhkhiHcrCX6jYCGsSNgHkBDOlJ1e7w8sZHhNZ3eElOcp1e8Iy55Uf4ZCu
FUX6GDxp5QrGAR5MZCul/Nqk0irvaT0G3HbXpYsVBDGlpkVRjogr8CzMpusk2SOaV0Zz8nXp489/
1+q7KquOqG/nVQuhQkbOV8fWpldcR6Mt2EzBK2HruD1zmqReFTld47PYxEG6H3353tPUOy+CDeGX
j8KY7XG7TEE4/qPfRc+ln4+7miQl2fWEhzqt9mpjfFiaTjXfLC8ZdsT7qLXwbqX3WOOyB86gjCkX
w9UvI+SbhUK2oKVSfNJQZRo3k4mbQC2VywF1NBiyzCuHTQ25dKZb1CGTUlsGifVBoqSOJKNEziLy
2KOqpwnqKp3zy7VMy/nNBKrIhgpuwoLlYd0eUaiytG2XJ5kDDgR5+iYShGAyqiULE71co0vtBuH9
lNTavfZG/S5l4qkqUdb4vqkusjanm2gK3rqr+18WMenfU4fCCU3UdVkyoWLezu2lN7SC3+ip42EZ
oN6Vm0hlabwgLve2bl8+u8kIndCQY6cy4Gz5xFc2jej+sqhNcOTbWwTflvXMNDX+d3tWrIfI7Nyh
AS9rPkIESFb4/xJh8YcbgqnD7sN+2KYkkDZKti4nmgbRlPVCbS1kxTF5tKL+riXbGDsBZfn+Ht7f
uM/IOfRajCUy+fayhXLWLev5qAv3ShvzXYJahjgHW0vNxqXb6DaWjfj//3CicD5SQDJo1DZk+WYf
VkV1Hkd4qiC0Nodatmi9l68wqOw2Ls9Fl57jhnixQhmBxWSvP4+8f3fQ6rSaSgZIaMPStJt9ZtTm
uJukEDuKSbsJv9K8H4Yz1bploBe7Tk4eRgHx0M8f+s2YYtcO7tow2Bgpon7zjfMqyxqvbWKH7J3d
gJYwj6rXUW+AfoR32gR9T/HI9a9JaBxRUX/8/PF/toB/v22qqPC1ZUmVdF273Zh5ASkpalzEzqjV
Kr3FltGhy0jvyCka1bsw1o8t5gDa2xo9aQG0RUd1omhVuxfNS9ko52b6azOI7oYKL3/em1RMstdh
eFCaPRi/TZhh0TfK357Wv9MEF86hg027pnH505T2n/1PoVG31puEC8d07yu4gUfzI8SED4Lyl9PB
dwNDoeinc5vYCWk3H+UjFXbN2oqcKIJrYODw8IxVojV7A503ljFOlLV1+fnB/Lth5utBTFeAnE+T
ze22S80BawpmhBKIH2/lr9kgnUEyzMWceIHplkcu8Zmy8ct4/HdbqYocyRVx2qzzwTcvgVZRxKhd
I3KEptkMceuoanQXANP/+etJ391TTaTcpZiQBeXbMi7brj4I+NmOl2pHveUMn/GiUXBjqcxI71N2
kSovQ1EjLTcEi8UsWyo4rZphHSAKBFKlwYEbjYvg/jayvtkucQ8k4mpYC0WdE+HfQ6sX5D4NQ2y/
JT4gcnpPitYzB7i7Oqi3TftMGDUinxBGlPTbUNOmlfb2fZymPkMDEsZKc/PZLCC1BeUociwNuISK
0Y8KCKwFIquY17NuXcN0szFogmuARJIqhDeCt8dV5935mODtborYAT64/wO8NSWMgCYvtSLhPe6T
CGINKwF5i7z2FMwkuZzjjEMUkjfp0q3Sh1jFRN5PBJk/0LE6VzHQ4ybBJxZPjrbzH5aBUJgLrQNe
9OefA8SzYCcBfZrCaYseHFzXvdSVtilbkAxjRgpx7HtL31QKon2xAAvBG3U9lG89cD8hax1AXNZM
lopXAM/LfDoG/DLgppf0nxtrWlNpRjIt9XbAjSEMV19lohs64cUN0cv52kIfNkmJGq0AiOJqJEem
kEgwTX3gzlkoeXX/80V8+3IROUD7wpLB4t9MJIlasHnwMuInasRmGV9bjKSzadS/HNq+qTcygi2d
cy+Tuk6t7+8RjNuNEJcijZ1OoemENtEka3zCpFZFu2ELdYZ5gB6cZ1Mr2tFv5F3ptrvOHH+7kH93
KlOFXqJNZFL85O7/fSFjKGIjBs3qSBXci4Zf5n25qrzXKBmu2mTlJBLorSy0w2SET8y3//8bzl1Q
WdBVUxRvK3K8Bnob+cxmJEB9TPe7RF+WlO4vk7X87yGZIhgzI30Gyvfy7VvbV1FKOh0zhh7RYrDg
/NukWaLOMo7RIEF5YM4KldoJWt2yu5pRDpCcHLphKZdQxCMMD5wcnNFiyzu17wLVuiQwc2R3CjpH
HlhJCJx+n4a/m21IZ1A54dPE+acsY+qlCcKvjVB2NhuhqzdCTtg92vhUlneD+Ous/+19khVYd2Av
zH86NzE3ydCpfhGxfScQd0kQeP7aUDYFCWmirImDtyZ+UwG/dMRVdh07Ur3YBCkCmJ8HhjG9AbfT
AQ+KJq8qKYST3KxzViMDePKKyMFkjEsH0L8J+AECZQG1MkD7hUkqq6t7n90EW4KjZVYr0Xw2TPWc
oK3JPnsP60qQtE7FdilkgQQ17RPlwC+tJaFs77W9Zrn7oZbPZk8xI2cwiEr+qtbRk6XUpyTPXq2e
hDlA9XaFclItn0tTWxSegLqW/RKlakqQ1nmUigcFWlNuBRN4+DPIaLb7ZqIsMlnf4TF+aBUQMLlR
bv2GgDtXXNLhn7uEXXqZfkkDjrkMexHFaS+CtZR3PsPBjrQA1s7Ln98berL4c5eJOIKsk72F4m+r
qvrtszeosDL/4e273dqXbjWVFBJWtqLckPt4NKN209HknE8vRNl16IP8wdEkcuX68E3nToeWdA7L
lBTE8p3EtvUoqmchYJdZd0zYRVmcYHHcj2rZsS21iB/138M3yQI50viIEvThHoeXk8EiiybOlBHr
KKMF/aNlcJm5Vs1aBd3jNBcrBn8lQsAHL5Xj1mlxEmTeQ13RzzKEX5aB7zYYkqhyjMTgbU3HuL9n
xdggcIrEIo64tWRLffrg9e5GDBeSVzxm5fAq5mh13PhoZcMvZxz5myVIYjKcNs00a5Xb/b4s8Var
2Led0ZU+wLVdgf0/GZK/KKz0FOYvjaQ4ijN86pOxTEO441/FzNhlrvJK1ucpLQDqmTldv3yqVK2q
HgGF7JLR7KPNEq365Jfx+ud39bvZlZqWpLPfZz/2z7G7hbbal16WOV2Ios1I10VDfSfpTmWUEhgW
bcTOWCo+Di1UmkPKxaEjsTuxOcU16gjDxzrj38XG+B726jUxxY8RFlxoPkrJ8BpV4i9nqm8fryTR
lqQXw5nudvVVBSsMSrPKHOx0h0LvSkRDT16db0UxOHpsttK4XwyhtxpM7ddcoW821nz2VHmWJc1i
rv57bDHldXWlFowtwlNmMqNZ6tUdb81Ky+aaEJ5w1m/8UfzIY/GDOvUSYtsq7dyDJjcnrPl2VJvI
mIFPK2K6//lJfnfY5eI4zijswTi53cy6iVuqAOd5kmOdXcGNLYdRu4Ya06XnGzbn051IchuJwtpB
96yN2ntPv1zBN+cqnoxoKabOAcu83QbmhhrUSUp1qRja0/R8Ot1yvAqIeX1VrfYkitFTlui7PjIP
AX4ydB5ZqFzDavyoCfoWUvWaAtknzXuDp/iXt/Ob5VhSUNVYisqa9E93voVvmY7UoVFCN5yrs09N
K85xxQAKvOJoNiTN/Xw7vhssCjFbsibJSEpuJyJGhpvJ1Ujkmoqtz0MND8/Ehrw6z3X/FPoDf9j/
8jpPz/hm5aVfL2qKQgdala1phvrPwT0fu74USaCbHMuXER1jjzfcqPdelv5W+Da+e9r//ayb8WYJ
hDyr6lQos+BjTWGNeShB6uKEIwWvRZ8BYDORNarKyheLw5hnBiYcc2sOFi+tPseyfp6IvolqLD36
eWU+rMVMvQCqT+jkk04CbikeV7nUBGB4xHUl5GcssT4IfaWmWAtFYmts86Y8/yEfI9FMaD/C5ss/
1VRyBoV9odaCXQnJ8POldZEaizRr74bgw5ONhVWlKOmMjYkHm5KL3GdOnQ0rsbC2edkerAToizCs
yrE6CF1xjgD4NAJWUwygcbsnW3atNLjUiuYrDOtzW3GVXkoMIwSTxB1PWkynRLaINMowac8CA4RN
3BMW+GaufXKxSTW2YL644pUom+eo0p0SZJkwKMMMkLbVz1uRkBwFIs2ywI/2h3Bp8VWWKipJ3Hhk
FKIJMkKvWCY9Smkxec2RZlFZrMjBqrejN8SwUFPWEb0gySdjBIIXWKkKkZ2m5QUb3mCcoLRaVqHX
IdysO9h0gKK6ISQgookemoRNomKpgEFiMeZHTNR9ZImwErSD3xv+CrIQknEq2DYhDFe3QGcdWsoq
JRbIFPIjGD08Ooz60UyPoM7nSs5+zBD7dZWyFGpQ4yL8wi3ZQVb0aWEPMoLqbLrmVjPLzzbIjl6Z
HoWqRkvhonlSsbRn75UpXeQY3yIpi09hv4ZlaBs6uFsaBxcDOJKbY/IGUmz5jq/xsyJ3LxJqRTjx
WvG1ZS2spyHR68WRFOetqQ+YSLnIaR4Akr5C37pSIriHrr/rguaaGV4/T5th9fP88O37IxmGxOSg
IFu5ObDqRVXUg86EJFfuvNSZkf3ufshJvEAlpBId34zWlq/4yzz43SaF+genV8QUaJVuPlbzBxgq
3oCLjPaPJFqHNEqo56e/zETfLkcaO0w6nJScAd/8PRWpiIMUBn7qdIPlNF2DJwoSfIJbl2pKhpwO
6KZ/tEp5HxCLU0i/7xS+m/FZVA2de0wV9vbgaOVJkeSdRkcBD0dcoDht0L93gr7jjw8IBTj0mbbr
jQ9M/gs/QPEKEnEnlgCSTYqPDYE8dV3eRzKRWqa+dROZDpYGLNkliKaDnPm/uTuT5caRLdv+yrWc
Iwt9U1Z5ByTBVqL6LiYwhaRA33cOfP1bgKKSSl3djFdWs5rQABIESADucD9nn70WqZLRBGtv6yfZ
a+43123g7/EVPzhDh5kCtKnOqKhQyIjm+4BC4GDu0r5dDbl5q7XYwMV0l+0w5QgTaalWuJUGw1Tp
JA/PWjZusxHgTmAtFcc6poGMkP9VrWFwjx0F+HC94CeH12VxVdk5GnadogG5GZ+nq5njDEb9l4hX
dmTeM5WKUxPThgH7rOiqwm8J515GIt88qUe4MGXsAvoNDR+9leKHBGq66NxmkAqrIMJOgShUnVrN
So06nygDNo4KFsKJF25AfkAhQKDeJMUbhVQYk0LlDkWHLT/CiN7XQRo0+m0h+nI9oPm3isbH3sGh
QlvBh4Lco9WZ+1qmiDKp/EUrqLHtovsxLjqA0ZNInJrP0OMAk63g37fBr56XpsYU3UHvxq06tdEP
z8tQro00i7sM90NyTOpdaiaHoZc3sQKu5n91qM9TtK7AbzjH8nEbWDgpZvgLZ8TYsUlc9o30i7/1
5SjZZF6FLgU5GtO5v/4vuVSLvNQr/le8rQNoen7mBiJfT+P2SBmeFB+8GJXs2A3/4m9+NeohSkNI
iqEW87BPQ2SzQlaQJXQvQK8FDuhpSslL0xytwDkoBdeX9b8/sV8f0SCSP4FN/yXagDk16hZ8DLdV
VFEAVt3iKvOseMNDnlRvDc8QXJ3cvz/k3HV8HmdN+lhinaiVrc/in7EucPWHoLCNRAJhGMhhh8aR
YksH0KhcLcbGvKnxZoIF1yc3tn1bxrg4VgNjhAoWskHNe1w0VxIPqppiV+pM04YRaThunAFpgyHl
uE5AHrFS4xAjeiPQ5VEUN+7MwjKXYzVufK8Aem7T3nqq0mANENs+dPjormgrhzDEX4rkbb1UvJsK
qHjX4AmXOto2T9U74ZSXmZQNC49ILILmVdAEuAk7UrxS4ScQm+2pOp6qz8sa0yQEgEDC8iWzz2yJ
j/9TZOM6YWCO9/dn9cu7lntWIxVEahoN6l/v2l54sNICJ932ZfGWDPcObiOxN+6wrzuqutu0q4h6
x/FXgcyvbiD8gAhkEtDV/2VmUHfSEBSqmW5xqH6LRi6fM9bPQ9I8p5MGQ1TFFb4/t3//Z796+pN5
QvEuTy/z6PpDzyM7VYwgGefDmEdIjl3N0kGnNT36q9zYR7ZykeTl7TQ++fvjftXjfTju5/lzNOpJ
lxtySmGz2NgJ91hk18deVR6qvDv+/bGcLyLUUIhNRGJMS+kVPoXKm94G6AGUaatl0bUQXb8Kka37
RGPVKmnAuBQ/DGBuZJ/GzSAH1LLbeGYQN1S40J5XWwuj3mr+a5LjfmSa4iLytSu8KkUKuVzREkR+
kvLqm9Ri1TpmeZ7xFKGRdFUVWZ4Au1fjMRhEGOcY413TYmkyxjf0jXj34jy1DrIdY1rKoqk2qanW
htz2MBeXmDZ0cQff8IVzjHOqkUqJ+YaC/fWCmRcB45yxvpTdgtmoKQkh7uwpG78zYNw1NTQ9wJBI
qdzM6J+6Ue+BwDHtURpjg9zr6Jk+Ts495pcwTXgEN3hMxEtfxUM41sSVngT7adxcVtqDzYhY1Nwb
IBVcPxAPuj+CwWpuo7w9gnsAth5LBxEbbo/9bCgFP6SxGlwjaPYwZpujUQXQoih+hdD7i0fMV43G
mQDUJB5orZ9FnUlS1OguC+LqBbOrXHvosKNoZP3BKIwDCd+HBkTZL3p69aub10GTQTWERar48/3E
/NKHW0gHYSbWUcXwHtmtp66UelnihBtOdChlSsHVobM1vQikYeodRRhFWz9Kb6qWtGahkvZNoXao
0Y/MKx7R2wO36sbJWiI+4MWLX0KLoTq2WW7SUQKsGLhB/H27+KJSQKfGAp2HSndDrPJTu/ClIUFT
meB55KVr9FNUuMtEvEWlHPWUfwV/q1iEFPVJUNSx9wiA7TkOwuwhJ0LuU4goOc2ma+mFm+wGqh76
LUqdNlALqMTFvx2kR3LfaWvP1DCPL3C8bCQAFIk8oaFluK9hF2z//k/9K/Eb60dEA8o0mLIJ/0x3
zIcezTEHO21ULdkKNXJLgupYqdm3TQ7KolLFWnG8YpWnWIenqnIb4K/AHD6jvNeHDdJk8SaMmQbg
WmkH9i/6oa+EGIi2SR1NowTrXwKzvjDGwuvobAs7OGvD5FlKyqsgpzDa0ClEbmCcVPh414a4xfzx
IhDNuUHqa9F5zDyb2rrv12mQvTUxFwqXemRu6dsArcDq2UWb2QegNah9dOnHL86p/EUPijYCqQAC
NxI7n7OacuT5JmGjFH12BUgppt6vHeg2PHkP+RmNCGdXjHm464O902M9kEfxeO7IeDf0was8lOoF
CTSy2wmOQZo38TnbEtWbMjz7I81lSL7Dh8zcPmsucEfF9wSyolMQ48hMWosRdtIqwlcVbieNbcB1
3LDDazorDCqz3NomsaND282YS9naPlch5GgBceEp84VvSrDHQA2TvoQARddNvqbeG3WK1w91qQVo
DR3JlcsC5amkXdtG+JAhQ1pora4s+oKxki3ZZ7HzYvV0wWbUvvqGvPIMRjNZt0XItirNbziWvvme
vxc+3k9+ZKx8Lb+anieddQcG89s0KGwS7aGuqlulbV9Vcn3kzR+6UFXI/rNjTW5uA8b8fd/tnKIh
QR4ccK3vVn7Y/zj3ZO3o8DTw9SjeEC2kJL0qQaY41hU4ZKaPOALSxXZ4fhXNdkwm39FB/pblw8sv
7oWvbgUEaZqMaIVJ7ees2kAyIakbLd2KKE+whdQW2Ptep34tNsznOD+hc9XpEhDPqf+iziZOlV8o
S74YtFAgaKMzN6Yn+ucAL7jrskynAZqTc/n6pLg3LSyGO6fk3CAn3TpD6Y7UkS5CvJZ/1Yq/6P0J
lZDTIYzLCPFz9D0jx972aZht4xaIZJFFWz3Hw8zC6H6llZRX5RQjndnGjUEbWKdegHlovfWKHO5z
0NgbNYuOXluqO22YEICdgwkhXC7Z2HWt8M5xy1wBTLoNbcChjC02jGoYE1bV+1PsP17Ef/pv+eX7
NKH+53+x/pIXgFf9oPm0+s/NW358Tt/q/5q+9edW//zrKl/6udPVc/P8lxU3Qw4zXLVv1XD9VrdJ
Mx+Ow09b/v9++I+3eS+3Q/H2x2/Pr5w5TISpVn5pfvv50e71j99IXdvcB//x8Qg/P57+wh+/nedZ
85wRhXrf3YfvvD3XzR+/SaTjfpfpf5kwkbUhMk2gpn97/0gxf0cOhCxQI9qpEm767R9ZXjXBH7/p
zu9Iqh2ZzL9NSSiFe7/9o87b+SP9d83UScCQskJKSN/423//ur+c/tPl+EfWppd5mDWUk6pEpHg0
fZjOyYaJIGmKwRFyVCnc+jRdLsY8Vj2YDxfmUF95Ck0Ly3oC2yWVYqkk4z2eW2sAKIe0tSOGBeE3
u7abvSYYNIIPWBplcGjlrFsrAA6xdP2BrgqRQmM8qXZzrVOgsLQ6vV4OnaFSeJwsrcbJtlia3tf0
ZmlvYFCO00Gc7235lgHM9xFKYW5FI9Z2RMbjSnsKYvGSqSj29RQjq3iQrwJHWmW1DgcyZtTs0egN
c9wqiS4I5WLM0RfKSosvy3G8l4z0QRukcJP/8HugiQO+AvZADKfVs3VQxXjdJszXccnc+HxtgfoP
3HnoPyZTsja0hlehQ6Dj7C3tSve3I8YlMvaghG2Hvd89Cyp0r5jBuq3DDL8eMUlFlHmglFvfttRP
LFCW+quxx24kdMLXssU5qksQNjERWXQrRa1lBAD5JhcOkXKndVMdR2W2EBu18DDqjs0904NwEzjE
ZXhUrvDm1jFUbdszkJ6Fb5hrU0pCJrMpNQ7Y9qoGPnmRSpI6WZMRNC4ooF2pRWysGt23l6Hm3Ehh
iJS+ki+bDuhwK5EAGmMME83ipuYecCUmDdTbJo9KVQu3VJNnpSWRrYFpxl4U36OgMMelB75Si+on
J0rUhTlSbJG18l518v6smIhkyKbhdRH2SPCjCM2q3ficgQRj2t4V1jclwbV61LHHwzZ7mcEBxDtZ
BUxETc0yt4eLsg+qQ2gnPyK02siCbR0W3i5oHH0Liqx3RzypwQgz6bDAvQSJ+gyIVRBb71wRBd0u
iQMsepPc2yYE87iw4ijRWS6jEQkudvALLUMHmAlbod46XdNSztPR+a74UbsxY+tbBg0U32TfANfO
ZFg+BiVEwB6tBUG9aEXcxZXkOjqWCpRO2CfmWmhnVJfuJb/oYaZHhBKSMlwm6g9HDnBYT9tHOUxG
t4LStbANDeYtEzQKAjBENP1DY1Lh9xJLTbqPMhV4X5BDUNIM4rIyzOwwUMncx7hhVV12TfLZC5zk
oJdQVJvQ6Pk9wQqwG/OqmiLHEiM6vOQFXiRmwKBUfzHKTRYQSJCrCwu+xNpXCjS1yjLAcTyxsBG3
KB6JQdUGlR7vSOE+OBoRq8KIMa43MBVxIKpJuvWM0Om1oQNbyqOCd+KgrkO4LzCdwoU+GG9WJs7J
8bLviDK3tGxJxYU9t3oHUa6rMUwpwqhdK5Q5dE5RIMnOCQrDs8qg5CjafuKElIaNNUuhYTTUM4Jr
YdxUXYn3Y4pxUugwCAxyyGAZHhFInLlquHsIyyeDVWGUYcvfwpCCGgsCsq2t6YHBzhuvnHFMBylX
wyX7sgHwUyk21xaj3rXky3ho6cAEdbfyt9pkV4+HtXqIw/45QYmT163YGi11HqOJnxSaAswmwjQm
H4Z4MlKDx8IJjnIOaS+wrW5JoAFgfVxQqJm02soGQ+Pk2MYkUe4ODVVFsp6JDSbkS6n1+jUT7pqK
l8dJKL7sM6Ftyta7KNHj8JRvq3qAbAF8UteXitw1a1WXnm0txeswQMWOOVmqGReShYtW7+HBiVHG
VdQO58FdGLrQOjB8iZhrCxngm99sSuL3a9kMGRYEzKeG1ttWeCf2BWCTdof5cHURRGq8b8zGWWQt
InK41UOHVcjYV3v0SDgaOgAxeqNKNo6Pve+fb81bYF8pq+X+/Tvvn01f/LCuBgGMpbHgHsX0Anvi
vCfuw5LSa5dw11+12NtEgaZsVODVe4U41J5hWbGfV+eXuEJbZPj6j6YbezhkFmPBoXYuyBFTkhjj
hFsLpjGt3fsX9VjvTDWG9Osh5ykD/Wyko0YRDECEcgzpGBB/kUdG/mFYUN6lpNneblR85ubF+aUu
iFSMnIblSDZnP79kvZLu6wnfcXpPaYSyyoK+AEI1WlcKj1EYxRP9hp4wGqtrLcQVLMXW2lfBylDL
p8W5fZwAqVRKIyPV2wtZ0pT9/FIYvrrX/WDX1qm5ySol3pcGFjOIUwLDvDR9/6Hx0qta+A3uHQJj
If/cbmxnR7lJn5BX9tNtBdikUaYrR6HVumpwdjXzDMuB6b26nK5mNfTkwe7SRPh7EEV2XFO5n4Zb
U838Nezy5wbUdxNpJSFe40c+DEBmbRPHTqu+MEYv34u6yfcxc6O9bB2zjLiIrklZvlVZ3lvqi9OZ
3tYasCUy/RHjXmrifcWp9vOLI8nVvk1rfvC8qDR0jwhzoKNqg7WVsPwtGxM/I+HwAI/JjRd6To/r
o2Ons5voKVKZ7bU4jvf6lWWIG11Ou32a7wPTwnoTv5uNp8hnfmx2gGG6b2TM8nXamLuwL/HkSpRt
mnUq8IIaeoTuY/qLP437fgdocisoE6OQHK73zyPNh5tfPr2nYoOzqnu1XaR9k8puOJ2RlALGJRIA
iAnTWapCPOHSsHybz83pZbQ67u/pfH14ibA4sAz5utMrzIanF4rcmY1SF8zNBKFjqZc+LpKVwjnp
TVFsUqdfdNNxQoMx1fyieXj7kYt9zECLzrfDKNF8fV3DSVBWf6gDbqiD33py5m16ewiD72iaXyQR
2IQlpvMrplue4Hq6P63CHMuYkE2fCIuojTt/lJYmHlhjV1k4aAxx/nOL+TPKDNZ6VwMaqwd9e9oT
U9p0ZaqTm/y0N21qfvPS+27eDzEfZ3r5cJj5kzZt7+y+5D79c5N5ad7N+885Heq0zfxe7hmUAUo2
SubIwiVh+i9/HuPfrn61yftPfT/c/Pn7G/M5+/A3PizOW3l2OzICEbE4Syopfz+dp5/7YfMv/8nX
n3+56Vc/2krx+rJsrJkTBualVgcHoUcA+nBJACYno4arxmo7f+ANSoGf47RNCoAJ075pcV7H2IFG
QpMPjBsqv0sgYqLZ24mN5+zXi3XBEE8qI3WZKR7efU7CNFY0lH5C/UItDJeDsMO0l3l9flFgzqAT
UVZC6bAjABzXrIpa4FdWHrJ++hM6kcOiVuWVzGOUqjTm5nhbpmuTTp1iU4T6C50HEcGNyWms3M/w
n3zqw+3plptXRShz557W5zel6c6flz59Je8T3GvhRVFqkO3nl6rz8/clNcZcDX5SiROzAHMw7SRP
c3wB58XOCygSnw8Pkoh358UP7/a29pgZDEjMeij3A+ouFyzCk6mMdMaQIRZtJCW7piuiEZUx4SRY
MncEN599cHRuN7Xb+aWZliIGwxRbOZGrEvfKBhWWiEbfN4oDwEV1UTstghF6DEWo+wY6bWEXzQqu
sgtknL61eUUQk+7mHTIxTd937UG0pIR8Z4b969g7FPxBuJ3/hxebN17Zx0AUpg5hfm8+DfS91o7v
nX6fOj0xu4G84OksFqnF+Dy2tWyf2qlB5Culahid0p6R0mOnyJpbjCTt3jfRpwtcacljIRTDlauk
HpfE63gYSdREDzZ26J52Lapow5BAYEdrArRJxFYMIz6ybZmNkAkxbUzQPq7mXwkI51jBWFvPP2H+
XZ4Zil2jXoxa1jB6067eN/zz0s6rWdu+RNoQUlKDVHSYIpLL+Sjt9ISChsZdUgf8tXkdyjuLCrHZ
PMZ4CQSkjETEzHBxabL+HNQPeMwWezbCMcUePU655174UZBZfr++85WAf/nzSp8uDBHJtwRxl47g
DCR47NBKLG2J/JpGgOgIXDzP0oJTNl+Z+bb25U6D5QpIPtffb9n5s/llmC75aXX+r+839NR8vlqd
N543mT89fffTrpqsE4w9zucmN99r84+ZV9M84Ql/Wp+X3t8cCZnjdm0l79fLl1pzK4/G+8bzYZlr
0pLnRTE3tffFuX3Pv4aR3383wHg+0Okn+wWOgYJxouS0t/r03I+mthFInjS6czMhbJKPS3/Qv4HM
K5BbUeyQ10Egu/Pm74vedNZwzjVaxhSIRfL9fKfOS6eX03vDmOqQ2VW3UKA3/dknzX97fmk6hUf+
vOjM49N58f3Xk228MKJzASh13bFc58O4NgUEmmWZ1PnO1L/b8w/Rqz0SBnk3n2xQ0tl+Xjqd+9N7
Vt4yM/cNiSQfvcD8wXzI0+rpu/PS6TKePjjt79N3w+yuhbJGH8apmTvO1gpQbszrc8vjjMfNYV5/
//FjAZ0jlHoZ7CX96XxNT/eWMz77kgTBYj7xeBfgaj0tBm3LUGa+Eb9enHfx3lWJfMAsC3v+ZBq8
wSPk2TH1JfPqvDS/d1qd3zOnUfD/aLt54x4jTaVCsvRnM+rmG/TUZjwMwybTrOl1ftcBoQJw8c8v
zEvvW82Ln9fnL73v9cNWnw/w+VuSUoF5N28VbC+Xc78yP0bmpfm7X7132mT+VJ1HgfPi6WW+HqfV
eWn+3r/da0FeK16cvjJv+OlQX733aa+fjuRPHb6Q3Woq6ZjbbEMkQevKcTO39dPLaGsFaejpHji9
OS+d3hvTlCY+r5eNxuL7lnN3O+/8tOmHT+ZFT0c5hkSSLnm6o80xc372eXML+rD+vvj53Xl9/urH
5ulYS4GwrY1HhZAeg+PyRa5dqmf0S4QAoO38Zm3gI7ppSoJvTn8Xiwx3orqV7+hO8MgShXVFXBgv
n7Et7yge3+kl+f9RMYenTM+2ZqlJd6riOZedmpdgj7qbOCrC9aT4dWVoWLsQNbRsGteZAAyhaHjm
5XVSnI0DwXjLb6JdqqdnowU3TSJOsgyG2qekFJfH3iJa1wlzLc193Oc//N6djGh42mlSNaboftKe
kzY/XucH6+nFOT1tPzxy58WvNv/03vzont97P8JX33s/Qh87ZyalXJT6wL+GhjW92HPbPa070xBQ
EDonLDa332m9nzqo9ze//PzT14GkDit0n7jXN1OnNn89ta0supi37OKyXquivJo/GOYm+PVi6CcA
2JP8RQnxxkbXMdns9JTYNmixQ91fRn3wYmVnrVRwofP7PoLqE2aPcQrAJqwxnctqa9/LWrJkHrXv
7Ea/r4vwUqnMM1s4Ry3rnkOb2h9b0ly1To0nozWuPSG/FCrO5yHdsxsy9N/2ip1j02ZN9ilZP7NS
V60SyCvJl+pVWbdoHIwUKWUE+ackzkhGvz1gCYa13lr1GRmWkt1wCEDisr/1+ibGsRqP2nDE6r/H
pGcdkg1zqBRbKkYMe4h0OI/4x9hUx1WYW8ZKkrx7s22fEJpQG5ikKgATdSWIsxHlI1uWEQhflPYU
gfeoTMIUkIYhBGx4bzjCxSRKYWrIGuU0n4C4y8IjaDFAvlwaJOx0v0e1NlWq6rWXuJmev0qKcwGP
0WSq3GzMQvqBO+PgppIaukXAL0+M+8TUsd0mMFdSPnDZBdFzMHT+1oK7QoTAhVD50KLjtvEit6Ow
XGKoZJA4CJfqd1x5mmM74CPulPIajd3aAq/uJmlGaU6xM6SObHkgxJpJcusOcXZZ5jIVKYPyYjkB
vObcsrcWie5RJX6t9Im+S7qgWGJ/h3V5sS7RxdejGa0p0QL2bINqcKh9Y9pG5BzP2DLPzG1S6Xtq
DU00+jIkmTxm+EkSwUH8sVYKsKi9BeXPlmAVE7ZQ9GqlNUQ8pUy76fMS7fpQ6isry6Ck1nfO6Gk4
oPgOPr7OTSQaBC5yHV5FRvsYBNEmToV0iyVZid5euZXyDJA9edQFHVR0aBXvPBurbN36JgFtbQIv
hvIhqyCYZJ1iLNte39hO+TykFDMVY6yuCqHbi8FM6zNLqfuNKWVPrX2EAzgAYG7qBSkJAuWKdZcO
yjOzT2aVeoK7eN1thVd5/F0YEF5GmKmFjpEq3XezxxLa0XHeTpBhl1q/1qwCEgC9f6BNvR7xppUA
iInvbTMk2VnV+ptAV9od5lAYqO3ILkquVIRPlC+JdUyAtcR0Ob3QGx/IlUmuwlGqp1GrX1PHwPpa
MW91tGJjnb1ahRJ8HzT5e1SI7Kbq4mifGTmwplxZccspx2YgVk6+hWLR/uCMoX3TJ8oZkE7MXvUC
uqV/Jqqs3vYGzxXKWhatmlNn1r75Vphdxn38aiv9NqztYrK5JjnXmEewn0vV7G/UVv4+mpl6Tk8B
dAC644LH0FMsYBTB9a7cqiwfk8jQ3RDjsaVUhUwOo50xcLPFbfCMoBQxmgamIU8it/L0x3yt5sBE
YrP+ZpLyx1z10cdsFOkpVNVe/SbZrePmUsiIqXPl+nooXrLSCK4iGZf2osjE2q8RNxqBRKVmVZ1Z
dtUsFbN/okaQm4QY8RCGPre09aJ4gQknKY0vTIxKQhM6m5XjdE8x6i3eqikCLDV3c08kS2kAR13T
Y6gy92wko6GZcokJWnyg0M5rSqgtFf2m8IB9JgFmf2UMsNYXrmXtYpO5pgImOORp2IHbrbj9pEq6
AeK6IlK6zVXinlOJhq7FV6oNs6MKjzz+TCOmpKi0dj7X0R3Km1yu1Bc/Q9iVP/RZ4K10G2e0PvGW
dcKJlJQEmUQnlhWHW/nDvWp0D06fSmvUxK5Q6fwZYF6m+Pj0go5Uw14KvwhMqG0dC1ulpNW2uqbx
o437zsjlfek9jJhtG4nlaml9rzPeofjHgqA2qgcba2qCIN4VNs5uXnnR2m4bhCRjcaiSKUguS5yE
XDm32xDBQSGOOr4Uq1DHXDcceC6lPhbDJACGM8Yzi7Krfui5bm5LrLKbIMShrrA3nQYMO1R04rSA
DpsKZSeVBtRz6swIEaK1JDRp5X6uOOApBsR6XNSh7PtzlMQ4pJJkXhckbUKnqLZhKyBRtBTW0PPT
AtuefDaB3XWVQ3YaLZ2krNCh0DhPRUPOVK1IBfmyj/9g8+LD91w22lXXaxChcoRgeqWuhR7Hy0Bg
Y2wEPgQS9c6QQaRkQxwfkP/steG5rAvpmOAOlxRBct5LOIfpadTtSMotcqMzQXnr8GDpLOka0EZ3
3rLrqAZrqvpg+5RXtsT7H+gfD6aT+ktf5kYF6r5oNTorVZEKV7Pia6LLK1x0wo3MGVth9BdR7RN8
i5T8CHJTwTCgj9kl1R3E8s9Vqbscm+jgTIV7rWd+Z8a8qUuCtU4IFIzonRGhCCOtRyLU88+R/RXL
trSP2EdTvlWNFHN0CtkqU1wZoRFsikTnb0GG1bLMOeyVglywoDkeZOkuUTi7PmH6heOZ+lILH+S6
t93k2fPI6ksjLuTQzGmCfrsNh/tOBlDWSVdlEod7ZGRXYtA2JOZw3NPWBI+0ha0OZ05PEy9tx62H
KXsj2m9kt2mgHjvKdYCfXqIsjVS5i/FGufI9BC9qrm7sAH+thDOU0blUjogOcJYBnnhuBQUEVeq1
H/r9roJIF6ajq5r4g1tUffQpSjrP6beRPOxjMsoJ0J/IN7DyDju6cS1e8YTaq6nTLPuE8XhnxG6m
hvmyaFLhelAEcLEPb1p1wNs/NRlNlxI5zAwbdEWqfVeVTAZpZXnnKSBgE5BWWLBY3zRnxM9eQ4jV
qCWFLNCeZFNMgR/DIBcVgU8Nh+m2laakZXswOtDnRXzQpcehpy7O16hRUhOJSv6wfhrxhUBiNd6K
QboM65LTkMHJ4iZRkY9Jm0yFpdDbxtOAUkOkxQFPBcVNBCgzTWCcBIT23q6DrWJl5a6JKrHEo2/k
IbfzLHASuR20OxSTK8PxGTCHFOgKqM0tXEDGTYXjr3AqHq8jFJwAkgLsdEdfPlqSJ44eZTROTPJJ
jRjuU9BOpM1bdEbwWmTjmdAszyVfy5kIlXWwo3Zt5AJ1F2MqrwrtBpUEGL3QkFai4YGamBQEx4ja
ymLc81QiE9yWNMGQ2oC0fuxQX8BAK55sA21caykLubYRygY/0iF+QmkiU2/U+WdV1lyrg+asA6Mz
tsK3vwdpfGukXuwiiIHaY9nNuk4EwyTFuAmsh5T5D+looDtVUuBbWYRnqXFuSd8sPyihLTF3GCQA
d2N/1k+5qkEy13XOuMUHz6TQm+ZZHFyHXX2w8tHaWR4UozhoYGXTKZdqmawGxSLri3oWhxC445eo
yqJd37f39mD/qEpTwaHQ1KAWwOcMhvMOGUCMgm1p2g01n5SJBSPyhRhfylC6pHqoXA4mz2JbrXaq
hdgziFpp4Qtzp9aOccbkgjkDaE/D2wsu1Taxc30tPWa9ykA9dyaMFsn0lNJPJNU3Ib2DZe/o0e/S
0V6ZhKkOMoVmQnYgvvcvY6v/8DKvW4RIgMII+VAKsSsJohXu4dtI6px1CSbOpB6VjtEZdr3nHeW6
Uxd+uQP6m7gh+c4xbPtNFpXVSg4kjNdDOXRTbeqB6Py0ur9shdg7jIMYVSWbsR6aFSeS+97pGYTH
8kYSE70MupqIUv0qHVeIXkiEIvOTgqdsqI614VfHJhuQkgSVdJH4FDoX2doMiuLYMIHGPCc74vix
1ptpatKXy2iwv6Upxki1BpC1MG2szEP7LjDL1cAIQHjFdWQNm1zRN3rXJKtWEwXBWKxtErM/S7LR
9UlLQtVS7yF+vFqjn6wKI2KyYHnJujC0dJmk0YZpw2OZU9PZojlIZLOGXYnTvN3z+FTGcutk1Ua0
KAkcyxX8fipa27se0cI+iy5bGWMYxzbBiGXpc5ZaZ1ZIAMhA5bh0BlQWLaz5A3F4eKz+Lmm5C3u1
GY9Okt6I1n4xbKN/zG3noQSpvai15DWMJHPltQpqG6vYCo37K9GPVWyo90llPdQoe0iQKm7jm8l+
zOChZlq2lJq6X8sCXZJX+lsli+6LRk9vqIaFYZogrx4RO0WhdJdFQ7iuQUN6ORBk2SaKjmXOA76Y
pSuLBGsorqVpRNw56HD9ChSHJ9pgTfkYyhUAZDbCtGVO7E4JVp2kHXuNooxy0kBi699NWCULS0DA
5AllDpYzbE2oVm0iskWFTdwi1BnoqAKIGQJdG0BMJLmdfwXzHgwTGmm3S3jkxmi+FAOXSytArAIz
dlT9dW5Q9Bz6jbcQZQ0Nq0bG2WIq5PZEQxOe/vuqH7Y42TQ0/cmAHjCJm6AKlkEphdRzPqRMlyKf
VH6OKm1pVFVC/S9770pEMHJD7UkIPGwS1IuqR/YZ1d0K0ay+YBx8AV8L5AaTD3qyJK4pLx6MdZAm
HtPEgarcsYdbGIzonzGtXXV2vUlDes00HbZDjUsq3r1u4IgdjTqn8hrvmKixLjIv9da2gCKI9H9p
UU1+FaU5fQPiLSxhyJxUqNNkx4hWzM5pcNyBawVGOPIfQ9kHeNeuvSG5lyONbp6HVh8Ay3asgOyI
HXj7Kr/GowyKwnWgN/dRAz6h9eN8GdvrLovMHVej8nER9kDyTgXoGFmMKzxFEVi1EGEbC5vUfFba
O/eUwQYuee8rRfVNSgrQhFuUqhkKINIWRwmai6JcKGqKnM5jMKNUcBZ7IG1W8CPhXC5LaXA2RRi/
hb35nfz9ZvqJu8hsvxlEuRaemdxVoicaNjRbo/E3mOACOPLw7O7bR9Wr153lnIXgcg2tBTjaGIcf
ZSnFew/l+4JHxLXKFGSh+VGx1n24QJ4P027kkhZGt2ZesfD9Oji2OdQZQ3Tw0toRDV7V8hho70a1
fUyBGRxzzt5FM1ZHrPGmjEBOTa2R1S5glwwjCu0GiyJysKZF+WszxSCGi7bEvqjGVnKFqzAUaU3x
XauNkqmS5/+2JBgROuL0f68IXr3BBHqu3j5Kgt+/81MRbBm/yzoGOdTbGdjQyqb2pyKYjyzKHYAX
TOQJc/LY+SkI1pzfKe5UDQsHD8p/NIUv/RQEa/bv+mS7g6efodqogrX/iSBYny15P+iBqQQ0TKxU
dHlyUuHnfarPiSMCTcqIt3sX59jOo0kZlf/H3XksN85sef5V5gVwA94sh95KFGVLG0TJFLz3ePr5
IVldVKm/Ozd62wshgARAUjCZJ8/5m7ZY2aZNppIXMEjILXg6jzd5LSfIdxLO9F0Al19pu36RFBbd
VYUdqgHZfR4SFA6hjleX0oDyw49ib4TgyVYAGutlXtUe1kQ+/XbWzvKo5fXK1HpfJeWcevWhqTJc
3r1XG22vRW3U5rwyzQZIqOfNNamWF0rh/5Qd08aTyrzpjCHZBrkKqU2HOmoS+co674vtERtln2BR
xjXTSmag/ItzBJCXbVq9oBR4k+X8W4qGQEn8qkulDZ28Wfd9UUP7MEna+NYTyRNvGfnYSWqlhBpw
Gi3LKYHpIrbMJFQm92egHWQY9xmviezhFC81Bvacrj/uzQF7ZiyXcisojqViuMvBRpg76bd2I48b
S64L+HrRSfUwrGZKcm8HGFZG+KCA/9kl46DgG/DQkGWYSVY8TXxL+jIbH0M9xDGwL+BhEHn9GGX6
/TRzSNsZ912n5stp5nnvetaPIF+V8VErzZxiK91eqSufY2p189DKb5RYVabhnVL1pM+YDAwaVfDa
ZACYJHUZRgALJ6sW0iIEMyYhEsYsqyRJ5JlJj27KvyIcwxDsMPpZGdb3uQexzGTGwn1W66cEogpe
XITPxujtfdOct7b3YcB3nTFc0K8CbC1b9c6IyPRCRYNe0UDeCyDNrG79SCVa6DpAHdGvAdhtbEGs
kdEPULLkOAEyE918cN0UHS7UPuZVOeyNnI7OCYsPJTNgCBeDtYhM5otGmJx8vsjUGPMCC++MrJhS
Wepdis3toFkHt22OpAxxjydP1gZE3IEr2/NyQk92E7A9SqEde9U2shnk7eRA1HEw5LcyT045Jq89
tXj6aYL/kNB1hknYq2O62yE3b3Kc9LJoC5EE7b7otTBajFGz7L6JkqVlp/FTxJy+n41J3c9zpLwX
LuznRWJJGxQRJmQiuFmsXZsCd1l36VohnEmX/5xZy4yigDqvANrmSKOvEioyM6lg2G+gbc4Hyloe
CYCkV+dlgztEW1P6AjM7GfP0G0io+ooE0qbJSwfmZ9dvWxnNzSTzybto6VpLIZtCLCelJKOSGnoP
KEP2s7QmdeLLya/QPju1v2e2XiwzR7l1dWlXI3aJiLllHgf7vimr7tYsk0Mim2trxAlVGuqzRNA6
TUFIrftPWs5Usgt+KerCTaDGATPcuPZog5Kui9sKLaVwuIftTlqzV1Ccjmx0jI4Ir5XLOHJxaiuD
NSIMaEA4ADirJDyYbmQtPS0iLEnwH7QKqF8moU8V0dVEZRts87cyNtyTcaPFkEYdTbqx6HTgQNG3
ScEIlpKp1cJVnocO+QDQEecksKQFubdZazGQN4MKxnmHnMtcscpy4ZqEk7rUVcuOtHwxxP1BG8FE
q7VTz9A7wbNeS8nKBLm+TjIydLiSG2Mbn+0CRHsSgKeOhoryAVIWVlOjduNjGN6OzgqH565okBJF
MzbzC6JAPyUW9gtCroRQBAZuPXrpavCVdyvYSYSYu+6emcOmHeBzpKTBmbA55AwKcn7O0N20w52q
hfs6hYGtab7JjNBd2K78HgZtsEhU42lU03tyLfjAQuSkiuGae1NPrX3Yt8oWIuCytRNv5eUAsITH
YK6OyarjB2hFDWq/Ucu92oW4e0vjR4tpNWCnlTb0TyHquPQNmGy2hr3WvLreIA1wZ/Xgdx0FvlLm
2owbVmnukZfytnmDwXLyVE4dvzo5GspKny+zGLB4IsvQzrJgrwekcSI3dOY8LdHBiOM5bFl/G9vt
Oos6Yw0KuKfToR+F/jQhsbHJTl21nSVa9Uu14C3n7ijtwVlJe0pFBoRm9SSRbSVuD3JYqEid+3GR
7P0YQEQU8nWSaYWbtBtvkAhAVrzMjlo/yARIoJW4FMSJpBH9wokOVqo9ox1Iqk23nP3QFvlGc8xj
hgjxLEyHcAneHoeDmmKQ+BX4k0t7sVaMv3wrtHZiI6m7npxKefmVKaSYfdTACwEIloy5CriIItnv
VXQZt3b9ZDjZuPNM7SGTqWZJDXajMNZXpa7e9Rp4DnyaWj/S8FCotJ1YS1UA+Lo0VKB9IRwyr/iV
GGArs4HKihq+tPFEQzRjUpHNCLdVz2fyoJ+8VI+WgzMe4xpkmUd6b6tQXGwaCy8PaTwWvaz9744b
Jw4u1Kp/HzjeTNSv/7P4GWX133yyy4m/o0fH/JdhYnIFEA3iB9QwSGP/xSebqGZwxZBdmwiKhG5/
wscLn8ycNElkaGPkV/6Ej7rxLwfRCcz+5Ev0+D/ik6Fv9DefjOKbpSO+gtOCyouMBqr6NxVad+y8
MntLPaAdPWH3xSKuA23Ki49r0C3qWhVxY25SC4tgdlItmOLIaVssapnJTiulJt4YTIWHEjkgZre7
NtGVbSZgf3Hp4izc0bsZOtDTZSwAXNYEUiqnpEvvS7cCGS4WXWej+hBorbOFaK1NeC6vrAhZL/Do
adtQcQrqC3/deIm3JQ00w2bkDCoc1Q0/eYoz+9UftLNMhXmTtjd9roy7CHslc1CMrdve0kUglAW+
n1pM/lh540Mid82h65KthOqJEzE/NocoX4W+rQB/sFNotfZdF4R7tLZA4UKfQhcl2xcOuSiX4B8T
DH1TK0pCkabIECvDatVPi3ctAw2DHOMp18yXwo7OVeHdDXL9DMkJE1+joDhFnay1EYWzEqVaQ/aC
nmW4hyKtsDQLnF8mcXqZxFTAQgQKA1uZpXl9dBoKyUl31GuDOuNoPBfJcGtE6Z2iBa9GboKI6pK7
FKfgVHXRx5fPpixl1HNeWwe9SU1XyYV53Szpw3E9fWDtV88U2QC9AYXsCdAAcVazqOtxS/KcYUU+
ATaxgTBckaFC16XnTMqUuZspJdjWmR5qB79OX3OPqwq5h+S+GbszTRn3flD+yJGWcal3KUV5sivr
0fGVp8oGOuJ14cZJzKOjuFx3sCdWcadK5Uyi5hfp8Dd6UtZdiSuUV3yA1umBMqcf+CL2QPnguJAA
Makidd1711XvtoZHbtLUKy9a+2G6HKt456JA3njBqpfylSYHPcZB7iyyzG0p6+TnFZ/BLSXKz/Ti
F2IIzmyQx5FKErRD7w75l9u4Vj6ply3UOH9IWhItJBJxsPeNX8CIpqrKPqw9iHkWgAezY6I/8k9L
MLydmETaYDU8eCUWYF0BQsDKkFNUa3hOIOOKGAfxznnLGQQXZVfepulLJ6Or41BpnSs8D7PRyO6V
50jlUsFscRAANFdy6x60ntQqz1MuZxuU1e88hWGAKgVV3DE+BfE27aTbaNQXbQLFzTJv1Xao5tpo
AIoIpHWXka2pouFjVPqb2CwoitXhbYN89rqONH/eGJypJHflVPctkMMsFfdZS52bujEllEQG1OMx
Lu8SNIelXP3Qa/kkNTurhjBWRMoIIjncgMqgZG5TdustBQn//NHozI8mq8pFlGBeD8FnhlbPPd4m
48ogveuAhESvAcVEMAULVSM6art5USDa1VT6KUVbDzMYVErjYpN40TNytR2oqU2pVTqTLm2tqMGx
tOuHjiL3PHbwRkh5kk2SnrPUjElLehQV5okplYs4C7s5ihOb8r5rbW6yZQH9kOGcItk8FumiiUwJ
A1fvru4xAIhldJXnBhdVTqnH2BGuKXE+/OILfiSBfpL8AvmSMkC3ut/KbbJ0q/LeNcM31rHs7syN
LUkOmsb83m0etJPIQXgICu9M0bdt1l1LHQ8b3W5OrpobpdroQepRP1cR2pgbhrZIEP+ZRSCHKmXi
/Be/wlraeMjiOeVDXcpnxwOgUCu8022onQi4ydhSgYsrZlDBU6fDm6uITYu62XZSh4tP1p3UdDiD
AokZJXi8wtdWg1WYVOYvWMMQQ2oEGTyp35uxfO/ghTBTDa1YWHX3KRs3LulVKii3VRx8ukoPpyXu
zrVWYkKc1g9KRm5aHxCic0ZyBn5l4tzDkOI37n3rt++VhpNR3r6CXEN4eUxvdJV5E3Iha/7zhW3p
J99B9SZE79Fqkp8SFQjoZgvi28cMjHWFo+IcgfUCcQdsYeQzhbyZ1Q7MSdKHrivWehD+6r2UCHhc
SWpeL0k8Dui76sxnQQMFzsKKkSVRwAFhnb1UsxuJOIx/sGVqlj7KfDyGLeFSdhWADRqFksQEztCs
Jw/ddzOkr2j8U2gb7+NAyRP2DR8SBEcAM+japPR/I94Ls3rUb4JW3yO7t0GF9JnM66flqrssAx7i
jxS7fZ2JrNqusBncW6hnzdsEezC32YPDWeo6cy4Vl1A5ISSG2euTaJe9s+zi3I6GgKbhbZqc9MRF
LRyeKCA7A5CkA+9Pn6u1so6x+IpblCdCDdfEqmQS10NG7OWF3WentlBwi+Pt6sdipeE1w+ze/4Td
tmzJz8yw7qa4DiYdL8OFJr2aVUjxqXI2BZbP4FjaRRSlzZx45cZO3fc2HdN5NfFU0/GtVr2nvg/O
Hqi3rGUCVjeFtgmm0lRlyS+pW9srQ4PJhwvpti+0bG5Z7VYtykOP9fjgE0507tyw6ORTIAY+NvCy
MZ5BQA2zAq+tDIny0qRKX0f6UYYWvAjrCJ83c5N3yqowrGd0yfz59LQ7aq6Q7AWS5IXDyuvVH14X
UHWvtLdEK6n+e5ScEOFMXshBwXvrPx0836TEOsad9phTCEzxmaVm3PwILbdej3a3q8B1Nfg4zDKp
OsPghFrfSdvaweLA9ud9n91pmXrWR39vM92GNTADMxqRwDVPilq6c5WD7PTBKZxVlUc/9U5Fiimg
cIIahUQ6He/cZF/hpb6wjJz+rsfNM7OKdZbCVEhGGckzY0qAoApVunU7b6Bhz+AvvxhdUgC/pT2X
eXJTd3APhBTzLpMZ3XhCNL1ce5hCmLm+M2V9h/ecD8d3fHT6ZF92zBFC50egMOUOR/ODhM7atChT
hp305uiWPc8NgOu+s+0ibar0mVS441cqPYiV5+HarrR1G3X2HAllcCxeEa91J1X3gaEuGmBIaGmm
D2bOK24mGCDo4QPWfyHu68WnNlTRyi4eyQI4yzBHCR7zqgN6p+hhZohHydpjBnYENrv9ZKFindvw
Z6h9UUh+jiLTR02qRMYgvh2mqb2XhWczcT/TtJSXkkP4hErBohyezdreuYHuzqky0t909UxL+jct
z+O5Suk6197wcJjpXfygOCTGrB/JTavj0ecpFJjKmB4Rzv8DkiMhBTz5WZJgsGqT2Z0re6u24hR4
xc99TtENfYcZBOAcYeNup+s9TnFNh86VmcwTrb1X7PzdcE6knV87w/6oIJDPq6o7RJWtzhw9PA4+
UgBZ9ug6fk+xST7hJ0aGBE9SG+0aUhUmKZROX0hRryJi6d2q/qbRY3zA0cXsI+9HrEVvYeH9LKLx
BpO8c62GN4orH63BdOZpIu+1CkpxlVA/yngQ1Umdxe+fgDDg4D4W94CpX1Ez2ZOYc2ZKHN83sXkA
UEV5p8coIZBWSdidUOx9NjIAkZS690ah0e+GINlwtEco+0FSfWCCJkxtJ6wWadC/GOHo0nnlJ5fA
mn+l8cHu4TLWhQxCPpqrhkr5Nlk76saIo49UoYyBm56XWAxa9vAewrmBTCLNSiuNVzYOOUOFlBdZ
NAjns8Ag/cN7XnTuQ1BZNTY4aLK5fnCUHWTRRt/Q0Li4yzRPn4cVHdzgx2dXMvhuqpq8Oil4mtb9
6en+g2mPhCmpC9NmAOinV9lzpGQeCbh3BC3OoYRWawyru7e7F8tvP4am/lTRWCTSfgscxK5ymWvl
u+G5kahQxcAFSqddt3odbhS3OVOtWg9Gd1BKd09BwYXXWb42HvVF2NqrIFtTK8srVMHCwHpBeGHv
FsUvv2aIHZT4tVPJ0Sr2pu4J6Ec1ulOa3Jnbpf3u11JAJqk7KnJ06+CCify9+VbHJiBHq0GKYRrw
IMp2n1BG7LnXlRVouWRrm5KKvl3B8N/c65n9poWuT9wLaGuT9QkqE4pFnhRJ71nXIHo32P07Hc4Z
sWKAQHcd6fzI6+ZpHS7dzI8mp8VoYUXAm0MgnpqTlRtfiQiZH3s9BZHnMfzPycPHsD1GZEU6hKZ9
WeJ5CfU9AcGqbEgJF0a/DexRn2cNhC7fuu1c+VadXIaGAjpK0TMJqsw5Gt6rVm0ORQaKsQQdSSV4
04zqwpadd/QqzhS4jU3ZFKehU57k3P7h5uFBokLPq8sLZrcAHFJQLBQkx7FL5p2kblFf8jc1jmtD
pdxFkr0uewoi0Rgc/HTyqnCeQNWTcamQW9GCSWXB0m9LLZhHtfIUWf4SzZh14baTcXqyCa1k37sP
YUeNxYynqFZvZp0ZMgAGSHxJwbGpSn8VaGicaBniGAN9lOPUqDf9cDul3k5AN8Xz0Uh9kFCKWaRW
XYMDt3HWTA5aB+jQTaxHDXNN223hKFo3OdfVy5t5ncWfjSqvlaI9pOqzrrafge9+oK31gg3VG2Zi
T55OvO1QObLlk55bv1DzvkM1pEfrOl/3fg4mkQgJKppBSfI9VEkbKf2hDG57hfHSc7O1nTktCi9r
RWs2hUqwAMIoRUBkoDZhpuHMy/KHqsh3dWga8yhlUuvIRTkfrfgnyhOURSZA99j7P/zyVo8AFXo5
wzwgDky3orMKWnaJL9ZniJl24z0YjHuquXxvJnR+rwfWJnX1C6dMMCwuTCuxGtYYU5imEizFZgKC
18951kEmDMkmzQEEgPPcNH/IeQ5GWkGB0RYK4Ut0Lz7EeTDu0QgrC2/xhdCVTV+fTmRNPDtxtZp4
IaKtz9VmHULMHuZtk18oqYJx1QpiWE/OeSkjziYoE2IB6HjdgNxtFynOYqhxdOacwpEVA4G2q+UX
ppwve68YZMqIw08ERVMPk1UdVfeC/mBG9m3XtP1qvCRjuiDaGhNWcErQxNaAgAlGjosrFTGd/i/D
qLzFlXcj1r6weQRpx8AGb6Px0Apah2PoILsE31JsY6GTLiJpXSgSlYK4g04p/q24knSQHFO+57Iq
jrYGO4DKacMavayOcbs0UzPYiK/uq6qfQz0lrHseobleuWpdgJ9Fhmz9hYMjrkpUM+ZXtULW5c/1
F2eIOyHavtAGRaMWOzGxvr8pdGdRd81ZkFwpNMFiFJfm+jSIPYADmH06MRnpiUYqfuSFNEWFRiXa
Jt0xGMVb3VdLu4r9y/UlC9+OS0kH5+i4Bk8dKZC03nogJ9IxG8EADmc62BQdTBZJaFrr0RtXnldw
W2XmQBtvrBpzRmon+29f/OU3iNXJ8WumqL56OfJy9wJfJoZuJ4bExGgVhMimhL5uVtqiP8cTJlNc
qgub+stbc+Fciov3/QpqhX8DOMuWxgrTFUA8y9D2X6UGGQVxccUCTY6dSrWMMQ7WjLhqmdyekrJr
VxeyjlvcxuYor3LZAIpbJbzonSqtLodO75U4U3zYv21zmhy8IsPNQjwJLSrg0D9d8j+8iGpvWhsd
Yafr4zMdYBYjB+iExbk3bMQT3DdGtxlSYw6DakmtNaSk9YfGJ37Bt99iZvHW9fV87uC/d6Guiq8U
x46IkhO6ERpmZrm9PEnT1RdPkti8tmWWvpx6JEMdKVFbRbfyrfhkCcEMcbxYXN/WL4/oZVXsH0mD
bkC0X/h/l1NQ7lhLT/jOry53NS0Acapeub0S8q7P8pWB501Pody2q6pG2cW3UMCcWOm6oCeJE67n
f38Exba4UmLtco7Yvqx+2y82v7VdHttcUNHFriwhijKgtXh5RQFL3ShgJOZya4Jrm34Y9iLNzFOB
TqNuFFJisQ1oLeKOdzgJLU2QTmN9Z4UR6Ur7oMaEgXKGf1R0l9rapisnkK0OdqLP79Jkn006Bcj7
1eSIqOpuNAlEaiFhxjqgcSAWACXrXamUoKbEtiXkE3LZ6xZWBqZiVF0FUF7rkwVFkIvEDsf/82pq
u/mqs9X7KEaIJTYfKJv7+25auAG+5TOx7apmZs7FKsU6cO8lOpBa33lIkyFGJXZ4EKyBhTYrc1KK
+MZEu26KtS/ktS+rYtd/4sF92S9OFScFPebwoOfD/mAgL7K6ft2Xwy+r1sSj+9J6YdN9abj+wOun
/FPb9dvF3t40XlO3RB5Eq4zlt53X8y9fp06D0bePh3PkrfIAZR0RUAjm3z99zJefev2YmhTYrIM4
t7h+VcjDpcTyDx/ruokdQ97qy2o/KQQA38B0wgVt+Kf8Atj2t4iSaBOboi4jNivUotF+kdZygxcC
iWLqMAUQz8uC4iyNXqSRcuw9athiGPGnMZYfQ+d/3Y4SFEJIVBGEChKzkEcSC+dCYp66T6fMccbT
lDtRmTEEcVNI6cgMcEtDGLKKmGkMyWngjHhR+EHhJdz1l5pOIQjBdQQZDiDAkvkyQhCpIN+Lgo43
cfVlMMqoIprw5WBmx7pLnUkIFIlthPrzi14RAgmvCbWDpSL0d6aXVqwRSawBQpdkKqECBfIYrDym
NmgqpaCKwhwvCDQSK1QLi2qX/1n71laWssUstEvIaVDBEpJLYgHG87f4Uh3KPfS1DDU1HTk2NJla
3dHXfkEsOd3PgDTPTqxBXfi9JtqCDrA3MCuQoUOYbquyIvoVKlk9emhU1ab7L7bNUn1ys8yFPca9
FdW2gMoIdJrpNl+rb8OkccXsmozxFNehK5rtxJq409/atCl+ZO7zjiQr8c2lAndZ96Yb3abk1Grb
mfOrf+smXStyX7SbmmkQM0dCr7QuNqI4FwjetFgdBLFaCBpFaCZRjUf4e7qjutRGX++oaAxTuJ5o
Qt42kswVGP2yWpv08lLoFww23Fu3Bc7CZJBtbwjDVZHEj8akrxK3ddbtIRTX28H84SJSj9QIulTX
xT+1kYHZSEGlrH1Fq3aD1Pxe1ClpgMrSqIr/aRtQakJPgOyyI7v6ovTyejcGb5rn5FtykAiZV+2L
IdRdxH3yxC0Sqw1diKt6aCpW2ATMrndC3Jjr3fFLhUmqNQxzcQuuC2vqnK6bl5eyNrMlUKRPcVvE
O/hPt0rcH2B5OULi40LclNx0VlDCzLV40y63SLx5dgiYGkQvJRHfKnbtlFEfrGETuWksz0M1RISM
TgMCKoqaRKEUE6L83aWSsOym6yTkwGLbRGtObF9WHQ9uluwzfxaXUJ6u4+V6T2tiU9Fb5o4BBbDp
bQlC1V5WmGqLDlK8Ow5uK0ixTC/U5V3KzGBrZuTPcpvStJnYPfg1+HRCfMuXFHUux5YLwAnR9D5F
sDL1STSLvUKpy017aWmO+ZN4lgo9L3bZtLhuijXRZkyaFB0BhHjS/OkySFNvI/AC/1vFdZHGBVv6
7wER/zf+WUV/QSEuZ/yXsq7q/ItSKVjZyegb3AOYhgsSQrFUILHoCKHVrDoozV+FdS3lXwgocziw
bwO9dgOMxG8crcEuQ0ZZWdNwD0ezV/+f4GiR0/tLV3f6PWj6GroyuSRj4vtdshqZOd6LRtY/x6r+
Rc3TO/ijEdwgpggCq1TGn8EE4FPq8KNIG+rzPNB3ZQjvFdssUEtlhv5M12PryFyvwcxo6RjUbcuy
re6aKX9tx/m9WHiTs1MTJ8wEvSG/94pcPzaGfcIZKqTc35J4rSK53V0Opjaya3R8hkboI3NkTqhg
Q3M8AhZ0qzg7XhcWBNIjYvrksYZAcuZQWDB//YdjRFvbWtLBRflxOkCcCkjgqbQSdLk8qVtUfqG8
xJZyYxRl86kAXsK/uPkxlH26aHvDvIm9KN5FVKrpVOoABT9cqApLbentU3OGFmd5TFS3IDHn5hs3
cx+vTaJdLK5thR0vGXKdnWiXArM6dM2dxNzJncdF3u/TaVFFXr8Xmzxp8cYpk//WbqvUBLssxypY
HC0Wl+2sj9gnPiiwoQPGXbOxxPFILU9npWm/TcH2z6yyItOfVdWd14FdRnLOn6OikCAT3Bg4BUVt
sgcriqjA91U3SJK9niP0RbYTbkiZ2t3RTJP+KNZGaPXI5iItsJ/2ih11ATU7NaiGyaGEvT3crh8B
SsQLt229ne549gtlXS9x8h/4EnjrHsyF5TQ9tnYJ0vmDlf9QlIBsfqnDLQ0b/UlRqaV1efGjh+q4
sTT8Q8RhXSDfUXbUzlZo4ir25/TCa/W5hCsQiOfGAC8iKSQE7OJ02XSDSL8xXTI6iWu2azOVJXWm
27emqbq8IHnLE1FIC5Io9q2lZM6tMS0cU6Feruj7a3vjpy7qkt6daBILqlYIK8RRuwgQLLt8hu9M
RECvT/AEDLsDjmTdoSU9cBiTNl5KPc/Xtx3ikGtbBctzpvkVilnA8fYV2dC1UhXPYqsZdcSBxer3
bV/CKBayUG3t43iib0OcXlyPTMtE9ReQMXFynD5XLNA+X8J5AkFSB/VZLOS4XpeWZN0kaVOfm1yp
92Ua3BWJE360SnWDfUzyU8sDBfiA4z0OVaJNqhYqGW1/XJu9QpY/7PK9FXg9bq1Os/fkXOoeEQN2
y6WrJgigVmR0pGJQNn07BKfLIk6jQxpjOXNtmtYkuzDmRoQUw3UHGhnB6QMelP/73OnAhGLIMkxj
qiJqhkhHXdgIQjsPLf/QWSx0lfvcmL6+vLYF7nhwQkk7AgSpzyXyuQfZli4nuaCPt1aAycyQqfoB
VGV6iCh4TBvwBUFIfVlFUEY/DE5uL71S+72HOEY/hKoEvFz3Xdxyp4JaWcn+jT14wNkL/Rg29HtM
rPybemo3PIV26EvexNdGJkIch7L37/0JPr9aouyG1q/XUq3L5wpf4bOFHDPrlwVIfOQ/BgvcSaRc
2kaL3jFyy0M2NfVekh5qK3q5ngTG30A0/a8PdS8fkHntbeEpGrfRT092XC9HWW2OUJTS06UJIP0q
7IiaxGasVOnJGdTkeuy1nTJUtUok1Cw03mnIBnCZR711j12oOpDWjeQdqqokxeObXENVJCEXHe0h
5gDj96jwnw+A7ZUhZXuBgP5lJvBVvV6Rvw+yk+Guiscbf4augbH8G2yYVaaS1dVofJqO1WyAYsiw
gEv87Q0H3RErNsx1kdSPEur7pC/0HDhyMGZrkPrKubGlxdCrBpB6bpSClMFWHoBKl9NO0YbbTE2N
PvV3YxcYRyWZJIvKyN6mYfgW48iOekG5phzyM1J5QuO26O/ygczYtCUW2GrgDZ783oDpK/tjcKr9
TqLUgJ4EzjbNQRyZJ1OVKy3LrdiUoRFUZubgsGint3FsSDttHKQl5srh8xgXJ89Pwg9FDl6iqFEe
CWa1VRpEFupx9iHxWwDdXSifAiR71mUM6smtWuWoAxRemsi8PippDo+XmT8uKAHeYg1yzypGKDO/
bfWz1LCwbFLf9FqwF9AeYLONbyipHcSWOIyUdIH1B189VJZ+vhy2bRTgfr6qJacMofp1j0Hd2qkD
6xFiEywAr31zvUiZ8XSNp7Eox33jeGDPkz57c286S2mWSlJZixE0f39Hnew/WWmohH9fHA+AzFqW
oxiWDhfV1GxH+fbQWKHaJwDGvI/OkpVF3JbRufWU8U6D4BOqLRIlLX5DY12cTHtIVgOK2kst7JMH
OQcfY6WNh7Nj2O+1Av87adTdPf2JtCcWxQsrkZQFaEZ3f90h1kSbOE5sfmu7nvttxz8dfG0jwlRn
bW9t40BNl3mgG8dcj6QtyFx3HbU6iXGpsOe+Lukvg9XcO1qn/yoBp+SV5r03fqKAhfE049BNKHBj
QoF3pQxYTmz7hAi47E6tl1XRatYGCV8/OFwOn04U7Y7a9bMoaOJDF5ohtTq52uZukt+iM4p0E1oT
L3ZW3w5K5n4GEmZV4OC3iQNwQXE6Gd49onboklSkHhI264Q6uVjt4+I2zM1oJ44TTQNUi6WRhAxz
kZUwNBhvfYEAV63xro1Z4iOO1GpLN8SawYtYyHkt00ZUUKIcfae1UnRn636yjgIL0M/UJo7TpULa
JHYLOmA6TSygtUi7ZpKY+dOk921yBLG71bjkCyrD6oZ9yP3nkfYYlfk86U1zLxa6VnRLKF3lLJ2G
+OsOsSbaqqBBd+KfdjdId8961ZcW384DCgWYlWrLT1x3yoPpeJ86xJib3m6MJyt25p7mBWj3ed09
nqrLJDQkYJ1SdsgdzZsrta+8YVmyAS2hPltjAu+39eJt5/nyPYPLuzhAjeLPnArevWMExVYfdGoq
kibhu2SvdRBRbw70GFCFDtyeyEbXzYdvLnbgpIGnlTeqCa4Omok62OgdoyH1j4OpwsKm5MdsWPVu
CI39+8KtT0Hmy8dCxxtcySS4PhZpbrFTLFqpPA2lIh/F1vWIAj+Ke3HWn88QRzBJdy+fUYceuAI1
UZeFW4wgQyLXRq9mWg0zxd5JkOj+Wu1PYzdIa6vR/GVhNNKT2/rjgmmcsSHfJT3JGuUw3WY0EHvN
Esl8y5bu/SiVzkBX18Z0FLC1Yv1l7vvbueXrWKdOuPkrL1O3YGgwnXTwTDQUzNOcb7h6F75HIEVx
+hmpTnvK1Dafdfhdv+UgZNqoBFoc3ShBApADV7EDVGz10W4yncK4dPBje0QgZ8LouSggrMToZkex
tquAquyCFs7gKqy7YTVaJNXMiHzH///nCwe0v38+BjOTYR7wETrd796LQ5wUzmj27ofUhUdAttlT
P0DdjtE4rrS8AVvsgZXA/ugllJmxtm3BhIIJ80ORJVtEfvQXzdaCTZBp9lJsuk32EWtVedJAwd5Z
hnd/OTtPLSQXfH8tPrtwsrtKPupBs0u716AnYeslebVHI2kAiDqtXrZr6/daBIAe5ZZ8qPZ11kD1
HFI4SVkWtre+0wClBZ8WNgY/Qm9gARot2PQ2sqENWdZlEfZ4ZYGSZbvDLhTdCuy2WmjVmB0y+ukY
o0KjtF90xa9WPaiZrZPl5T3v0Ic4oPx/hJ3Xkty4skW/iBH05rW8t90ttV4YckPvPb/+LqJ0VJqe
uedETCCQCYDVo2KRQObOvfl1IxQu2TekcOBKzqASqHqneo/RoNEJ3H6tKj9aRT2POAPKq9fRkWWY
x3JtSQLrTxMlbTQHNOmeWLp3DBHUOYqeaJBwQVHeJrnzYSAYveR/yJuak4rQh6+fM68m8+ahOsQR
438I5CmobstOH5o/2souzZMRkF1rzfLYJ/K5CoLhpjk1jeXAEgA+ZmVMphiIpXoZqubwmOYB4dz6
Huk26NTAF8tbgrmwRF5DKXKvUYkIrdwkb21mu1e4vt3roOTR2qD2bZLUsaAyTTuNDFoYAKNghZg4
oqLAA9vYixXCbwLd4qrCkXq6La4qLLFCXDWhbpUC5/9cxadOZQ7bd7AW86BI35EbXaEbZuyUCEzp
/NGdbNETTWf7xq4z2f/PRLchxiqXmrFpAMKu/vuPUJkqjj58DQS+dIUqcuIZGuEzxv/4GtQgBW0I
cPIHEpYlpa1FdE4QUiM9E++s3IvOomkHJTqHgRbOM1jAV8In5opeCYfCslOcFnYHVjwH+qKrtxDK
fP7gH/oyOuXd/YM7mj5d9dAZzwZ//7yMmFZJAFbVWJMeny58j0Zro2XV1NLj058DlYRmuFqDZnr6
RC+tvOjocb55+p8fJilonaWKtBeDwh/o6O/4NtImSVq0bP19mjoC7/mwP3bFBNeEyHL2sfvHMl/L
QEb/42LTxWsplxZmLjmLpuytoynH9lH0rASoftMfqZi/B71317zSBotWwVjWNdnK8Ouhha/Ktw9i
xCQMeRDmQHxqVVOUP4tCUjOgnbrXCpnb0am8GxGo/kRKGT0NaZTf4wQ1cqR5lMMIdvIlj9W98HOY
DlddbeebxA+Ud9W8DUBTPlPKbm5zMlELMetfrqqQAlv89xsX2bN/3LgOpWSyDccB7xCeZ3+/ccMs
U+C6UpMfBD34hk2XoiHAv/Yx6spV7ZbwqE1WhhAPzNBqQjXx4NXgqXH+MQIEo3fj4uGqgcIhz4OY
N1tQlGqfk6Exch5zQFInhyF0gTcB1JehYJ+pUbMOgKedlLGzr5APsP+hCN+xUge1F1xpnVY7neKT
mZ7a9lWdmnw0S5CtUrIQPjEvqm2Q7tS1roWvi719wvt4a5cpdadKZ0CeR+/ZCJ/p+yl6Sx6QhGnU
IgdYPrr/tu6PYSPqwKU4HGYDV/94/f/3456fXlS8EgdYFf7lL3Pq2trF/BvtR7mXDggvSQfRC4Lq
rY0Maf3B30/Tnj5IGCFVzfRpa0Ic+bn+w7xO9/J52ZnG4sNAloGIBILBVSsvbRY2fy2sPr+d4oom
ITL4m6yTTy3S3o06fU+IKtyPzt6rYAKDbxi/GLT7KChnCfw5j3nPFUTf4EWWB8pO/nOR5zJxTV9f
B+6d6K58sPlblrJUd2+1arxrU+g76s1FTZzhq9mGk5YQnF8ukctL78XLEk6oL5B0wds0lJwwmsI6
+NVET6u75rtDoEYc+82Ysh3Jl+N7r3bRxirCepOGkyhl4Z5Vd9zktkVeqqq8cx7X71RyFG+hF+WH
pkASQJgNtGvbJCpVqqqmuUmjrktqlJfRNLkrt5J1SIKsmPtp0120Piy3g2yO6xxEKeyshLRTK7Z+
yA6C6EiMxYVCSoKieWrZR3vbhnZD3Fmb3ujNeMthIYF8qJTQnsFnhNV4GQIQqNMC4SLY36xSv2gW
HklGsNMMQHZzpZjfP4oZbQ9tUEeIC1Ro0c1NJyRKPJReCZydB+DQQ4Azs1yiQINScJTnSSkaMfp8
Mj4HIt4thkpc+unqxEWeD9TnJz19Yrby+/LuRtmK97Y3jrzHayea6ul5wz/s6eVOgSg5DRhon67n
61/5l92AmPfcHHy43HMt/wRAYYWtK53/PzYLE63N3/cKhgaSWDE0C0UO9u4fHrmS4klWFlvad0+T
9mZJkp9Ki6jdRImNILmwncD3L1WhVxSh1aD/hNMu7PzYj/Ck1gPqjL6v+ZdRBsI+DMRGxJI6oigJ
lkkKisouPBd6AjyVHTkVQWZ4Fj7RmLFjrqsAsL0YMKZRq1S9NcWt7vC/JLZFafLfNqkGhytz+k+1
DTKL00voj92Rhm4IFQVR9V0vva2Kaswhzl111RThz750wBQaRZXDgzt1PedTnUvWjneD/N2T3JeM
99ab4msy/GKGs68cqzqypdeptIU3sYyQybQahXKwymyPY685L2aCcJ4v258hYUg3LWLZqCL6zuda
b77mbmVe4syLr55D0UXuXP/7G3XKgX74dm3FmKpr2A7Kyj8UdRUnstUeolrqznp9Xoa9eXMjd4YK
pHkRlizb6jqd+DFjaShSKhwzKkL5asVo0pnIhqnQ6boUhENGHIJLc0d33w+Fuxe9XOvOrQwoUlhk
POFbFF3RGKhYAfqQd51nuCQlTHdXSG25r6NaXrdZXQOW7tlkEIV4sdFdnDdODptpmfpzv7Kp5nWN
wDt4Jg2RVGkvesI3Iha8bSx3/XQ9p4m5DcihaiackP1wrSBoT94QFK9sO6HKtoN0NYYFMMcBbnyg
QxWC05i6plCc4xhnYcnqoujH+s2hjOjSFOOVHWi4+e9fE2Kw//ieJkImNkQyu3lV+RisdFGY7fPS
kL5RG5uvm1T6osVtehWNa/QxCZrwwp/pENYJEvkYyIirDmZ6DYwwvUIhnZwjA9k/qXC9OZB18xLY
sHy2wUBW+avRSe5ZXAsxzpSQGJUcsl7CiPKfzzACvlNkyQ/iesIvBeWrp6Sw2qnjtclhxo0K19kD
OVP2wGfGVYx64i0OEyQru7b72tXKJokz/S87hpMxNu2vakdNtGc43n0Ix3rVKqm7lyOrXrYl5Eu6
mZ2e6SB9LPhTNSX6M0VUmjfHMbSDSBENTtocY6X410Xw5MH2BsH9zZoWiOtKdt8cp0+p/ViJ5/kQ
/fkJhlRcAqPr5jksijdQtM2xDMpTEMn1Tbj4UQzLwgfbI0yldTKYV2KvzxYwDZkH3S1/ppTyXzoN
Wepeg0ubX9Xn0qzGVdPzvk/dhsp9vzm2rRPe+8SPz2VH3VI++dukD9Aksym3docBnvE4mIp/sr0+
ADKuO+n4bHzZ/GWWdf/qRi0x9ruvttqeOPavRnV1bR83MDjOXKj/trERI9aAT0wZ6kTb+5WvrCOZ
WEEZZs0n9XtptdonSKmGIwyDJK4nU5LyflVqA2qzZaB9KtkSzLo29U6/1mReod8oJDHXfucX0GQV
+jzmf+N7ZR5HOUeRExrAzpTaQwsJ0d0cCG/IYfqlGAyoYANJ31ldPbwCftgk5Fy+aGRflhI0xdsM
BOLnEBiCmJ/4isWvEw4dYTrwO7H4HdLIFBXLrJn/j1+gosof34T86tDYm96Bjq3ajyzUH+8FA13g
MmnK7JtdcYbTcts8U5JqnguKS+Z1Iocr4esgUCKZKKub0uY98ZxHIW+3d2MIGDqt3tsEf6js76GT
HBrnU+t1y7BVx6+hk8CLLdveQc/cYacN6RbyrfKSGiYvpBRqQz9A4WByoT7rrFuDSrunTwwYo8kP
OG6Prsu0onQCdL4zZWXIKofBRAN2Qbqg2ys+dIwGlUhT9qDbe14O+bKJCuSvrvCaZqVSO/ycILp5
Ts4nDCGJmgbqqXnMnlY7ZTnOQrS/9qixEyiV3Pyu936wAYzFzmFI5ZtXmjXVvFTRGbCdgq3O/INo
oHn2D0OeQpYe6Oni6RM9exr9f30axfl7yLCes8RUcmTD3JZbxIHzCjabvLFAixYQmuox7AeN6apb
YzqeudPhzcwh6nUVICqTa7Di7AyT0kKbLOGq2jTekZgAtaa64UWFHv8l4yCqZdXwDuEpcFRPK1ZN
bg7vfuDvVTaQL24cobPuawXlV0zjizFmqR0Fp44iwFtb6jfhBw3TLcvB8mANZ5rKmS4ck3eDiicA
TDMnzKJ9aFTVrB18/6WemlYhAe/U94fHT7SZF/cUBZmlcaYSKt/7Rg1Va1PyFdBIOt9N7HchhH5m
ea98T96VIXwQYtQfW9AN8pBvJTYOiyH0ghMwFTCqfZyt6zRqKJaSnRlHdPdbV9Rz+Ircn6ZZfCKn
XX7qKohZ5WlR4UvV3PTQhoi9idZTLSOOhqJrpZwSH41EHn4uuprsuusclmj4nP1Cg8BEp16sdDae
XkfyOp9UgW0p2YjcDsrZBekDb1iLxI+cpN0WAMzOBpVDwagZQwzrxEfXt8c7IdxTOoUuPDc1llEt
IcY32uEOvhHrAnmoc1AMaSssIbAheraM/KucmSc7DshK2OgsyIM7QnPHg9dG/XVTq8G7eO4aFGj9
GhB2MvaLccjV/Yfnc2Bot66h2joJg5x3VOJCm5p1VyuDxtgr1eA1dkj01lHiv+uZ+cOK5Pw7IlQ7
CLYoMXO6qxSNlGNHU71Z3bon0dgF5Xkhmh6y1RqQ7U0DkmS4pyxVPgeQyWwfA1LjqKe8aNdO6sgH
KtJo7EQ5CNOu47EB24BdVma1Kaz88pg3uR6jwubnIT+WiHncYhdxqb6Kz0EZZwvFD/X5GMrtXTQK
G31gXzczIwPlhhR7d2ZUrsWYl/nZMVfaV2E1btreizL8ZsQ+6iwaQc/cNtyzaJyC+l4bGMry6WvM
SKJcE9JUSCUOT78VWdOptf3JJ0lnVS44c/IsBzPaG8pKOMVkpOrDbRnCzWxl9RYgSPwZ9u5NbSTk
vggqX5om/CbcYaBHALPrZiXMlht9FvIwO5upa784tbQQ/tq24CiKg2ihKnb8Oep9WMagIV/ZisdB
18yUL5lEFW2W8yBI+8G5IFkOOAxRh69uRBoe+I53BfsEbEGDoGDo226lD9Cw9a5UU9xJE6mmBonv
b7uX4EXwED1dtJMvEcPQxDbQXsKfqcCAAYG9Ki2LUEovliMl8CJKwQ8EYay+7r+T4+3nuhs05yys
TDKrDe+wKLbe+qS/ipmo87yFnWO/GsowrKTYRX6Dqq+/X8uz9Yhgen6xulHZoxhiFSvR1ftIK2ai
SxXlOofEbSvrtrI32++NxTdTOUjxWp5ZvBaJgg5J3AWblkPjq+wG9RLZEXPFtrV8zQabf0i/UpZi
1Ek63vsuHGRi1LLLaFuZqT4XZpXwSNMnFWRh+q2MeFHLPkWYKV+YFevmzRvhT9appPnpOKCz3I7y
HtklWGPb1pfQTT2kJOz0PgK1Xhqu4vLbaGGmsn0PpaK52iAEHFmnYsj9Zedk6oue1pS8W/nwtarl
fVNCaxGp+paMHkyJlW9fRm1YkuALq3kmRe8u+uFIK4Q+rGxBuzQalJYyFLW2pGAH6uJ5w8ApKRqF
fN+jJ8xGsZJDNzXPKZKL1id0vgS/am9YwZS9hIOIBNfUEPmu9wg1kOqqbZOEVoLajlTqzUYjYHAW
TeYkwbZN669Pl+iNUqms9CBTNlKS1AhyaMOXRHWQQdGjlxoi073we5M/lKWzFA33vi21fQdkB3A7
rIz+4GcnAsrZSfRkq8xOiFL+Gh0mU/jEqBMDhenQm/2sV1CqqgN8MJrZV8eSlNdcyqviW1tSyguL
xfuAzPKqUhPkMfJCveea91Ud2QEDF934Tl2esiEsT6I3MSgvOGQjoKFyEIEbhGExgn416TzPKHkc
43sOiMXU/0Oxag3pWgwI3+MKhhrcLbZoa12tDg6vMRC6wTnscnLWha09TLTMKBefTJdQ/cyU0I0o
e3eXjdCT1nlXEBGyosuYtx0RaJk/nePyzGz65lLVVriIlMAg3BJqr6ltFMQkEwO9l7+ZUml2UGUT
1ku+unbGTVwk2ousZsF7q+n9PElBFOtU6KP9Vuv7DCanvdMMwTq25fwKXEObj4VJADzwszW/3Pjc
OvpbGqQy4uFYwhWkXnxG1QmdmSYsV6lBKpx/FoYTPyqWtjL9w5bF0c5N/6Z07biuTUteAWlu3uES
B05mNi9K0FqHXI6zuZoU7XttxdKsb4L+GKjmeK9V/egkdvOuplmy6gMV8Mi0HPwOfE5peC0kSECm
xD0BCnsn8vaisfzUeZhiAPoWcvnPOXoM0UBqFEtFavS7qoerlhqPTzG/z30C3Gru6n79KdQ6auV8
CfrwaZSvUqFUp4MIZRqV02qeaon9oteFe0kLcH3hIB8z2Q2BYmXuhbRseMxM8teTJVyigcJp6E3t
rAMURNCeCo8odi5ylAaLQk2yrVtU1ZuaGFT8JKUFCQNmrPZf66GDBmmyoKfcyHIR3oRlS0sPtpi7
jCjIPCyKhZab5qEaOsgzcjtvZ8XUFbZogq5H76Os4uVzohj4YDZWpoENy/+43vMiH+b+2zXrghwo
RHc++5DYODeqF2y0MqhnAYEVVNjYN88DKsmXcvRpMBvzRw37kKZrlFQRTDsXQSy9IyJBwb6mebdu
ulvbTh72Q5wTeafudaUMcrRxe+LcvUIlpZGTji95inzxjPBcwmv7IvyBH/zyp0p8po7fvant1zoJ
/EvRE3bL8778VhvFyQp7781wKzbrcPCsYToY3kriD2KCZMJaiZBQfw6GUDmYYwOja+BV31IDpRqw
aV8SwTuCWM5O8SGnMvswfFzbDsMfnprk9x4WoK3eWPGq4h5/H7N2Lq6tlRL8vvWYk4zUYVHQAFWn
01/VxfrGz2BrILUZUpoEFlygwEUj8N8CKi56z4EP8z6YYnIR+NHcNntv8byU6H243vMzVDb0IPPG
fBGYcrQysqHfVMVQv9vU7LVN9KUyNSCwMV9TqNjRF4I8MFxbA7FQbQTDUcAAPE1LsvrgEER5gSo0
2KWUu86Ceij3fQd/aSBH1f5ptpMvsqWGDc7UFfZj4u8lT1+e9d0si0p38W+TITIJNqURACpDTjqI
NO4C1VFemir87udGetQnqxxsuCI6Y9zUkqtRZ80ry59ldWLNRUCJfx5jYZiB+0fIye6DPWxe/iPI
ZDtE3sIq+PSIID0XPOxQ8vYQW/gneczlBT9pH9Y5GckfD2KaQEVMVPQmn6TD+6VrOfzOg3PQTAQB
iEagCjCZzybzAL5DGvj0fJg1wmM+H+u4A+YGDXSZVbdowsYNYImA89XNTphKLelsLiNn4VCd8GKW
dgruSnoP4YlA9WJ05kEWK0dJiVBfhDvuPS7KnQ/P9I+ht9400+veUs80lnpZqfswsWQYuAt5UcUD
oMg8kSjOhz7TcilKTDVTOpt6+6vpdQT1Ok4taxNq2IsYmLiSzjLVxdOsIdRdWGWGslsRtNtVTgjr
i1dSJyZHP5V6l/tO/Fcb+D8D2SZjJUWcCvxxPPok43Yl7CoTi1Z+A5roQ/+hZ9/iPmYGi9gjXerc
MT/LFfzhTmogcGACJNd6fYn25cp3nWrhS2P9rWhXAvEcFDa06kkRnMwJ1adQljNkY3bVJShzVT1V
v9WjdPapZX9V6kBfG7LO/jVSylfddm9VauZfest4HZGDvFlRm96gZGWjgKzIWphiQCqrTUJNxkm4
JCshe08isNY+cVoG96DkP5So+lQmLsUuVlWvNAQtdvIYjWeOhv08DPr0u57t7TEqfiRtQZLaUaJr
7ErFlj+9WjskzF/8OgxmYko1mGuNAtN3SjlM2P4s9zA6qn3oeN0tmnas34022YjPJSDOjcoe9ZYb
pbmsUrc79eb4q8mAd+0Tj2L+337H7kOCSSEI/4Jj0/w5+Tln6EgXIDHpzprIuMKrHq5DGFff2OpR
Dd/7kNkI067sObpPxVaYoxKm89CNx50wDYjzKNGXnT3BNP/NmKg1CiUqj2I0qN3PBKStE4/S4I1j
8CnvrebyuBCJdrhdo5tYqGgobHR1cm0G6NbFyzshhdVFEkxd00tb+NB+I2tamsenS/gByXUF0eTa
9LYc+ML6ppeNvwau+VWpW+CjsH8X2ywevwMcHjeNXCXnrOCHUmRa8dYMsGJFsN79GEgyq0MGaKXQ
qlNDJPlLkBpwUY1Fc3Pd6SAoAbU13S5FldEO17mS1lei6rACAThdxKPtLkwUSeHcA2udI6tyE43T
xFsZJNTpYQUVcVpT2ppjDL/nNMuWjHGthW0zt2qYOht1JxlRfxSNC/HIMBPdwfncjuFqrDz3LXMt
WAQqisr0aHTeAnVwVmpq+St1Mp3OtebcXs5WjJZajCiXbp/EUgOdGQTq3BcCH/kN0qTHJNPO1UOu
IQ4m1mSeGW/SJPWWcu0tXZ2tydjp5aHLBkdZDblVLHueTjMtrGzIPwmHHuQwoypNDEGIgPTNNF8T
X0Ey5MpiknKdV2yEzkpjt7tQS67CygyvPv/dL6vwdLL3Y66KepaYq/lq9ZgGZvWPawi/cPXB0B0I
Vb1mcoIsBochsljqsm3IoVtqEnzqEUkT/kTu1aWZZSXsgfj/Pl/42zLLXkqPI4epufumbUCRTz0E
aKS9GlOrI0UEy5FlGzdZgUbX476dbl5DJ7kxdsVeuGzooS/ili3dXU2Gb1vANlGSXuk+/b/bOzGg
1sbPHAJb9kV/208+t4JN1CnEnqGsqszPBE26dyLg7cY1QmdpTaYfdGfio2yE4lA9ehWpHuHXIocb
uxx5rclm+tKyzy85b3iq9ir5SUCRm051SSJL75EqfSnd1rhqjhadEAXlIDD5TZuNHEfznIAWwp5q
1prIDzvujluPQPfvuo1KgbUijhDd8abSDvYb0sVVIQaeLFH7kYco0o6d2i+EL7EMJMPCplrCZbUE
jKJeyr407mFs5cjUlXB/Uk16J2gu7wsTwkAvl/S7mPJ7QQ+ck6NyCETTkZOXXq2Wo2oFV3WyopJn
YpaELyG6brMK2eTWHAnbpXXvnhIrgX/WSy69gdY8OIcdLIX1vp2o48a8Pg4THE80UPbGpPOsz27X
VlvhCqcDmj81JkGtOYjPiAQNKTxpRIFhlLzBWaRZo+w0tz8+TBEr1KP8GOSmuhNWOao8UG04OMkT
rtkEuXfRAOn8BGlFQVmB495HWHiXbN4t1EMwG5ctip5LX/SotkqItfIVu6vhIuZmgePMw7GRHlfT
4B3ZjVZoUEtaSHdNbdX7+L3vZLOE7iSDG1sP2l1fdwaElo651cM3NAf1v2SXWhXHqD97fo4OQGr+
MINKX0Bcx/E6iGqSGLp5kpWwupapXl4VxNyFK01bzuPTjLqvrZMYFNMml+0qO2o78g1nPCB0lAPb
BxSd/XKBAuNdLiFAZkMzAq6bgB5i+DGzUMZx0WtaNf9jpZhkeN6PqGukeU9Y7VZW2jXR9eHzKHPU
J3zUroRJvcCXmIfXpQrGxyylJqZm18DOAw6KU8OehptxbAEO//alXupvyZAWlDHWKMzK8ThrZbC9
fci2tKuCvdubPsy0mKIZ0ZcgrRRnUGvnbIWFU4kl31+JbgQGx5yLrlhZr8hv5htI74pN7LfVzSt8
6m91q/0BNIqO2n6DLAQwAMTI59ptOmr1eT25nQm0sJW+kJpof6ihyiFduSaxLO8SL0HAuGkNUugB
2X4kbX0qV3U2VG0zXrRO7pZqmWqvLRUMCboCFyOVtdceK5osMdZRcSPG5GnmNJajW/sY++c6MaZM
GOjf63QnBk3uR/68inJIkPuUjNrgNltQ5t2a10B+zzSnmmUTnMlEBUYnJhiakPtCwfytAxc1G5oE
MYixzPZdVGRLBTzMl4K9WT5q3xpv+sqhACeXG0QnYKbqXAwoMF6bCkehsuNHU1a+tguMmhu0sHgV
TteOw+7ce1Lw5iuETdROyTZKHUkHQExo5Xm6sQuLxNhVcfur15vZxpU6f6NlEweemPIcFb3nMlik
ZOrJ3PDEdh2BObjiPUsd1nkU9eveid3PfQLjeKonX3lNoVCoJBHkreX4wj/TxeTBN/N8mM+LcGxf
EDkCnBY18soZpPZFCqOeyHkFL/c02soV9YiEIzTYtGuCXtW8a7ToZlBeC98lDxULNu7980qVBV49
m5YyHwJUrdyXbtQcEsfR5l4bSgjdTGZl8eVPTWubGvShU/cxcepFUvimcCetn/NErxjh11anUvu8
fOOxX/1VTjEHKht+sOVtZ23gxC85amcAaJv8UMFRhoBIGM5zqT9FpdVfWysZrn0MSYMBUEC4RGP0
BSy7VXMWFhHs/voYFQv8kh1CK9fz5zVKh8d3XPS75zUC3R72jl++CVfCo+Sk5B0goakUGIC6tW+n
cuF6ap5mInmfAhmxD09UFIsBcP1yvdKn6mFhi6aK3IhipWIuLvDxqn/YYeDdChUFAq8zEtivfHuh
WJL8pqvAMExY79auB99kqxQF0Jve2BWjEm+HKbjuqSCV/DTIVnHqJ6++5YzruIE60jfT+DVMC3WL
/GI1Hzo5fm2NyD+YqVbOHqZPlZLqZK/CKiTQu06B+PboRMW+DLViL3rPRgpsUiTCDsll2Y+ZFTJI
UOTX4SzIG2VpSs2L60zqJ17dvQZVWO3K3o7QjsaEGDLep2oK6yeU16+ZDxWDq090VtOo1Uv2oe2h
9ohNo3vtAts4QinxPZ2slHDHKQyHNzFWF7F2doL8IhZGnqtdBs/fi7FYD4xrYcFeO100y3ML/CJM
A9NVnJQ3Xp3+FEO97kevkLRUXhgM8zDapFaiv4h5Kbz4YUlEVHy2BQsvaXZ74TcVHA2Nmb663bCN
jMy6UC2QvY4+8cnMqU5izA6BAathHx3EID9zGIGdMtyJUckKsoXOjnojzKwlTpD2vbzSQ4W8f27v
UzcPjvnfm2FYtHKnHIR7bMqcCLU+/poWKtRPQeGwQAhBrRZiDnwDzBnrcdzEann9ZYqFYlysDptQ
XsFyl0C7DD9Dbnbyju0AMSde2UB6jFg7aA10LBLJ9EXtag5f1eTsCsjSoR2cJtkBSOqJUR0SpPH4
bMbek49qqMc7EH6IzGKJQeGPBuLfVIg75bobIc8VzlShin32nET8PFhWZTNtaKS/2hx0GylfkLqd
gvRub8YH0fgewPD2gX0ULbLmqIFN40mR3oLBmvg4fs8RXUkKk4PFP3YGI/g5smCnVwMv3xV6WL0F
BW/3HiEN4jGYpVrcxkgOL8LSGwTUtHa4s3vhqJEdIg/lh64skJtWSZCjVqVNTyz96hfRsBqCxFuE
TojMHVuddKG1WbaKdO65eWKRafdk8mYPWymds5/Y4yHRVf0qrmPnvMBT7TJO18vCoD4ZgwvknI8Q
Lgquxt0Q1X8J18M/xnCW+Ho1F3+E8LV2Rllv68FH3yrZSnE6nV0Tz8ho9KqzN1ItqrsQfk8HrnJq
hF+CgsJXZA19cabqaLQbKGv88j2niVW/5wp/Yg/FQVG575s8GL6gCIfWfSZ/7mE03PSNU69CavuE
33PN8bNdjqhyykWzcvQCtdzW8A96MSk4FIW+bpK2vQ1W0t18ZePbtX4VHnYo6oY4p4Rgi+PG8zCV
oRaGHHAreVZ70wHxXRTO/49RAEEUHwW+MxeL/ST6iTSbvzCbIXpr+mLbp4l61ZAap7DQpHCFB4WS
TJrAX4WzCiBNLluL5AsL0p5wRWbWezFmst8/OxLs49OYR7j2qKoV1Liwm9/s1nhDNeWH6mbtS1h4
5j1HRFpCiGzO5V4lx5WO+jRmxhXSwGgSbcTUFi6kNWQlFQ8LRpPRdQ6/r6MOlbhOGLFf7QJKhytF
PWvTyaiYTkt5qt2VsNOOwvLkmlhQjfyplHFYgvUOzWTmi0H02oy7XBkf5xO/7ZZi0NXG8mQN+tlK
fEBLsQuVr93bOzM3olne5fqNl5R+g64AEa3BybZQWBu3FCXX85AHGzEopvlKry8qj3D8c5XR3TOK
1a5ijZprzXpEVXz+XNQr5c121fAo1rhSZu/s6YP16TM/fLAwvTA8INXxapqtci4NVMVlxCLfoEv5
y0FK/aePBpekxVReU3ms2Or4XgdI8/WjBviI18yqKI1xD8cogTWJQ1AGQvIawKs77yzbeHPzZOOl
CM4WPSLIU1N6aDo7EgiZNEN72bHZSKiBcRCWmGEV0Gk7jl5vxSqnRRSvHJxvlm4Z6BlbGUfmqGhA
alndlmrgfKZGfnRq7V7dJlZ7BhHRowMp2sB1PJi/38WMh4vSy+gk7IIsE8g4ea9MLuGHgBW6jLDo
F3LWtOdMqziCxFHxPlZauShkZdhVleZ+6soXO1HzSXLe3XRt3SyNICqIQcYUxURjxSNUkueFk+e3
bGp0F8lgf/TzrfBpikLAl2NQY3s3CvGym0sQFnQHEn9iTMzKIXqgMKM4Gl2rnbWpMVJEOTqjDlfC
VymRdoZMQjtbvnXl4KLunq5CaxDcUK5qxb5gJpbnQMX5wSdzftGU1PwYzcg4iEayHUJdopu1Bd0M
mvBFwulo/pwEGeiv6eR7DXag/zF9r9n2ZGa3sBV+57nxs4esh7jnOB4U6Ob5BWftnYJfi3S+7H5N
4VRVVE36y0AUXfLk4ttgmtosqRPjPvjR/3F2HkuO68q6fiJG0IFmKm9LpfLVE0Zbeu/59Pcj1Ku1
dt99zuBMGEQChKQqiQQyf+OuJ8W2TpFRa4cQPaUZVu1fkVw4RMIHpyVWxlDbn0GSOhstEsNWm5sK
xTtUksQ7xkf2Pupw/s1jiuz4DkpzJAMFfQVDOz97hWIoHvUhi14mqqsyXMdBdFQCXLNl0zc8d5V2
qfm/XmQUcbYUE+7VA8npQgu+WQHmDkXTGPwaRv/io3tPo/hgX/lpqqBqOlOIp7L0TjJcafASxqqq
122IYUUWW8OiGHqLAvMQvs0S43LYoOukEe20fUwc5L0pxnySikHBA5wQdsqj/2mMwaPXg8lTuI1e
SOOXSOoQR+1Gw95En5ObfvBZTps+EsUHKsUWC40JK6l88Ni6mNoavOVJ9UigdOwYzx32QUtlrm7j
gxGj52JEZ5Cz8QuPl6Msc1dh0G0mpxFbWRyH37bsqfK8NaDej2NR+Ss5zID9A++tyi4mSh7XcRQf
ctoyn+1DdR8o0/wq7dppvfKzTtCjsi1E82VlvZu8TyrbPbnPuuaOOuFyM5fYp0IJVwJ0wL4ev4lO
jUbca8bnKA6MXUFtMt8GOpb3GZyn0ySoI8Rt427VJjChNTRd89B0UBiGqD+SXNU0vnkylofnxkeh
dm4JE9Ff1sPxXrFG5VgVOTpafeq+hOWoXISbnGQrNszpZdY8mbucrm+PeZ42c9oCNhEUvVNeUacP
W/iLHt7JfLvy4CN13O9FJ5QfnofJfUThZ9Gw0HH6avwO0xp1yLAXb2jHhDPAqASaO6AzGA7V86Tg
LVFBVLw1O5jJj64arEaMIUhvG6A1EaBml2N43kOhO92zD7SKG/lTOPQ0+rRcxQYiB7JPCYrhHJgl
JE06gzpmRKz9iN0xxnlDiTCyJ1VCNbJZFh37i6lMzUvRqtoNBKYP5a9MHVP0Ayiq2SxwVxIcpiG3
nrHpf9equkAiXYB5Gwzrs8pJudb1V37FA06g0Mm5tf7SvWCEF4MiKFoOlbGqjZE7cIyVqTbYB3mA
vgEgU54ykNN8tOxDOR/+7v/X0Pv1RtN2v6+XQXn5rbvCksQvM/3qtOSNBqycv9oqsBAbJc9F/OCU
aEsA1A4uoasEX3U/0xclMqcvFdanbDxj9UJ6XNu6MGZRYKtqzM6QSzRUKzlUqfCuSE5128ANWDEP
jXeVsb7FlZPvsrHpMpXEcNLxPUzQ38mKqdy2QJ4/xsr66qCw9FhBYXjOUmMbcINgt4p5ZTxZIJG5
71nrdiBJBIqhxTYJG9vzWABjcIN+JXDPIElbek8NIImdGug5Vp+W8hT0/IYK1k2vRqw5/GrqlNqa
V71PxTAsdEvEZzE3FVdZlE4eviL5Yz+Kzn6S4SYbsCIsMJb3WCu884z3AOUb3U72Oq74BS3XfZCd
MiSbs0CpCeP/dRj6aef2aN+afat9khE7t50nnvVM8892UL/Eg2MvEEaPZpADL44Ny6bNB3etz00w
dtWu8rIYMipNiAnKQfGohCNwFb4aYeE/aAF5fUV8ZnnwropRvNR1pm/AiuXrmj/Ai+HNSFobO6Su
VsSLQ3HiwSyi16SvXVxk+mGjVMapFXb73M0IzwyBGgC+UXwcZ5AoalL+HgO0GPQAvXJchNlyxQLw
Klv9iBWJlQK5dEr3Cki4OICzs7Bv7vlkYz1819qS7UWWfvEQtl6ztmd5ozvqQ1sIfSlHFKjKKXn0
vSFrtawd6vHeBKrDrmx9NbnINtWtjc7o9GCV4cmr6uzDjrQAtFjcHoThpR+96SDnzo6rta3uoS8C
agj8IWYXVG/NSlTfGtVYLQKf/AiiX1imaEBc8i5YJyVf8xAjj6VtYiwcgew84Bmpbvj9ixfdx/zJ
KIviaiZBtEsNRTm7vfb7oCblk0CTY3+PNyAvE7Rm92PW6zAQhuFTmfJLC8b5l5fGK1TDk+8ZHuZs
5gE7wbqMN13LPlEd1P5oTbywqqfWU1PoHm6bnv/NLtA118X4y/C9w0g25kut59VSHX33JESE+nxc
tQsVevVbaGTRAWke9NHnZhVY1hbMClW6uanHKHIEqSc24NOqNwq3+crWbGc3zr2WTsLIMkuSO3Mv
iyF4yw3/CYXkBB7DGvpnRXyVMxWzkXVe9y/AdMaXEfcdeY1u6NnOw/zo0g7DVwBd7S/P2ZtqU/+k
GJziSqQVrxZ0mnU9mtk51UjuiyDFIoA871UFLrkcA5F/jZ1qB0ev+ZWWAhe4yvoSBT42wGE1XWM9
hNStpM0hK4LxbKpxjsBHq78ac6nWgaz602qXrP+aX9wCfqRWrL41CQaOoKNzvnFw4hPIt9sB5YZH
gZr0Uo/sjaj5OwLj7w5K9gJoVAv3pY05Mmo1NTmt0Y4okZhxdZQH2XVvWnoIqMpBt+xf12QJrAqt
dJUdj4/8oZoP+EAnK63COg3NyfyB/BIQNtmNcVj8rx4cqnJW7IyRvbBaZoOu52bY5w7P4ttB5D6r
o77ZlH0CXnXu6EsPYEZW658IZnn7VjarKHJQIQSwOg/BR2121vY6ii9aeKQiXuULeTr62nw6ZfU2
97qHW0/ZeeGx67wy2MjTf40PnMtIFuXqmvUmJDvyPqlGdqamCKRsboaNX+8MvAxXmtf572qrGyuS
JtNO9vKkLhdT3vaYuNNLUR3lLkV9FmNZPs9TDo2mvMkpw3ZqFrIpp+ypfq1k02d5c5tSNlGH2AoT
e3R+g+qhbshW+dCxEClTw8U9Js9625sOoq9mD7l59P0gr7s35dk9xoJlV7vNmQqPiZjAa1OkEMKN
znlsfdt5dOByJVY+ne5xc8CfK03ATMgR7G+dx2RGJTZkYqlQ/XOpXvGn0a0OG795yHAwDYqy3J8x
tgta51zNZ5oT/T6TMbZKv3v/GvffegElOLf58sQ/e6i5xjiLHpoBBiFKRDBkHdc0zaU8Nc2JVYc8
vQ2QYynm6YvA6erbpTJWyevl6b8uolyCGbYmmtUY2ClEAQXbgg6gbppU/uOU+j6cDY1lZQVMp8xc
io9/OsbY9h+gzy/lsHvcjdGY5X4B3J5UtbOQ3Y2pn0EV98f7OCXSw0Mdjh+DEPa+8Vx1Y9fqcNBj
dzh0wsyQSpvbE26NBwTMPXN97zeLjH45VAZv429t3fR1cIGAQFF9WkTqJXOy6aufY22vJhlK12HY
P+ta8yHjXlUsxDgOtQ41n2Veovv+Na015TFzUFDjy96sqtpSWHYERr2j9KiiVodwP2DfxjqCsryN
lpewuHQvcfEiG9T+uKoXeKVQ4jrLmDwYCdhiILzcVdTAW3ROPSdPZ5bsoq8zkyRP7PLLypRD1+MW
jNTPq2ekzbVQ9fKaFPGbWRTjB5oJqBNuyqBQX5vXyrO719rrDM71uOteJdb597llIDyZ+tMFmraz
jKxc3/QGRmB+h1AUkKWfldHaJz1MhpewAqEZqOyewsgbXljq+ruWFfhK9ip1npzryf0mO5PS0Fgi
HcElJO0ynKqNZvgXY+xANJqle5aHtKXIvRDe2Gw7xcW5VLbv/fLMLtudaib6oW1jtd1ijeatiozs
qhsVHcYf5CoWnqe0R9m256A8+yvmJDpUejKTLMQMJER0E7yPY4SnprN9nHP73wdhIxeMqXK5+asD
wgA6V6Wj4sP0zxXk9/xLambRme/L8q+4nNML8ucRrY69bA2W3lNVI5E8c4Mk22fS+nwvzByu1j+0
HxkXbNKgot2JRIzZG4y7h25nDuyh+3QyJuf8M1aG/ppdD/yjZpX1zhymWIHNjFiH8NqdG6dRAROh
HSnT9Xm+75x4PqUtzzKUUhdGEp70oODuY3vGAxJeJu6vk4+G0LjSOqV4sEYPIWItzLRVpEQZoPu5
12T90Hfuop74ooBV5tNVY/g+6nyNMhPLXdnMPJGvEG8p9+CGo3dDi37qM7RJdsbiiV+J/coY75EC
4yNWVeE7WEb3YHXIGcpB/lBW3K5KHXQD8/OzTpbgIeujHDwE3rmiHH11LIt6Gt8JGa5TUSFLa4W3
N6Wb7OWULzfoQ5F9lrEVP0pIA2uU+koEBk/yeEc6gEH/K5Jrn1HcxY+AhesbXuJ/nuf2OrX4uM/R
Y2LjQVc+tNkIpoBEc3CsVG+0lgDogYbNB5iNzSqbMK7qsqKFrqi00SmFsHqSZ40MTpPF5lxvAnZu
8yDZH9Z683v8bZS8IE6pqCN1BjT3r0lk9+2iyA7iU4tFGjpssdvW2651X0jwKsfAHER1lqdhn/kw
rAiO/CC5aUBqAO1nd2DsIDryPQg9siGRpxxDsiOLPHsY3B+N40WrOY1Y4FlO0VFWIv97UVJ2AQgo
4d1wUPDjavoKkyN3QCAFgmqpz2jSiv35TYbt1v7TXau90j/8aQ4hOtULqc2moX9UrxKsm/tSxMdB
ixp/e1dya4zx9gKRoMry8Kd5mwEFowG5nLSH1Dn1V+3TEsK4ykNl6e05MgPg9gF3ry6olX1oVyn/
u9a4ZnViXuPShzGieOryHnO5B6/q2KbwOk8lO3K7wqtMp8J4j6mq9eHGU3OUM8k499VVDX4cGhFX
GloePSp2dXs9GaocM6M82z7JayIbwm3X6PuQPRbk/WIA3Mf9qvPcjhVqGS0yBDtaXriPOKqVoNg1
Dxg9f6UU0XDw5wsLOUieej6FRy3CuuS+Gqv+c6321+LsPu6+YPvfh9Rx3SwAdLWboWPjM4Fv8Fu/
unjAmVEbng9W/+iPYji0POYFwDRiZW6/kYHFkmpu2XGFd7uhlRfbLX8MogRV/SckR4y6kYAkmYrd
KJAijrtCOaOyGmJM2o3vyQSdcmi95mnosZlOCsU7u02n7UwNA3sdAedT7UwYG+VN9aiYol9FaZi+
ThP+o2YnnLekHbqj0qrgoyiQOMA0OfjpkJ6K8qhloXvSPZ/OtjN/d8oRuj5GJ1MPFiobYzUR0WM+
FxajMMLR2erWsiUPCneBQ2I0P7rRj6Ol3YT9tnDLGsaCh1Uzti2H2ods7oeBsjXHyXnplIpNK9a/
Dd6xNiXtRzd8sIWIkX/kEPM0vjZI96aO3Vxk6xb33QN7QeVEAWKauXb1F88KxUGOUJMkuTqIL+M5
34udafsqPs6KCSQB38ztfXY1RQi0x4JwfY/ldaKsJyNJV3IaOWFbtuOWsjqfaH5TYj4MWdzsiwDX
+ttbcFWDtYGlvZj1NPpLC2WKc9B02/t7bi0je8xJn/7np+uHEQGZFND8/LblcHTYb5/uHvrzCe/v
IDIdSiKRb+1uL5mx3QCowvLh/pqRbaPAk1GBu79qFyreGirc708oJ6zC7PcnvP21QoyAbp/uNrcu
fNY7fDo5Ws4vP2GNcNr9TfbzJ0yb2//v9mfpC0jg8fD708mrVVscFN8BFTX/IeTVeZp9ifRKHO7T
25QdF0OlRCtgeOUzuKOZ76oW58JqnSdKZc+1brufkG/Q2MOZ55BpXvmea9mysJT0Idddc+1OWAk0
dn7hxiSeM52MXDB53GXCmKpnYuonRTO+yk55KAFjGMIdb+OrDtJ8QwJ0I+uhfRS0J6eIf9zHuxr5
Q575LDgdddUaCmu9cpZpT4dhhQu69hTg+fiE8tXJGRrlHM2tsbR7XD754shOOczykKxntR2gg8kQ
rwmQo3CQPJ7nkAe9KYZ12tnFv2JeXG9cy64vt1cZo5qcv6cv5MvIqxozxBXEKtKDbA7aWD8Abr61
5FVDg5xRaWE6LkfIWICxcjhpzqMMRQg+7BCTyJeyU8bQDP+Vqwls1PkNJk0UnG29vr1TGULbnTzo
EAdU+/hAMmZ8xn7X3v4kgP2LrRqlwPiNL4N7Nrwse6gVDQLr6IcXeSaSFOpUXxU72bRFgpJ7qYNA
CM0mwjfzP0a7sTrsK9iO9wnkCHngFbxs/P0K97AVFxFk/H9e4d6RlO3vV8khoaAfz3pI7dBIVoN0
DZSZ1DaLjo0uFANKvR/vWc4jZj25w5Gqs0O5vSofXBerhEENmqsBumBFPcd6UQLHX3ZGNnyIGmNg
bTDGb1HenCun8365E7WaLBhYE3ZUlVma+QscA1mfqMF329R+Nrg9fgSp66AQ1mavOryeVYq+6hXq
EltTw1AfeLva1go6+2grnbN3M6faDwrfXCO3pQ0LKy/N+86PazwB1SpaTEzno8aSvzG6dC97BkyY
YRxl1JIXepeOp1vUNtzFwINgDaIC9+ZVw385W4Z1Q75f0ZJNq7E8WZbZXM7WrlmM+XWJ/tA2rIt9
WGkhOVMcc1UXPAj4YgUByi5ZxnranKfaUp8itX6VcQdrulU0VZghAlGDU2msssJWPsGzahtX9ywK
yVw+9OdcbxHd7c1gz09DW8swO8RjXw7qS3QVE6Z2ASbKDeKvLjzLDctEkpBUfJNjP5jJsa6LBo7y
fIobo7d1hHboNT8nvxisQqcr1tOYpa+uRfmsHTBHcGwreS0UbBWsHHyHbHYtlKsoV3/J1qQ0zsWN
3LO8Es0X8YRK+hJtZJ7F88HJdiBLmhfZ6ONii3J7c5XXptH0avqh+iBbfBKUiL0gOsmhSQ8IsCVV
vyd9oLyk7D/3/BQwezeLOiRXz8EYtBB36cxYT2H4Ozal8LlQuK4BCgvSfnJgNOj/dM8DrXbCSG3M
gRr/iRdiTjR0asyNdHqLcVsBVl0m750y6sj/8+SXTaMg52lEpo8ZmZm8swZ4U0UZPUJXn95asZKD
tMxNLkbR8T1mBkeP4DNZGiuB+ZLEEZTzFQ+UwNw7atwce3tyzrJ3ov4NDsl/xXWsuwqjeaiaJH03
NSc8Tk1YkY7noryb8o0FxgJbd6YUhaqA8g3ZPOCwckS939v4MTRMeYikL48b4sOTzJY9MmiAJSQ7
ihTM5FfVc0Raa4xb/drGRoXacohROX/hjezsMdO+UHa8tWSoant/mSUjP6H5cpeS9lFrBBWvoaAA
iRDqq9L6EdsEZiIR7O4jyAUgmH9pov6GsgOwn3CmiZt28Ribpdha3jRz5gZkDxUe2W5r1c+NbroL
pL2Lr7UNfUqby+hai1kU0KXvllcWC2wH1dcisCi1mLpOItt0dz0KUXsXF17wJEW4Rks2f60TtmZ8
Kfvv5NdWt5nKLN4XfWd+jU2YChbE8Oe2IevVJGF6NtScyl08+LtQtb1LYBv5ytHi9D20lB+pbYuf
yXC9zYPp1VXBauWzFX0D+KpTri6qDytvmnBpGpLXCVurlxA/iJeuxgkqtrMnGYpqc1rA2gBZPXeW
bVpuctLpa9nLvTE+dWYPRHTuLdBTfmmO97mox81Zrbg5yX7bTdN1a/MlUz4zt+1exi5dlQg4v7fC
0YBfhMZCNo1C2BsraEuku5v6nZ0YVk7xAH1iHmyk3obCR/eseWn1BLXqFh6sNDhm+YyOnkclOb85
6CPDdlRbceyVJlmYQunPsz7FSq0xYDStCRP6OSYPQBGGczIfpqixVlg6MWTu7ZHuHcGu0iPbuopE
671bxmQvcnCgpzLrqNZJtGz7yXuoLd8+N7k9LEdjcr6Sgjv4gze9FRMGDrlXl1s4meGHj9N2ESbO
VwVC8yrTJ7x2Oi16zCjfQOvV7a9ZNL5rmE9gBYqDiJf14Br78PF+sBvvXLPQOUJmLJ1F7LjxflKs
YCGHJKH9e7Aforpsqtk5tmA1LSxSdYtSNDW/f9lmd7EpU/48ocjGxxpBs8PUA+WR7IBuTL5XE8pK
kjnQ0ALSE6DmBKtgdMPvqtWGD5IdMPc188j/w3VyFlMMe0fDp16doAooNYV4T8TuUyB698mpgY84
1lVGRpWkDzI5zUr2yZjlNJvBbaaLbCUijnd1j3JZgAlctrS8+hGZ3uEczZPlnu5sJlykQl1YTwEe
K0hopmxMjMZ60vPJuSY2MBf6ZKS2hLL24LNjNFyj2hjF0Rpbw/ysgcp2qipaRlFcvWl59vtMxqBZ
tc/jUCzBUIRf3P6XYeXVh11Y2d6G4LaWYc8Pj67dmhR7uVthHYOUQdqHX6JJ/Q5lv7sGcZs/jMZo
L+T4OjOQisjt/sE11PTq6eZPGRdu4bEOKC1ka/iduU55knHurQ3amWm7j0Tqf0Qmxfn57Si9kmwT
JNi2ssm7E3/eXd87wzqf3wUKM8eytX+/u46l1LLXvU2NlEpU9vnP0tYuZGTzjynKxcqKB/XsNW55
LPGI3fR9GL9OHRAF8jT5T9jgy7gZzEtr6OmqNQ0PqUsfE5D57H5IW2XcWl18cq3233E51lTNN990
gteuM49aYukf3lCiQ5bFwbnUWujxqpev9dSz3wc9uXiho/2IjPwJVFz6bvh8rL7KlWNkTP0ZdQqY
o2ZQf4KV3/sso39oXvEFay7zVa2UbOMUJN+NsFEfen8KZ9FM70us+Gs5FDkkHJ3con7JYX9vOrP1
8cwMrQvqUcNS10Z+xKPZIT4+eqDaJtPeG5G7Y4MRS7Gg9ymrmkU/jckXUYTfirT2vpFJeMgR6PhZ
6tNa5bYfLNzujOhJHi1aC/kbGCMLqB8bM0+rn26gPmKm1n4zuvDn1AVip1huv1FxHnn2AO/lxTNy
EflzV5VsQEdP28hYN5nVBeLYLsv7/DYCuUJ/6SYmaQwc5sY8fAqyyL0UoQDFPJ/BxK9XbZKH68ZB
TmQdoDjGf8A9VjpFaR6v7BtFGT/dehsPXlLkNOE6thEvotzdMs8/l9xi/FVvl8j5Ay3X1tEQNpvE
6ZRFpCTKxXN6/ZiMAOViP6++dtEb+GP7W1K13hKxce3MP8w6mwgtL6u5ox2/Y2obf42sPlr7FfsA
awSiUqg98mpxZH+bzAJGRht8FH3cbUInUvdKIdQnJwqwjJpHDJ31YsDBfA0z09+hD+oA3rOq1zbV
nuUAJInSBaJ+QM7qutrqSqjzJ6BeBBQTeF39YYPJ3ilJWmwqjGDsNg7eUPzX94np9mtnUMUXa2xX
oZ2N7141mDtHxzdExiv1WzOEyWeLndu2BX601dzQ+pKkqfhiOGQUhkS1t2XbJ59j8k32xXCcN2yr
jR2WLdP7aNQrGdcEG9WoTnVyXkPwRkJ5J1+C/I69CpVwa1iJsqxEgNUZe4mjPCvm5j0mO8yg+v+G
9Lgow6dozdVf1w4g7Q/o2ONoicSfPFQROOUyLIx/xbK0zy+8iWhLpQAvoj+Dk7kDfwIHnW3x46+4
3kC5Dfzm/Ffc8/Ps3IL472JrXNawlpd9379noq6u5cxcdNDwOf4JwXqvr5jT3EJU2SqSSLBiFba1
gTlqqwJHvaufC2PdmAOCJ53rbgrDLM4uO70drNjhqDb8PymLe3vfcotjmgfdrkbl8yw8FHWauKCC
oeDiF6OF/BhENZoAXuU/p1qHQmzEYjTS1QdgAPmlsgx1Y2mdt8gy4bGxvv0t1HGHRgI7U8vKLjIm
z7zEFQeYQQ+yZbiRj5RRGpTnmoJUmPTZ5RaLqhQLwVRNVsE4qs+Qwf1DM1UAWD1zLNnrBUsA0P1V
9oqkKVd2iD2obBqx05+KMf+WV6n6XJtV+4DY4inxPeWt0aOQiq6Id7Jpmlq/yIrIu/WG/bQ13dh7
onrqvzR6u5KjnIn1S2WyjldhKwL8QmtmFBN1wt6LTkFlNm+hWeFmbCDHbJMpnMyuxT2ZZtvEP+DG
j49O2sXXjL2naBJAoq5prAurbNC9ZFSKW1VOxWSn5vi72paonyqHLLCZhGdsxZunuBHhuePhL/vk
we+bat3qQbW2LG1KAEK3j6aw1K0PgmSf4Xp/kQfNLOOVWloY2hl5douFzZTCVsIzWo0s4IzzYBmT
ZzA4q53aUuC8xzwl8FaovWgLkIfFtO6SgdrIrMGTum16iCA1bRPaj1yHnF3Xttyg3FdXN7xfYXLg
geH8jErvl94O6ltaKROwpDq4NHnt7FCED9FatMyHXoO/WxhF+aZFRUh9o+x+guUVhuH+MqroJXrJ
KtXkCTVat0OT2ijUdem1jHMsTf8z3s2df8XIbeC40i4SEfwqhV/rDy54ZigZ6rQ2ARac88nQwEZG
PxE4H1F1GcejPLsfbKGlWy1uYVFj7+bOh4B1CKzH+TQyqpdOp0J8N3qTcV2Bpy9jt8F/xsne++Ch
0sp1opreToGNtsVsdQRtZIXvuqYoaAeqYh/VfvgexOnX0HLrCw/u8N2cq+BJ/eZ79kBqOH2Wl0xl
rR8oGfZLOShhBwvyC7YHWVieKSOPjamHWSQG23i1IlNbpfFYXxJNT3aaWqbgFwzrVEZJsgmqQXuy
IYkte+gkn/1kP5Fkn4H8LL8oWi08mOyhxzIkMI1qCd2xeTJrniBpqaknDWHaQ+Yo/m4q1elSBNm4
GjEyfet7dsnFB/ec9GSKghJAVPcLElxqvALempz8mSbltlAhF7ItD0DyIhAO7YRHY/xPj5xDDpdj
btfItq6g2Np3n2Ntptdglr7Whj4/DVl5kaFoDoFAEOeob7YyJA+9qbcXcgULec09Ls/0WQX7FmPE
beif+ZEG294mVFPydGlcX5wgy09yvDqFysYTUw0Qy3C3gsTWcSqj8tDkvUsKvg3OTm0YGzBx8SO6
+M6Kjcv4nI+ioWBslPMzt8CcyfBXTgvvzIxN7YhiCyIG6awWolVNvJHBSMuc8nbq+Cg0e2TTxqM6
6kDQNPbTud/Wz12fgAQ3PZLVqZpu1bZHGHEozP2YVuU+mzOTEYqMm8mtksdCkals3X8x1TxdWmpd
fuAjHKATSmqxQ5gUNmfGUnncevMmagGwcN31JVJjXm5vbWdciBnw0ZVKeGADjt/b3LSDFjf1FIJz
lKTd259hrQ260BlgzOSB8XuYV1sepmUMc5lNxuVs1jwMXMu/h7EKscAJTMkpbppqqyQOxf141J9D
y6quAXdwqwlEufR0SAEdigSHyk30Z9vK9F3uC5j882AHc5vnDGrPPNQs0nypgXXbyaGa2iSHVgGu
LZum3WB46Zb6rrcpCSEbpD6nAcqawhXxW+Gz62kn3fpoIhbD/Pu1r/GElETQaD+UrGPNlSC0Ta5i
4ZDmihZ+tWWbgekqeBo869Pyqii1uaxbqOZV1KHR1KakDikCfIVEfs6DlrxF5Oz8Knd+UZ979Yao
/CxSUSxtpTSfDFBymwYd1bMVxca+HVNjhwVD9yBnROonQ5TLQzW7G4KvVc7qlGfXnDu+zVimoHfm
Gc3OLZbjLFJoAovayz3Of9sF/RWjIlYegpTU9iR2ASTFKDeHDIedMV2n6A+h0q0YRXoNmyJ/Ldvy
Ne8N/WH0uuyVd5kDbhRkZObOScmRunOM6iB77baO0O8U3U72UvUoUXfyLPw5uZY0rNjU5LqHun0A
Q1OCfzeSTydUT2J2XbFstie+535kpjXLjYbtgxvVADM7zWN73kAIi8tuURt283PaeL5S/KySZAAg
giSWWvSfUDvck6dUvw9NW4/rJE+MxV8dfzWtqma3BTlSxqcwRzvExUIwnUz3FDSkoRFfZ9MaCXb4
ZTj8YEWGIPPQ/0L58A1D8eDDTdEJhlfUX6JkELsaXg5cF6e4pBSEV8hsW1vLHN0ljzf+7POhhWBw
tDQHHbnBwF5cBnNcUTGWHmMq08Lj+TWFi9D0zVNf196L5/fzD0VvMGakmXZuta5ageXFPBiXAGs7
GSZyG3MzaF10nDFDvk1lF277ECjtq7x0Ylf8hODR0p6HWk3bL1n6hJuE/QS8SH+KV0XCxjM3lMF4
b1NuP/WKfcMQLIAkDzg/hIgOiFURj/1PtdCeM6qMX73Oqhe6bblvOJiNSzx302e1VcM1wtNHN7XR
CQxGNFujKd8PIHFQPtGUfNlU3YGlhgOenV7NNpOtIpxklcde9pzOh5HKApWGq4yonn9y7Wmv0nUO
Ass961ouJny7oU+rlpeugAj16kr2VyMZ4bxDr7huvXNEXn5ZmoOzyAL1JbZhX1lIMmxHyk8by8uq
pVQWksJB0UyAbfJito4H1qpONf4qif5mm3w8J9YvsqWSQgd5/YKnav2ooTl8qPKsWvmZLT7HLv9h
pyK9Fm6tPCAPTdFb9PyO8HmYs5FXqsn1tzRofwj+Zp88XFq8L4EFREYbLlFsfsRtvn/IITGtQ8cB
SezaWGZqfb2vfOjWHnqTI25BGAyp04lfyxdt4gaJDwiOd03nbywXhCV6b+EPl3+MUSnaLtYiZUcC
8NtYIWyemgiQl+ih/+ayoBCZ6YX9bo6mt8XqJNtaZdFeA6s4J96oY0NmsPWv0u9qg7ILSefg0Y7K
a68E0X4YQuuIiDeKkPNBJBe/+JqXQfP/WDuvJrd1ZQv/IlYxh1flONJk2y8s23vMnDN//f0I2ebs
qe0T6twXFNBogBqNJBLdq9fyFl5HvWgWtD86dSNr8rYPCueTn7ndutbk8mhzgLh4vMRl2PCQpcHg
sEF1W7+UY+MtO2KRVAsVIUzRjh8t6iayKPuUL5rSjF+VSWIV8hQ4Ra085xM1bDLZfvXh2v1m2wHM
Kh0FZ9xQwq1Zwoziykb36pjAtUrdb797xrAtvYLEXaM9tanuUKUn3Xtmuqt1yBYGC9KRIVKXdY3I
dJf49jaCk/yY9VW/M23p4I5ZulYG5zjGVbuQCXoQiGn6TRto5iZzm0++ldYovNvBokqH4Bu8TFfb
KKy3nC8PVM5owEKDvnGkuj5A/XpwqG++w2ESM6dC4S4dwKVHwEB6zw/vRQNBmXKUIljpJ1MkSdCK
JbaxJrejnDtrUM5yl3/q7fxamCnR+Kx8onw8vkDsLD9nkvICS6F1p4Z5dR6M8tqFQHnyJAyPgfMW
yk16kiGdcMJ+2HsWDCjA+zP9JN25DZWKvpl87kBlbMGmQ800DaXBvEyRrQdTbbu7xqwpXJcAtelS
GKxKufGPqtOclbqx4ayfEIcTMNF36PGI8FeU+2CkBugLhF00FGOBpxcuYuz41Rce+lNYtIfnHjWl
SxGHz7WSVXcEWvkmjR0Zvq5qX2Q7DRcUWSTbMmj/ssmE3CMTrJ373qK0UfeDJU8b2YnevZiENL67
RxcBuPIYfSOsj0enGMPeCaJ8cRsHqtUvhkqNAdWl7Trv7eKl0MJmjQxmvhVDUzO5/TgK/LLeSP2b
kw/LrqYMlCiblh5vXYtT69HVqfRbTqCKY+TpD6SCpaXfIbvoO4e0Gq7FEBoXOwHV2tVr3dH+4lxX
LOSw/tbpRnsd64S0UwbNZxl8Hku+h6GkLocmrH50+mNnW7D8RL5zKkgzLWChald9RPFMEyJFHkiN
u0Maj4ATX+drApPnNZ16pKGviRoXFHFiEpNtRqFU1/FbKYayqid3klJ+i0D1ZCidPZWR3HIPghZK
DK3AG8+DTbCM+9wTmM/uIWmyJWUQ5lOeyckiACZA4rx/ryY3TsM40rjr+ubXfxKTEx5iwuH2sNcG
rv5bs86CKXsI4h+Fm9uHvoD70W7Qt6HqJtkFOhVW1GdSmVzCTcaRe9houVZcRru0KLaUG2I43tWp
i2yX8ah+TG3ycj5f/x33EJJzGVQKEB6OF0iZs7UbBPJDM0YWKkOd/JTH92XJA+gk13vftmG4a3UU
4UPPqS9DMCVfnLj8rLrpWS74pkdxj9o6cCaiXNrStJBc1xpD3zXuKO/ASqNknqnxWjGsYq+Y7Aa4
e7pldAWZaZ5LqVpeq3Jpvtl58qgMyARVmSwjWyOtOyPMf3DKu/P5LfzstbzCzo8yKJqCZlcO9Z3N
V2kbqXa37Q17uMqW7a3ggFZfZRKUqpmEP1LzTCYL6Dhf5qvZ19Zny4fntGiV6oEEU7Mp4joD61KC
jSaMxTNXdc0qvVmmlRV9K7J+6Wdl/Cb7JSIIaRA/m0ADNy3UJ8dx1GBpMcDy+k6nkNMfzmqt20+2
4yj8ZG+IchVfA9+gvNOWi4OrdxZ4wu5N8SJ+KG0LKL5RmQDhm/AIFXG4JnIz3CWOmS9aw/gWKrn3
RCnisFMgTt1Ceuo8c0aHKjL1vjvdBCBMk+FhSPSOsp9S3pRp27zCi3oQHoFZj1StEZ9TuyrbNn21
ky0v3sMJYe4V8g8n/pcRqb/avEA94awCiPzXTU/QfVCD4ZQS9l30geM+GbpOOKjsDxP2pNNgCC56
0IJ9HZ8DgHpU1JT1ujSQqfZ4L1cmip97bi7SSxOO/sJubdLf02zV2CjOGPqTLE9cpG7GQ1HNjbQE
UqHpbbdvGqLXo62kn53YeutAml4LJ9Svmeb/hVh7SgG0s8jBUS+p44NhwZHNPSJSw7Zvo/TBU6fI
ddZU303Is5KgUd445bwVcmA9F1A/rRUl+mwPZb4i7+lck6kBswyTKrmjnWtKqgTnR6WsxhLMku+W
zlU4Oo4JND8kiT3bcqk3if7ywzLtItxi4kpX+7b3bbPYRFynufRtR7BZ8vy1neXpWfIqBAjGGOKn
VotPoC6+WAAmz4FmrDO/eoSCOliqo3oaK+eoJ8RxLcdWzjmi7stx8JWVUdf9zokrdY8OyXDJpybY
pQMhF1AGwS73nGClm436ag7w6Zd9/4NiuNHvOLFDa/VcEm9fVLWTrTsIkvi5jL3xQAZh6euSgVBU
ru3kARBbXJgKsRrP2rmRlC75yPN9VeJPvqNCA2MjAqPJ+XAaKVZdJhrp6NDU+lVnRETo5cGipK5p
2kVUN4+QBSU7YZsbqsJ+uVS22q07q9MWPI2cdVIFr3bVEYax9OBlYqNctYmhXSPHdzY+xdluYmzJ
SI0nCozSnWegeNOpBYw/QX3uSi15hFGB52pU9sBe6f1e2JQE6AvsssBBJfvKUcB6U1TCUOMkR2Y/
eBpPyahNfJUlaTj4ejYewGPz7rhkMAKK+k8N2CMeBKNPUkXaoaMId91CwLxLit6+lxE0lS215dCD
0jx1r8RKA844ftAsYy8JTmCG030wErCwgXmsCmtUV5rvuJC7dA8e0XDHMEnhj6FknmsQii71avdS
5mX3PEtP1c7IRowmT00e6N1nEyEAxA19HvLiunxG5YsgeqQ/8fkxwegsYXhPr3YzKSk3zxbFyFci
n8mtKchLrwoYwtbD5CUmwqJy7+r8uxgg7SqvSZhGK8sqxysMU85CU+qeLIs2Xm822TC3amzr4F9x
EROcFvSLAURysuRdGC1lAwH3WmrKU+9Yxalp4p+9GKoFGLqhYYT0GpCy8Ll1+SXicxXL7SbmTngu
DfSMJdnIt4niuFRV0vAxcPZNbRG/T8ezUZrcAJLwvi6kiK8/P4s8wVpo4MLQjbAJJSSlYd0LW21n
BBoraEtDW+WYVLkk6YjqgvrbjnKarrJiuGugA7rKMBssNdf37n1e9ZbQXEy2sIM13xuvNmCiE1+6
qlNW8Arq3KZd/ejkarKtQ/1z67fR2W//Ighe3sXNkG8c24UtJkCBqHIh3RQ9OJWhyRHduamtu77o
B0KnyI/0pmwiNGHBVy3Fn11YUb4YyFssDF2qX/i9V5Z16HqPhV2i1BaW7sWU+VAEEaQ9QXQ0G9SI
1cbg1jINRdNB6kEVpJP12UJMqT1x67RbSV2sXrXqIRDkTLIZI8/DG3zjbpIJx+2pCiN9MVJUwqlX
nUJ9CLgJgiXRFL7CY4FvNhvFk7UbgVNZN8iv9ir8QhOFk/Dr0LWCL9o8RRk8AnnoxavGUvRDHVCv
7wDmelJ8s3rgOL2Q+yR7gvlxDUxSup8e1N2mUl612ClOZRK4t6GRJ8kyHLpwA4ELGitp20tr5Fql
bQxM96HSs++UToARS7vuwHctWHRkqu6NLAIv58Tj1nBcAFel9OKjbfXQDclSb8rqyRuG8ilL7GsO
mfBd7knlk6N1xrIdhoZfWIa2rbhbUhThyq3dOyPLu3ObD+5dirw8/Jzhq5eE5T6Q/ZzCDS96NSNi
k8Qhg52YjaijBiNPqkzMuhLCVWkkPcq2Lj9w/9gJc2+16Sn2M5BNHDQBSI4+5A1kMA2tilfUQ5jP
RhxB4K3CHU5FlfmcVMS+AZrJK3saGoOsbPOM27sUWcZzQpUSkFAlXou1qtN6Wxi+m/VtbQNymLu9
BsMvzjzhVZtsdD140tgqavsA0nbqv8RQRaRyDTO/vBHOaQcmXYd29DYre1FK6MbPt7e1fe+uIPyR
t8JZo5hiVfq2e5uNzapZWZTZ74SzHHSAntopDSuuO/rSUq/raAtudGdYTntpvcHaJMGYn+zomBGh
e0Ltq1Xk7mmqpHlKyv6F/JxzzmAW2MHwALu+1neXpo73lLQ7R0uTYGMRtlr5WoxUZt1MrdZFdzpI
BVfO1QDq0lQ/kh052B362sI/LYN4xfk5QLAddRMr7XjEC8gTy2GMbB25i0Tpv6e50X7Nc19FGF0z
LtSlh7sA3qiadNi1MaLnRkYqzHRS9UBMvV2GTu+9loSONxo8Bxsxq1TIftRFjLrINJvpQPqqrL16
ga29NF+rIvF2qp9BWt4RtgsTs1xVUlFuQS5z37K9cTg4yFQY69CwfnXjqasrSaEu3zm86+qJkm+i
qdrLMx4Qt/VeTP48ipaHlQQN0IvGp+3ejREimkaS0emX0BsexCgc0+yuAJ0nRmCsjJOGQs8imPjU
xxKSJ7vv4TufdkWgU9tM7Fqr0JS0y+DKPxtd2ltS511mMw/8+SF2AVNOTrM91uFc9IfAXH6YyLxQ
XhRuMmxnZ+FCPIKzjgnX/O/LuS0HRqNUlGeECTbUdw+f7dF0V2PtdKdBSeWzrBLualSAgyFnZH+A
bCKYFIVEU0yyQqIXa8bEg4Ew7GihKCRsyu9enE1J5hZ52g8TwlnMwtqL6Me0s1iG5q8HjwJEFusR
EPVt14rYMrAnklLNAiTzKhrG9JBVwc+G2sD0QOQ7PYjePDH7zRMf/P4Dl3l74GYQ3ov953ViOPvM
V/oPXD5sNa/946v849XmVzC7fNi+8qRfL/+PV5q3mV0+bDO7/Hfvxx+3+ddXEsvE+6G0A/qOfvAg
TPPLmId/vMQfXeaJD2/5f7/V/Gd82OqfXukHl3+62gfb/+Mr/eNW//qV2p5f8nSoZYj2DjzaBdPX
UDT/YvxuKqp8VqXkCG+rbuNGj7L349uCd8v+8QrCKLa67fLv/Oerzq9a7lChWc8z73f6d/v9u+tz
mOHo3ekhT+fzFW+7fnwf3lv/1+vervj+LxFXr4fxahRdu5n/2vlVfbDNw48v9I9LxMS7lz5vIWbi
6V/+wSYm/gPbf+Dy329lOyXUuaX2dZCM4NhI7cSQCNjsGP9uxEw0DMVB1a7CLCyiV4kFs6/pluFR
TJckkPZOjCyb1nkPmdboS68yqK2qDek+C2II1Or+iVMwRLbTKM6pJGzBt0zzYs0Y6OaB7PsPMS/s
LjxRm7GEEUvYRFP1sGWYOiCwGrL9E3TRF0g94kthS/G+sx0EnzvqfG0zujUwVMbnPIWBdPLSoggl
OTEbWBJwNk8+3WxiWo30txYAFZGzBmoZsVXu99Q556q8vjm6sEquKiOw4Uk2qC/JRiR2ONmDw0RM
deNHaLna8N0Y1M93xUUnaEDePqS6ZxoOgVVcCiUuLorSaFtPL4Cui9WtVg07twDZ8G611TsAk9Pm
M+SC7CgWVmaOLJFR3897ia39TqsIanrH235BUjSnMI2h5f11SeGW9l1/VnmwuLnpI0c0S905ctlT
xIxekDep29/E6qFHpkT9nXB9I1N/NQ7d1uD/dgSU6538atKydw0WCaNYPk8X4EQcydEPSdeAqrDz
gqLTFKaPzNrnheXfBo4SOKBhJnsOHBeCK4JXtxXCOC+TrDFakvSo1+/W3DyroVx3cZIePy4clcHf
N6F0/2EvMTQy80yk29grlYFWfWzqaFl33l3QJN6d6AH28tBtLb2tC2SWvDaz84Tw65wxOo9Ulk6u
88rbRlr7YNtRTNw00A+iGQmdHVBG1g+ih2DasE+kZCEmk99uYujqupdScMKKjOJoxGalRevIwMtQ
G/MhHmsK9a6VJOVOWFvE5NZgarWlmLjNTu6i140yIW/VOwnf2YOMk7mRcig9wGv89J1nI8V/RGRI
JWD7t0ltzPSdrtpfZ7sJnlCFTyvNyPK48lbMzBdz0DAEVddBYTK96t+v6zZMKdWj1NBeixdhWJ7K
O1ImMGzZ7kE0RpahWH9rZ2sXmVgzakKIFk6+CcgWhK8HlO/GuJPebaAXOQGDuIul24a3Re82LHu4
XiUYGlYqzOhHfWrCMG+OYih6c/PBRp0etLEcxJbzxH+1wbzsdg21dzYZ1HYpB5+yPyUcEVFAVpOr
L/vpNTRSTlchghJignhbhAY1IrUZHOnw0toHSgEQpxRjsKc/jZbhPyG0IG+EHfSYc5hXzL6lELYU
24i1s8+HYe71VGM49X6Uo89Sk5LJyA2Y3PQwegwAqO1ti6CBzCfstWi1nfCggMvhzO34V2uCsacZ
1XW5GZdAqiwo/Cc4STvBSZoBUE8+5iapx6krjPU0I3qzj1hS9RurR75pdhXmfxoGAqIy7xTL453b
1sP96BhXvU66p4ID9yHX1XI9lHH61dMNUkoArAidDZC8TSkoOXI/FQbA1aiAfi2sa3ch1cNegI0F
Clk0dWW7S8NwkvVsE7DllKq6dQJ+aykmbvBk13HDrWbz0X8HevbqNtrDvPjt5thQxV0FMOYicOUe
nMJxDpxc9XQhuqKBi90AQlChaX+zllRB94VqbLTZE7JTFxnOyYe8ETKxUyOW20UdALAkLJCbVQ9j
aAqhujx6NbI5QXVX5vA+i55o8iGh2jbVQXW41c+J6Hcv9gA5wOSsb4WzrGnIQUc+nKi1VV36NH4J
XceCfDgGcirFA7ohv2whqayLmPCn3p/sSZ++xL/3iNonwpb5qXby6Az3f3RuSmtVOYQ+IfX6aRKT
Y9GN4EkqJd9DQnuSR3voFsKn6kBQk/dEGT51IuoDp72Stq6CrejGjfFmB2q2fWcTlwp/5PCCn0Rf
ImTa91oC0Z3uHJKp6U0FRsp5LHroBKNLYla7j3apdQ7/ZOsN3z1IiD6h6T753HYVVjEWa0TTDpSe
LMVMUQzyjqxya5jKVdf9/KUm3uzLANnN2NefiXrUZpO/eF4qo6DegeuXsxcFCfmL0ZmPYkWY2/G5
zHlozHWitWbDD41OyfXRT333KHpJl38ZPNvciFE3FO7Rq4Akc3P/5RL+7s22Dpgpajgu6hPT7Dxx
Wyz2ETt+uFxNtc4qrZOJE/9v62bnn2sDGRUKK9jIfpBti1H37iW5hIW+cOJPRO8+G72u/EBc2zF0
Ur+2Fz7GVlR/dtqIlE7Y+g9+aPObaYTS0azN+PhhnwbSr6PflfDd8CE+KXJl7TspJ/4E7cCiRjzn
FCAvMZwbWAE3bQj0EiyCWb6GkeSsY9i6FhaBchKmSbSGd6w5NVNDsu59M9uEiyIr66i0pf1sFwvm
oXATtjTXzN0YOWi1/W1LIx/fX2Fer4WkI+okubqGQSFUjLiDBSv5VgxjOU/unCS+A2Ab5csmRc3C
81Hb8rUanq8eBS5FC/oFpFodifO/NRl6vei9GnB7L8RU2CnwWItu7iWowBaE1d4Z3SIz11oXgnJz
qmYTKJEylRz4j6JpdAgk0Lq/FyOvgABn9ugmtw6PwBp/efDUBP5RQd5bKdJqRdrRO5eCJKmoYx7b
3axfCyPUmf55EIRI8eQkjH/2mdfMPtVEuyQmwlDzdjJYPRiEcu0ZrpDIVfLntkKJ7tfg10whFdIm
pTqKYpjpd0/zsnUIlcNS/AzOv4rZADOuP03Mttvv6DShDy6B9OlnVTTzVvPEvGzeanbOEGwiXpuk
/K7X4yO1/v3CJuN+GCP0YtTE8si1UlIUW25TLCu4SvxGfeinSYgx7GWjgMwWvr1kGsegmvRuM60t
SKsER7tUg4uYDXL+I2kCjbkYWmTm73SvPyIcJD+Ww7qlPqYCSQdkYZI7tzNt5Tamv08RujglFixc
nInyaCW6EIsP1cLOQHZShlpu6iHtq0WhyT9db/PzUtHrgomDYeCsIoZE2alm6gHhRVL2YFNtfOfW
mvI0kPRcapGl70FNKU9+admw3XsuitM5VGGy3i3NKftqIPm6N7TiezHKNsfVyQam0QME1pT7ccrD
ikb3FH0f1PV3MWqmnK3wDSjd+Uffac95ueiJfZVMKvewdMXHPuoK6td5nlJ4Hy56CWBG2FqFas3a
cZ3tWGTSXU6d7nqoW9Tmei9f9lWiHEbRxBUAp2ySE1wIw7upaT6D6+PgJe3PnnB5561Fwac0k8sd
6J3yoMoQS/5WGxSSg2KYBdmRtIh/FKZaqBJWCakzU04nCv5f+oTCuTSpnJN6FegxkoXvVvRKfjRM
yzveNhAz8y5jCt316vfLGNqKRPnoxUsjyN9IpeaPZKCKR0mKv5Drb0/6NFJko98BmUTKavLIC7V4
zIJmBfX5eBX+SjEiRNxTIiUmJcOs7tWa0P20XCxy3VgBcITW9+0Cdpyck9Sgtl/L82VHqGRhRk52
FM6gCMa9OlApJK6PQoS8H2zSkhBXW6322lSldrYk4LFiaHmQKo81VTliWDhWtZD1yDqnniS//lzT
top2lhJ4xt3C0V7nNTzEhldVRe3Ph9MysOJvCRicSzY1pDCVi68mxrqf1Etnm5hI9AydhAiVHzEU
jXDx9eCxB514mE2iR81obxKcmfchd2gf3BTK39+Xu3mq1Jq7vQPWdXoJouktHQb11N92rlQfDc6e
OWwDan1U+3Jndt6ws5W6hp4WU6yaGlUrYiy6wnpbI5abFUlEoLhFtfZH8M9Nnf3Dgkym5jMKpJ3S
cIQQTdx6LqiraVzJknozUu7yc3p2/GAbpxWN2Tg/F4tpXYvVrQIu/+PWRuzYCdqef9s2p/Rlpw3w
N8ILEq8iFGc+KY3TcafVEek0veyTYj9Dimy9QHRWnqsQyUCrj9NPqTvka9ujvJwjNkTPpbywMllZ
ORMyHyno9GhMyE3RE7YRIDqw4mlGNNnvnhhCk8a0Y8TQ8nTTjTfr9jLPzCd4qZur4iftVVUMd9V1
KN7MNlMuvHOVu1th6ii6hGV2onTVBrvfC6NoQoghtiaAjonnurnOjfkY1m52BZ1pcVQ0KOLMqtIB
cM8Fi9CUz4kBmo0S01UIveYuJ1v90lS8Q1VoIDk8KTFT/0t1tdvUR30adjUIViqE3ZOYNW3/azc4
w51YCgL2kpRqcRVztp5vG92MH8RcINULEDjxk+IoznOH/DAML44pPQUw5V0BbFbHzAWROo0SqA1u
vcaJESFQ2movJnrDK69OaTc7mLR4Hpmc54nGl/ayojcIXuAmfMGxeZvGA5gy+4rdEZErIt+/rb7N
+SVwDElT1pLnuRun8+EhiL3sIhrZQBpqrBHQFUMEjX9OVHkFNY0se5vZOZ1mkZzoVn6UQz33e5eo
V7KL56vOumtyBIJ+T4gVRkfULpQsyJh0aWPCtL3nOuY+VVCNmXgp5UlqD1kutIIFreU8nqcRLoTw
UoyHui52lU7xsh+N24z8PyxPXnt1NZXP29TTonOIBuCFnPJPS+hm3RT14R8kHKaJNq9LKhgAkxIt
XrtSTJ1+6MATCAHtvnNq6zpMDVW5qACXRMdiJbCufmJYV0NxrW3dR9ZitumKpJyocDoKk1gqfKGx
WdSp6oNRZDcxqXhecLvMbJsv47RUHLdw0xwd32r3FGZTnB7n46vJI/cq0RvikdPQho2Ksn39vm+l
6jHSra0nqyNYk9Y7xiBMl4EY6la0jhuv2onZoOi/hu6Uqged81zw6RVecKtAfM+BENEKti4qJd1A
yxFsxXAMC1CUiu+cxVApQXxK6Wuq+c0dd6r4tgh9FpiHYWpYC69cM6RFWYLnF8PUgrBTRXBbL/jY
mnmG0gJ0QPsqt9ItP7raI8kGfskhEvgrMKHfhhD/GxyB/dJC6vvywVeHJwAtFnzTGJV3Hh9XFO86
q1oetWM7NaInmgApqqNV+G4BBzozEnCrRatFNYSbDKOyetCcOnztotoJn/K0qV9zuXlTmmBjW0Vx
n3ey+kRZOvDIsuJJMfC1px60x8ozOncrZgOd8z6qJRoADJwHlL+PkQtMKpqcS2KIV0rAD2JSrA+L
77HNaUhY/Dz87JUSDNeTt5RD7D9CLC8bhryK+ao9iIbiK9nwHzqjzR8o5hyJJcmQXY5uFC/tmONq
qusQo/72r9tsq/mGcada6pubIEjWd0p86TJ+KXmchB0fNOKlmRox0aepuff65Lk2i1+maUGa2vm5
NMPlzb8xvUPoj+dGUJRO5POiNzf1P9iGxPh3fvOyMOTzn0l1v9JjLwIr7cK4M+hUDE81p2rlqzAG
0Yhem5MnWYjxh2mwoMHOD9yTsN92EEs++M22dz45XB0bvg9vilyoPGRw4XdXmpeI3sdXk+rEhnoe
6xZ/dBQ7znsLP82XjHXBrwpM3WgELDsbVmk+tVG+MSZuaTGG2iQAPAygcbZ1vYaG0bvxtLARRrFm
bkrbCg953kn3AAeNx7ZKv0uZ0Z3EiJCruuFsZqxaPjePCIfsgijrT2ljK6jkUKkxmKGKvmmqXoRN
NG1qQHJpq9laDHNpBLtbtOOemC2f/6b0X0BDB1SoKQ1agVm60Z2hOUdR5VCnEngHaWJ+ZVMC1wCE
/LH0wKB7/kX0DJW7TaY0sCP/fQKVMaLHrvEq7OaYhNBQTC5K/KPqSCSJPZLM9iGH6FV+5iQTBVlq
Q28bC99yIGHgfo8RJjkmdZwdrT68D3Qj2Ya/TcJemKWfLz52eyrasfJG31aL+XdOv3cTtj9vmbvO
r93r3NsCcrLXSuek5yoOWogWqDTIqTFZBGbrv6XAPCki+sF/5pMGN9brqGT1ylXs+JJlMAlC7qfu
BrNQLibPaCuzbfIlpfsOyYd6PPk68OxN6VNKZFVWv3pnFF3RaB4A9bbWXOBaYLbBdqvjaZ4eoLhv
Fo3L24Ru8td5IoAeFiU2NC/lJHvgbsvPMXSkYkSlhH6ssvGzGImmy/XpQ9OVa7UasgdhkwOIYMrR
5suNyUU0m1RtsBZz+mSC/kTdjpLWLGdbktT2YmgBq88b9dE3V0G7/LYr5WAHyuTChdhD2FIHblk3
7sONsPFwFCwLNah38IxcsnxA4gOZpYfWMfszvJnncBpRJl88DLDwbyBNG1diKBpi+G8A5UOik7jF
leFcXDLeYpEw1VRbb2E2aJclxNDUCfcDSDIXacY+Vy8x6Hg9H4O7ehoJu+qb+pFnh4MY2fKog1JU
h2JrIbm1EMZbU8nqxVWRCtMamOaEze9k7U4fwkWVlOHadKTiLsgNsrNQ8+5iS9Hu+LttAM+W8tya
JFDkVvf/GnJlmUCGQjF3qx9SPci++gWFqzasVJAdSdI6GgvrpMNQcnAqWd9aBEWuLfWQKyhY5Fcj
C76R4Sp/WOEWRQ1vw+9MubWonrs2jmous8LDZjaNs8h4Nj81tXMQs6YUwXgfD3zE0Ro1dzJYyH2M
xM1KU0vzRNn8G5QKPgUUCpLek2luZpsJR/sukxvqzfEQdqkf8hYu61/LqN38X7b7p6sK2/QKOXep
aw+kfDmlL+upaabMq2goNlqFAH5Ps0l4eOqgbBpV5h86+QqbWC+GFII+gHc39mI070uVTAoXyDaj
XOrQACufZJaTp6KNKRa1vkBl71wqMmxDlRa7TJWDu7Srqf41NPOeaBDKU44LuRI6pAtkMYwvvdE8
dhGfYKmvlkZHjpNT/vHGr/qOalV0BydR12WhUyozMauqmkEjelMjXMaJnbWZotbBmPwY1Xy48IsG
zXXvt98oVjkUlFW+epAbbakvb3dF4IbI2MjfDD5ju9S2oN/JrOylpwBp69jjsBbDqq/bNUJN6VYM
3bELV7KhhXsxdNSJ/Aqhi+PATyXqs9As2i3UW4UsS2f0n8E1p9CvFbKtPvdK+nNYTvFWMXQix4WK
rP05K4bJNdfXgye/tePowPxqyqgOxTpY3zqNQEd3nGBMBcUS/phVIrXyWYxEk/jJRGShvoWdlibr
3tqrJoF+wgYa5TCydutND+sUxhQdSSAKzcSErqb6bZavmk6J0uQdl4a6ztUO7tnf005haPlK7Hjb
lsraxZC60rpGKmbZxm12MKIEnUDkYlcj+PNvsgEJg+p8kcbOWI+KHxya0k4ftUj7hohnss09D5xO
42Vn0dhuX586+yIGQ1UUzWqe1CRPWRolEkt9U3Q7CA1f3LSgmNAp1YWjWtJdPQmGkA3wLmkM25Kh
aO/seZF6+qKzIZ8M6oa4AW5iFQy07X5sUbokfRF+blQ4Kk3D/lp3Hje6KIcnvqUuo+nqFs6IzPkK
TdBXJW/LR10bogOPSsoaiufua8Tjcaw5X3UidWRqcxksrKo86KP9JtZxDuD2TdnJfU/FI/mIRue+
Gxg3SjK5f9QVU/lCRSnanUBE9uLoKJqEo5Bv5dymptOkaIKCsk+5LhAITy0bpuF8tM65Y67EIdQO
J7m21Fsqbi1fqiiUL1nlfi4DT9mLkWjEZBi5i47auPNs11RVPzW5NhZIVcqV82KO2ng23WBYtDKi
giMkc2tH7e2tGCaS8Yyq8xI1VjQxJtoaXQl93jXVP4leNPpJtRBdz7OjajFPyXbNoaVUQIaz5J3j
zy6yfwu9Nh3YHMf+FE6NRxQmXZVa98nKzGYrJlDfcpE+CbJXU0+pOMxLv+J/3YEeEl1/ot0JJ1GL
6YZzujUTk89tfHNqSLkpaH1BiDVhpgUquoLPTeH46VtojMJLLREqRs91VHf1pN1TAZfnrh5quzpR
1We5dX/OQn0XHoYOZTieE+wFtXTet9GKtmWo6z9g2N9XYUOQD5IGjo/u3qys7CoC+bFajAvZS/2j
GHqK768LGWoyO7Keq35EHykav5iunW/iuif46Fjlp8meFerwhZJZaFn5CJPeWRYgpA6Z3AefdDuC
zNipnpoBFsgkaN+E2U46f5tr/cJIdiZntAPM3TA1Tz3978NB6rtJvpDpW/fm7gO3Qjoc8tzfaz7s
c/NWkBdIF/OenmPdW9RBbMvU6k6Sl3UI3iNlZXTKpUHLXEfMF5uYjeT/I+y8tttG1jZ9K3vt48Ea
5DBr9hyQFJMoKsuST7AsB+RYQCFc/Twoui27/55/+qAaFUmTIlD1fW8Yh5MqqrZ80sbI22UidcMb
1YY0CBgas25XagYgk4Tw9LJqU87Z3iD/U2P+itc3nKQ6H7bZLzIXX6A3r1Svk6RvldD7/dwZJqyG
ZUYSd2SCajeBpfdroGKBIenjAjD7wjE2y5C2lGxoajYhbUcSY6e1mbut0TND7do09E0UdT/qmlC+
ljf4BMJ7gVnR/jR759/KVT/87FAG8Je2RSHjbx1+6UF+/VhGjVYu8Rfj+D/X/6dlPtou9vG/ZpQO
yir8dnk3yfJuksUeWo3+eK9ObD5EdmmtDE00G2IM1R0OY+Wdt1yBL4DA5N6qFlXMMS5y7eB6vw0N
8m7iPLS/TPm1wthMBbexsL9SM9XStq/L80QsSzXZhYxxvHBswshJnG7n1ImClcFz9ab2hytDVdW8
os4r0pm6vdUjaOPQ/GR/SkCEfrwz9erwfT1u+LPcfXQEXS+vBUHHy9uw9cUETNtg5OzdF4Sd+oBA
qek0/n0uAvsG3MtR9elLUzV4CHVYE7ujpao6urofrlojCDZmyj58zQkuXAn6Fzdo7zKGL/XWRbzn
pFbhrtDf42bz0Q/2rzug6nLj+dneT3rn3DlVzvO1IAVqCB2IDsoG53S2nbO68qPWOkRd93gZp6ZE
Q/6tDMt5X/CfReCbGR4/iX0nrGTlLquqcR9LLbjQyaur4+UlDbQyElhZm2HJNg6yj6Dg1fVeVfE6
xwjYgYqkqn6B1EfbP2IY4F/jL+Fdir9VVYdqk0GabOspTlEeBPtnpUO+wt+mvcdjrr1PUnJedm3C
+Bqmlo+ZAp7J721qME/BbpMPqHWoqhqn5nYpew+bAPNl7t/WEyLudrWAi23gen5tV/JnEfTe9cCm
AQo8SkuQqf7qWCzLG4wQkON0UlG1W7TL0ZxAZrAxmmijVvjtUi2rRqueEAURfmhYI8065lGYb2KJ
WRd4wndpcIIyTZBtcHBLr4dC31zqsFD902XUFEQoWLjx+289jppULfNRPef4DU+QbXjOfsVuQ+16
hlXI/orCyWoNG2ayfgj6mMYxG+vklMBzRX3eOqZFvo2Ice5TD1rVXDfOkZytu4/s4UGzBljWqCKv
rFl2Ww5Q0+eMKAL80+nVjNBE4C+k27a5vLSXbjtf2ofC/K1djZ+Bk1zG23mv3eCqiCTLiHzS0DTn
dnHXzTOOx109Jcd58d4dPKwFDAz0tmIx27U4uOz5RcUb1RshzXoK3YwH1DK3KSf3TteSfb+MxfrA
P/pR+IKE6XwvXGmtRItqD1pw2Dg41hfL6LHHiGSCnLkNxdUU5ipPg+wskzp/xHHptkFN/A2YVbl1
I6EhsBbUbwFMZuJHNWQ/PNpJ+OOaWNxA0WxvkK7GQKjBBGjw20tT5MYIFJHJb2+MViOWVgDPVoPV
GNWhqqqoPXjsYYQjTxQvmi8fA9WVtkg6V8PXj+VVs1rko22Ik8+995aP1bxtLREZ22Z2IS1qHNc2
GJE2a+6jgm3U0uWkWXMae4u7eBGk+ZYAUrH6L7PAUqVHK7A2l0XUepdBdiY/GZrV7lMrTc4fhVuB
oh6m9UcL8kjJGR1LvBLmxHkiJBkdVNvHEHUlan9eh4ahbT46jMlnGlHTaOfIAt7h8mKXRnVZtSA7
UG/aWLn9+7uwPEJxfd1/8dtsOEbhJI+B7v0sVJuqqo6P6m9D0kbLV7/Vfy2jzaG9DrHVWqvej8n/
z7W85YW1ro73eDYfkPaYd8noxat2kdDqUPZHCsCvN7UWWNdlHCC9paS2MkSjbjLyO+vJSQj2hu2k
43LJHL3iS5lm81oNQX4gQVkJA6Yoqp39mHseu8dWexsG4wBzDjVuPR5Jfi3a5Ut7MzffrQyljiSN
zXPd2UcR99tBk8dUONV7XPiCp6SlPSep3WxGoQ13ru4kOw9tjWsf64l1n0811nYm4vdd96UQXvps
1Zp3V0EkLpF7ew7JxzxV0VF1qQLpByDNusA3kNHsK+6FsFd47n5t8Ap+yiyT56elrVXNwczoyRv5
kflZv5nYa288a+VqSfYYxb18zMYi3fhF2O3ywpWPelWlN9wBX1SnKsYo/OyzWzypGnIc3k7YcDdT
nbDQmsX8ZbHAi38uNou83xEIvpn6joTfXLGHWUR8JArZYE6WKsonV15n7pocNaAk0QYewn858Shj
HCMXCDs74Es/OhpRf8HmxUNimSiAVsRkmcbsTiGtQBneNl2R3SkQ1tInlprqi9L0Vui5vpo6dh2e
09WkCzN9BVa/fvAqu3pgLw1ZopzLnaqqDquCJ5ym3lk1CUe2J7Pzni7jl0mRttilRhx68kmm+Xqw
u/c0iPprNYRMhn/bze76Y4Khd2udm+RJGPYq89gEZ3UiHaSC8/AQFNpt2kYahyWAn2csy+S5GAT5
fz2HtBIi5bmzPDgLeBS1uzA0LD7EUKwbJyZFtjxMczND2zjF9mepqUJ1VsuIj2H/fdskceEbBeTe
TLuqXB91Qs7UPnIjV1Na+NfjGDe3eJQ0a1xai6///xEFa4x/rtEbDZ4kVhXtmyzvHsWkvYa8x1O1
1Nqyj/fzMBprTbPFo1WN3WOWv5p2nj2oFgePEZwMnWGr+pIp8M72iE5SJLr7PDWBNTf2mbMpztyF
lO8Dj+zY0dLXzgusrQis5FBlunvuuRm4gx9etzzmWui6XI5zoF35NQBIXN995DBnzJbmznyekF66
VE3pms+9DL3fqh+9avA/zS2J/e3RvC1mszupItBRPuChWyHl+FebutJ7FC8IBYdkQcoF4DkV2Orq
KEtuLo39giZNe29fuNZ8nGvUsZUoe48DEs8k70kas7afZA9UvzSTN72x1oh+xu8AJ4GDJf6z6aVY
JNZgcDKJsKuVnJ1BM88ZCjKQm/iZnIqovrp0umnnHdxI/xRDaSDVE75UgltE4M79TmJgs6mC2Xpq
Yltck/6QK1U1EQe/S0SGSU+r9WvL+mSYdf+o+loEFjKtic+qZtRTvfbPc8Kt/A4NHP96yrRsDQAA
e5HJnW5kM1tr7Jbid8/ytuyUnE+yq1EVMVHIcictfqkXQ7BlgJqZLcYk7Yiik5rJ1jp5nxtnW06e
82kYhnons6s4Qvp7BjHcfksafA6nztBeXDm8t06b3aqabr6IvtOfgdT19yTXbvK8wvm7D8lkmnm0
VlWzHIodUGD3CpzeawE//tC0bjmDstfmfQ3q2swJDelL4cQjmlO/rsYCpQwOA8NWdajCqHP3Ms5D
8OMa0bD1x/xckETB/qgXKECE8dYrcdEa/Z6TcTtl56DXTe6YufGAUvOwzmrh86HP0Up4rY0clzWu
az+qrt2+afzLZRHW1bXhO4SgvRpFRu1rb6HOTcCtwmpoBAY+8ZSqrAFbnL4bHs1w8Qwv7PRrHoZr
Qo/9jyKVdzZiVG/zxA/Gtpr6rguyei8HlxihUZhnK230TWyQsEez+4uaNPmHGhWi754zFKtYL9vn
UmK03nqhXLURDuDkByWKovzmxGS3+y5z+ydiEovXGNh21dtWcUSSx/6qOr0qCh75YFSXKrA7f8G/
O7hRNcsV/tryBxBny9JIF//jWqqz0Wb/z7USDE9sywhu7GWyWis1n6K8sDcq7CadPsfdKOl+xut+
q8tR89dFj+KQWPbWnYn2x4wezB6tCOcpN1Jv28gyu+qWvbZMW6RvNe7AcqnqozWfiVqT96WmGbX5
OGb3aqJazHPqAw4eA888+jEIamBrFcG1Wku3xn9+pei5jhIePVYUXorI7Bygo3GWbHsp+pXqCWTz
s1tVL2P0QhgHcB6Hj8lpzckiQj9oZUwWt9EWjNu16eJtBoyVXGDO/XVpChfZcz02pgRbJi4vo4sE
cK1mpMcZiTzdN94cPQZm3PXhdoiq6bM1oz31V3PfoLSrmnXvH5v/GK0WKZeY3h+jVXOcpt+CCm3j
UfflnpOTs8tQo3+yp+irdNvpKyIhDxoCRC+2mTqQqxwd5mbL8aef55UagczidpABbM4wrgG095+s
1BjXFhn4G3aTKK/qWlfdqHoPbnxYdKGC4Stba2y7KvtHGdVnfGX8t8FscTtqiGp7xFN3LTo7R0/0
2knKwLyaq0E8IWw+oCsnxq9Vay03HvsHgaEdqsOrvgzmJwmwBX0SHYzX8qk5LXCPf2jHQ+2ms2v9
KfLRgh0c5+f4BKOoj/Ef7ct4uYwPPcar9dUH+uf4j9eNWOdv49X7+XP8P6yv3n+7vH9vqq5GEihP
VuB8j61++NqjAj1nOf4w/gomXYLgv1PuCRmYX/FP/zamtndE5Fay4XScPepB6Tb0w+kzem1IsbXa
J89E87hZ2jEvnj6jyLO2f7WXEO0u7cv42bflnuhJtyowXLkWdta2q7zQ3OtmsDwMPKS5UT2qUB0f
VXXVCospf+uu0v7Yx+O4/2ifjMEhUhbrj9g6o8tUZOZbLcWzT1b1B3q7heahN9bPw37Eo2Y9IsOy
zeugRdqPAj+t9qSq6koV2kC6PLI7gRIKjyQNilY9dzeqyOqgu0mWQlVDZ3TWSLx0m4+21u6JY6t6
pM3p1rKjeaXmqSmqY6pRlYXT2SLv7+lvcrawemuj58p3kpMcPOPSPqVInIy5i52mjiMJZwP7LAfk
X7K8ODZej4t6DpprF5QYd6Pdrp0I9MKb86Aiz9aif1fOj2PC8SaoOG550yPuIPOjj3cBlFKJ+eLS
Bu1mwtiVDUfiQvNzzTvIbdNjNwZI4ALLQPk4aJt1NPowCnLzrHrdZOFZgRK7Mqx4fuwR4lpOw2wm
u7WlW8FrGk+fDHQJf+TZnYeSYbRyXfAR88ITRFb/qs/Zt5gVsAOp959NGG7DDue5+IwE1HLEtAas
fFHiGve6F4MMMBB205v6qGojoZFbddXcCtmMl2uNZ+zGMXM+sxEgEBx+WENFBPW8gZl405b1WO1a
ObFlRlBvTXJyvHGgbZVoQaH0Y8n3UFTrsZ5s9G5r7SrSi+SYGcP8IJwUyVmE5faj7gRXfheLrT/i
GGto0fjSZYvgY1fGBzPtx5fJT40VB8ASHwZ65ybjiYIBnl0kIy4lDU+MXwUmkD+rnI/SoxY06NGj
BXSGBiWfhdev2YuQNUkNbhtZhCfOUoVnj+idLDfpaPFPsrxFXbMCS0wI/sqthflaa4uHuMiCWxJu
7bUNugRvKE3Cl4zjLYt3q6aDHVH6vnmvCjb3t5ZuIGUYoV12aUd2wNbqOwFy+77KIaYk5ozs9l9T
7KQZiBvGrx9NMyKde90ioP2xDHlSjG14Ml6mCoQp1/nclxsjxAi5BYxzk82m9Qkp/ibSu0+VY0Zn
HzHPlWrWMxMHDdt9NVC1JN/vb7FgBzeVEVDcaOYCV9bLQ5u1gbbp05YzUlXa21kaxa2fReWlKLA6
wRgaCWwXKMq5Alm50y182BzRT7dFJF3YN4b3GYnmbW1H1fdq6F6r1hhfbE8frjQzFScc3oZT1VXN
ZjD77kk2RbghRZ7shZHML8QXgNFELeSLwZheYr//rIE1gSZITY8c9jfF8GiXnf2kg53i651fSpx5
7uI5eFCDmuVPBs6DsfISlJbNst9p+phtGxv9Prgv47Mlg5PGc/eL66ODaY2Ac5IE10komejSjUP3
pZmg0FVe7t+PKItdDwY4gAmk9peG4JsVePUnlPfzfeRFyU50Tve2pIzUAFx60cCdSnlspWk+mknz
0hN33UXEAvbtIvzaBYbxtCCOtlnrJUdsfCFBIma1xuzLfB+1H42pTd8AlHL3gy/+EAdesrfqxNr7
ItTvuwhtb4TH5m/ghxDQ0r62kZ+DuxHmXeRhWy2kh+UsUIeyEul1sChIqyKcZv0E9qfYTgu04qPt
cuUjMu13/EFdepxlYGzwEXuWTaP3ax0+GxcjVOzVmrocj9HsEVr8+6Wqq8K07fGoQyP5r4P0TtNJ
O0fDeHTShlUAMMZghJBK0AGZWYkhz1GbOPd1O8q7NPiS2ha26nkRl6doCh9Unxd0zn1cS33flmBS
BygF6TpzYvtKVq5BDmupR6jMrrk1V8i+MTyw0Xis/V3RoPI31aaxn1tS0pDZPfbBBhkfMYP/xsBS
9ndCJMD+9eGsagje9ne16xNhLjPzSrWpYtFTwKvAOGNkwlKqrQvN18LQuuNlhPNqFtGRCMWMlqiE
u1WBtcA7ZsE/NqZ3T/Y+vc31AJOZ2L8vrMa7LwunO+KpnaxUNfJG8xY3RUJ40p+/CGM4jiZIFy3I
5n2n2faWTYf+BgAR+VPtIEbtnsiTvB+9Jjv6jhmsojD6YdfZsuVbPKydR7dhb9KRN1uNKCg/m1ma
b0TYCF4/xwgAlOCNJ9iweB6Udb1o/es+1gUZ20rehotdARKx02PfgxKcbK14jSJsmz0PoTrXRV0A
nvd9HYrsHRe/aCULG2OPAUm1zBcmZhAp0AxPFk/IxeKF1afefU/g72oagR9CGze2XSNgYwA82Lul
aV1LNr2HSPIx+vpyj9Ddbm/PQ3YD/ZtbkTtmt1gt8ljkFHA/LWYmTVTPj9ib6YRHMGQbPd9Be2U0
XvFPyGAc8qP2ELLtYq/5ZuvToS4XEf7QgTHcz1gcFPG0cqXhPc8u9rhJ33KojloY0ma2CUTUvoJA
whnCqhAftrz2tc5XnIWi10l3qxNSIvlajco9ON9W7mM7skxC8mXj5yWyqKaQZ0eELb9pt8UKtdFe
/DiAFBkQnahM+ehE2lqfTrFzlnmd4FkzlkcTC6WvVl1+c3QnfdMN4ItJ6uMra7jkXfN8BijrInVR
RO1Z2fWYiPZ7rt/U1kofhLz1FxqZYtIqxi1YTIkcvnzwFzquahqyCHWWXJrHwM/rxxnu4hGTablq
2kzuRzBxW+yR9NusSxL0K4yzqoGUBZiyFCgXdrsMfWKekJGdXjXWYK60unAfkGMxV9Pohp9l39zi
AuFHKx617iJoy6veJGUGc6Qpk21pVTwpByvTAEfleLqaqQcxo/NuCFNZ8yaCcMU+sT9dqo0MzW3n
IMjkk5bma0jTrZ8Zun7UM4HPFjKjq9wMmxtVFEvypuWTHy+NWblHvcY+qU69sFEfIUZ21TiYeeQ+
qJDOjtJzbhVbV0P6fgIHxs+4su9SGVh3cSWbMwRDVF3/ahLLVYfCZDhO3vVH+5hp9toVst4aSRah
E41h5/6yHHdEsDuTc1lKLYzlaH8S7fDDEDPa+mNcfS/OYvC771rm9Cvbb6ZHv50D/qX2cORkG2yG
rnpnB+DiokEKWeplTCYMip2qfnRcqiSvskCUN39rH+1e36Toam/UsI+iqghh2OWdarH9ovY342T0
a9MOyqsxPOpmJB9UEft8tKEp9YOqolRuoPiLEs8o5IPGX+EDMpflLvJ93OWXWaoNNU3Y60YaHNW4
oYP4ks3h9jJhGVaZcbkVczht1KyhteVD2+ovWJJWJ9U0+njNSpGe1SSwexVuI/G+JkNxNgYCcZOB
c6XVDgRjkeXn7mm+aVERbW3Xio6ElY0HY0beVY0YPfFOdEt/FLrfHlpHDNuwwytYr9KDqGrHwuTF
DM9NB9+/D5wTqiRIuOIlsHHsRaQKa8INMrDtgbil/+rycElqz36JEyM9DWDQ1nXo+q9WLLgV6m3K
KbtyXpwQ+5PCj9ddBWLeMPzsIArLOIFPS3Zpmg63VdfVV6iN6g9E6921LUT60jSJgb5MgS69O33W
MIT4KmR6qDPL4tnmT7sknEN4JRR9zM05KCeT0w3ReDdEWD+f3kIn99fdHMzXTSa95yR3r+J6ph39
lZ0xo5vqlNb4VppEpSWyriGRCFzILVIgy/SpAhYW12N929dzex/Gwxc1vfZNd1M4yLKbZK+zpLgh
2GwdggCoeV+P8mx5XnkV47b75DSGA4W1TL4IF/dodeRph0MiB/cHIgfPjptVb0lVNWtdGOZDOU7R
Vq04cPS4rOih23rWigHzqdGtnppxdID2G8kXJ5Y3ZmZyiGLFElTFN4OM1/R18Z6xzNh/cxOL72Nw
rZNVxPZjPADDGHLvbbCAsmioDxxsVKQf9SjnFIlAwVzrJYZe5QVFF5V2f82do18rFB2o1n49le+h
3yQYUIX+ujVacx8FVAeZI5Y0DLgmE68BQ93Zu0TDIlz1jhkntBhI9lr1Wg2kdg9qId5+zrUWmP4G
zeLoPY+vePgb701vdJh2FfrJSUR+O2l2uVDVxqcFYVZX5qEV7vTMWb8+RmYaXylg2Z/tydKugGh/
ttfsF/6pXY3XxrolI1k4ez1Po20RGDEW9Fb6HEtL2/UZ+gdemGbPg6nVR9fE/FL1Vkauce6YeCIt
vUFg4qY+5jezsSRxOvGu4B62JvPjMCBT8IH+UG3kO0nH/0J/aKOdH1WbAoioDuGQFxCAQz0LoeMA
h7Ybf7ZII2up+db43NmF6WJ5Ur91OF6/tIuAPkFAFM6Wofl3J9v2FahGFSmwp94+qytzuULQ/3bU
5vyomj7aq9LtdsOvWaqDhPjPqWHn/DbLjOdv7SzsvWkY6W1fZN6mgu6zcWpU1lWbKiKoDXuzDnC1
gsRzK1rZs8GF+wfPy17LOZP8C39NwR1sFzS9f30Zp9YKQ0iT3UJc+a1R00N3483gHXpHJNpG2lW7
bxG6XeWBiDHcXF4h4xXU2mqdy+zlFexaepsiNIg7WX1w784GTDtjbL8F1ve6Ssd3py6tNR9DcUtq
2TnGGIRtTex2b2Mjc/BIE96VVgScLA1Zvri6hJ3TmP1+XKql0yK9nPntUfUi5iCBMsXDadKT8sXp
i89BOrhnON3li51ylOdXdexi/mz0nFcVs16/geFD3ii203OqBcUjzKFb1e74VQVCA9LwjKPSmzfU
mylwyxds3+3rekh+Tg8LJMYSVNTPlpv/4/QIUMubO1eX6Yiw29eRF5hrr7BAY1hJuM4Coj2ZNXEW
8Pv0k+hfA0SNnrtWaHdRTiK98NNPvRX7R0I8HZ42dfZp5NS61T0BWorvZBVortiZU4jDnNXG57HD
nX1EH3ovJiyStGiSmy6unZc5cX/UOe4UTX4PNZkt9kLCgK+xSt3q7Fv2eFJOu8qPd2ni7x07Ducv
i95fTW2DZ+FQpCEQ1rY/tHnzkKJOre/gBHS/VfGO6Q9YRT00vV6d46yFYRgGxcaybRQQl6Io+s85
cimHSTYYB05dWtwaKI6vU8/rt6qqxulLRzGZJBFbq7ws0I7tJrByUHjSmp7GkChCaolXHAgbMuST
swGNtAQUENxGkzu/GXmovThdvsqcrHu1LVc/hqOvrdWsKDL7deFgE6169dcJeb9XAi3JqchxUoPj
3bF7T4vNJML6KBLd3RDWjLcy5wmOxoB04TFyAvPsy2WFULcAkHsCP0SURJL9z2JRHKxFJmfD3ttf
dUPL8x2NsjXRx/TZ7zKQWXilfi8ESL3Q/ZYCQyBs7M2PVokN7Tja0bXtwGdDKiK50jw4905b4Vc0
E24mm44+ovM+cBcmNRghbYltwm4Ma+8Ad9s9iyRoNsGUm6+t6dyqF7KTeJ/BhcQajgdprc9ADaow
vVVXrmi+aVrskQj8o71puwADe9zFC0Kf+1HjwCl1R56kK4aTuurL9OeVNzjatZ4AFWfAR/PfhuKO
Plx6e7noqrg1gcmMtFnWx8U+wMrqkjYb+IJuGjN9VZ31AhepktWU+/mTSn55mv2FrVJ5o7rwDyg3
Jv4WO9XJFiS/rNUkgXYsRtLJcWZGd5jYORuMmoA2JbDZVVu4XBF3v9J0k3QxLoWX9iY0xV6SvV2p
ER8T8gRpqcAbG1Cafy2SFLwVP0HkZ3kZ1a5mZdK3N0GGHbnq+G11XtC+TVK9vuco0T+L0r9JJgkS
ZKn5RvGs6UlwVjVPVN/CYtHkmAr57OHojtdkPZ+cpVqDZ141tj8AnWCmjmjN2owCeezFLJ8zGU/r
Ap+8g5pLxBtrydSe92ruqHPDnobY3l3eg4HCSChxTVBzfZJc297S863qHbLQAfq4+Os1WHC2hYuF
ohzql9BN97Nuep9dW3M3OeAHyENx/QR/8O7SjirHJuM8f9LHsnvwbfOLalfrJJNAnTPo5ju3hHst
u9n/PPa2wd22a2/jJAvOrum4hCEMNAS7YtyIEVvJxo+HO1iYw5220PNbHpOzHgA5+9XumE68IXHp
sENjhOqIHAOzihIFlqUpqnUtQNh1ui0xK7lWbYWdpSvumM6mOXQp4G+DXfxVE5jTISOx+TRU833X
DvgEdcQCJ0/IJ9eDjIhDwGlYapemGDWTFs1ZVUvhq+Flng/XqjqFaXkV5fG0DTMwiH7fu9tSMXf0
OOxX9XKJefzWbmW8bGFo6xd2jwGut950aQwIZ8HhGnO2K4L5WNae9tZxS3UKduQcrfeIjPLXBSLy
rSuCPSZq1TMPCXGNQuzisEs7GkFfJ1xvdOPRGcoq3kx3cdMY1wnb7GsLnozfEyE3uWmvnGFsH0qt
DPbxlI67Mc2np8IcvxL6d7+mLvcR9BI+VbWdb32QF0eC6ckdErjIybiZ+9UvH1x97N87E4tfL3Tz
c2AAChAC1KvmFfY12ghiFbLv4TZHVRVhNtjXS2AGuP/S+NtloFqtvim25IfRfFz6O8fI1sFy1GR7
v8aQIDwRv7b9zeDpySbRNG/TF513xsG758yT8muJ62YvLcsDX0NH5AgAo9IZISlys96rRjJa/qXb
iWPIJoErVyNKXZveQO9Et9z5Ae9cZ7cYS2HhNXUFd+PxO+YuLTYN6fwQBRw4EVk5q5qaQPZQ34zL
UVXX6r5gY9uvm1y0d2pIyDPsMFeGu7JQA35wliIyEd+Iyiw4qKolo/wc63sYz3dQ7gnrty8O6gvR
CuL8g85bfoujLMMuKakedbgrV3qBxUCNKsvBC+f4wGkpOudBgh8SsZfHOGq0FT/87rNs8p8rmuRA
/lpRoJu1C+ZSv8Iq1NzbRoamRduGrwgxf29dq72LYRJg9xi8qObJ0gmvFHOw85dRtWftHDMxnjht
z5i+mw7fNe0SfdzNCJb7iDOVeC2Ljfp/kp+G0bU48kKn86oaLnY+/l7F3VJbkYRy18U0Y7Q02O0p
1SCcbqflUi5WQKoQRuPhHcKYGgGUbqUaP8ZYKPfunLrQ10lJ2FE5AxvmtC87ElUpv8mVA0bzefJy
kzzQDA84qqKroe38l85d/oKqTxiLBedoSH5caoA294Ld3ia2++rT1BQdt9awPEShlmz8MJRbrQF3
bQY4dRWSJ1U4yB1/stVriehJvwRubSgwm6zOsP9EiPbeibxshbXZ/KUHScoTrMjvzSzLSZ9GsBV/
STWqKyW4eFFlvPRw0GaXG24/xsl0KNaJW1jrEm++oS+Hu2kp8sYnjh7V3/sCDRBVU+1WlMAibSb2
ougvX4YFedvc1s6rGvXR3E1scByzKvYfHU1NACv1ADCq1dTrCV0a4F2tMvtSD9GVza3hnIsRn6t+
Sh5KsDxr0wWFOrUAGIa4aj4bRveC6WXyvbTIhpo9d93A2JW9UXMEtKOj6QtMpTTnuzXF1mvQTDER
nGJ8Mods3JR1Y99JJGC2pkjFTW/CKDEHeyF0DnLzgZeX8div/TqAokfCjAzLEIsb1S3gg+IMM3wX
HBB3DeFgpHiqDJu46n7uXXx0DGBcpVYTe89MzN8wmuTbTrpjDx7vFWaeGp4SZzlkUsTrVgzVnrsU
sositTfxcsNVRdeldXypZ05btitLwCT/97/+5//531/H/xV9r+4IpURV+a+yL+6qpOzEf/7t+v/+
V31pPnz7z79tz2C3SX44sPTA9BzD1un/+uUhAXT4n38b/8NnZzyEONq+5wa7m7Hk/qQKx0da0dTE
Iara8UZzLHvYGJUx3hhVehZB2R0+xqp2vTaf+UMldu+HfC9Oo0M8G70nPFHyPQnkfKOqveGY1y3m
O3zk9IJMCG+tMD2p2iBC7wnaO3ijS6/FzhLJy1vVUZkj1KqmQtfMR6jLlvlV31n1a+Qn/sGf826j
qmgNluvWL9LTaNf1a78BUV28ZhbJoHw28rUapGdSbgJCoQe7TJ5LvzzP3djeGXZY74OokivDqqCP
q8ay8aGrxeFJ1QiptnetoU1XpQiyjd8U7V3lyS///feiPve/fy8+Mp++bxum73nmn9/LVKOGQmi2
e+9QzgFTV93XUyvvB616VqbwVgmmqJwdd6ss5lOpv6hRnCZyDtOcCCKj/F4vnBlVONLo8fTJvgPN
a+/5ymlPs/74a5SzREp+NemRa6PKq/frOkrHlxzdijkkXaBqYIMhoyQvcZf3D+XsQ+ZlTPR/OTuv
3biRbQ0/EQGmYrjtnFvRknxD2GObOWc+/flY7RnZmg0PcHxBVGRb3QxVa/1B8epLJEyiInd//jIs
+18Xqa05uu4ajqZrjqHOF/EvF6kO6HHq2Cp+naq62Whmm25M1oZ7wpjJc9TnV8eM1C+Zk5JgaUVI
PDuIroGbKAvZUTjmM9q63iN04+jQpe64jocSm72qecR8FMvKKQkeuiZK9rdqMKcOZP5AJSC7bZUI
45kgaeFg/tMjcwwjeu5xj1XZe8ZBlnTFsM/vc+Ws95P+Mpj58nPliPd2bwDOinQg1ztQjmORjf7R
hmme3+qBgY0l39ZW9lrzkPdxCOQFtxmunPHenURpZi0xnff/4ymi6/Nj4vfL1TVszRC6PW+eHcP6
/ReqVa1Gzxxyd6eE5aZPVRf3IPR/HBdCJWEG9qVYo10ir+pOReNC0u/y5tWu9fBoJF12H4oou9cS
3D+T3jX3su126GB++EGBIek8TrYhbpsSu+jaray2o5Xd94XuEERNms0oP9zzCpK6edmtoYR4yGBA
U45NI2sWQ6Wgy2zEFEsQ9YRInXoZ21pxcpMCHswvxQbB4V00eXeeWoN2jzK+8T4RO+5N6zQNZbwd
eiO85lGir4GN9vcRd8QKI8b4ye8IUbFL9z4pRQ/FbJiUtyQIvioq4HNFd07oTU9PcLEeKlNrdhPA
KMKcbXynE+u8kyW4Mt84AcqM/zTlDSKHUZN+Mt1pcG4TitKHmZmCC32f33TQCj3CcKHC3ZjPgm+T
lZfxF8IqEJNtRJZ8tbSXpujx+dUFtN+5FNsTUu2yWE+he2uUVYDm5qH5IWJyv/4SrHY8hwOTtdsE
QJjlwY93pjMqe5KbMQrWSm0sNSfAAgAS/QkJfO+UKE13JN4MAZ6abLf8ijX0L0VAzWvU2KfD+5jc
ZdG2knVLt75Gpl9vvbzZh2oRPAdqW6wEsfdTPpnOxSU/vDTmYHebzoaSiXjlFZNvyB6aewy5yY96
LfnKyhpvMH2JzB88H4s+ByrnDOQfO5c4aw3cSHYCvo2ufQXfX3hTsTSrdFyMaoT91TzYaFzSrFn4
GYx3c5rcXr2Alvx5yDIMaNjr2lv2qZO+qLtUvUQasDxk2zdynKV9V8cmuNpN7JzHDGv2wbOCz24P
6yMeBduNrhZ39oCOm5sb4eeqyyEeeU4CPsZUHkkzXczO856JyXQLNzqQIxovilep/rrDO5K0JjAy
tyyuhgJvAElarLPTqTzKtgwsJ1qXWnElUvHcF2hHVOxA/TVbPAI7YDt3IyLF/roQLNqUDFyEnCen
yJIbRBBpEv6a93NNDoLwCTfLOgkSvtgIbNnanLxgZbNcXmuNzpsb1fgLLIf8KLzKuta2bl3HCDTd
n98cpvHxuWQYuqqZrqYapgaD2/z9uTRUXtr4vS2+DJ63NmYfBW0+EHlr2fZTEojbeWDT/m4snSFY
VaTHf2mTo1vQYcc4V0zURubZsi5LwYCsvDqlJJ8mA2nBpt0Q/U7YQlrxpQp47MlDN2QRfhmyjKyC
qiLEwyhZ9ysXVpHfHeUc2X4bAoToGT0rH0WdWlMXucjgsxkYXf/5e5LLid+e34ZlG64jLMfVdNOR
y8Rf3rCijHA3Vqzii2JG2dImKrTNywJvUYBMb51AwQ5du0+547RH4snoF8ztToRSolqI6ZpMinfn
C/NbX1gjPrXsX1hO1AehD+pLVBYL2R54RrgjGlpsZFXLsAgFwfFE1M44mcFQ3U5bagUL8kZNL5MI
0k2iaz3GC0m40R3f4dkb2y898kbxDIr90J76S7No88/+GDvrHmOgfYLu4kuo5jeAcYRW6a0dN/P2
JSGeLIG+H8ZntEvAsBsqEToOx7By8sc5L7kqstDcyKoyNvkVVuouJt5VILysw/AOunwftXnxiEE2
GZam/j6Oirb+86/l/Gs9xLvWJhEm+L2EThrj96u6KmvDIYsZfOmCFidoLX+ZrNq7j9LSvvR51S8a
0fZvQxuAH/BdC7ayoz2jkbPBErt/E92QbJ1WD7fCTJt1HYB0McCXHLX54JBZO8qqLMm2QOjkamz7
EOlxdsd6B0kXldumxAv5DrFA7GIHHi59qRYnTxv7U4FZxnMzimtQRdMVUaL82dXFd/IdzVnWgjlI
2RRBfZTVtA37ZeXa/b6aZ5Y+WzV/Muyt7A3Bja+NtKo3vqunh2CGnIGBbE/dzCeyZu34dtnUfX0C
tQfUUrbIvvdRZa8jI+6wW8hqlKbaqP/GQ9+a83upbpEfI7b5wHus2MVRTTAlUQlhxCpDjbibh9aN
v7M9yJm1O9pnGym3aSHM3D7nlXmpcjHuy7lD9sp2rbHs//jh5Q/7622qE6MUmmobqslmTfu4EO6R
ou561zc+j7pfrXKrAFErlP52iLngUSNxP+VVZG3YUkRnq3Ss+3RCeNdGYFHWyIMnV9GZwEHZAs+m
Ut0698xwkdXgasYeKTN5QCsquzg2z36/MRUWo3iOO6hOEWoZLh1L4v2fL+p/Pap1YahczoYKE9Yw
DO3DEjI2RekYWqR9tjXvpYbUfG54yvxyGHrU+eA7aizkJnuRIi59BjXSr8zMc+/KVM83Mdt7jJTQ
IBVZ7h1KJ7QOKhCaXZdM09nrhmpTYM18B/2sX/TG2ByLUCMWbxb1DtA1KKFkWjte6u1N8HsHWSrU
qLuVsn9K/6v3ve19HIm1+D9eaf+6+XXhWrqjmY4h3Hnz/uGVxgJuYs8+Vp+jNP2eZVfC8955iCLr
Es5YHonPEXoar1A8Eqv3NlmKW0c/aRhs3SaUaNQsZDGaZhCxUY4beQI5WHagZDNHP7zjSNJ6/An1
7lAYKIMxQGvF6c83+LcsqkM9SzWNybonBgruAMKoDqAHbpheX22pYzK32WGrnW9DQH3dqsY8xEdz
ZYHW7IgMbJ3dVXX6pDvCPEizIZyIsztfFc1OIKILAYuqPMixeRrfxqbg/Z2FKIN25yvDpo/0Grqv
02qLdijPIOWdz4GaYE/vAMYjQmKziRWvZuO7n63ebpYwF1AX0XrnrkoQY9XnDsSGCAfnQXYFWeNf
i8lDdHPuyEbWeI03YgYugvzcDuocHqIjmooXE0Dkn28TW94Hvz0DLNY0LsBW23YAIRofIwNIViYa
WrafrQHkeFmHBL9wF1hHSm9/Kk2vX4m6tnbBXFV6MNyq0WRn2curG/deosJjIcRTxhJTNo8W2Cle
bl9RA7U/tRr4Dyc31aXsdHVsWDxuFQ5zr5PfB33/hDtReRGlsM/CD/Vli7LyV2DuMKqM8XWqC1B/
uKbss9AvniqlepEDOiWrF1Y7NvfIPcbHwJ+SdeINypcmXMgBuZ65q8INxqNXZC4+8R6v/vnU+Ok9
sQ+wnljFGLvBUHAjk8RLJ7UI+/k9vy8yR1tVi+r7cT5A//nZVmVmdS8PSKX82iYHv89Voq6+jXtv
0yOUklhT/Hauj+cvbVBBbCd1suePtq1eAjghb4mBvVBcDtk+rxX7tY/Qja/tt66BQ5d0aoVak2e9
2SV24FAWWcB34EowGEHkjHbolVAT6sy667IBzesEaqjrlvuuIPGHUEjCbWL42EVD94+gz1Vjf2Th
0Qef3Lx5dHSwL3pef3IhCJwns3EegbMZ695F3C3Ejfhx9KsOmzt8jyKkK5YsXECYD+1Vjh0mHLyS
SvFgrTLW10iGVfmULGTv7ZA3S9ONpvuEjeNJDJqx1f8RSpF6Jx/kT95FVjDSnrZYMd+9N8kJH+Z/
qH44XQujb1UK3VrIuVJm5f18KZZjB7XA0ii3m3XX58adKLSGBAcfa8ylYW6TvWrh6rfSn8flaIZv
XJUcmzdj3C0Jd5dFP/eejdYybx3EprWTKxHysteZR8tSMfiAUxgXkyOaDEgQE2sxUNRqdC8Pudcg
ZuCF6XJG09zaGmFOezub4cLzuHY+qE0LvyXWr+9TI7tVLvrULvto1NeoGz2bjjve2+pUL7W+q7ey
Kg9DprWLvnPSfdcU071s01LgwQqkJ1mT7cXo7nOnGM/vTa2I0M9vo7vMEM2dyL57GqniOsHRiFDr
+Iqt13fyjf6dq2jmw6AFl2a0h1dRWgZoGtSbcEj5dVQf86SBWnkZ0wJcPozBZTQaablM/IuHtNmD
qyrDY+1HRBtIGW79bhoe9XI0TjP/0HG7rCQ+iQcUOBeQgoztcsWBjMLLSYsfdd4R6PKP92yXi0d1
SNu1pfX6WlZHNw7vs7FcytptxFhqS9PXlS2MZUKMPrEEhL3samN4pnEM9Y7VX5/tsIm0d8K0+nov
O+Qh6YF9blxhzFpWfbWQo2VPY6vnICnKB81FPLtsRH+ObUe7eC2AJECk5dcEAbIUWceXPE2zbYae
4k6oefGM9de9HPA51H37ENi1EqJGB6/Dbczz4DgDsadxuEKBTS+QARa3ERormaMSm6f3EXKYX2S4
qFkNyGRTdVgsVw5RhABr8kEM83eWVEfNR0Q+SKkmVuPts6w31qg1lChrEtCxBy/9aiCgU8bW8A2j
IoDFWGo+dJOPPE7aWDsvUkeevY59G5Jwz7mW/ZdFUlmyK+6yLB33vI9TFCteWphemPQNCADW+c+D
O1ff24rU5GeciZYbEG7uIiCX+4pV31IqB6SVje6eChAzKnP7Gqi8lqViwDQmD3Za6qei51ueih7F
Z1QbP0/OTFnSlOGSqoT0TMxEdJNNKsjvZdFo5Wd4Q6CPAjeHS9O2b1BzrSQrP0+A/LdePRVbWU30
QzF4wMOGsdxNo1lv5GQkIZc5PLeXXlGQd/LicS3bgzrcNZEmnotJ7Q5Jb4qVPI1W2Rc1IVzoZT3S
AS26k4mwTNiC3vBmYmO8KG1pUDSN9xi5f5btmg92G3y3NDYYXuPhGMzD9UZRdy6GfWs5qlDF1awt
Ur4goM+GVSgodvbD2ygaJADKRYzf2rKPHfFsqa29GJp6em38OsbtKRy/iMiHt17p34wo25Em8QFh
Kj9yuJERAZ1ryY49WJDm3vR5Wn2P/fReGTrjfvLDDMa0GO4yYPNLCBPeJo71WdtXab3dqDc5a70h
qNdelCwq9BOvrlAyb2FoMAQrvtJNnPmo5EdveqC67LDKSjl7vaacBxsdsFgvj7LpvV2W1N7r+aNY
cH7oMANDWU982LYaLBy6pvjqJCGyPabiPY+ZkYBodpU7Ny/8e3Y4zsKAwkEmljbL77OL0IN7UpSn
SDX6ozFo5lVtfHHFLySeZdnWskkeUoA22LQM7YFUJBHsliWDq2rBcx8DuAX6EoMiacNnlDrsa9yV
PK/otLx4ePSN73kZhs+FqlcrZ0zxPHKH5jzMh0KPkHfIqp3qZc1ZdWwOc0l2ymGlaRRLAYlvLds+
jCuTAdtL6wnSjnaqdHU69m5aYqBTR0/TQBrcB3zxPcQ3ozG9750IwoWH9BT5Vn9a+yDGbpMg8JWb
KNEWAqj00dYRjtVgpHUIVhrdTjGbu1sVVXnzNNaowyzstQnf7rnJMDCoCm6TSKTVcwlRcI0xWLB1
fKt8zgzkLHmq27jFUNVLEyNRJ0f0cq6Gtm3vArSkl7LqtF15YIEZ3aooKrpHeIngj+bB6WSpZ73w
vyX6kxdP6heg4H9FQDTfhrr0Fn4l7Kek0utV7ljBPey/fBP1g3oelHIgyD+qh2TkR0qsAokV/HyW
lqq3dzBs453Kv72ljc0FUp5Y+dWoscnuvmla0P/g1lCqJPkRsbJbxFgjfCrDMVhXBRDhH06mp6vY
SrgD1MhyT32p77BZ5AYoTOtTVmbGofDG8W6ulU3BN+UH2TMo4GShaMaEiKmaPtu+CSTaV6qD7HW1
DM1FdO2BxNOrd0OPyp07bWSVrHG07QnoracxS5/RozIXaavEJzevg6uuaz94GHYvYZDmuwKezdpC
mPLFz12NsF+hospCr9sFJz1o8ocm4wkifIRt5ma7NKsjbGb5QO1eGvRu18VQq1vZy8WCyn1SJeCz
OGXfrypgSp9MZPSudm/+8rmQAtO1nGO0w0bHntFSu/oBx7EcaHKJZVdshRcfqcWVU6X1C3LpLzCT
uD6jfknG2/3qTB5ArXmSgHuyHQKBVfg8KXBAahnYGr9MQXKbZDn90qkK56vfpwhU2FH94M+flOrB
r58ECK5+ySr/xVJ85Xtadr98Eqze3aRYC56lApTonIyXKXp5qNJm8x+bvDnWkctk/S0rTxpNN1WL
wBkApH/HedrMKwJFhU9hR4GB8GcbH/Uq0z+levQ2+VF9RfhP/xQYMQjWunoaSpY+/eit5CC42Nga
A7W+TQma8RCZoIpkdQZMblGhM/jhOIUzKP0KbRJjJ8+IRCQoiyImSTf3jmF0jbGgudPYlR+I/oSX
PPeyXZDgs8BqDeEPMYUn303yRRCxpczDAXZpOuCMlVhPcoQ/vKD51j3K/gDbET67uchaqPEqSkc1
OYxu8MmpXQvBFIPduGptvcpQZiChc4JbCj1ortZKFu3iOIrAG1F1k3JAXtO1d7JqNhbM0KLRj4Ez
PvIg/qQ7VvZgx132ELPlAIlJJqMruBeWfsTNG2bpUfaCGGnPf/4FNeNj5mHOhLquKojVWLCExIdw
VmTzNClrp2eHN4xbAoSTQfZ24sHopYhjNZhpR+dWqObRqjIuKv5WiHYeiWZrFHde9lVXneihqPL4
ocTEeu/EoiGNGEEsd9ESVREm3tZqqKzHvOhe1Y4Xc5sazdWvHdRWimmfKHr3OnX9tJsEMM4AcbjX
0kB5YyIEdrFMHHLAh9+mQw9p9k7NrdPPZytaGLKuY5XnHnuSTyPwbDm9Lqb8UJBFx4CLYeUMp8jM
tDqloE9fnJ+f6bp1fHTczFzKUb5A0E/j6XiU50ATiaTmuFKcaFgORALvdBTm7grMF3web5f3JleA
iTEGRNtkmzx4WPFsTNR1b1ORc9ZOZmm9qJjonnz8FXe5kaL3Npfe2/5X6c/j7Mj9eT73n9KHs8Sh
K7ZAp8m1qvd1p3jbKAjDJRu0ad6lTfdaGiQb0Xb56r3N19pp1bWasZbTZEdn6uXSTO1u+95mCwfB
tFEvN6KfvoEDRx6z1gR3nq/uhUEYaxI9StV16Dyg/54vrSxo3/ROPIEfCwDhKGsaIDCpTnkxyq7+
/Ofr+18Jf8Ngj0BazYKFTthW9v+SMMosNjmh3gRvCNWE8cGyd7WRPUHwar5bTrsVY619Vn1HLAPd
Nq4lmvr7KpisLWT//JSjfr/IAQ4uQFhxkc8HBVn/lRWDBJVVvW4uf/4vGx+zJobtCtsguGkZjumY
4kPgzNJUPwzISn2exmEVuVMNRISDmRR4Ptt2s2ObHC961fvZpg42Ft/42S301Oze7Kw+Qu0Dbq5B
sSKNAHkqTfs3H7z+IhWpeu7RDHtUxvRqpWr/VlT8QDqWMrs0WEGbLvxMP49NRWhzMPHXzhNe8pbr
aNgm0iNL8iAHglTo8a0K8/+AahjOhwcTf7hjW4goW7ZJVpQ84+/JI1j0IDGy2X7A4oEpkjI/kZ/x
ZyNvivZ8SHU/P3kFnHMC2PsP7bIqR7yPlW2JyNFqTUy8/uaTfBj3Xn2fm7sQd2A1RWjCmv2Dgbj5
MRDuG8QBYiC1OWLQYPti45g1vfMQmKDLAeb8nWwCrTXseZJOaNPSKU/Sq9g41U5o7pCjGx7UouwR
07gTUc4plY5r069aVFvmCfIkilcGC+AT/lGeBIbZeImxjpOdom7jtVf0pkyUHBNihCw5gTHE80GW
mtrMF8gst+sPHVmKVvtCDrS4VZa6hpBs1RY2cnrxtAyMsHuyE2u88IU8tGmHutd8KIc3GFPx463f
IjTKIrk+yT5ALHqWNac8wfPGKhu0XP1Aw7PBUE+JVv4syTZ5iOfeD4Nlm+ytG9PeCx91mn7yi6Pq
tgQfxuReaEVBXPzvg+ycHATvN7k5FkdZf+9WIySNSRoMJGld/HaVSdkY85tXmw8q+JVIa9OLM7+H
gdHE56nJrv3tNQxIfoNZawtOYe6d3XyQ4MzIJIKqkCfpylS9F+1G9slRYTpVe1RXRxYq87v8f32q
1o370DN/fmqUDurSGQSQjXSaUNDFoDFBcu+tBvEDK61wrxA3naus9vqovOk9UXwDAYZTN+jZNc2a
L/gLGxdU5c2LLFmeyQ4QlwyrLEy2iRMgHNkRsc/HRqIu17L6fpAzKnRd35tUkg+LVouRSWl65QwQ
CDE2PXM2gWopZ9n2fggsP1j6RZgciB7HRzS8cACcS/JQK96YL2SRrFWyQRv1GrVBcor8DAUsp8jW
Dj/DqoqKap0is4GqBHrQBLkGiG/tD7/M0c/ou+yxbohb96Ourm/Vum3vXWyDdMP08qXIKkIvZdHh
R8fgwO3bSxZNJ4I/ydknh4fsqXAWXmMaL8OgW+tW1NNWVnPMARfmNMbXMqj9TxUrFs1NzJdkGjsI
y7/Nsrq7FJIMy80mIi6g11+5mw8j4L4Xz8qrbd6z/cnzoEDRMnyQA1B6Gxd24Fl3Q+h2R1HkSAgP
bvEVNOh8AqdQnFUGcOqIsJB+147mtJAdQMXuiZQ0z53nF6jLICgbZ6DXQ0c/yAGiRJNaIejSOfip
Fss49czuqXfZtHpotLFzrjYzCefLsEI4EZBVDIGNJbOx80Ld/GTWQLPm7siJQXNb7FfSvrLWTiCG
wwwuhveF9JwSKMdSKs4N6iqzEc+SxAy/iPdBXaTwct3mOOT+T8KGPnTfyCcU93igjZeqLElPAcF8
q81prYWNckVvYXwYXeJKBRjSXZzpw4OOyuJ9a55kn2ypNLsAnRRYS1kldnFvmqZ1wFMx2NehYWxi
Vctfx6zeyO/CGtpuGTRTfUmTkhTeKMTt60WIeZVlefamGdzUuPKo+yEYykeB4ZOcmWkxEmiFgJNQ
A1RSTN9du8MYfIarcfshdA+Rvd5Bo9PAq+OqJmW2tCqEEZQOycvMRNu0LuHJQW4t3VthlAWchG6F
f7pG9f8z5t8fwXmyuq3mZcH7Ryi+Lv7jtaz/+62MM5WhAnI1bcNyP76VhfAbN7Xa4dk0J+caJ+0V
+47yTWvxx+zQaNnKaoZsh1XpBMwqMoPLviUEOfYrL/eVLubrsYtlhiAeJEElAhL/d0kxbZdVxhht
ZenWW1r/kZpEpuT3beu8siItadkY5AIhMj7uedg71GUBhvrJrHqEN1HdVStD29kmYpyy9N7m/o82
Oc7Nr7iGLkYlJSuFZkyyDwlOH7qpJPKYuN6h04v9mE2RsdUGz96MLW+eWx13mg16xmiiDMlb1zbJ
yqgr+1C6CIqK+jGylYRVmZXtwyBMeTxTjcbuG+6L2h1UJgPSX/hNjiICkK4NByczWa28JxtIy0sB
rHLT1U5lXZIhK9GaC4sXvWX9UQcN/o9zNSzylW941ZOfTuY99x9rvhmgM9o4L+UujpsBOz0n9pJt
gJLTtSfLe7K9YSNrY9y6V1mqWkdFZQw/vdhGfnohGxUrfUNBy9u/D5bziVJt1Hnqbaycm7S8jWVj
N+A6HvoGLFlD87Z+qJasVfrihRCwDRKgSA7yL4lc94HMpUnwNuyeuyYjwstfZOFXsIRTPqC4ldni
rUjDL0E0pX+FU/RmVrnJsn/wuEAdEKCYQz7NA0LeE8+hKHnU9S6QuXm5dCvKNZQ+xvyy2tjWS9Pg
P/G+sKq0tvCW70spFErxXIAdt51aM9044VTuWY87T6SJ7w0jNL4UwotRTPSNi2EExcUva15Cc0cb
TJeCG+vZVTN/b4dVtyl7Hjh19JfsJ/UcrKcES3qzUWdvBq9fGyz/L0nCuqLX3OKL7kYvsLw6ZP10
cSCRq6xkO9/6MsIe+HXWUt32rV1v7cJVXgPEa+SABP+otd4b1QF99egpCwnQzCdUfbNaOuPknGEP
G9e66EjJzB2tR8IXJSvlXvdq7zilabmyUuHeRT0MF3RJP9VVXiNfVvjPgr1B4WvjS2fbxWmsTPST
xmx8geYRbprQyEDk0xsWCKsqWD9dZG8F58k2sxdUloZLhW0CWxJGxeE0bUdfQQypDaeXJmrjpYr9
zVFOsl1/3SLd9qTUvXJnZzjJyg+G97K33aBbyUmYLiarxnOsPZJm9bmK0GaZxglgRz3vmsLIeH6v
4hP1s1oWXnUktPRrVfaGFSEHObeZ3ZXC0iekm5J7dE0S/yLwDqHfiZ9FXn3d7E9degcNGrey/lef
nKF4Ym3ElgomZB9nnidey6GukOxAcA6gKiH7mARNp1v7JJ+l6bxCxVfKjo7F6InHeHIebu2JaxF1
A0nsNIN3z2r6u2yvWZIs0xpBAEhLyV3aFM0imKEmyohdSxo45tWayv4CThY/iAhZ3a4FWIM479rO
GvtwK+JXYx9k3SMZs8V2E40cXrKI4ZjnbETGsi6x6rm1laV1DtVJOfwCrpnbfO1+BNLu8bBg+QrK
rYvCr1XvP9iRF37v+nKLU3EeLIr0a4pBeLQo2is7YxEs8jhC0cKfvtejd7Uqp/+K+863qcq1N30y
B1TBELgbCHsvUIlHZtezbSQFE3YQENhc3kOqh55m5xDkmotykCzVRoNXlOOkS9mmVFBmFkrAOVJ5
DjII4Rb9zh+y+32e02M9FgRTvu68dFi4yJzDNY39tWKV5oU9rgqbVdP2mRu1Z3BbyMSJoH5UAtbK
zlR1n1GKu3o+aMWFsvKzrruxm8KZ1CSZTZLF5PupdgwmkD8z/6kZsaawjDRfdNVgA0DjQLAPmkiB
Z53rRyxEILPqnP4OBbXu4Af1qzb7s8mDOzOJWz89YxCvHGWTHGoFiEJ66Jyu3sfaAc6Dmgh2SVSJ
la6P/lVPmwn3KmvEmS4xz02kdmvdzbMnfLF0uLeG/9UYgMDUrKEXXVysYmR9/sqHeFbg08xnN0T8
UJ6p8rWfZ8png1bDUvStpVTiTGgrF2FwduZKwjL0nPZTgrBbX4ab2lZmXwR67MSM4CHiz7kECUnU
JGp2FNLTMJcirUxPflE1uxwHwlsp+KftQ2/u1/1ahcoPOkA9uMRGYd/MxcBS1YMiOMiqPAjDyaz1
bRDKhkLHaIOhTmxpy1wrwrsO6c3EMZIXID/6wTHbeqVbUJ3Ry0AZLCA6AF0tvXMSAx/WuQM9tGLV
u61zKP3A/VQl7TKxzAGPFCgSWd+NG1kF97XHSU484e0TkS6GAJagvt3i58pXzeo7D2vvM6bt4TLN
Z4Eyxag2WRJmJ2R5wTIju7stJ7+719xpXAYB7HU1IflgzBEmf441NX1o7p2senlvkiWn7M1VOLsZ
qhj+aHHqnHAkd9j0w5tDaU4s9bkq2+RhKli5LOAcYhHpIM6HYtB9RQBsqZEPQ0i3QEpB1qe5PtQ+
KCZZ5y3+d91PqxdTzdD8ytRXFfxwWqnZDzaIiHZmgv0SQIMgNq0HsMLWJnCK8GjZqX9unTnhpDTV
c5tnqF+g7Pu9/Zokcf4j08GQVpXuPCs89gAOJM3Z7yv9kNtpvE3Ktnxg14nER1omXzsMN+UsrSuu
/sjTCuCet+TRuv1z5E8Xv9OTyBKarq2rhIVdIQyVy+n3mBcxyqBz1ML7S+Sz/MFk+MeUWB8cmB96
7ddf03hav4oWmesIg/VlHJ5HHWs8rYZWrAgtvLb6sMcJCcu/0jNYkeWXMKrqfeuuDLsIt2mRBw9B
9pDEzTU3fPOgKsI4EC3A0CUvkmXYtSBgTEgZ7JrMVa6OqH4Nicqjg9PBoEXjc9O+aKZirpoR/Tbi
ds0W+gnhZKOCUtME2FpoB2sG39gq7CkEpV91DXGtzHiNvoOcNe6m/BkzOhekDwrGOvlNnKOc7KRq
nrZNq/ZZcSeMinwSmHDtxY5sarqEWKkc7eiRoAeq3npfX8WIE5fXQUcKUZE+KqpNyh2F1EWGT+sm
BZm66j38qZwgWXpCyzdQ3dRN7yXGZhJ/taae7TtCLWub+PhSIGS6IQI+LO2qYO0t2r03hckOLi5Y
mQncUCzyBRK9EDrxUFNC/st1To4nFmg4p+ViUMPpsUc0OlJwbxwD3vnQe9EU0WN7DY5JWQO8Kzaj
4eiLOOhJ3cdNuVIRZMP5AS0Zpde/xDmSfZ2VlevM97KFopTpKvX14iECDQikQD8jYq2fG7hgsRa2
ODIESxRuhgOAY/eIgyHC5zVEMnKGwWMMaXKZDDohR3zdACGW1R4dvhV6mCTzo2Y/oWOPWEOxsAYi
BtHU/pWqpXECPvPVD4ytHbBmsso8yhZeN5YHouF+46en1DA/DZFlHPxGtVexQL6XVYu/jDS3wTvS
qsmxPLGrS0+Q+dNTyUN6DBB9bWFkVJFXPAZm8SREkx5ESKraM4+Er6/IYlmvPHv3gYO5O77jTpCd
c8OKXiol2Wp23/8fd2eyJLe1ZdlfeaY5VPeih1m+HADwPvqenMCCwQj0fY+vzwWXlCmGVFTltCYk
gx7uDncAtzln77UJtYpbr6Qdeasjphsa3c0iC/VDFREAR4IeTtnEHYahu+zN44IMYrPSPLeE+l72
mb1cRiUCFcWiK46F7aIKSJkVONe21qQbx6pOnso8GC+DmaJsCjPDlk2w72f11mY/6jIk2wewpUCh
1eleJk1/df5DtSAnTnVBBF/UILqqhXbS5hapnGZdVHRjr0eUKP5sRuD7LWJoEdt6Y7C4nbgMa9t4
wqbp2lF0qqliH5VcmQ6zM3zJ8Y9f6uqENlrjNGoIXD1VI1iYHT3iRvST/tAASAgWW91NrGT9XLW8
WNHexFhv1Fhlepmn6VIU+U2Hd5F0evS1mOTBY8xa56dFTxB6Hm0oWDi7LLRKH4iyb07hq6lqwz8M
a/LHmgGjGlYAzZAGYnAsCn8xXVJZc8oUP9r3HLzWEQKgeUI/4pNqnhARlEFnIjokcAtcqi7Fw4Ac
7oyAbdXGL2jY3s8HWUf+sPk/Hw0p4QBbHUfS+vzsJJ+QnKsDl/d3hzUxFI6+IU66fB/saLXQzJ2/
6E7qmgncEHuyPzQlfeu7brroR2c5lLq9q4XFCpoi1p6VynQMlAj5UxdbWxnVUM4X2Ib9EL2gSBJX
7RJdpa0lkRoM8WXeq9muJxfC2Jw34wQnPitlHLhqlTzEfX3PmOpswmrMydfKjF0jtOc4I3Yw0WGI
6WYKw2wtdye90/N1gcTpa1NsZDgc8rxVvcgQgzeHsiE5ysLUsv7YmGa2aUfrFGJEIoUgd/OJbEKw
kR9OF0c7I+6+qMUC6K8q70pbd45qKI9jrNxDqkqeUq4hV9rOt7wEXafNvTihEtH3RchwVipZsjMC
tTkl4aZZVbZ9/2HM+jVXJ56sJtvMIzTTJkj7C1V0HQpPhwgBUZ26uu8us5xwYDMsew96buqmwo6p
WsgbUP4K3YSY3Mx2Xj5+fv7lX+ZYrsT1ekSdrquWZX+aY0u4nVZthMX3whLTzdA4FWFPgT56dBnu
20hlkV5R41XXq7Oqy+jWsJN/8MfIHwtQ52vQsAyM4tTRCEX6rI2HzVdYTuMU3xHiqc/ljMKQNCVr
ULCodZZCGQIbP1S1TRXwzeqDUX2QJGPtItZ4JAelF1Kk6TFFd9LHw4yPntnu51+T+pfbZG2WIurg
XtHoQX5unErFaid8sst3WWZvxKB1F8gdMnBseYisE7TKuZurps0lyogdW5bwEM1y2lADRi88lvY2
NtRvkPz7y4l0WVgqs3LKMOEncyH8cRzUi2UkR/Pnhy0/1fb4akF1C5yUtiqdtXn4Sc8gU/ZfCIGs
73HD/SFS49XpR9UnqQ+qRhDWh8Iy0ZQs3ZMRbah2H6CNa19Lezow1+GCJbiPWbsar5ShcilXOsfW
mjM3sYH5Q//3JJcVa0dbPsS1FJs5KvcAlYTfteFJ2sAaAjL/zDb3CRwxD1O4tD6lRns32hTHxi4D
TJITsEma0crFzp4DZSq21gi+OKK5e6rRW27qIABdEsbDhWXONEDou+LxJcOzL5PWrZP5W6HTDIyw
EHqpMvebOZysbWnYERu3cvDbZKixD87ONuy1bVQaza02djmm/MzaTARdbQNdT5jCHZZ3RjhSDls6
DGJa7Td62HlBxUrPSV5x0kVt/U3RdeOyzliQKQp5t9ImabPG/+5aSTxTPAoe8JY5h1GPP3oWSth8
zovNaT7ArK32Vdshv6VMsWOKlUegszGU3TehkYMLUUNrBoKoyi46mGtzSmd/SlxkTCRjpB/aMZw2
I8wvzzGN4t4BY753hv7dgD2YswpQ5V7iILupWpZ21yh22BAJhKbHYL5w1CrdR/Uo3XnQ44XyQuEZ
debNZIXfaJZCDmsN/HEUTlS4lPqV27h4KXQ6/kQ3yPxEQCWLqUL64fgBnTu/b0vd3OtDu3gdNVth
yBuI8GsuEPa7cunaf5ipPjlofruUdXgSFvVqB07dJwdVLwKH+9IKvptNHLH8GAo3tRRnmyLZ2UoR
93Rph+HKNI3hSg8lgZhJeCozPPOMLdtJH+6HNaEPq99Dzkn5+Z2m/qj9Oh8dBXQcPlKleW/pn8yd
UqhZk9dV8j4RpkgKBjG9oyhvuU5KYt7nca9aBI9VtE68inLrNpOtq42Ik8/k/WoBZJXM5HBo2VaT
ZrtFo0ClL+7y21IUzkYskbpd1u1JkY4xpz/TNnpuEJtXRs8dQ84/fJy/jHcWzQXDQXAgTdX6C2BG
U8dlSacxfR/j/hrZsLyXDnL3BoWxFzBT+nPfZDcdNDR0EoMn1RlHmrSl1xkM2IpGqnfbyvLrZPco
aFNLQwSZDPfW+OCU9rc5nKuHkJ7/P4lFnM+rGb54TaUTo2m2ozOQ/LhjNGXc5i2RBe9KCPhmAak4
ltZjlyUsFcCXbs1JndxICcoDnh3aQ8hi76EN31iZcyykaRzOm6lBaJdKO6HXKw7qSFpW2bPfkeRT
uCHqSqsb20tNVoeEwuFO2uEKLMFYAzHNOTbjIlwtaHdEA73NKMW+aKmNcKVrLpM8aHbUhtOHfGgo
mzGYdv30/PMz90nBdr4QbZ3Nmy0MFa2r80kvs+Q95IQpTd7tXG03TmqGzOABtu/WvtXiKj2ZkzQ3
eKXeZ4WgqH46KnNrnPKp2eBeAkA8RpfaJJoLI48q+NbyxSK4/kazlQOJhYPS6U+YfUmDxKzho16M
3brNBo+iCuyTJKyvliL42oueMTpgU4XP9THA13NqeljkP/+sXD9/Od/of1i0qDYXqSnNT2NCM+ZG
a4dF8Z4ZhvBR0o5XuIEdgraH0DrELDOv8zj10ckUl84S3utd9BHUi+qlQjW2me6El+c/SofSLuQe
YA8GykrsVknfp7eMvMGhstsvRDBPFwrlXrvLN7HSXBGoPAGqoDyKu/FK59hudIBDMdfW3tFDMu0z
Rb+ZaPddpcWX2DowT2ekWZLjANWgcDTXqGzsrkJ7rM1+E9Cj11JdngglR8vfDQLSLilhPbqZAnt8
ZTE1UvfaB2ESeT2hIW4bFmvzgy3WcmfkhTvrpkKoSQ4qBYPONdiH4qJbqUdh7tRE2AMER0vDgRm9
8qTMWe3TorhGv1heqdND1y3xni1nSJ3exNSdFxUpw0PmIQRXvUV7ZEmIxLMd33uzPzl1Q5YPkw8w
cJemYnqdsYx2FwStm4TEEzdfOfym0RBVXBdXrNmdk22W8YkmVul2qW7sZRRMx9meP6a4V+k6FPIY
rImugVq8R30N6oI6pktowHRRkdIR1ORSdrD9Jkb2rcGqC4scBQ8B3GctherGWoEbBssleuY0DQ1Q
sSR7MvWGTMs1gVe1qbmhGcIbI09tNLeX+vBBg767zlgMuWBEDrDexp0eNOkTQv9j0FAjLudvdqaE
F4zg9XYKoXo3SOvcZIYdQW1cnIz1DxzSLgmt1UUYVN9gFL03+MD3sjSuADvrd3rfT3sLmuoIl/Za
jZFUTkb+VvTNpW5Cpe/s8GYkZ+sGWKrXyvyO5IjywwqZ2s0ravvWcyEX051pPZwKoV5NhlTvZxnt
ZrtKb0b2mDDP5m7PsER9e4xGIoQinLTo9fZmTOkfPClriyp3NgkrkxOK9/ky7ClVLbbT3oTkn/3D
it76y67CMqWhGUyGliPRG34ahweSKbnq9P7dJD7GS6OZVVyOL8t2esZQVkDXtl1zQbZblSz3yk1C
gCemDP2IYMadGS9v+RQbuywFOJ8YgMe/UvWwXDBZziFN1goVOyem8wsSIjGDgMJjiAsv8Wa4qVmM
pL8Epqtq2KTDcbZ9Gc7g+/NxvhDt1zQr9hqizzsQASUBgkV/CYPE2Cal/DhTc3CN7Mgu0Q7GRA8I
fFn6JW+HzMc6xizSR2xDeK8xj40tnhh1h3kAb2gYl6cRqFa65n0WbdPf94kqvWV4yOl8wV2bko0o
QChFS/E+2SiNzGnodmFAQyldL+Ggia+GZJgvY9O46Zaq+W0P839+oMa1Z4rcWwlWDDFY9+nH/9y9
l1ev+Xv7H+uz/vu3/vPHH3nS7y/qv3avP/ywKbq4m2/792a+e2/7rPsDWrf+5v/rg/96P7/Kw1y9
//uX1+95XPhx2zXxW/fL7w+tcnpHalxV/03FW9/g90fXT/DvX/54zr/Kj395iJDyb/HrX5///tp2
//5FscxfHeGgw6SKSho1p/OXf8H6Oz9k/YpX3HYsVJXcu+j3f/lXUTZd9O9fNPtXB9qoYzvoT23d
MnmoJXn0t4dswYaVB9H7qyoP/fFV/M7v++2r/3ue3/r2f3IOGDrKETTjGhQ93dCQY3zahc9AVUgq
mMQe/L8LniUPP4zl1IfhVrQUHPLRFXoCCMNm5/ZutJHbDqTJRTgbvquYqlsRbGLQoWGe7MeRwWQv
4mva3FKv3S6++dPX/PvB/xk+iFH/b45WM03U83w9qiM/3d2lYZpY9UOOdhJHGRE53ubVjbAorwb6
y+xUFy33QAit2bD2Si7u8Fy51XI1k35ZK903lbt60NU9mQabcEw3ehZcxmyRR808zDo6IWJaYzqd
PW0J59rS3ttqdskNd6MAC/9VjR09XQNhi+pmfTl6EF6w/h+/kSJh0evybf0dUPPAShJ/fbvScPaj
E3j0XXlpe9sxRVfahT305/9af2V9SXQwu/UI7Gqktj9uRwNyuN1vRPWm8+p/HFStF/56TOsBng+4
RjgjjA2NFm/9nZiXC+vZDUbTxxLvt6Xiwu5zqUWSpKG4Nf9ux8BDYIdKOd22YbqJbXG9/k6Um5vG
2NURT+VhiHluiAuwXn815P8S1Zvrwre7ax0ctAp7tqYjUDcsIni2Hjt7kQdfUTJmm/U14pLQmqii
LkdwHM+tdQbgecdWzR9z53J9OTU5gava6xpCC35M4/G25rfLbk7xvXI6OvGh2o0brsVX/dpoT3q5
bXlGilIp4D3Ox8Wb19La/vFR1/drlYmgKrnrIFsXw359SNei898TVtlvwOY9tcZ5u34AXgcIkAtl
dbd+PetnX9/8/P/gfOqCjLf1vfgKg/XfPAY9C7yWn6QPCGa8WSuedMGA3UQk4GW6xfcldrmGIV/n
1mDhT/wLMIibBKcZiiwBy190xxgopQkqaf1x/eVWTsxLNpE9YGmVzCW5zNOTYdsnudf3xWn9/4A+
yzBAplm+xrzH+rptOmzjlLmOl1tfgnB0z6GcXcDxXo/KZC7446k2suKafnQ6Jtj6dTfg3+tj9fqy
WMz4ZLxaqsdk1cvuXmQDHRzprUewPm3MtkR2ItjboErcD8A/BmwbbjKUrzmhig7cXd20vJwJtqsu
1HDNW4v812HKvaZP7yYleHBC+JSZVn1NWyRVcIqdWbtBgPoE4inxY1JvCptUu9Y6tdBx6oZ5LATW
k6QeMZPsGdD+FiuZY653I7t/V7Xth7R4gReKMZg4Cw+W7spbG98KPfRJdCMYMuSGwXx4k2GjaIeQ
66wnyJYMdSyXldluesL34lS7ZhALf6sd/P869bFwUtm2/d/nvqf3Ji+LH6bL35/zx3wnf0WQqHGq
WYKZ2NfZOP0x32m/rtosYZnsSoQ0TPoTv893uvEr230dr4XBbHieJH+f7nT1V6oblBDXdbQUhm79
b6a7H2slFHqhITmOxQGyUaU++WnXZksoTAzCxj40nTcbG7MW3y5ynFgGoof90xfzN7OVtr7Y/5jy
DCZ8CUTOpASqOTjKPy9FA9ynqlaG2JgbmW5VuuKuNcCilrUWk7DkNeJ724oDhoFazJdOYb+wizlk
ucjceMi/5lZ+RIpvuM3Yjv7YIQWGxQR9PXRcu4gfGbYfqkw3PNOENZBRxqwA8Pk9HMkGuTZRumC2
EgJrSyhoY0tmujLQYx+U5h+mZevHKvpvH9SA4gkS2KHK93kvHJkZG8TUdvZsTvZTx6ysIV2mJG60
6Le9VGaZRxrDmy6yD7ZE+2pqbgheyb0uKKoNmP5tGOT7SOQfuZ5fZBnYtFXviJbX2KAyzr3ZjGmn
ldztZTu6TS6fCXsoj+q6TdUP9KcOg6m3jBS6uik7Yg7C9DJLWIMLbSNJRz0qqii3jpU8xabeH7Ml
sjMEkjmquEgTnp7B+W/kQhPK4Uh1DrsbyL4cLaB7Tsoyxwq7F0JhQQiF9T4CjlbEKH1D/MpsLJJ9
YrehS2VoTeeIP2QCBbwirNzkBEStBgPLlfNClEp9k4rww0zV1iVa6r7qZ18dp8HjY9n+rKdfyrok
I9AZXofaSLzczEb/5xelta6QPl+UmEWxHTsURtXP4D7R6JWGYggWf6TYrqyDh0RLvzr47OHGIF5G
6eY2tCk9svUMf6hXtHkz+osJm1yxSjfou53MIoQ9mu1ZaQSGgzp+MKoqE+R4rCKkOEZtv0xkEXs0
fvDADkT9RswggRnumorstibrwq0938rnQWSIj8L4w4Dh71Ux02VNthLpFFz3Naa0BjXohkYgmVTE
fWpN/ZLBZdbL0ma0J9/SptwXGekpV6unfixu8pILz5poYuERiGX6tTWKm6Cd2y1qTGLCZvLCVLmC
ZRU0Gt2FgZR0ysnLaQevGyCC8wsYUziLeiFQ0dnOrZBouYOZqmmUgB9wZt/Ss4epTT9sIJ+cqLvc
4Yr5h/P0N6cJ2xUr3PPy/3PXp9W1vp8BNO9jrcIXLWDpQPCbYRlTxVDvOz19+fkbfmqF/XYT2zb9
ON020EHZn5bW8J5ZStMX3KMWO1WmebPYGKDoOEBgKvrnKi6uaMGywrT7FwzDLUtSzrBVqummL+wD
m8KPVm7COtwP/ZefH9vfXbMOxba1a80Q87lLpwL2KnIlc/aWeuHA/UAUwaExk7X46CzD60tz8AoW
/f/rt107WCjUbeQg2ucGtdOoqp2Nir3PjexjMuwHUTEeYDf4aOs+2IRTSlqp/fDzN5Vi3XF9ukMN
lEdMk+s09Zc5ioKE6ozcuHvRyQEZ9jUOPBbnY4bDjj6yVckMlnkKTukxaK2HNNFZKk7qAHBRfEjp
nPJhGdYsC0Z/Eogps51qXLBeIFKC+niZTDpkfOP1LBIaahxI5lWZmfqZmd/oLZbUbI4xtiu3Bb6O
YuCrnq0QzrFZsl5Ou002Raab6eY2qcaOa/PG1MrRt8yW/nGWH9D6swfRKBiVFKdAayKVsIoQQCr2
Ds9aArcuNZyMdvPWiUfCCvAj9OO1g1LKJZ4QXUVtfe3QyqQGRzamAFtS0qEYFlPHw6f5MfXGCRhh
6idxN3hVPm1s/A9uRTJ3TGN0HXiyabkAzLMphT6AZ+O0VfVWMW0U05NpILCbH7ShfOzl+rtMraxC
Z6rrzDm1Mgi3j50Hnfa/Hzh8uUatEa9ISHy9zg6z1WIVYR+kOlthw+Zq8swt+17g0gxxVDX5P7Wf
VP3HYjN3pC2EhJYNqsc2HVypXDJ/Ms8GapChTW8mMv5UWF7aNimG635Ghw1DvfQG59YWE7pXWV1q
WsButbMul5ENZ4YydZ50nEibbEDGEQlIBIEt9vQOezfLk36bJ0xErFU8YxwxiOTYQkQfXpSqfOwT
4HzsEuErbXsGdL/rk4J0isFB3NXTbDHeYqyb3pwv3tzmqmfYI2vujF1XCX0lkKQ3IsNgBgmjbZTP
H9AhjvBphK8bzrdS4PAd75xyrLfxICv2Pt1ORZ9yCZn5e6q0Btzi+WGqAjZvNjAXLicw0nG13Gsi
usiM4s6uSTIyp4aozBIFWCXVF6fPxq2qW1RqC8vF05Ai9kEWBADCW3qWWFRxsYDKwOvlvFWKot9G
g/JM7w7QdzTv7Fx7bJfyS0DnxWta47khxMvNs/g+SUg/q0O8egRvJoF1YWdp5ZmtclUv/WHKg9gf
OuuW921xrDv7EEFLl7MZqaPxXksg6Q0xlf48xrVM2v2c9D6taGDIfFX6UzdmLQqm4a6ojY+5jvF8
NdWWcFwgMZWT+KbFcQdJdBuxsPYsg02omcpt6oCSzRaV5yJUnAKV2WmZfL4rP5tLhPmKwbcXL+zR
NeeghCy+8IdNU86VzHPJyoDdg8IHggxy+W7O1tWp3OoyoCmeDO5CkcW3o/rYh+YAvbZCGbLEBbus
xq8TwtgmRP1cDVwSGFkiLn89BqCosQTUcpxvKSXWMCXBoTDEoVonZy1e+99Rt7F10iro777MBlzB
CVzwEmb3iVGvtOUDzBNKBulMnA7BY3lf77NawzIAC9gydpHOxTAXui8oi7LIRaFFakQNRZ6rGx2L
Oju3TmhC2VWG+7CtHa+SDY64iDgUqQEktBR64ulJturyWvRHsj/XvBbD3FWB/mTUxpUp6nTTykhh
GELzC66ZQbZmFFRDdSciCCHG7BslWRDwlBJJVDNR0JpbZtXjpNaWvzgZPbCp1Ny8x86Xq81eT5lL
IW+hCVcs/Dujq4RY3OxiZkSZo8gbFuu6jKvTEmnX89BvKkV5zcvplkWry2xjubFGLaGZ0DnKYPgy
qMVdKFaUcCPoBzQTCglxUAdWqAarlZJwmm3RK/f0BHERFQyxpL7s2zjysiS+TRBN43se71rA+NQX
FMIvFbQgDTU+U3JXk0W7h125eKgqv2jcNu6EpQL6DHHLY3IJVoMhOt/Vdfml0UoqcbHKXjuf6QUh
onOnTHt1umMQ9d9rRptDM3IfO1O7a43gKqvre/b5h9vt6ESX1ayRYqUUlwLeKmm2fmVFT2k+vNdW
vebFBXtGtqt2OvVm/QXF0oPTql9T/ZjWy7GeVWIsnTLZpLOVuF1TJN5ijc+05fy+C1h0dzsjpTc4
dQtfgtVQrVhzt/rSraANNRmNGzVzXlNi8GgXT/cZ3To3tzQPRT959OUwQJR2toViq9coqRZ/HiJ1
E6YgftNJ7hRVT7cgY30ryy6GIngYyRoYp3K5GuDQuZWKZ6zg24loXooR3WYTly7gbOGxtH0mY4U0
UPJRbyvFKfYWfkXXkfWtHprKFss2KtGIWmeX+4DCAvaNBErMZBSqZsUM3PH6Yny0x7Zl9zHc1ZGK
Qo2bmaxVx6317tFyiluSf1ZBBm5LVDEJEtW15bSpWzBnNKwfLfY3h6XIdbeaKEQBeqIInAfpjurj
we6ibCNXEw3g9tcgfmhap/PGmUEz0m6LUIi1PEN5awfHKdpJnEtouiDENiaqKHKO4iro9hUkzk2X
ik031KVP7KFFWo+msZRsMkquj/S4DLdV+8Jzlv7Yy0NMSBoreGUXT5yr1Jm/KfFX7vIVAwbwEkXh
U986txOcSTd00se2anb6JDn9AuPGLRoRDBltvkvr2Npo0Vz6UVU3XjXgCweuJWjIUA1FdIgVwAW0
8lI5+hcQJmqVA4eiWJihZD0ZZnGstPBNU/0hC99yXcOXUyuZx2rqsavy2OsyiryVMR6xYD0TBfcW
5PHerMhEnwPlKTWBBluy9NnrowOiNb7vhf4yNMhAGF7WLMLrxKJ72VmEDQ6On45sI9Ps2DvWR5Ko
wjXshgMdyufR0RSXztdmLKKrUotegvClVU8ZmfKoZ/USkY6zkxXe4C5S9+fnjgTX+zHTW4uUcZ4y
mN0OS4NRGlgNDG+pU0TW4fgcmdhEGugq7pAolA7QOeybfnlU+gxfwBDtCyfLyKhIXHRnpG6mH8Zg
xiAb0nEvZ/lcLtg0akrQaq3LjdDb48IYRy2CsmJs26epcT5Ivpg86LlrYTR7isjlc2uiTPHNPEYq
2zUIXTIZv3RKKZg6XxA+Gi9Kc5vE4g6nSUOuW0dml7I43kjj3C2aPP8CWn9HUBxCAPhV5mBPG6Na
a4COfI8S0Rz7+bXozJtxVAgspIpwUKrppbPCiw432FAMW6dQIq80iIqa4a9NokMkWZHPxoJnI/VF
95kGMr/H3phWJ7UrDnqj1EeFnWurbwPTEDuhRO26ASTAfv3DgJsDXTQnQtU0blmuLttS0ya8m8im
ehK1M6jnyKJUsKx83B69OBTV87/+549wLVDkiMZ90Q+jO5HncRzscEdUib0zDbs6apQtj7iZzG23
lFfzlC5H9K7LMcnjxHOILFq/S1jUnWrt+mzaobEkaMM5hXZuu1kGSwmuJGNn8dSQirUtmo5SdKAy
c4zolSMLD2CaSOSx6mVlCLTLml+MKtyDTr1MiNZh0H/kEmfa1VPN7UJ4un3IasQYCEhR4EgLtTuR
6bCtW4llQiFCqIlvxiXXaJgX74bMLq3otorZeyxzeBMEOKhyeuSOFd2MZftYtOl9ncanvC/fm3EC
owl73FZf7d78qh/BuL8ggehQUZfvahbeqJ1ABEQuGao9ByVM7LLKuBx6k3m9f5z67J011Gmo12WK
HvmJWJj6KIZh73CbmSR0ZcYKlXW8yxLnxqZy8q/s++ajIfr5OGp9Qf4JsaWlKXPaShgKOrXQD4OS
DceqQvUNObZX6oIg6inYGH35ZLISOoLmKfmSDzJF4hLm3KJKXMZ+O9vB8fxHQU/+KLD/se4OtoHC
JUte2E7PRvTGelUfG5E6ixfnjekienhI0u6t7VirnM/u+V/nayVeDOnHMxJ0+L59tAtkXhyjJMiP
53/Zeo96uzbzDeoUr22cB1NtbN/IFzShOWh0k0C/RnwhkQkLPFnJgR3sirWgIZIURl3wwIZpryM1
9pzCuFC78NHR+ng3mw7HK4x9PDG7FQL1B7ETR3umvhN2IxvXAYQYNwFaJRZx9KboPLB08zDGeYqA
OgkD47s+j4dzDRNKuU2HBLdcq3h2Kdmw0eRemv6FXRvLI6GIjblcwkJgPWhsIUsjRzTZngR8PU2X
fAw6BTnY9u/TkDhYivgAnaqgdZmkSz+QxQ1LTOgJUCStgBtxhnpbmx/pOq2vpb/zJjGoEhoCVemS
c7AHaS3d85Z7GXhtGZswxofuUKm57U/r28WB9ijlvHFs7KtrCe9c5iKF+qEW2dd6QY+VpGdTV/LW
BumHPi2kdmQHdFA80hDCqODJDzN6NkJEm7gTd4lqU2NDnnqwZjAGyAScktnVjGRBF4Z42D5wlSqW
HmxgAH5F5Q2dXHxpOhEurJugG2KmZ5ZwgAxf7S64hz23T2Yc042W7q2sf83NGbX/oB4ySuQXanyR
Ycvw80AliK1Aum6q496intq9tiU7qPWKAe9s+vVaxzQXdZMTZCypHjRdXm0MY/L1BpVoKGA3nU+l
TSyhh+Y+O0wG93i/lhXHMnL4WNNtZzXfA5OKQDHOJxg6rNcHChVm0j4Dv9lZMxUOULZPYK9wetcB
NYx0PDU6YQxE4rBBbfRNqbFoouZe+NBc6RoqHJSpdDfTADn71COI3JxPT8RIg3O/8/DZfO04EZth
KZ5UMGluQmVwNMrrxMFXk4pl9JVgvFv0aaTDVnF7pNqVotm3ApSAh76Y93PsOyVG5TFhNPQ6vhUr
oYoB2O5L3Me3SkCt93zVpXjEcylwtE6sTkZIMvz0saAr0cFfngshacPFg6cMSw8VR/oPgv6y/YBW
EM3J+hi7tpoL6kCYx/kEaNG6pV4rMVZu3DaN/pZV1IawHKMNFO+xIq4giZMlkmDycRAn8ZXGSY07
HVcMhUpS/1jnFLE8vxrEkbNb1VigNlr5WsdVFpwWrcCTMADg7dL7fJqukpLq/AA21yUW3nZ7QZIl
sQggQHN5maHpLSg2uAYTxWbhgnenjvN6Lm4XFOOobI8H/IsgBajwACIowLH26j5fctYL9B8Bkswu
qa/xXnZZtwJ2KBvlxqHvRmxOc/I11KnCSOUCAmiKpLY8Yp2/C+w6xVuYMR1HqLRHGW0KpcRoMdhb
J4+x/OhFt3eC+6hFIhkFCzctMhC2X0Vf5mRylek2Q+u2IlMPMp4PjWK8hLQe2BVU9HrJfQ9TgrHT
4ZD2ICSwLH3k4rFbL2AjorCmOOnXGE03NFq2xwVvklI3k424HStrl2tU5yB3ZqC644S6ECULLjzq
F4ZHfM25JwO74IPyCqd5tB/iTL3KFmNld6sbFlBtRsSKRTtaVdCvnq8xTAqjPyXaVgZ09mPE1hvR
17dtq7MTKNMPsTDSIunSGCpdEeeI7GeDaphUT6qqKz4Fe5HXO1XFYDehJsqh0XqjAhUjBQIiIk4d
rM83zBeXaxU3SC+6er6LhvBZ4BX18K8qfgbGxhnatY7GKjgc7IMZkI48cz/zCdv3ukobb46jkyGr
gl0JFI9Ep0DqJONeYUzB3bpI6g+02vJwIOrSgRY2xndgoV+bGlyH1fqBTkTyHF44Y1mQRRvmrrBY
JU5sc1p9DnYAi3HF7vMyPpT1vhFq7U9EeOjjLqyq8kCn4DnWu1vRjliMQQiquHApYnd03epyJ4uI
8/EEzZrFWBhifTC/NBJnb5jNj+Zi7WVuvQ628tZ0oHQaiZdSZQVXa7jjWBbGSUwpCoZKw/4GyO5z
lUWpF8/TV8sYFVQx6WHQsos0l+xrCkm2VjYQNGC2V4jH90anPtRNgcU8vhJ1dqXN8W1finiT5TEh
YInpBllDoogIQfqY32SfwVZmsxjbRKYNItkkGdejJQofUCBhk7HxIpGCbcf/Yu5cl9rGkjj+KnkB
VLpfvkzVEqhhIJPdnZndqflEacCLhY0FEg6Yp59f6xwTHdlJGJranEqKAmzaUqtPX//d3d99PKjS
ux9J2V6f3TxdV0cHgHPSe+YvIajt2eMGNyW//3eTks88bNYnm6cbWgWyZHb+FN8x7wNM6jF55vnh
edI+nQ5f6HJd0279/HNXkda8ax9OD/q2POvuou7H5ODql44rYIDCcvOeZvfy/afHg81Z/5QxnWhx
d5Sgl1jbRp+2bJ+8OdzkXciKNn6ugNLQu9EeLtZ098c3yerDOQXZJyZHUqsrjkOSBUwLYDzx6gGA
w8OSxsWDhHa1xSJBIuRbZnTEdMzy3fBlsQAs0WC7j5f3m/h0+HK+Xs6JcRd4a/NFYn43vPA0bz6Q
8388vromT9gByLm+Sn6lPaP5cHt0dfdwx/6Og0UbM/D50/qEuarHTCaR0JjmXcxRxtQzPqjFah+e
r65pQ3/+klW3DQNQ1rTetHerM0bKng6lge+NJRgh7nZwdM9QMgHBDTthf2tf96YtRm0/oZcB80r2
+YyqKc+kBlTg10gsa8CD60uwe0kVhAy9BkYgs5PSPATHv2xXV/Zl+k6DFNhwamF3A0YBNMSIR1/i
wtdvcBezuEvHuYOLdr26F6wj6M3VGF0Yp+AMHIDGQGmXBxMKDg8y6nwZTQrg/qgFU04Y86CCR1EJ
fyjm04aR5vDou/DgiwhNQO2xWhLKgGIR2BLAlQZ2MuFCGST0oEhFlBos6XX/uMDDoVT6ElmYcPKz
LKRhEFFvAqYC0hQQqIBYxrJQVgFiktPlkFgAq2+ywOavFJioigsJoKU8KaqYOhubkqTAPGYCByLh
lxyGFGgwxXFzAv//SmHyGGcDmlkgy3ESyilWMSFNAtap5VEFBCCWcz9RC0UUsEIqZ/GjjKf2TQwy
kr5KBiRFELOFBcsQphEaUjrWx2JA7TzII2qwIGfoW8ep8Y0JEf3UyK5KDOIyyAQmFwNai+RhTyxk
GaM3uXtQVSnqM8/A2PGBHh2GiGzJC23k5EB91otJHNC9AniUO6R7GWiiKwslWMZUMIRh6SkX4owR
EUpZwDqUVZ7TGk8LN36RHPvxiSiKAGgMHQwFTQSsIIq9UwsxLataTwEIapXIXgWEARDqoP4dLmRB
LiInq1WB1dDv7tuJAGeXADNS6QVkAa3IIKxKxoLRLDI9EQB16UvJ6PeXkQ5E+N5xIckjrSwkWZCx
MbCQqVBRATJswoUCf6nMUmYPgBdjcIOHXMCMGZVt2rdeE0WlaVBKm3bBww5TRH7iMJVZgBUVtUFt
GNirjw4TrVf6ExFhJMG4g+6uMBcT37lIAxC+WFK2CHACgXL6diIYviJgbZVewGviFgcwMbaw2o2o
ywADksMA9tMQbPoXTaKzxLyruJAWaEeGoCQRuyKYZjONo/BJArZvJznLePMCCKR3ssBJVYdRaSDo
3ITxDTSFiKV03YUoigJcKUIM7AehloDT/XIdYxpM1E5THBAkkF/JM0wBAcWEC8RROe4SYWYm0yI8
VI50gVpP7vUmAkPJQWChEU4jKSsyDK4slHlABEW8FdLjarnklyyQ9yi1wRTpRkygrHXiUAwu8g4X
6AnGTuKm0v/rof/MjC41E8ik5YVI/H6fqSKiZDYQ3iW+Oql/8an8EoUY517rLUhLt6QN6LvhTJR0
hLmiQKN4EWJImYSHb+2fJNB2LQ6OzkriEdG5DcKPJIq4RhMekG3EVeIVPOfBPngnCZL/UjJh6O3H
MNgkE76jKwg0OQbUJ0g+MDpf9IJ3TIjR5lqlkIr+pwtte+RF4MdBdZUGNH0Sc6dMq5QTYcyyR2km
ouBIG1QnCdMhiCfJIWEnpRThcqGUBAwmEs9pmPXgYbINta49EGQOcAuZGUXhjWBpGlPjKpSpZOVt
Z7BftiGiaqDmQBiwty2U1mRSC/gdE5VQRYgBpagCp3Io0hhF7NFhQE3JAE+VdZBIEgMZE0VS3iOX
RHgwVglkFeKyICE9ZJ39s5BMUNHnGlEI7CkrSTQ+P+kxD0wciawQV3hYhSHKr9SHAfMntQUQ1OTe
CQ0mdagKMQkpT/uZcAZkbKLa14dOqRTaMhQ+Y/+GQtM0r4S+pCHVx3S7zHvVOsqk20MmbeIk0n27
7/knPP8wzKl1wSQPY6YkzWVIp04XUnKOE8qtKBUylUPu0NEDkkrBR2T+k48siKrMeK2vPwUJOWYp
O0kBhxE1oeSQxxyQqJESbZbhMDBow8eoMUFC30AOMlJmBERszTXJojEXoigP0BK4RyQfmUFrnTGP
PAPKQaE2WKAay81JyYEhakxFyCb+EXEjxwDYnhmW9v1QW5N68gigIYPelLJAjlmShvg/qVTgdwAa
nBGK1uRrcqrzkoL2zkukhqrGJ6AXqKWQUOJWuVOWB7p6IQrzgLGPFGZAR4mfZOyRTyeCyF4tC/gI
cYEJBKrDeDuZAuhqxyqQm2dHZDaAOPyrNyTUzLWeEqmUIWLk4JNcFEyOywXCZ0xDsUWyeOgwR2lh
Mxuvt5RUY5k5jRQwPyuOYiJFlwtRRNqNkgzjtJme4mPYgIjazMbruTCAs7ARZBESweUI+MWxlBlx
BRg+JpMlQ/rVxCke6QUZcqaNoRmkhvtJzhCXYF/skFdBjEOFzpBBbOI1DEbJIy7EkgvSWkqcYyCr
FRrGiMJELwiUEVchxIQQaOFOeJdileSiVjuiF1IgL9xjycAT4xs6JyIMA3BBZFvypATwLeVav3Jr
zNOXZQuqSEoq84B78QW4wWEG70QvwAVqtGyAocqT0cZnPtCjEwHERqsWcrLpkkUHz2gLTBMmZDG5
NdohTEWaJKRvorBnKPMX+h4mPvgI00kFDqc5x0KgZHY9R9CMsnMCHlnAjnfnAVTFznjOv8sFtAJ5
5Jh/VNqsvI+1QgHylfwFfoJsEzF1Sr+0AsOy4zdIMlGW5z6ZgzgAcnjWYy6w2wG8DrpzCDH+HuD9
Barjua+K9bXLy6Gjqpn1o+nm33zDtt1ol4BtIxraAggBnTfK5HND2oSm8vMPzoEZgNyjF7fA7uFz
7J/bG9z9aOeztne1/eVJM+vq7mK+GV7Y2Ms0I9X/saz/rG/qcZ8TDYL4Jp+vZGdg+7NV+AbhfjGh
K9pUTbdrntqVS3gAUOkJL+pVX/fbS5THaLJpWsrv62Xzv7ZbucPqTd+EmjaDaLv6sh1ftSmV6ymz
Q+XivmG3n0N8SLNriR/NlvVD3c3GlE2ToZqy3SvwjR0BX15H8CLpZgNn11y6UmhaQLTXz7qG7sqV
FNtWoaV8AsebZsxxG/1pCf90Wc8dAbSxtZruko3MbGp2Ltm03qlJs1iwnmgRgzpTU24fXLEwhRkt
2bNd3WRaMdWEIbC+WGwcJpuaspb0h3bd9DtsNlV7Le2f62blaA8bw+vpdptlvbocs8OC0PSk+76+
mK/72f29I9MW+6qm31zMm6va7Vk2PQd60tiCvr13JNuCkfS0mQfC/9tbRzfZ6sVbUG8Zc+U8TwOt
VJNmHP9Eh8Sm2KCl/HH2Z1dPvCdGHkvuWk/6U+3aLRIRUizTE354d1Lf3PbzxjXrtkP2Leifzrp+
5mgq6hrSTfIWxH+ePTYXjhmzRZO3IP5H2y22l2nahskFbn+xdyvSi9yQj7K06N37umuxlO7hNC1X
6msfPuCIzeuTs2/yQ1ry/5w3LsdNu5ya7GKJR+JGNRYgoybdza6mYyEG8JGW8L9mq1XPTJh6EibY
blIt+V/m7eXs3U/9jm0zSV8t+V9lRdZeQbRgzbf5gF1BtOlaLfnf4P6s72eOS2G7MfS0H92o0g5O
0NL9z30936oQ0SkW/aIl+5VFM8qg6b8Nkc1EvG0jnPaif6+xO2xcd4+m7S9TE2dr3Lu9F28qqWr6
TX/RMq/M8dws6l9Ne9MyZe3KkROTxfs65X2ZpudZA7v5p+2UnX1/5ibX5B0Xy1nd/fAXAAAA//8=
</cx:binary>
              </cx:geoCache>
            </cx:geography>
          </cx:layoutPr>
        </cx:series>
      </cx:plotAreaRegion>
    </cx:plotArea>
    <cx:legend pos="r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9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legend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All_Romanian_IRS_Charities!$AF$21:$AF$51</cx:f>
        <cx:nf>All_Romanian_IRS_Charities!$AF$20</cx:nf>
        <cx:lvl ptCount="31" name="Wyoming">
          <cx:pt idx="0">Idaho</cx:pt>
          <cx:pt idx="1">Kentucky</cx:pt>
          <cx:pt idx="2">Louisiana</cx:pt>
          <cx:pt idx="3">Maine</cx:pt>
          <cx:pt idx="4">Maryland</cx:pt>
          <cx:pt idx="5">Wisconsin</cx:pt>
          <cx:pt idx="6">Missouri</cx:pt>
          <cx:pt idx="7">Nevada</cx:pt>
          <cx:pt idx="8">Indiana</cx:pt>
          <cx:pt idx="9">Minnesota</cx:pt>
          <cx:pt idx="10">South Carolina</cx:pt>
          <cx:pt idx="11">Tennessee</cx:pt>
          <cx:pt idx="12">DC</cx:pt>
          <cx:pt idx="13">Colorado</cx:pt>
          <cx:pt idx="14">New Jersey</cx:pt>
          <cx:pt idx="15">Alabama</cx:pt>
          <cx:pt idx="16">Arizona</cx:pt>
          <cx:pt idx="17">North Carolina</cx:pt>
          <cx:pt idx="18">Virginia</cx:pt>
          <cx:pt idx="19">Massachusetts</cx:pt>
          <cx:pt idx="20">Georgia</cx:pt>
          <cx:pt idx="21">Washington</cx:pt>
          <cx:pt idx="22">Pennsylvania</cx:pt>
          <cx:pt idx="23">Ohio</cx:pt>
          <cx:pt idx="24">Florida</cx:pt>
          <cx:pt idx="25">Oregon</cx:pt>
          <cx:pt idx="26">New York</cx:pt>
          <cx:pt idx="27">Illinois</cx:pt>
          <cx:pt idx="28">Michigan</cx:pt>
          <cx:pt idx="29">Texas</cx:pt>
          <cx:pt idx="30">California</cx:pt>
        </cx:lvl>
      </cx:strDim>
      <cx:numDim type="colorVal">
        <cx:f>All_Romanian_IRS_Charities!$AG$21:$AG$51</cx:f>
        <cx:nf>All_Romanian_IRS_Charities!$AG$20</cx:nf>
        <cx:lvl ptCount="31" formatCode="General" name="0">
          <cx:pt idx="0">1</cx:pt>
          <cx:pt idx="1">1</cx:pt>
          <cx:pt idx="2">1</cx:pt>
          <cx:pt idx="3">1</cx:pt>
          <cx:pt idx="4">1</cx:pt>
          <cx:pt idx="5">1</cx:pt>
          <cx:pt idx="6">2</cx:pt>
          <cx:pt idx="7">2</cx:pt>
          <cx:pt idx="8">3</cx:pt>
          <cx:pt idx="9">3</cx:pt>
          <cx:pt idx="10">3</cx:pt>
          <cx:pt idx="11">3</cx:pt>
          <cx:pt idx="12">3</cx:pt>
          <cx:pt idx="13">4</cx:pt>
          <cx:pt idx="14">4</cx:pt>
          <cx:pt idx="15">5</cx:pt>
          <cx:pt idx="16">5</cx:pt>
          <cx:pt idx="17">5</cx:pt>
          <cx:pt idx="18">5</cx:pt>
          <cx:pt idx="19">6</cx:pt>
          <cx:pt idx="20">7</cx:pt>
          <cx:pt idx="21">8</cx:pt>
          <cx:pt idx="22">9</cx:pt>
          <cx:pt idx="23">11</cx:pt>
          <cx:pt idx="24">13</cx:pt>
          <cx:pt idx="25">13</cx:pt>
          <cx:pt idx="26">14</cx:pt>
          <cx:pt idx="27">15</cx:pt>
          <cx:pt idx="28">18</cx:pt>
          <cx:pt idx="29">21</cx:pt>
          <cx:pt idx="30">40</cx:pt>
        </cx:lvl>
      </cx:numDim>
    </cx:data>
  </cx:chartData>
  <cx:chart>
    <cx:title pos="t" align="ctr" overlay="0">
      <cx:tx>
        <cx:txData>
          <cx:v>Total Romanian Organizations by State (Map)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Total Romanian Organizations by State (Map)</a:t>
          </a:r>
        </a:p>
      </cx:txPr>
    </cx:title>
    <cx:plotArea>
      <cx:plotAreaRegion>
        <cx:series layoutId="regionMap" uniqueId="{B6F40C99-8A85-4E67-92B4-323A17AF382B}">
          <cx:dataLabels>
            <cx:visibility seriesName="0" categoryName="0" value="1"/>
          </cx:dataLabels>
          <cx:dataId val="0"/>
          <cx:layoutPr>
            <cx:geography cultureLanguage="en-US" cultureRegion="US" attribution="Powered by Bing">
              <cx:geoCache provider="{E9337A44-BEBE-4D9F-B70C-5C5E7DAFC167}">
                <cx:binary>1HxZc9w4su5fcfj5Uo2VACamJ2JI1q6SZMtL2y+MalnmTpAE919/kizbKpU13Tp3fG+EXlhcAFQC
HzKRG/DPu/4fd+n9oXrVZ2lu/nHX//46rOviH7/9Zu7C++xgLrLortJGf60v7nT2m/76Nbq7/+1L
deiiPPiNIMx+uwsPVX3fv/7XP6G14F5f6rtDHen8TXNfDW/vTZPW5i++Pfnp1eFLFuVeZOoquqvx
7683Xw6hfv3qPq+jeng3FPe/v35U5PWr384b+ulPX6VAV918gbqMXVCpkCAMS4KJVPj1q1TnwbfP
FsbswuaK2kQoomwp+Pf/vjpkUP9vyZmJOXz5Ut0bA52Zf39Ue0Q5vPVev7rTTV5PwxXAyP3++n0e
1fdfXt3Wh/revH4VGe0eC7h6Iv/97dzf3x4P+L/+efYCRuDszQkm58P1d59+gmQfGaObKvo+Mv89
KlReUFtwhCjiWHAhz1BR5IKJCTOObYwpmb4fZ8QRledQ9DQwDzXPsNlfv0hsdjAszV0yfB+fX4CN
uOBEwJgzhQlGisrHHCP5BZFCYCWIzW1yxi/PoedpZB5qniGz+/Qikbm671590lXy65Bh5EJRRSiW
gnAuuWKPkRH8wiYIMckJUUwRrL7/95FrnkPR09g81DzD5uplYrPJv0SH/PB9eH4B06gLhZVSiFPF
OfpJoEkbmAYLpSi2GfqJa55Bz9PA/Kh4hsvm6kXyzKVuIvOLkUEXSmIE4AgqOJOSPmYahS9AKZBI
cG5jTigDpjpdap5F0tPgnFQ9g+fy3y8Snqv79vDl13IN5TazJUgtW9KfBBrGNihnnCGKqSBIIMDu
FJu/p+dpYL7XO0Pl6sOLRGV/iPL77wPz34syxi8os23QvRiaFIGJIU41ZltdENDKGBJMTJDgM1D+
lpynMflW7QyS/eJFQvIxMnc6N1H+C2EBO4UqxQUDS0VIUIwfwyLVBSht8AWYSaLjCnTKK88i6Wlo
TqqewfNx8yLh2R+qIT3kX34dOmDQqIlZuEJICjA4z9AR9oVAmID6xjjF50rzc+h5GpqHmmfI7L2X
iUyU5/dG179wkWE2yDP1YElOg38qzxS7wEqCUs0kZhM65/LsOST9B3Qeqp7D8zL1s1vd1OEr91Dp
NPql6jO9UIgqWGsEeGCUsM/YRyJQ0hiSGGMuyGR3fmfdo2XzfLqeBuq8/hlat+6LZKZ39xMzmftf
qBxQfiEZATsHYCKMYYYfMxPYOZRRAqqDVBQ0N/vMBH0WSU9jdFL1DJ53L5OZPJhVxxX6v1fapvUH
MeAbJImwwbdGHuMixAXCNpEAG2gJ7CfXwHcH7Cv99ZWr0yb7M/pLEfw0RE+3cobW1O27l+cEhVHR
1eHLL3RNT5gpCd4CULVB+CEbFp7ThQkjfsFBIBJpCzb5DYDXTjW651D0NE4PNc+wcV+mE3Qf3YVR
cPi12rYE+wbUaXCBMvClnfETOEEFRQocOlgxerRcT7F5DkVPY/NQ8wyb/cvUtSfX4fa+MvfD99n7
30s7hi4wMIziFJhG2UyemagCbKXJRCLfhJ0EF/YpOs+j6Wl8TuueIXS1fZGS7d/p4c9D9pfi/n8X
c6PkAlYiRmAxguvP0R1QEiT4dCgB58G5KfQMYp7G5UfFM1D+ffkyQamiUf9SFZtdgPlJwD0Nihma
ogdnqw3GFwCaDfKM8dmB8Jhn/v33BP0HYL5XPAfm84sE5kpX/29MIFjswQISINOeDIkKdYElB92a
UVCuJ9Z5jM/z6XoapvP6Z2hdvUyt7UNUBVH+17rs/1K4QXgUHDkAEvjZmLLRGR8JeWGDAQs6NrI5
mErnFtBzKHoaoYeaZ9h8+PeL5KT9wZjDXdiY+7o23yfzL1AOyAUWBIxPmwPDHE3QU7VagJxDU+oB
hB7UU6rbc8l6GqWzXp1BtX+ZUK3uNfDRr1URQG2b7FFiSzRFGx6vRpJeMMaoAFEHPqGfHT7PIOhp
eH5UPANm9TKB+XgwIeRn1fpX2j7igkHSjQBPKPh6BESAHmMDgu8CuItC2pRtC8iZOtOun0fT0/Cc
1j1D6OPLROi6ug9+KTrgKqUSQqYn8epT8XZEByLeIPl+ymb7e2KehuV7vTNIrt++yIXnBvyiZkjb
wy9VDMAolcAQk09Aom9jfwoMuOAklVIJAasPJIicWz7PpepphB7XPsPp5oWyThj9Qncb4AOONg6x
IJBsc6DnsViTYLVCthsHjw8/2qbfdZJjjOH6b6h5GpdjrTM8rtcvkm+W4AGNfmX+B5EXHNKlMFil
CIPTekpYO2UZgIRJWH+InCJDP2sBzyDoaVR+VDwDZvkynQWbFMJxOvqVSjR42CD9lmFQkSHmBmlR
Z8iANcokBBTgi7R/TtB9DkVPQ/NQ8wybzcvE5t19f/iFwFB8wWwKuergooGQKT3zSyt1QeGlAJco
puiYInrq+fxbap4G5Vu1M0Te/fEixZh7SKOvuvqliz8VFxD0tCEm8C2ac2bPYKwubDBLBTgOppyq
Kan6FJfn0fQ0OKd1zxByX8bC/9fhwOM4HR0Dj0r+L7eCUHUBcTZYbhhke0yuGfFYpgHvICwpIgoD
/4AKB6vRKUZnWzX+M1lPw3RW/VFP/j/tA/nPe0R+bKHxDvVhMe+9Odkm8tdf5+7CdqCzqt/G7kmH
znHsNl9+f00oQHIC5NTIo1H/nqv5U5X7g6l/fz1v4AE5aAtISRQM3HGwUnX3x08EvX6VT/5a2AdE
LiAzi9o/vNvAoGbKZvn9NeQ0IMTBDQG+BkLmzLrvXbrR6QDW24/+f3t+lTfZjY7y2vz+GmYSzKPi
WHDqEUfA6AI8gOBuh+AUEVOySnF3eAt2+lT+/4Q169u8Kug+DFonbiu+EBWNnUDp1gnCJnUjq8vd
OENOER6aZozdOgn5ZVV2whlJ9d7XZe60POiXtuWv8ppUCxY7hVXpZW3j0a2rMnA0qYxj4f6Aw3YZ
+p1ZNI3BbsdGZ0RGb1prXKcNzpe6F++rzB8WKvaRq3B+4xvNV1huqyQw+3awHaK58MaqGNx8jGLm
oHFraCjXVVzf0qYvLyvO3kka4FXZ+PUSVyhwUdeKRUzaDaottMUF10vc9OZDHVTvOG0+VCnSH6nq
ljTvr5T0zUY1XeXRtutdZMV6K1l5HQriOwOv0gUP8J2wVLDw/dx3o07gnU/YNkWAhCUzR+Cw8xRp
5K6xy8xBcfrGYolTJ1nl5QR9bIRYxnjcKZ6utR8Un7Q2NxEa9mMRhl7XltghebeVIYkd8BmbRY/G
N0n3iftR40CypVmUY2ecbsRvVdB2zlzDDurAkbYaXSLzyBO8UZ4dppkrTAz/3dupW8Vt6/rJDR+j
YlXrzCzoEnfRCmcpWeqSwWAXX5sGbyuNGjesTeGAw3o50txfKvbFtorINdJ305Dauy5R/lWkXRvv
xsHw6w7V2SJPrllZN06ZD73HVPdVmO5Tz7NybfnBIogj4am886KmF14cR6FXxWnoRHlqNqPPljxB
pcPzKneFSEaH69YNO8LclDXK1agWDquXuUkWpJbttm2yeBWJoHRojUIvHmnjtRa+Kaou2dOhihey
Uns7HZBjiYQu0kBxt223/k0QW9E+TdrKm8ZGj7H1rva9IsXUGXVWLNOuBT6QQ7MChksKT5A0vSlK
tPO5ri/FrSRJsA6Mzly7+cqr1t+XWP+ZRyxZGZS3SxIr20ll2G39An0MmFFOIDsGw+PvRqT0pugG
7VgBc9q2pVfUGLfLgmpHaenpsaMfk0Iuo0Cso4onux6XTioU3cU0ztzcZ6OHWT44LAreK7trXVVS
mLY1Kjw/Q1ck7M0qNCRb+Lhv9xWg2EWNWoURqdzWSnrPLmm6RjTd2B1Hjm8qeQNUr0GFBp7vUr4Y
2iBx0iT/qKPYXEqtc9fQdzQNm09lk9+mQf4eIav1dJvytYp64439rm+7YFdhq9gMYSWWXeRLd8Dd
+MGOosrhQWUdLBrtcWc6L0XKLAoMMkT67Rpb1iZhFF1VUdOt/NESSxllH4nI9D4jUnuFbltHiJiv
Uj+kVzKTlyEj2XoSV3npZrRaBMFofUIp3tdINvdlU+hLgfzLUep2mcQpd0LshzuDYAwGEmoPWbXe
R5ZEq9DXnwgv/F1QRv2i603gcpOUW1/W1LEHm3mj1afXvkrM2haRv4kKlu5pmnROk7fSDSrTery2
2gU3hnhhq5tFaYfE86tcLKy2bx0EGZ+rqlW+F2dd4Arf/1DXLH7XZLDDspS225KIuUlmy61G1soE
ZryBftYDhZEgw+BELRkdHWeXYcrt4yWN433O/Y0RDNgNILdsbBzc1fW1ov095Hvz2ySImJfF9SIo
hnbX5L3HeV1sS2R/HqyCrWSQ7UD2azdmfuVaWFkezjOznS90umtC06XOw/N8l1O7TR1fNt+/D4Oq
YLzgef7+8HgsOb8UlYKW5k8nt/OnntvD0vT4Zm5iLjK/P2uxoYne0oS8lwcio2Lb4F5v1ThGqRMW
9vdbS8Pt/DzfzYXmy0OdRMCMcObP0kRQ/eHTQ52Hd3Pt+YNIU+b4DffdQaTN6M4vn6bAmumaCxz/
bm7l5PZYbf6X4y1V8Q7YPV09EH/S9ANhT/b1WPKsn3OdvvK124uqch/afShnqvZ24EG+PP+rYwcf
uv5QZb47Lz6/POnd/NcnlD5UP9Y8aX4eAhGYejyhsCha4nGTaqciFoz0XH++MLs0aDG3f0LE/Olh
jArFNkXKqxWIwE8Bb8mxwrFUz2wn8Vsnq2ni2Umdj/AnPt/HOseuDgLmyjBqlmVfvMksrLdi8PU2
LlIzun0uYbrMbx8+1RVJV7Zvbc/ez498qjy38PD12IoJKmjrpEU/LJ24oGbbl0m569AiRnG1jVpZ
pM58a5VD+e15iCyY9XkkvZOXuZ+0m0R/PFaZP8z1/HDAyx51134SKZADll1ug0xpvMiHEUR/mHip
VLsyQcV2MGm5ne8qJostbahxWZ3GHsm2iR6vIuX3qwcWLWZRUJArUhMCHKl3lRphuUoAM9CB8400
yjWmvRfmHiQ5c/J8+JxahZ84WNB8O06XQbffLnYT6CcfH8rN1QCNwkna3C2EaNZ9X+x6Y8SGFbkT
of7PPFTVsqpMljpqDKnLaPfJz+xb7cMyH9mmcgoCssOOCr2tW/jL+bHsa5fZdb4euhUFFWcr08be
ImXZWyVi4/p907hNEHTb+WKmO6mTIHOyrA3WTAcwME0LhdN2i6a7+bGoR7xqpd5YvR3u5kunE+UG
A6zmusWWdmAFzncmtbUDqpv0WCrz7XwRI3VI54t1O4z5tv9xaSLra4F5tyh0obWjfBqt7N6+qToT
7QY6Enew+tLtC+nZqW+t0z5xLD7mG0gfFKObW5w6ja0Trx1B2axpXHklwXQrhKFbK7AqJ+ti5IWU
lNu4Ihlo0Lhy7Lb8hAt7X4FGAssZjFvcv80wGzZhEaZkQRPGHbusfbcLbX+D6IIPI94qK8RbzHaC
dQXoxhJUPw6SPA4IXKa7zuZeRaleh9NTT9rQSTHSixzslm0WNARWLOvbnbJDULI037cFbbczBjCz
y3odNGXqggIwuPP4iwmErpZ4U6Zv5QhMiERbbIXVJrB0pXSNStOtZhoGU+ttIniYOt10Oz+nYw6q
Aah5jVXmWzIhwktfZmusqtGNIhq4NayxW5X12cklGEI5uDRjV52V4yVs8lQw8tP85oOMRheRoV3H
oXLZNPceJuB8d/ZuqJvUC/tgdOQkDZXQMeiMSwNaYOrQlhVbMnXp5NkWYbQA+yxy8mgSLvbU72N3
psFO5xGfLqroYicbO9+b59TcvXnCZeMArHnEYZpt0t+wUKAN4jzbzh2e7x4u87s6sciik/QPH2f5
Nox9GJKpz1ZNZOLIHy/7qmidtjalN3PdPIXmu4fLPAbzI6wmoK7GbM0VLPZ0ugQlrO3z5eFxSNGn
LghSNx/QTR11fHQlB8l1vKWsV04LuUruEDXlllQWTOh5Vk+Xs0dt2DKjgb+qS16BMOtOL4MVgroz
vQuILFcwLbayo33qJB25r9FQLXLq19v5EoamWPQ+4GXK0l8zlq8C03wtooQtzDSf5vFrp/kz383v
Hh7rNN8aUuGND268VcPtZZvkMI1GSryhE9XObmzi9EVceHFHytQJODarAda8uUMMWJprbLwOtcbJ
DRiBDg5I6hFrIMBZVb8lFlvGrPJaRK6lL5hHWmFvo4ERZxxI4yUhSnc9jS+DKH7XdXW0CEyRLnDF
KmcmtklkMLr+JNAlsddzL46sYCGvzdvCSUdTe10ZBLtG9E4VDNZ6nh01zZJlH6bvEgmi/4j0dPcw
GURJ4y27zfs8dys/QF4/2UYsPfRY062qcr4T08UCY9Aq68Tl2lTbel7VVBdt08LNA6W2NqjW6wiF
yzZsPjSFspZBlQZemVLfKduwyhyIrl1GTdqvxrCLdzXLm5UwxZsysSqXjcICPk8tB/J2tDeUTeNV
CKWuJUGCtELnCzOSZB2iaI0Ls6ExacAg6JSbTMKiZiDKmI+sxJmfsa+5oxJYapXd+Ns8R60Lx8CU
rpKgNqNJ1+4nLRqyhcBSbawPNI7AWdBepRlrF8KoGxlXwEtV9a6zVxTMXvfYOoNjHWC99aU3/083
auqW6DLLhReIqnSyPnRxXYOmY2svMyhwqmmdN11VbEOsrWVU48sCIzS687v56xiHvVuZ+l3YgKwZ
x+C976f+Mq4DvTPsz5FZw5aYAO+y2BERNNfnSbeNyvY9twxxgiz3HTiBJ3ZQMprFTFguY7NqEnKp
lb6uwC+wQKMALfxraKDRsGz/wCYYFrKrF37QkWUr7dDpVQkuCJCU8yW3rCB1DLpnBnhRVq07GnQr
/TJaV9tY1/U2nS7zXTMk9dZXuN7arLE3or0Wso8XcRg2bg6yZJFXae0cCwD3bhL7INqqWdZxx50W
+V5bR3KNfNMd+xYWrXBR30mntCehO13aLIcLOFm8tAExM4wf9VB9CKx6BGN7xO4oMAyPnXyoQztd
DImfu1REwz6uc+nRQriyhtVhHp1smOQuiwhzRksrN+twtgVjM9vOd1JGIoE1+ftLNX2xzLDLLBSu
5vdkkrLz3cNlLmY/1J2f51aTKA9XBQYApzZPys23iNjJgtv212Pd+V0Wd5soR4mb87sEZc1Cp2np
dboOPDYwyzM8vs2zZNyrESdvh8of13H3Nq6UtaAkJ04lJheaNSypT40ToN7hg/oz6LIPYzGQxZh2
0mv61naKsbVgypW229vFx6DJV5nEC3BZsEUVNolT5QFxStr6XlD1uy5Lqzu/N6PTFeqzznzp6AF8
Sn5bCpeZpnPAkVotLJT0264drbcjCe9wvOohjPvZUImcOuj8axEG1d7HFnbzJBoOoooux17b7wn4
vtbgYmqWuOXt58Tazd87mnYLG3fptvUr/7bEzXu7H/sDC03oRpkvrsqgMFe5afLZ5XIIiX6bEx9d
BqkOnMJEfFOPHV9M/piDQQ7um+RgVJIum9EuNnEg8vdVOF7NrcKowVSPONurSHfXHPzCzvyhltan
MGbZbVdUZMuZnyyyoWgc1IBer1HiRL0aP5W4F8s85826NGr80BXhZu7EUHeWq01ELwtT4huwfoAh
QF+/kXYFYn7II8dHlf9GjBHeNX04gHcNqB3BpzAqO/kjs6pxJfoar3DahH9wHxyO0yA0Q9h7YWyT
XSdS+YYnMjqSy4KwdqI6ojdtMODLnA7BsclBsHXbc/JhyON6rQetlompu09ZWBxrhlrGi9pQujVc
JLdN23+e/wqlEXeywO+vyZDR/WjXncsmGnCor2SKyvfgGdQb01fZElt2cODdEWBWwnSKKmNv2g41
76JkfDs32BU8c1su66twKOwrrWV4BJDL/D1BoQGzMEkXpmmSLeZxfwQQmZ0KSfd5tGW9TAj113BA
BH8/kvRybnUMBXbnKdb4tn89T7t5LFmJ7sAbTd4yNES7UCbKm8nPMaiXROgPkbZdnKF+OZQF24RC
qzdxAA5WNdD8Lm/YlsUh+djLsVyCoRxsg7jq3wS91R9LNEG+4bYV/2FFLF6yoSq3BQikN8biGHgw
03dRz1Y+j4Y/mihXi5CWI+hv4B3F2l5DbhesWdM/ZUOz7FkafgJtiyzigMotVr65GWoJrs2pHR7p
RdxZ7aeUgyfMEjwD/SEPbyrI1XTnEkGmvQC1/iejRLFIiqzbgWGAr8FNnLnzv1S9cY0e6s/BQABu
n8BCL7PyGvlhdWzDFiOY7Vx+HkuhvL7A8WWuwQ+dhmN7LNG0gdOOozlIw6kXp6y+zIYIXXHfQEBh
6ksPMkDF8pBq2Xt5b9FLY4fFlTAVPzah2rVtaHo5F0BFYzwBB8Lt61qoPSwR/rGU6JwiHsSfbWNn
sKYLs09kPcIUxDG48E16l34jSOPQ61lH95R1ep/Cf3lJ1eE/wa95pKdE0m0sK7zyrcq/jOA0OK+k
LP0zs3bzwOGxoG4OS9tV0VbosvFD5PljSg4t+zgXMEM/uBUq2VWNh+KSmcz26qBGV7oBeNoW3NRW
UX0BlRxckV2N3oogLGBtG806G/P27SitzmmxXX4xqXJSu2GHkmaWm0bQRgnzc5cDjYs2jqwPVh28
PbamwttCav7Bt1JrAdGsZCewxa5gMimY69I/SABrLprQenCyJirfcs3atU78dE215m+1DQGNuUiu
ezcH5+yBiS72iqSsrghm3S7hhi5IW5QfUVrezEWBe941qKo/gGslWdbAEttylOF1pxUDzSc3f9Iw
dtjUYwpGrWPXtvUGDwNZg/JkrUabxrciAJd0Dlr+lwxmJVKt9Tm2WO4FXmqZ4CoUPdvVgewXUQbs
xUZ2NQ8P5Jh8aFEVfWCmLpd90OMtifLqujcWcgkrJs3o41xybHzmNC3Gb3q/VetuqJNF3Va7vimb
206U+jjeQ5AuNFPDZysujNc2Nd93KAgv+wZBjMwX4R9jk+znvqhC/YHahr4XodUux1zW2wQhdI2F
1bkRuG3ucLufB6gES84JxrF605ou2URhO6zqJOC3UTuCTTgNjG8HSwnhqs8+Alktier2glj60mc4
X/DI1H/gDO/mouCpO0RhDutk1umd8NNsha1eb+xcyTf2mA3gfKXsrsmqBVGV9SlpqO91tTaXOcfh
FY+TyAMlsv4zk2+GJuPAfyksikpY1zRDZFuULFz6um0+Vt2wn9sKa/TVioP4HcQXxMr0Tb9uRli6
RdBoWNugjTZS637w8R+Kj+1itMN+F495cJ0ZjcCLCPTMl/mxCZR1BSH0bocn0TRXm+rPJWgA++Tg
EMdv0ehHMdY7XQxVBGvWMeT64/FfkLc9peGZudbD68ePUOlbo1MY+dHDTzHt7yHes6j18RjL//Dx
eSFtatvThsQfx1T+FNI+OU/lIar9rda3qPa0RW46JgxSr/j380S+RbXhbEQpYS+3go2nErZ8T+Hl
70Fu2OUtYYeQPMnc/hbkhvg3g91FsGcStuTB5nyg8HsnHwEAcfyngtz0UYibyekgGtipBJuRoDkM
ueCPQ9ywaTZMGh7aOxXoai38ur9m9VuO82rNy35YQogI5mkOUWs80k0eFJMoGhYRJNCsGtbtT4bv
KXIgrl88RNyP5EB+IAT/YSu1hEyAx+SA2UsKUmR8R0GR84YiLJYxuWsHUVyj/KAKv3C5zGrHaovr
DmImxwl6PHTzif+HxJCf/x6yfxCcAAcpvlPawWnAX8X2aBQkZe2q3v+kZdvc8t5f27XJweXsp4vO
rjOvLepLw9to9Td9n4b6rO/TDgrIB+c2nMc0Hdd0+udV2IVBk4AvMMk6ftD+kKzsgTqgXkgvriLy
Dth+N2ZOosW4teL4i52l4HaOs11sWL2iBsR2EKIQ7CMzQuLqj3n9xMBgSOX4iThsc5hvEo5gE9Oh
RafEdWXSDsiq2C6FkOgiNuUnnpbFEjw4eJmZyHIaEwZOwALP4mDAWVG2Spsg9ZKW3KbaGja5ccqu
l8u/potButU5XcANWBE49A2S6Sd+PaWr16nJRB+xXdj6bBWUfu+ZukBe7quvKEmC9wzFK0pSC0Lg
rPNM2vJtWmZ8C9km0SpZm5iRNTXt0k7LYTcMtVhayG/cTgTxNQL/rGpB62yqW6pL4oAujhw7AJW/
s/svdljZbxr9CYIuYq0Sto7GofRgg7v+bNfqvRUT9tZKihtgsmQP+RoeqmP8xkbxEpyNEKJTw5sm
8L+anFVvfA2u7shIuglj8cmyyUdEcgWZlH+JIuTGnI2WDckx0+ESWMBZBGQazZOElhiHfpMGPttF
WqNl4Bvmwear2ktgGB2T+pEz9mXsgmIN6RJ5dach7AJu2f87QjAcGEthlyoGhjpjtCCmKA2Hge3A
moCQAQr3GfLp27HpVwWpb4cxWfFiMDvms01dZxsw5vp3fz0YP88cG85CloxzyOOXkM33eCyiuqgs
Wzds1/rhV4usISADMaxm2DClblgULwGjvxNvP0tb+E8bDu2A7YZTNu7ZbEVtzERNUraDvaPrvtLc
A4/QrQ7kjfYzaxkrNO4yHkPACIPvdBR7xFKnKjH9UFX8b1iH/CxvbAQZppjYdDotadr9czoZpE8x
2PyY7nRSX+qko5dU1XuZgiM+TtVbJIc7LqzIA29ZBOpuB4pVm+8hrjxuzAhZNDQs8B4SsySYw5xv
OzmkC2WnbynK+UYPMWS6VIm/kbW+zCozLBMNwhuDwg3s1jh/DSb5WXLbCLIgCDhT4Qayvx53xocj
o33fTtiuYwOo5GPhX4N1RR3eh9mqj5FT+kpeFpax3JKnbJMa3iz8wf5MdVG+NePkIkFgtTRJvpQQ
UHNpVyWeLsJ203R013JiXaUGsppQCJZ8hrMFapJhYQ2BWKaCBk5tJ4PDwXmxipWp1n/dvceJaNOy
CJ1icOYYnDrGYd/JGbskqbL7LClg3iS8XPdWAUEnBOR2eaN34B1sgl4v/oe679p2Vdey/SJuAySC
XolOM6/8QltRIgghiSD4+uqe59yza5+qVtXu433xsvH0MgYxQg+D//krg/v6/3s6ipGN0MUG8Lhg
EtC/XR+gx4wCLkWubcTAZHG+P0+teQ4m3WcsMqxiMhW1GEh6fX9IQxCEv3o9yv8lKf9b7kGipxQS
6QSKvxD78l+u1EnMatB68i5z0wOSDfw3OrChTmLe58K1rg7Bx1VTmsaAOzzyEFqQmNwackpDu9QM
uDbnhr+NwWr+l6Qd/T2i3vctSVGNoei7nyI4Uf++7qb+wPgEzIu9aHbvJIekDKK5y/tVAobiDLDQ
AiYT+/aA0eb2GqB/nYDDPd3zCuREYRnqxM/4SrzrFrUNEJ32FK0c2jOmr30TsdooLGMgVMkJAGvJ
UJVlLbesdCE+2O0RzcK9gQ5qiW5OD/yBdTp4TNtYn+4ABLrr5sXnaTbxlJWjjS6zmcCTdRD3OOH7
WXqv+3oh21r2rtJGyRLlUV/sRxtChqbKwEOPRvnkP2+nNlDq+j+vM5zCv680yC5hPoRfHi7eu/4T
1d/fj+EI7Jk6SeiF82DIbRR/9A9xVKqNvSoe5RNxzYakvfhF5802O7DvuYrjLkeFJmTWGMDrXYc8
on03lm0aicxXer9IsvfnzoPabN7DSztvXYWy65uk8nx0/Ya1QxUaNEcuexeDPEniF7f5bT30fYse
Wa1FANa778PkMqa2q7d4A3TZ8VzyNcTJTuxFUA50gTVdfhwU1EcAFu/SSUgHcnon5d5fu24gBYCd
MfMNQZKZMPuxag6TE2gaz96wruUGodG1FaTN0tawy+ZOzbLtj+N2VA2GPF3DjY8AveK5QnmAJbT1
11k7kh97ekLcaF/imXg1uCEGweDnYYLW4RDjq0qjV8Q1cbqXRWZYv+1QcQEBtm8i1FO2CgBWTHsu
n2JAb32UxJkv6fOMGPq0QQRWrPoQZexP2xn1f607YW/SQsU5RTwpezLsWbJbdoNWdMoU+CWcvdBd
wBU1uT4GmiduQtkjvfFCoGntdPgl8Yf7AoZ4lqxAd5GE34bhWzd2X0h0Go6gLYNlHopkbd3NAhTK
j83/rFbOz0sQfV9A+5aT7UDFeVAJKjBHtU2GsXCJ76ELX8mlUqMmGZ1aeo7Wx3Yh8YNlXQ3Eer2O
xubDzJK3jR8sU3FT6XSea3Y08WU/9o/d2G4315FTGPni7Mv49+jStbKC6XJIrMqIatuKBktXJGLm
z+sKWZm/tCcyWPGtH/cnmo4n2bTrK7iqwm4Ehfy8vMb92t+aYYzBRjZjqbshQRkvPtBeJy8Q35k8
5Sg8pDT15uL53KZ6KKD8/GNjy1+9tfnT+GFTblEvy1UMrHbzjGI2Go6HkX/qJ3BjCrGmXUbxODeA
HcIjTb8A+OZZNz7obkuujaBTjUJ1yfsm2cpgWEnB9918WNalZGYCadvkJLX7aypFHSnhHr0oBlvf
RuUxQT4ZY1mfA9abfE68oEynx1AfY+kP0XHCWiOFMgvqmQDnhjAw2yIcU1xKw1Zovkz/WOFm9MtZ
NlipDM8C3fxhwJmv6lC/GECZjLFDPW+pekQkC4tJHKzmpAOJaf39wpY4KKz94eHS+NiQr924vbK+
DW/HhsqCoMeuJ0G76zauD94yVBsUQW+W8JrTrXme47nodgv2pJMBMMnfLVCiMpLGVBZQa876VZ0l
PyA1AXpJu05U8dHxl73T3ylx9mQsm06WD98b22UIGOxxpVQ/4weqbOlMcm7C5jtlzX6dpfrj0XV7
4EsANFKRFORYPGfULO0HHmGFje3FBu3+iTZvJmyxKpYl+TXfgNeIVxWC8phSFN40IebJjn1xxFJC
QT2SPNZ/2BZ4D0Nkv9th1k80gVZrOX5wH6LocdltGfVE1X1rvrQ+LFo6+WyV+dYGTQFhiHiKFThL
3nBa7CnrH8Am5tuWkEtk8YVOJTKfNULgoQEA9MvwuFCz176Hs+VL8I3MF34+Jl53U9r7ZNAO1xEQ
u9wMNkcgUD8lSoqst+DjgmB6niBMP69pf5OqbR5CEfdYmeOb70RTwbB217Z/E9FOyk7vSRZ4yXDW
Ky0avX4zIusWaWs22gRaQpDkc9ZtOQ5pfGvT4LTb5qFjzr4QVo1NGlbxvC45jUyHy07ZEgQt2lAV
Bh/G5MTnhH9YArJm0SA/Gtq5mxf0zSdN6W+wbXuWHnuPNhp7so4LeRmmKc1kvLFPC+vVI7QLQ9FB
NFOMwgcDSrzx1EJa6sxwZEGjP4P2YFlAuTmZZXE3ubIPYtctrre1Ji6gT56IS0dlWmhnXUbGaP/A
b85fUV1T32YJ9yEXZ/23let8CzpeBRQ9tXTR2Vrtndc5eNaNxsfpcmusTR+848Gs6Va9N2cjOuMq
nGccMmNACwVpq2qzjEm+hceAevHtsKHKnKP6zBCdXvomwyQCVwYyja57fzzjTic4ZCHk2VK2pvQ7
+wHgWHLlMlWl7tk3KMTUqzwY7A5ggct427ZsDB35vNJgrSaQPc5DcCJHjwwR2t/HbnkxbmQ9j00j
4G8IomyL9FKOqt7QMxRC0L1Uce+wSMIXDr42jyP0EixsBC7dHhrzeKblNA4fEkiMb8Te9tV4J6b0
UmR24vt1OSZ0i5N7hu4+M3TiubBNdJtC7yMzAcSo0BeDweRR7ZYJbTyYhRzqaw8SAsSU2KS58zx5
cX5CnsKtX7I+sVWoN/ZF2/3LOrTm5CRd6pDpr55Gmc13Cl1HIOPS570sAPw3p/5oAI7dm4uUbvbX
3oVgp0D7XyEI1NnigBppOv6R8GEUKaRlNy2SlxnWh6fUBl7G5slVcklv6zqbF9ThB74O7gnWRNUw
GXEdLNUFD4y6eFE1JQ7CIYH+hexl5B+kipXwhmwkIN/giCo30cfnbXfoLskMk4G31iDb/cr1U+45
mE/C2bnbajpQSF1ncB6XCHWQQvdPgd8EOjU3nXqX6C4bhLAavohj3S6Iw/6Ilpgle4J+fN2KWM3F
ELD4ySit81V1bdZRMZ/3OPCv4To8ssX80iHZv7X8XoCFtRG79+AsLWnfLY+2iduiCXpWQvr92GkC
oO+YVO1GMmfpDMgLo3tiJP+wq2Y3mqLfERb52qenRklQi1JtZWpDU3gMwpyOyAbypLZ72AcADpnW
XgRGHN/YabHUE2T2WR99HXiw3bqG+TmQPDC1YRfdwI61ECma8EaHC5Ezzedxj85CjGnZLHH/4JDB
axLDp+AMKHEzeBUyY1BuB/udzOkfodbtbFP6bR3jX9PUod2lfjk23VwEzP/Re02LlkTCvOKtzysY
uooZcMAiZNVkoM5vzHHzyfo4QuBZcDp/DT12nt3V27G+ZTD9plHwDbcTwdUFZ3XWuK4OHGiWhgJe
30RJV/llUb04rX2LMA0K3Qbxq5POVU0axYUexbc4vt7BMCeIqBPldnQpf9x4gGkJ5Y80WT5D1X9O
/LiKwYrDUiA5irioOrYWkpjDvjlcsqVNxjbfpm82nfpauuAodwlTBKSh54HxpjIgiQxojLwRwQPV
psnXzj54YepO/liNSzBX6Yd1C0RmHPmU4t89wGnb5v1b5Pq4aoU7pxEsUUMEToyv6rsv9+9L0J2W
PfgJPUAAOxXEV2/rvvFiSjua04mepPnkLW2Yy56xvAUnlpvoVzhE8GX0MCR1gT6gt+mhl/F/KGpR
YrNQZ2oKx2xy0eO+CpVDJDmhMO6jnEzwhIydh9OijxxWFJoLPr6svs7bZF/KgECDQ7ygSKe8BzGN
w9NlwrR9KRJ90w68ad/FELdtHIYmqEBQRRbKLgq+DgrZWaseVUdnEF5VEgYpDsX8tkwHZEoaHqyC
QU9S+BiDnVtIfjK6Dc98XodqPdwpiCFRO9YJvQePShFNaHZme9rDHkm2GQGKR305eVA4Ssg2smOy
NAu62eTaNUXQBmAi/VpB+4dadhB5x9oZKsgn3T96pP+69P43KWRaUYhl83nxchKNT15i6qXxZ5BS
COjo1ArUiGnFbLsUsC5ni25/o+M90VHMpaHNWKyGfkJieEYt+osesUJMQubmCQw4ybYV1EteUq9t
6xCCQmIiXY2Hfh1GcGtkHHXZp6JChZ65uT9LRSRCKKJc4p8mT//eI7QYRPU1wuZn02w0Y4CSIiJR
VnIvyBQP33yBaCHlwrIjUVfaSQsPTP+GruICY5gqk2mElLkZ65GTHXEMVP4ytUVnyZghaYHjXRJZ
N/2vVES/NwdRhCB+Utm9q3eXfGgbvZe9FkgEXVNKKUgRc37zA6IrMoc+BJWrztHjv8ipf2zT7XVC
EYz4MVP0lOwnVJttBqpawMZFeMVcFqfeT6djOOqiN3K3/flb83Ez5BeZpLqSBcC5TIbC6HaFELly
rId5KYaCSilUjgrpx84xVIzLDzI+H4Nw2ca8qOiTkntxvh0j8N2IQN+2Rlum1I/B24dshsfx1Ie/
+hWGQ5DfETSJQ554ugz20d5UyrNtDr6uYWTyeB5uHIUgxHvraUyYymg0JYi0Tnw+6lnbx7SJYJ7b
GIcbzb6EIf5Pr5nEfUfOUYNfYf0YTsi1ySAejA+4juhkHiWEX22avIyrsEVMIrgBg+ESxV8jE/gZ
hIXuCYLgpgNPTTpIT7pVeNmG+4tkWLopjn//GK5cliZAOw6pX1JSSaE6PxRCxY/2m3LMZtQ52MgF
Uj1DpZyGyC4LYVmUwxSKOj+SXe4bumSpTtBx8VcaL1DA92TJml2EpeXxrTPIrjKI6n5IPpPA5E7X
KzfBKRzhZ4zX7yb6MoTzL4/1KE/uMtc5C92+FNzSqyXtkKPLIbU6gltroP0X/jwXHkQydBOnRPJP
oz/9CTjC8+ImFLkM7XCU5nM6PHJkuSaUIu9Z/OzN+1TBW5UfgKdPSXzwPPTZ69ZOxWDH9QYIdHuD
OTUo0VscYJyBEpFDmxL6HIXs03dl4ENdEAS9zsnO8obRb0A8/YtpyFqBLmjg0FqGU8DTBBCW86vF
G71igJYg1zrZq2Rrw9op/TvCrXoeIJq8rQjDl6BFoQ0NduWvBiZUX8VlSl33iP+ne3x/NrixexRc
PpNdHOe/ttuZbtDuwoJBY9Wio/LTDFNG+D9evm9DUzL5OMzIuBOxXb5Q+JOcXed6HbR4nAjpwb+r
db/oZjvP923Qy2PbPotfYpTipJzhj1vonbhv/UuiBX98f4j+9SwmcNQ6vpvM8fQj2eIvdCDraYmh
NcCx3dhZcO8Gzgcvk03f+inCEurziQXgCXQbllM7TN+GSk3LBBHwIE9jC/Pp3u1pNiYwwi1e3+Sh
9L+hK3ZFEhxbxaYx72OcwoBDSjH9smMns7Tv5tw260u6nRiEr8jWtK8mzwO8EqCGEX5w3S3ytx8n
UCqf1tFWS9TvOaDtBxNtlVjnrhhAHiJwSloksfcrisztgPou6znwsQhppo+Wt67jT8sg/JoqUeG/
fQIow/P2QDeHWclDloGl7au2C1lm1v2D1eT73tq4QHvyZ4F6K4upxgV0xxgFQfWvRSEjoNQ5IFEA
6SYxZ0sP8ZoG682GRDwvXdYHrXjYoPh2LRBRAqHo7R4pt30nyNwcZe3YkavHtwiAiPXPUY9uUB1W
5gA90qublvmWWu1nxzI+2aM9HidoBmskKVe3BBdPAxnOa7QEJxpuYYEmOjxb30XXQR6/dqLEG9gL
qDlmcUtT7Z3MBAkyRA/sKV6yMbLmxe8TdjIoLbJDBslbAMNt0fBgLTzRy6uN5JONIiRrPmynTu7y
1Pc7Q8SeXZ2MDBXNhEtUaH7x26A7O9XlnpdSROhDZCtGwNUmXNWzD6gsc4nKE8nsremOMgm3z1J4
vAC9Ed3sOL7FWj9Fbdff7hpmq5P4YZtaAcsjdhkqz7RG3tzqWD+Pvk1K0aTBSyReIZjV5da0/PNq
5WM6BeKHmqo5dQDdYjiMJw3llxfOa4mr5avyhuEE/cmRDU57ebIP5qSSj10yI7xv7njAdw19oCrj
kAf40pq3oTsPIVXXSKifRhv7RAfVng4YsQAFIruGkfvG1uTTEYYOBFAgr/jpkNPKEPISxy9qIxcU
qn1tUhqjQ6HxFVr2KkFz21PGH7b9OTxIgqtx4yUoSZaxKV7y1gZNDkZwy2xk9tcJ5f0MV8tVcfU5
VNLPWwe7LZzR3i3V4xvb+4p5SldpjPw/z4O8KQn8hK9ofBzjn83UfPfSsIUQPn3dN2puEFx8DIYo
uAYOftIYGN1lOryP/i7Ua0DIGe12Wigd0Py9+QyV5ud5jR+AFPHnxXKRQdiNQE24riXww4fJX/2H
gXbBg/Xh1QMfyypr/WPP3je+/802RutD+jYeqN5obF8E9cXbtvW2asEBA7BCCQDDECqTUc4vK6Mz
tPTRkCk3KF0sikY31ThSypjsGZN0hIXEgQkgywZ0ZOR1kn4IJs9ACgkY41B7rka1lxrtz2nb4g8w
R7GTNnIvEgUPE2DReto0y9IQHDh2HbxWuPnnqUP7PDRhDvNLcl/Hr+IIvvjuS7c1S0GGFj440t+s
7684B0LhMnBe7vFGFGRE6YmA5aMPLSGdJS2uRuwtglwoC45RBqcpbU9bF/e5VOJXSxSS6l6EdHwA
nQ//bhuNlaSsWMwTQ0OWbW6HaUP34ieJRVAeHvT2XRvni4jZKbUwQ9EQqnaff5rWZb+8P+A6ej1o
95N6KSJp6jTCLqCW490quwGzf3+m3B3Dn7rQQoXEgZ3eJf0+mv6Ckcbhgo131OURjsqQAtIUh9ou
6+DlqMYuRwB32breSTn0/ducRYvyijWF3WRbIbTjzs9g++nQYAA/ScktHnFt+AjNPvdcxURwlkQk
2cyG4WzvxvRwj9/2Lf5peRLlXfweX4MPm3ZRvQbTy2YgfHYI16WL3FPbcWBSayYai8NM1i7DHfqg
2aOIX5Zs6P6X7iKIRY1HZluK5bfU1J0Taq8etNYI5kdcxDI69z3QaM0VrPsQdCP6n4DCTRlZ6H7q
07qd0PLtMdnqcTHDJZ3Yx+lI2pc2abI04r8XquOL2rHHLvK6cp0RHdGSZf5g+EMQj0s2STblndeh
yho7lUnVkBO6WD4kbaYRObOpbfaL0I6irRoeADT1pT9LFIeAIuCZYJ/I6kE+PXhvzvh3BCRLPB6X
LAG4n2LQA3gy9uT3AKjYYL6t6CXPXQtgPYAtMlmxuLsdBteFlouLdAaXRF8tg8Tx7vx833oNUQtg
sD3cL2g7M7p3xzMJzh7M7zVQ/prH9BU64SSPjkWX3gJhCZR30dyycul8ChgkhuvAA48RTbToUJP4
uzfkQXIA2PTI1xaDH2tvMA8zNfI8uKAAedvUYoK5GbLKXMgpLkP3E9Cch24NkF6MMhT4YsLR70DM
/MsHSCQHGJN2fYd8nJxLMX1P+lA8CvdyiJ2ejt5/Dvg011DOYBjGmD62kpKzCkVTLN6SeWpbcqUM
aOygK6fQ8BJgyAprnCzE4avrGi/4balAVQd31TjFvzWVS5Ww/oWgz0bj0+WDpz7HSAwVh0IW92Q6
NVHzVTJ/K3XAthzgAM9geogyhbiUH5NrS4y2cDv6avxnIFP6UBfRpF7WvmmqYPphAYafYradlGAN
8NdXTtehmMPml4m93xEnQ7k2KQxGg/7WQs+TeQzFNR1ApekEfVArkosPLXiFAPFRBPLND1NM1oib
r5uMj6Jb07FyBijBZqFr6BH2azOCp5llchrgyGQj+dRw/pUZsuUT2eGVilNe7HsbFIq1iAroVjFd
8G4pApkKLefs6RVKGTeUB/p2a0n4mOwdPC0EjEdvXjuz/DzcjKX4Z2tRLWjQTmG7TddmnBJEiirt
AIq0S3n4Xw7TAsJv9d0hDCvPlO7Vwdb27s4uEi77Kxr42G0/2XSHOMBIFxvt885oWXuKo0xv87jz
azDCyHiDgzgr2G8BIIoKMrKPkRuHYrPDpyg2U9GisspkhKKZTbrNWhnroh/il8Oj33YfRpP70N8L
JueUmPGgStzL1uTAnbdib+42VnJf3t6fqNv9whg9lPFOoxrgNCCP4KppQ2qQr4jxu/4FiRguj9T+
gl8oLNzstmzuoPMOl6DqA4BAG/pxlqAAP1YAGX5a6e346En1wo60Zp4/n2B38C96WnU50d09r/61
uxeSAL8M0kMLjhSoNog4ZyABC7o3hxb+uqmCQDtX7Ci94ZDsUJPGrM+hrOlgFIyjHJ44eolagxWk
j68Jn+ePmLoSPcVifVpWxl9C25xYtPUfhjwFsWoaE9+2ATGh8aauDj3wyZuPIl7Sfb1uqO3ChKtq
kWcILaeb1fXIoo9jmn6PBzWd0j056X5OniYFiwJw+upoTVf5AxoLGaJ9Cuzw1B7rVS7EvUlQhtkw
zh8O7jVXQcf0RheB+ooWG2FNfSyU1VOCQmmStgPkRNAHh+iO5AS/UKtLZWPQ+e8+FZ1i/S3Bx6HZ
XGlpX2Bsy8VbKX/DsJvfi4fRMGiaxwep3GO0pFu9h0SX/iR/jrAbnQDi2RPx0u+QbMG+NhH/U8iP
JodXBaN4MPhjatscnkcNwt09jyi4LmIE8kLZZ3UnO5qQfyNOfZabCTCrZeMnVKU/Q4VfA2XzmqdS
gjKCLaGeu2Qs4VIjoGaDZ59Pfj0m0hWoAOdTO3nwGZWD6NtqZHSEcoHmMJmxnAFqyptW+aCCwRKt
+KIPGNvwSyXLT5hI+npugodIxemNtOuph5rkbNJpyhUZMK5HkToM4FgiETI0OKS0sAL2s0VM/DTi
49nYpzDQLpzkm59aYFZLUEMX8wN89JyDHnxJEYtrkg5dvsd6yn1roD8cYfDr4v1RDh5cj7CklQbo
ZRtNYLgcfeGBrGOCTlTqHuIFU0QtottCUfzsjUS1RXVYcqZnFL1BvbTsdTGRf2k4ERl3aVxCmJpb
LTHmZLtb6/sLtDocjptEZmpcQEuCDw+EDDPGkXQx5SCpSBt+bVacOQFxxBC6CTqD/uwjcuYYKRMU
AHT7aB7Ox4rV3mSCOgMUEjU0EEEMA7KnRnviQmBuQzoHn9k5LT5Ni85mH6WIAnOTYyAUkv7RAy9I
1h2pJibnaORBFfpmydcD8igGDxccQd21T+bzuJovJpFjvd65QepvaR413Z+93XU2beSHw9Sj05Ie
cPzv6NDhmC1mu9ea6+FmegqVoqMJXJaCnz2v994aXac9DPNtAsaQQjsSJ4nJx9+JN+bcTfSmMOyp
gEQF3lwP+s84Ck+TqkacpSdvRKlKDJI31DM5FebkLUkL9gxWNLGxcgezNlurcxFPWKFiRlloW9g4
vRn6CoxHgjQHvte4gX8jXc5dj4bKQ1vEQ1DiHnRKObBxNAjwoVetRPPJE1qGpmeXFIDxM0RUH3yo
0jLVho/DRr0qnVHBdaFu6kAHZfwldDIogc/IGwW/7rnuK7psWPoo86vGRH90OgZll0IyGLQn2UoO
BqS9pw0LJTXbLkigj+sw1xRt6VNkV/Cjgb2FBuNPhphDQrtMtzU2D6vGbDCi9itd1fCoYVnM7BEk
QA488IbQkmdmd2sRr06jKLECyWsPCpgKPyY7LpXUGz5O/jLdh5kBL4f/67CY+INBScj2a3Q8Ljhy
0NPMF3qfvDLZ1WQHS4+i2TlItXY5Qxdz4uF8IkyH6HBhPAQgYUA93F1Lpp+zhLYSCxuyq7tqPhMd
GJTd8LwLpCr3LtmfMbwJRWdj0zJd9A2qhbkc6fHsxSMGe6ELy8NwgrAhmcecWSofzRTs9brHE8ad
JK6YuxktKEmbS79+6vLYwgueKK8rXOPbKnFQkIg1yZZFkyqkgN13ByZnWsGZpHJ95ZAKvkkWXnuD
46aDrrk0Pssnt5TWWz+3OHy5z6MDfk5TdJxdN8c+Rkf3I1jECXXhgtTb/eeH923r39943+bBx4eM
QFyW+r1X0glk9H1OQ/s+zuB9bsP70/eN7w86Sbvc2njLFzOaGoajc6PhEe9CDFTxjmDGCIj76782
Jp5vLhq5a0Cljafvf2kbrDMxg2SXSYL+e0O0yJre7GDv8Wk5HtdGIU32vsLsiPdvFu+78/7Ul6M8
w3uABAKb8F8Pet0HjBz618ZkRx3axt1PrxMYvYKfdzki/xVuGF3RCNPvvBDDne7v/fUHvm5itK1T
mltQMv/Y24AfFoNi7j/x/QHT42AnX9bbqtsOZX08X2To8HA/7Bsu/0H2+ym5j4gArfqmeyKr6P6K
9dDuxRjJ9P7e+ybMdlCV5fSNyk4igmI8GO97dW6BsM4A4Q9ZK7K3p7UBzaol/x4f0a/3j/f3kzTR
1NTB+MFSAvTEoTj2GCQP7yq7/8+dNz/VAmHB/vqbt39N1n8fJnk3P/xL2f5ffDf/NoHzL+9NeP/c
P503cfx/WILb8UE3ykCkJXA0/MN4g+gOCw3uCRcnUcj+cWOXf/pucEsREkFW8z4I+T7X/Z+mmwB3
+IMEFrptiNVhfwiT/xfTDaaU/11bC58CmjwWg85PIHPB7TP+rngcgs6MwdZHvzVRD9Hok49/CZ6C
NQ4/bkj/hTwMq9/f9VMQju9yqNCM5B/vDkP/z3f/u8/+9cf/3WcD9h0uBVFwmAev7w8ppEJIVf96
zdCmXZP7w79t6/gx/d8/9CxQjNmdOD3M7a+HAXq0//SypTBrKlAjmpHPfEL6wnRPnnv3lyhQ0cFu
IqlDVOOYajf/6sd5e+IOwhohSpWgRO6PDQzxpEHZBOzzinGaEevm+T8oO7OtuJGma1+R1tKc0mmN
FDUAhcGYE63GdmueZ1399yjLTWG61+v/P8lWRIaEGzRkRuy9w1uo85468SYP4kbpQU3hyC5cb595
vl0trnbsod/TkRSJR9Vfm8IbF01lRBQ00YncD4kmShA3jraXdmC3d0ruqW9FTJ1ljMzsEE1Bfkjm
IfAGsUzUAtGU3yekKQc7rHJKBLFSL+RhceP6fXyQc8kwKGs/QG0BQHW3GYzJOUV11W38wnNOwXw0
DSRrK9dC2k/b5rVRP7tqqdw3CXXPWCG5NhRdfurmwVNAJ3minJHnGfuqpgdqtzBTWLdF6btbo2ko
wjTTyS8U81FDeRy+qOeTzq2sx8AvgKgV9VOZptScQTZ15ziO0NqgNmlb9blVk+bM/wdFv5AlvvTJ
YX5WFi4pp5007Un3z//rJHmhxOpujCrPd/0Al2Zhhe2475344yB9Bd/fDxPSh57P06+/uWOcxqi7
MdEXuKuMMHj0PMXa1iYF0YrMy+NQs0GjqDmwcuqbLV8tY69pegu3u0fGUSvDkzVE9jpzpvyso3Sw
tJQ4+EppLyOz6Hb7AljPKteHZBn1dfQsj5L3o7pXwovvekSjVv0GrU4bVGUVkunJrK0L0wZtkdkG
j2htkRTzbzqN/Wg3IWWm1H3wKIY4u5mqrrwhOeic5UKoU9LoRzD066YM0tfGY2EVmFDOLbIgBx8R
qZXXjN4G3grc/oLKxAIla2vBTZ9vikTPoebD7ldFlZ/GeSgFyb0BfOdGTlTOGGg8N8woQWNR9Sy+
i3Y4ll7yqkdpH1DSKhUqaclrlnVdsIRrpiB0BqOJ3f0Hs5pJSzWlPGNK95PVGOXCjE1tH2UkL1ZN
nDdro5+qi/MyH9Xam11QjxOpFa7BLZGypRrubC3lu9KkwzEWnnFKB5fdtkim5y5BE1EtQ9+Z93os
PkioAQuh2HXvTtZwGTI0HAc3/Ohhe7TIS+QXPJPQIRmWg6mP2wRe80Pu5TqJ1Sr9HrIPHaJ2APlS
nURWbuP57SEH3nre3prfI9JM5cvkavMHvPMgwCxEBcW+6bT0GFSmWPG5mV58ZCzsWrd/IHLyaE5W
+DV1XORc2NUc8qlKj6Hr/grtsumAPkX+9cOn8P7C0PhNt1j7xDICRu/q5swPnbuY8KH5xDISWhqS
Cw+cn7EdJrvQnQUd9RmNrsxKkE2szwKP8+Fn+3PoB/tfh5/PreFsLZVmAN9lTOpTW/rn0hqHuzQM
o6e8X3opVTwvHz3AJ/yZ5aDZkMc9JY0PWdJc/Cl5AYMsASHOfMYA7X8t466nvZ9x9Vv6BEtCnvHn
nwG29VhmffY4OnNprcv7B+Rfq4NnBxH1t6b4y4+7W38w/OfUVcKd6Xgp8khO8Ve3b0IfLZI0rzdN
mDs3dhLXz4AIdylauf3UPKJIlrHLaKxzGrRHfxTtC+So4GaiddZaE037knXIHkOICu5Sq/bnXSDb
G+pk5ITG4LXzAEKmqgpIL3PGxzQu78Xsr50hAII7ebu5HvJ1atWl9LduJDZjE+lbL42DV625A/0n
XrwxI3HTVuZauv0OGl1UhE++6zRoOU3xyuv98NXQo9Uf7j7ndzYHYuvgVnjjwWlGNFvjVvx9bTNF
AIRgFoU/Ii024nDJpytC6ejVVCfQKKPOmqGA6tdODp/yfHxVITdRKmrqwwT+9kyh/evIA4v4ck6i
LvHiQ2WoIIiL6teR9CElfR9nk3/zyS9jBwr39ULGXaepoNwDt+M3/h+Xkz4VjkcRtA8I0+Vr9Az7
A3UH6xBTDl6n+eS/NHZ0J+aH2/Ks+9I21a8yVA/MX6HdhDbHe2guEvEjV4z7qEi1r7ZHeVQj9bWq
yPObYGJNZSqye6ftdzySmz4yI38xH6mJGcOlbYNfR7/Pfo4jswC8E6lFee51Ngdfiohbi2Jn5qoH
0IQfB7fQdpFhV7tP/mtsjDzzQZq2lR+aIfVuwhjRRtLd/76c9Fl5Bo42GW7kqfLC0v/5NEoE8GL1
fjXkMTyYZPzCxzNaao5WvdhjQzq6cfo3qhfHKfZBpUbs+MMQjN8iDUnBWG511sIUTV4re9KiIbrT
4bE8vVuT6xtPYVg+6V0a3WmzNc9JS+dLdY38fzpvmn/C+1WuP8/nJ0jrfe768+a5q/X+L7OyROzi
Al0Pmb92CjKYKPsAzRKmf5Q+eXQdYjnhw6SxIV5e4v4rOBg870+cw0+kQ/ZOxtwTxjVsDbwhm57f
H+QhCBU9qAzlRxipj81UOQ+OQFe5Rh52KZ9olgTf28xwHlj6hMfy3e/gr9/93RT2S8jT47yE+D6I
0P0QL/2GL74n3l8Qn85uk0xUp5xUO3jvt9nlaPapU12uqfWC+wtqlcD5ppbTcpB3mzySgXwdTWoV
JleUzsvFHQ2pMWhNKuwAFsVlEoP37NxsX86LYiCHSFuqRghSH1PNnOShQbVGWgCJgOghSo92FKC2
0HqdGvJd3khJu2zqu16n0NqEcfq9tMBXevbwmrJMXl8jbOuHZ92SekN1DZDSotFsFllXuzD+sBqQ
BMRcNjuYN9Lm/FecN7s6iAPdhar46a9YtGNO4spwfiAPh8bHwtJILMtdZK5B0deVL9KI45veKpQv
RWjnj4h8dSmUoTryAXlVrArfzcJT+QdT9r/MuqGoHlx/XKl8b6yp1A+I8/g3daHqB2s+An/260j6
rrN5AQ3oGieP+rA/a3QuOPTCZQ9i6sOmmSEm8eT/GuRE3roDm8J/fDJk4iO7lBOFlQwWpGnOo4vY
r8vIaBnoznid//3Ns//9pAg2h1TEoOc6Onv6358UNJRDBU6L8cMCNrBENVs7tO+DXYfcqdJG15zV
YeGvjSZEL3MOka4y4w+ThJ1B5cYyTwpSmKd4zlcB6z+aY2ue9HmQ/jAyoVmPwFA+TcjZAeBWQxV1
3bSu0uzyKRTJSc27aBXq6Us5hNqOrFl9h25MfWfMR7M/N+3x5hIbRyZtCtp435mdjkhX7t4LEe4r
CIpPRjw69/Mcgkcf5urZMs3+S859uc51pdzVfRHt5VHUj7+Okvej6+z1yO8FFQG9/hNBl+5j/PJ/
fwAcQftytCvmPkvuZ6mBQAReQp2y+jGLWUM/EIW7kcwAkFL3hTJ0O2ldXELzELyGR7XyDcddJhd7
5hHIefR6xtseZNuYOcrRSAOrQ1o0/3AZOSFjQ1oLr5ocJIhXVNEyyiflm6XDySwqACQkSNCa4L++
cT/oWfnae/BXkiZTATBPAzQZhcYJhRrtEFEqd+g9GseYj+Za66Pq0UgBkox14L/OVwxiMStXHkzP
j8+OEVRbRJGMRdOX6XdTVbfl0I8vYZd6YGVEf6sltncvI5IKRita+dGikbfrfHsOZqsehLxn+3Is
AFf76O69z1wDcx0FXsNHZxqaT/3gDpTFyyF4NEvEr/S+1VehS7lM+t4jmqGMYdV653LeP1rwBjfw
9sOV1MCQvjAR6aZ0WfsJueMEF/LLlvg8GSh9ihtFq0mL6gc5cb1WKjeuGWUKrVYoMpTBumyc7DST
5E/ySOhpfiosZFI1amaf/DJCTs5nytDrSdZ8ZjWf+X5ZGSH9MkwPgRvOl5WuT6f/fln4cn/4Zjv/
utktncq8ZTmoCfHKn7uKfdR0aOxQjcY4877HI8UsTQCOaaeSHbrKNh0FlRTSFGZpeeCSqmgCXMlG
kEYzTH8KjJxAUAaV4TKIRiu/LnQNl5eUprykU1h3iU6uPIya8RSaRqEvGgjMJ8hEs4f2HeOJbha4
RRF5AEeQukQMt9QX13myti0NLZJ4O4FjPl2mf10FgF63qKrUWuf+uqgcij+d0lYHLcpLlHnmQzkA
wfX2FMCkoc7wvg/B1zAJ/AtQWdorQNGLgstJ1+XQa0M+QMLwNh5i+0dAmSNI3AkUEbm3o/TJwSKz
MNAqhBinF4eCUtTODhqA+NcYeRS4za8rSNMFRfwHrQTxSQdDaJqBUoQKJUiQrkbU6fcboO09B7G7
aXgbKjKcFK8HJQPMMVhHvk8PuZV6xVI05t9GF7j7KVK7R9JVMAFE2i+lKYeu+GLPtAxp6CGMO1MI
byPNQMusox9ZD9Jqvax77ELv7xiCPsQvpTiRUzIv+/txVNZ53yt7uXe/7NER0wdu3IFiv8bBemP3
7rbeunShECMcOn98UpcVQlwk6kp+b5Ay/Gi6o5uuGlFsSPdbRyPJH2VSUw5FnN77XVWcpOWNYlgn
hrDp9DFnQQFUXeNzDehxx1cYhORgrORRag/Ol3KsDv28P5V+c4zNW7fxnC+NU3z2G73KZwCMGdRN
FYXs/7260MxP+RzkaVykJWRKh48Osqu//019d4ost2iUN3i1a+jT/K6UyilXWt4OKC2xWLguD5zO
HU7Oq3SEWUGoXCYgAArAZ5p+xUufPBMM9XDqvvNxmK96vdbv17/80DASfwue4nhI6wek3euHTpwD
FRL0ZRk4rwXJqlw9vpPG90UEckVfDjyED5QQrUdIif6qNnOwOp5rgX21o71dQsmSs4M2WI/zCabH
q126SKJzQg9Iua6zrVyuQrVoV7wG8xtp+im3qJ5o+Y0610cC759ZWUy5zspiipxFDP9f52qxmj3l
aY88RDH87Y16eo+cVnYZFL/7MRWxtpMuOdk6SbeL9OrvVKuze8Q/p9UAUor/kxQIxiYyUHCdNwNR
V8c01hmtu3JU272orYJ2OJ7/WgsFEe/AeJkmBHv9Mt/SRiFYsV4IHrvSCB61eFi7fqPcSRcQgpy9
SQGT0IpYtrQ96g1Nm20CJeyQ1sndu9J0nTsxH6HQAJ/TnpLddWKIXfNYKjP8jrCrX16kbQDpXSdI
/04LQ4WSfQrpqrTvqpKEVcwCPSoAsCv294bn6mXscsDbmjVu7aIYX7w2B0oP6SkOgj982zRrrop9
XMlpGhhp21BtRO+QLPr8bnNKvW7G2s7f6hE9ZHjF1a5J21M0jEjvDFkwHP28Go7yKI+zemdX9Yn9
HKInMng2096LQEob50RNxNHNw/SmcN0AhfQ+PYpostciS4dHviwAvsIw/Qv80T5uC7h4FcqRooMz
JcYxWmSqddLJCR5J4mdkuJyRuhIrknJSHWdBY63sPkOWmo4S2zb19EXQ6XH4U8/CZpWNQQqzlY/S
dbCDsD7QWoUs2PtElxUwogZ/IXRXW7ss75pz3tkwqqsbqtXGVyOiWdNYmNbOShTjawPCydPd4twm
I+rSjbfneYmfC3EnxBQf+KfEB3kkB2eqxnoRdc0+rxMN2DazldtRIdJ9FWzSvG2m8PQlKWpve91o
y7351fTmXbrcd7/HSpeMQCNzDTOs2UnE/HWAw4g6NySZNG1QXzP8orwwumXIxRYBr2rbm3ZW1Jt3
k92v2iwtj8ZsSVfDK2qvNsNRWtyQv/xdroabMVJ7wEj/+GQINZxXDYWEbU+Ot3qL0Klaw9uwIZ3Y
bL+K0f+WGnAEyF2O+3xMs69aFV38uefldO4C20RmLvhmIAy9SG3NvTPTzH7QzObJnv0oQFKtdAd6
/Skio4gE2akHTTFo474bevsxQz/kqck3MvFkIgExGzJ/ZAZO8G4kc5hPq7Q5ryXD/HBTRm7wB40n
VMX+9UixRhC6LRzUghAtnx+5D4Jwg9EDoMsm4y0NeF7QaXMOclCcKQI9iAr81Qe9e+wWOonwS0yW
JOqBJ896P0vGfjJlvKWO2SJBNgeeR/MYQPi6jTqXxOg8jJa6BCw4nK4uO4TsPZZ6dlPquXkJo+lM
vLHV2llKn9HH2soq3XKjug4CNkMNoGQo3S+lrahr2yio6M5mMZkoWTQgmaUZjRn1wLxokOphtkX+
6q5TTWTNsGIQ/Qh0XE6UntSeCYiRuPfd8HsEamUPkJi+J+aA4sC8hRnnDcgnH5Bqvly/x119ikXl
+lJr+3Reazjj3ur1GHEbHz5uGj/XXaesNT1gaTX63tGe1G6VgIn7pk7+TtVa+8fvobFgFWbOoVbZ
datwGPqtUwWCygs6nlLMs1RJ56rwT4MwCU62VdK+Us5Ku3eGE5s9c6fQuEldSJ/bWXDqlLhZGsGY
rT+cVyq62CYOOIAyCJI7Y2peJzrnPkeoM+3NlOSYNKsCpLWIgwzAFbO1noRrw+lBscpg+tYt9QQB
YGn6SvkCUKi9s6FYPgcxoH7D+tl60DKRsbPoyFWGx8LWXuRqTrqozSFWkIZAtFxx8GPzjIARdU65
IdPSCT0VjVzSdad23ZbJWb0kofRpv6Z4ar4btNChi5rH26dpx+i2RFQoGNQUJJFDyR2BQmMe/LSo
KRhyNOUAf+rCXV1d8kiGyQhpykFtRL33PLqTUHVHPsFvna3uCfCViAy92HlOa7tpnI5x73vP7kiD
gC58UcHY7ycvy5bS1OH8wPFT05008ybbd5nmgTuPvnm1/VesjbS6sL3h1g3y9KkJkj0yUOOr9Iez
XzfV//QL3j23oWJM8OMohw5gp9fSlDVRWQ2VE9ey6dXXTs1NMak7pVaNI4p5+YaPH40mZ/M6uO+m
p8L9tUoz3MpZn9zHeImuSj06TuHOK0oDQlNUrv3BhCk+Gc5xYBtOS8a+/EbigLZDtFXad2Qmn4oW
uvsQlt/MWDG3kZ40m3pSi2+lbh5DvuyPjhm4l9OnOezT6Wmr0LIRP1sGE8Hn6BCWDljOGRIhBwNc
2yJKBS2hZh8rAQ0yosbfAWvMRAM1hN2S0/rxnWifwsEDpcmunJUkxcbVECoVeuEUsKTPQhT9ThdP
bpv/FpZZL3HPMhmFMsV9MMfzRHIvBwkJIzfWjXBjGW3wqLqlN0+WM/bB6+y7P2w+pMzfx0UX6nWO
O4vbaYjbWVSVf/9CCLS7yrlnzWvhmd0yZf21R7Ymm4lcGuPl2PYsa9/B013qgW0uLTl1CZBTl6Gy
im3U03qJ4icM6jRLLonoYjYd7s21XJ97uV1sc6Wmpc4MhbK7/NdshOjHg8ujKvELEs8gj9q6fapE
GwJlBtcg/VcoRP/PpPRLTMQ1DK7KUzTV5xwtiIm+D08xQjaiS6cXIOE8U8B0SXFV44vbT3QNIMd7
iqFuyjBlEt0xHRR9KRc8rC5A4VpwdK9ViOtK6FNF4xr8aTn1ybxeme8UHSfmxdb1ovrQHWhPBiBx
aJDopy6Zhv2DpsT9V7OySnoNJ83BVWL3oNB6a60oUfpSG9UprEnwtzJBnMGXOnt8SxdaMatJWax9
e1295as9vhjQXW/qsaJeMJsyTAfKREecLlsgUIy+DYWQ++u97I/pU1cMKlpd881s2MVwY6RsiGSI
HJr5xg/s/Kntc/X26r/GymteHhrFyi/Xi/IRbbmJVgfsaOIzmWhtNdSWuy5cKzrLQU/D1wkqxl5a
Xq859178Ig15TiA8fWc0SAJcfZ+uQ6Me9Q9LLGS+Py2xdMCELlt4QEbGnJb7lJGJh7hOvSAvXptg
bhM4ZgGkUIiuQz2my5jNx8qqraxeSed/TcuJprC+1bVZ7GXCpXHvWtvvztKIaea30j3EOKWpDK12
VL3hfEn2xLH6s8yFj+iPY92MmhXSq2+w+lXkIjdjlAXKANVo35RR+zVk67POAdOvmmly7yyz18A4
T8ZXJzOjW+mz571lNCrU4sDaS2sakU8Aawe2qe8K3oB0bAZej7jAgxNMKPWTIUp1tqlqbIMVn3NO
Xt4GD5Sql3bu948yoqKDBuTUJN9JE76zc9vPWQFpagbNRcs47LeJOWWHwgSizWrpZBcjWUXEW3Tg
ghDP/FZploHTZpAZ5yl6D7y6hWPejOjLLX3fRw1gzJDeHAbtHAia005kAs5+PHarYT6KZl+OnthR
kct2EWsu38iQUnoS3FuBTtlkHuq5viT9bPrupTWhvkMd2907dizuJ9p9yFdHnfvTpisUWgNUNAFu
m8jeBZn3AEWrPkrIWgOLZkdXRtQ/51e6HBRo8TF6VEdpXSMk5E2e9X4NGRH6qJgZszTC9b0oX3a6
VgfHxvvxyS1N0enBkbyGNK6vTPl+lHNe++P6spRHpXnsaqei+wvPN9oP8cGgVnfLvhEwTGT1R1XL
Acs4yUByKAj5pVrRcxuYsM2aMv+rTJt7NzG9v+3mrctGulgpWoEM2KT/qBvtNbPd7Jsf2z7Eu8C4
LXQ21LpiQEbXI3GUtHQEfvJdpsUPTpwZ0yqYqepyInMebWRMWc0r8wZ88KNl1un+9prHgQG3yd3u
yF3w4PiB+f39IPGji4fGCtepRhMIt3Xx3lYT50iLuxaV4Io8VGspFVsRnK4GgnNFV8dik/UzDTZC
CblQh3ARtA390GrTQhEd0upGLg54+1QP0XiXKM62BMR2uL7/BL+NDeu9FCb7vF7o6jOaS8paoAa3
68M4+UL8i+aZ7VsbIvfSaRR7LNOtb4VaGOuyooYkUpoczxF5q4WrpqriY4qy4Mn2TMSKSqHvFCfn
o+u41r5g57qv5kGa16Eq1W1PO+vd1YUKFl0/6fcwPWsVirokvNckoYOTTjXyfqCSfe8okc2WahLb
TpjQROhJRDf70oa0M08jWGLeh0MQsfPwKWSW0dYJ4bQaneFuo6SabunQlR2SuNE2LU34HjrThGhv
eeJrKWiLMVnZT0RZFsIFxreY/PFGKavhLVbAUuht7a1GMqgLp8urx1wJEJHT7YekdsrHPGrDWao5
3shJI4SA5ynuRk5Kl69lKIeSvdpJU1GTfm/5Fhv8Pm4K8jTJUxIZyXEqkTItLPC4m7JWUyQ7KIcE
aMnvVRMllIU8lE45xPP05UjVrRyyM8WXa4w0ed3aW/RRlNvYC3Q0j8wqvA3C6GVAuubOK1P3rpuP
Sj1UlmpcjGs50cc5+rCVD8ErnRBqQe1h3zrD+KLrVM4G8ZWOmHTsHoqavo8z5cCMpmdadqrcuHp0
loOvPLVe6d0rZCjPjZUNe22sXq/zRmU6aHYO+kr6dJWmQfkQsVAQAMy2CcJXiHAVfzUW8laureeH
sFfFSdPGHmkZ8JX/EVH4qrbpC/PFYHt29qkDGHOCQ1qR5X+w5jlWGpSc58gc4uvVmudG245/phQz
9kneRqgvjMvL81YihLMdqAhclusSeJzV3d4zAex5RXoaG015ho26rGCTf/GUujurWoZQZq48o3g2
HEoj0RZIHynPUdGLLfJxxVrOJojfruhdCbq4AEIgL63T5+0eTecPm4Ou79Be9KJf/wLaQaXbxo8R
aaK5xWGY9HObCqSWsjGEzWxT6tV6pz7LgXrpaShypC28+s6SGbgK+RJ24Q2Z3nnxd3Emo5VvO51S
quejzDDZCnszPc7uC6PLgMIq/V0U7KTn6r6GBpqV3suJJNWGOVQVirulaaxFD4McTWBqRfUCdGlC
q/QNnSW9nwJSHOnkpnmyEhfIvtZOh2HukSeUxdAuWSQqiGMA8kEM4tZF4ulJ9UV12/nOB785GNER
eaa31E+NMx8fetIa7heZackdD5mkvjhLK/LEi9Z53iUvo5MEXXZtmd/Kyc5v0KhTpgQdPLI2Idpa
2ygU+kpezR6rkU6RioB07NWbTssjUpoutWI4cgfVJA1f0d9i0XtN8Maz99Bpc5sIgw9YoafGRg3z
8jjO5RB209u6UsIfIkGHjFdw++hBx922dC64AYXUnZPJaRcyJIrJtoACeU1Q+Vuh4wp4TU+7P9SC
zP9YTApVCM0xTD4Yxuc2HAa4Tl9zi+Q1DOMFLYfbe81Q6nPc6PFtUcflApxSg1wJvkKguByXSbuV
ppxAWOXzWYOClmruNsqjZcP/p0Hs4KZQMdvrAdiK9MFQfX1NNgpIwKwgsZeDl6LfllvqX4hw1PvM
FwMyCkKv9+o8yBBpmhnSVZeZ68kfzpHXGcbq2x92rxLckX9AP+mC7xDsH3DQIFP/9fuCiVsHfWr0
3/QuSzcp5PCFMa8ntHmQRzRn5rMeqs0Z0mi0k75wXlT0pcUEdQA0mBQDcYHZ2cahc0x1Qxxi6H+g
yX02o7Z29+kI4Uz94hvej/7/43q92jQWkiyyqGUBCIaTS2JNboul6ZtRvNfnkpc0Y0S3Pphy9hp8
PRe1LGfxKfhqopzPD0qQg1YHTRycPM/vnDG+SWd0hxzI1xvL1DWMLQnY4DGZ3AyiLa3EdbV8q+JR
geecNUgnd7BrYzaRgWPS9jI3DDjDHU0CvEXNX/uHHbeI3CZDdFtovJLtWXrRGZIMoVVe+UowaFtp
ZujuKbnIHjKdojTovJPhGulLmOT1TaC0UA2kGaEgbffeeOyjbnw2sp8RHdxe+iTL9obpzHc2l4Zp
EK5yR62RaWeW7pxLF8VAAKPqwHZiljqZL6amob+R/4KLabpfUJvPHlo3o11EZ51SP7DWlhWFO9rc
aKtqEBYljcK7D6MZIxuX4RsPx7fQyY1HQ42MnR1qwYZGoNWrI96URgRvn070Wu0P4D9dSud/vP9J
Udm6AAti6fByaTT3e/ZmMnhrKq6dPtNXIJ2eTc0xUTOHl76hNw/K394ehjb6Al35EPi+uZWW9FNZ
E9XiasOmIfMODAzdIAT0RxuJrCyAr74UeqstBA3zdkZnDeeytIv7HMkmGgqPZ+migV236RSECKUp
J0zdfbSrFsDgfJKAnHOog+lJWnIYPA1dO4+sSgfkdx3p8JbEVItt3nrTeoiASrLIDJaVijyhReX6
64AgAQmU8Qkknb8rIxEtgw79lxkONS11Ojms5EN8eeTloxw2+dY0q73fqvrC4rNE946pRtOq+DUU
MeqyZmIlHyaCOUSegXhfupXBKKS8aYZnLwu3gB/XzdpU6KeVdMr756iSM9IG8OA4S8cR34fCBfA9
ByqDempU+/5THkCaV1840v61Ng/Sk/M5Ol5TBo3ul/uaPN0icLLgFgaI8ozA0qvJux9VC6y2uUvM
3HlKdS99UEVwR9lJedZbWsSpqhkinEpzZUhK4dYm1Vr3oFPPEHCyM+/q6KHmDxLEqvWoRAxlgPC5
W0TlXvrSwkWtJh23XlR0e8VT2r2So4vhJjoc+Kstj64xzhwtTbZ9p4Aks95pw81lExeQvLgNvOJJ
1txllV0emQGiA0PugjQfaa2x8EklX+OsHAZYrUQTywOkt7XQshB7ZgUllbjloDa+dZeZxcOM6L0d
KytEeAkVmmOFROWnsKhEjPbCjlMnWifFdRXcySEbqvjkjPfSIBtI2pnM8nPe6tMum/rURAidWBHO
xSdTI207my43095poiNvnOg81GKR5H1yL63CjlPqF+H8NorOckgTSlwT/CqWF//4zCJgLQ/BOY27
4JhV4w8UA42n2C4caRVhZDxFyvTBouZ2sepU158QefowBzFZX5F6RY6rsKdbK4jUW3nUIAF3OZI+
eJhw6vsEgH6blLfCcmg9TwsGym2izRKaI8zHmglPMY2SbCGoee+cchx3Q9omB+Ql4eMpo3dq+3Ra
K9Q9z3mK9OqsHfuUWaVYeD11i6ELf0bsJ79baMnUxdDAAEBmwexCNh11VS1E7Kc+9I72kJaK82YH
9d+e3TgvmZu7C7PQ0qccltjKQxviD9m8fzF3HdoIqGweeanyMmX6ExYntr0g62mj8BQ0nrqQn96+
aMtl0qMXJ9PXdOdB/5Vm6Lfy0ytn07D+NYvC6a/Z67lyFt28XavnxcN/nS8vJ08IdBDGVlXpI31H
ESzJGsThPjEC7BbIPZvhDtkJmcRCvaY/mDoqbeyX+6cCJZul79r9k8mmvQXsqij6nWmGxVdk0KZb
hAnniiwmmUJ17fjGyEsS0/YFUPqyKY9To+VfLStf0mMh2bZW4659GnnfwP0pt1an20/tZJ3lRnCc
pQ+Rsqgfo96ybmpfLbc+Si9PSmecUblrbnwrMG+MobxV6zz7ZilA81FiRULayPR9QOs3BGrt7jmt
7WeZ5X4PTevsV6joPO0S6rjD17wvlBWMSXE0EYmZVloCdyrK233jBqzp2tF3jjol2KPR9M6bntLf
mIfyTTXKnyIY7G8I74J9SL3pK6w1KJG23T0NAhIGkg4tCojZuCpbkhSqgo6iUwbmXZbRdxRgMH1q
K1RrhpbWunZvihtdGdxb1xHpraHk6K31vbp3yjK/GW3IgLSsDreIvopTEVmoOzm0ptaBBVMC7Nsz
8mi0HQid5gvCWOzl9ax/5sVlLFrEt19CgfB7XfTKq5imF/5Pqu8sAI5iKsVPq083ZpsHt/R6627K
nv+dzsySuzEfy4esKN/ocaJ903xTXdGovryNa4iQiOAspD8dGrGtAEJtBl+o3wLfugkSJ/jSt3d0
zIl3kztGiPb1E0ypOkR0v4u/m2W7CMq4/TmWSAe3dls8hV7ib3RLMfZNmflHx7fSNWoV/te4t597
d2p/oki7aVvLRMMt0m9G9jRo8sTtedaE2xit2u0FaFZeiH6xaWls8FinEa/LwEjfrHJCMaxqkNlH
AkzEhbOn8C8ugzRtqnGsQaxgJSc0ofWoRc0xKu3a57cI51wO3fnQaKZsH4cfLiODHfoGLYWKZhCy
7PVq6NXq5Kmhftvamb7xgbh9AR2X8cExs59G8K2nddH3jA/zcqgy9WHukXKjRKZzYyq+fq8EDo9e
Kcq32kdcZz4Hgai/WzRzn4oUpdeWW29vGTCzFS0TQHhpQZt7lcpnMUpveRs+hnL1MQ/GvEqRflSF
Ef79x3X1U5V8lFbv6ZAi0Gm8XOP/SDuP5caRbA0/ESLgzZaeFClRrlSqDaIsvDcJ4Onvh6S6qFZP
9/TE3SCQFhRFAJnn/OZv6+Qk8gpDn37ODGACNoZKK2gmGGj0SD23mXvWEdt4klW21R4aksl3CP+E
T65XZxAoI3UrG2OsOoFVkgyQRU8ficfZW9PBXmLZDP0s63drpFN7Z7dK+9iG0U2QJoSxtD7dVZqF
Gccc1YI6HS963WvuKsPoHvUueNetG4HlZd6LkTjjriRMl3kCFK8+GxkMFhhOeZBFFD34/1lWviJ8
ZJx9rQjOcXSAmku8Ulah9PPFUL32rW6yudGBAVSIoDGAVUb538yv/uJbB2HEBRJIapWbU9PUDwCc
ysizqYhz/Zn8J8mYDc9aZJkQPrOJu90jTmI8T563hbb5VprbrqW5TfZs59f68Keefx0neyJZhILE
H1f4PS5KFDQS63xa+L1POkX6T9neUW16sMMuSlayRh5GwFKoriBq+qGhsVN2ATJQ7LqZuvLq/BAm
FkyGOU3HDV7cWrW/kyV5QI7f2vKgqJeaFYoEJK6LTJTnjtswR+Ec3BIcwM67c8bIP0RGfB/lsXcn
q+SZEpGu6YJJ4Y3xRwPRrRpFp2C8xYkPSfBJPwfzqnXMKlyMEqUCdpJbj6EWqzesH5LFmOnfauK8
T5Hm/pxaPXxGUVxsxtzXDpqfWLdY84XAS/GyKQuEoIhGwd5qrQenzMrHpMy3Ce4oL3Yu4qPVERuU
xQG8Ik8tq93UQ16+jJMeLRXtYBdld4vLc7YiJoUq0lTY3ObCKm6Deo2IKNDpRkE1PVfbdZ9Bgt2O
0/TV0gvUpJO+XROZdp+7Un8wSLZ+z3pSKMg51Y9Ag+xdapBJ/w89iG4WK1TQ9C1EHm0zlS1JDT3L
TuyBy3VWqtkn3mU/IIr4P3X9tWu75pzCLEbS0UFWSTdLi+hNap1FWmiHmEjJGtKF9VlFky0crOy7
pqRvPfj0KsKZhYN/C+mrpkSNMMwwVpD4UELq3TKt2SvrqMZ9nmWfFVfcXCByftgFR7SRMMYJ0AFt
yKK0SgMftIktlDuE/ivQzFvCzMm3Gl7wogcS/uKWVb5kUZo8jT0yjT5/zDmNvBaNOKU/WWE27gY0
qw5j1Ic3/mAVu8It3BPhxnQT10gC8B9DlMEgoYz8lN1sWINPJ6Ma4UbohbEPVGX8nAy8A0o0mjpA
p6cB/sFC1pt+M62McKDb/OAaquFdNzWprAXKy+NnZcyZrbXeuiEZPZtV/OLVnryYs6ydMdWvKEqn
69R2w2Mb4/Ce4k+0DCDofdNQHglU+3ukqrihtQli1YGnH5q2jviwevWSFBla+on9PUvTn7mC+p1T
VeV/W/paH2DoOKV6mmHqGuE01TKhu/05ltAOieakXTE+g9bxHmrzk2t0PHiRyzhYvTfrRybVKwJK
5cJW2u6uF5VxP+ga0hrUJ1OyxrZjFcLDQAIX3Tm5EZHFqLHeF2Ur/jI3VVTOGpDp0dcihM3roXxI
a/zHBqIdr0Y23UcSl+u5+9JyKrzSyq/GmLovChRPTJC1bE/y51fbNuqNojYkb7py/BI6+UODYtBj
PdeHILcRycWmpj9WsY/rHZphl+1/kUzqRkwFrkLzm1XGBUhwDadIL629jeZfu7UKNV+gqB1vMYdi
ZQlxnFyli6zWJZjuCKzGWr8/OnEesEBSB3GUZR9h/2MwWB1ZiQH/kD83yC52aTNEdmwxjFln7vDc
mvZZIgkl9hCWe3qcqxQQ5vdh6aRITLhiBflSPblOW60ddd4MqWqJBEg0/GgjmKt6YP1y3Ooh9l3l
M4IC1jKJa+08QVbn+a8Ri/s9PMJq5zKcb+4y3Eal/VeNv91kjOjHm77YOdGAGDsYdOw37PxzXUdI
mjo2qqR1k38OHfu1801xjqopevSgzcrq0cvdHeIJSPzMg/KR3Z+p1/7RxB3hJSp2puFnn72itG/I
EtfIS1MclPER/s1dPAsC5bV/68RW9RSINr0RmHuhxEt9gNU9oLrqyWjHVe5NGmKF5cZsW5bgrOSP
gMffH651qtOKtVnUxkJ2uTbIIkhRsYaz5OBq1YyrQc/Se6/KvTXLDfXW9iKcluKsOgbVWOwTloWH
DOTCDX6X1c6Iuw6NkEzbqEEP8D6eMqxz4uEhTT1Uzd28eUaV0l8MmtZ9VsPZPS0eja+6P+eAy+Jn
XTabEY3ccDFZW1SWvWhhjP6iSwLsedSCJIzvtN+7IHo0+imPf2HBwnJ1zp8NDXkBv0vu1blUuNHB
5/l2L9vI6FzajJkU/7tN5uT+Og4JvXDVixxVyplF45mIpPmFF+4kAhNurHEocMtdSMpNGzjKBu+a
Eqgrv8ju0VODPcv44BdMxX3oF9ErsRBUsZUhucXL1TioSNtsslh3Ht2aLHaENMvPGP8ntDV/1Boq
nJOeK3gJTMW2ZTFwGALkkgKUy1eVno6viLHfRF7anlBzNrYOkTycaZTgF5DTLDeNX0rZvmJzrL04
XVKuKreb7gynHHeToZd7w+/MTaKk4Q1KKdEmDRvtxqi16KS2SNsC+kpeDJF+Qgegw9es23SJGX4d
E3Q7SnsMzxCEeNLgsrQL6t64d8IkZFusW98c8YUlM3SDNDfEKZI0BXsoxc2cnxQzX0E2gAh6OzO1
EcMyq8ACZrTscy/a17r0hs+9OyI4l5vEGmcgVquZK7VTvKcxFdUREky0VFszwgQqBq7Gz2Mni95U
n9ClFw+137b3okge9bmXh+zpLmtHRGnmIsE7Ip9K+B0h0e6WfAJfRQlz5QqSmqLZmy+LiOX/BluN
HY4ISE7dySoHh+hdnYZbcgXGTZoMEC4Cx9uaZcOTAYXbVaN13VOCsRAq3r340gblfcyvA7FvZZ0g
lhdiuVTejEYffGsnDWJ/EJm4wN5eFgZK8p0H9Se/NY2XstUmJMnzcC2L+Oh2WCxwp11a+bNEHti3
/5xIsv/y7rMNgwCxDoIfz66/MLw1MUGRtivlSXi5BrbJMJbIWPd3qsiSQyNqfwNdsnjyC5Ylpp45
P0pwgUHLTXztO8Jr3I/JLcsCukdl/lRWSCOWhWFfu2cqilRyanRj48Ol7zy1NbNJGr/Vlxeido4F
xiJN05uWiO/PutUOAyZgX9qmN5dRG+dn7O70XcG+YxcUWnwOYI3iWVsEXzIY2QGLcjmoF05CFBSc
xgRuQp+fBKWVRU9OgFfcnJ0PEbx6SrCrkDQF2fa7hHPgx7Z5HCgX57/IygCZ+zOMDo1ZwzTQMFCB
06lIq3yA0RG+8U3ghM6TQWp3lXRjUr6kFqLzIV7xAMWaG1cVcDPlad2RjsTCqrm5tOQmWoyyUqQN
mUhsc5cBbiUb1Z5OEuci4TDy7AMm5kNRCGtEPaK1zR2kQbSBur5nAd67jxits+h0++5GUyrn2CZ2
jxisZj4jVRIs5l3Qz6w8IsZg/ZCDkIhnkBN3G9Vgzy8HNUnAbRm6xrOTliz10ztkSsMfncAxQG+4
SxDmX9ojYBioYF+d1p4+e1rbLOGyWA/qiGlikUT2qY1NZQdZTd0nahKeLOACG3MSysELzU+hT0At
BWRzJETn3YAPjTdKNomnHG4o70ox/kRKPW5NfiDg8cB79PGzSDxrHXn12yAC4dFlENvW6vegUSIF
aqS66lSPLoPi+UrztulyJR/Z7CfVR2e1BwC07U0vw5V6CqNPUxt8hROmHYWRxIepjD0Wu0QZG5+1
bIN1yM6cY5CVoSInXo3eJQaJvNRi3m8+l6m1Eir4TUXR7M9l/6uZce5t1w6bmnjKzrViZ66ujLg4
B2byOXMyH3k0uLpNo78gY+jfyip5kEUvSzcE3uPjh3qz0fVll4l6nY8PSWeM6HMjgEgGpD7Ks+tB
1iVBX+6S/MgTyu3Zt6mPeTIDjlPfOmpz8hYPqXyhu7l91GfEs2wdO3xgau8xqIdmr2eJ8ZJM3oYk
nY19qhPe16F4RMOZJJjZeDstS+yVMukGov3oARVlne8E8feVvGs1d8x33uh2l6Jszexy72vj1irb
X9ZM3UPZFsEhYFxUUVTwLanAfz74xQ9jdJRj443OSS5wQ20TOWp1uqx5ddfGP8bs9X5FcJrlTIK6
m1Bj1NOaEHQ1SzJ2majoN2F4LOMwQ3U8fl8/sesbcit7nPtbXea9mvoxHUH4Zy2EzKTD4lB+IkyS
9iz93RW2ouoOFVX+AVk4LTJUaE9tEhbPShus5T5zzLtynxEfXopE7x7HIcQq1DXijUwU+gmK4xl2
M8eEr+wlj8+lqo2fQJ89XdbtYL2M1WQo6oa1sXPI/E45uZiwrjB1rD5bbXIO5lhnH5cHO8utV5HM
xnisy+4qP/L3ntI02yjwTHztUn3hglX50eobM2l+5XAdXvPigWBwAYnwjxNF+VjzvikHvRAv3vfJ
q9Z5VSH3yZQD2Jc5R+QQbp1/TnlDykiPtGAjW3toklUxfnOdBcaW2Xeff+cSKkF7m0ZOcuysIkJ7
rXFeu6xeN2mrfc+KTl14WjLdpyySAAJiL5tGwnvO2v5J9qiziA1rlD63ZVptOzeP9lraVQ/dHHyT
PRyEJ0oMBk4lz7RVO+uN1PNBqJBp1BC5cQwgR/b1dkylYxtLRPvj52yIbg09rc7y5VNQYkB5lj/j
ue1aao3gXen3ON/nh/jPb39Pdf76/p/hNmR+NBJ1f9VCMiylUWaj4KfJO9SKJrp9lIFJ8jyzX2F+
at9IYoQ8CzqfDZAJx2kVNz6GdW3vb7oc2R/IKZC2iU3gkDDgCxaqT4mDA6rNo2o7mm28sf2cqPAM
LZYg43jWuGkL9IkqCGsRokY3Nk/WT47pfcrdRL+TJTWYHYXjpyQiaoPFin/guV2vgtyxXqHn/nAA
yt2XXqPcJhOGuBkMs9vRUypiEMN92PYN5L/uh4VS7WtNZA3sQj++xEYXLfFGOCdjIHCshLKMZVdx
W+PUsIs10exrdqcZe8j12FX946Cr0zGNui/apPePY5XrGAX3AS7PZBVK3nU/PLtZGHx3u0SLlR0S
499GbOceMjMr+T4CYyU0r/6KAPY610vnxRxNfwsdOEcAvOzu0Vw/4Wqmv6aZsZJ5JbVFl2gURXh2
4upeKCF2W0Nk46wBF0UeeH2CUCwq5NZmntDMq+p/CZ33LRmaqPI+h4WP0Kah1jeuM7Z3pMR4lXbR
OHsBVJs68c27mqfTUmC9vHEFiIIF6gWoNnWJ8+D66p0BDO6rBmBmUZRFvvCdsmTDM24K1X0Jrbz/
5uLEvKgE5sq4xMRbu1a1JU8A8eLZNtahZth/D+BO10ElwkVnPPW56f2yeuWeTTFC4Pgkjw6MhTHR
l22rtQuRhe42MVvvpsBIeod15MGfinytjag5pA3+OKCrX6a8GzY9uLhN4XfswPP2Djls4miADr91
iTi7JFt/knIiZuN4S2yacPRU2haP8QYoN2w/OvxBC8zHqYe2kB6HIIzv5aGqcKFTEiB8c1WiYOoY
YVezLq1COwlnhH8gys+DW54rOy+fQOU+abWX3iGipD4XivapCDTnVo/L5jRa9RkiAJD+LI7Zwv2M
1S4/qlHw4MHr3gdOFiE3HxXmUSEA7a2n0M5ehU3UuOzUeiOLymjfuSXbQ1vvxW1nt8MiQMz/1cRq
c1WrXXije90JmKYL/hkVMcmgCT3OKjSbkjIMttko3uplY0IQk3DN3EWWURv7ojgF5qb++ExmJL+r
0viZ1UlzOw4xd9IktIMQTf9JdXlSAw3PtgRJfvDeFfeZ2xunYXB2VmqGeLTYqANzdi8b1dEX9/3g
OJiNJd/IMdJDQKffexG6ZJdyhCIu1qRY7vlD3q9LIsufWMZ0a6D3vNbmom3Y3lL1tG6fo8+8ibxy
XIq2wTe9s4385nLqmB3bJFZc7lLMtUnAC8rVlWUobvFS8Q55M56rMbbu3Ax3RdGuTc/4UQiNFV7c
fhOm1Z+nNiuXeuHWmzp6nWqAvjE7nbGLm1/CfBSuI56bJPSOlT/BHa6wTB+SDhJJzCMdCT9/pwqk
+0tu53OmdOU5n88cUztnPPRvZJVs7Ism2wphBEtZBNyU3Spa/S0hJVw0jvVUJ2q/F41dL2XRiYKJ
yFvyNVZy+wltYfGQdQUWRZTKAsZmFPTdelAH5TjNB9Bkb2dpYvSz/cTXa9W127WvB6OY1AZX/z3S
sZsbULy/Kr90D0PVxHu38z0ooUO2i0wtOIkoarZhbSS3pBLHjVEa1d3k4lPqZehACBGcPd7MuyIr
shv0iFt8U0z8tqICpxKUUjf6qE53Q9UWax/wx0M3JUhPm0J9KtP7urZAHbhTdo+udbzrzbre4yTQ
3o1RFxH3SutX3c9PasWdnqRgC7S8+RLXnbEEqYcPJ2nXHUAqddfjALqsCh26HVHUvWYzm7CU+ZUh
qqXrGNpXm40FBh72T7fMHjXWEMuGoOJZGMoaJYrylwmpLORZ+Br0fEI8yIuzhY/Drh7bW5dbaZvo
uMoMFlgZ1cFQqbRD/UW1mm+6ncW/cvsEShOBBW7ms03u+dXBPmlZ9VrzgDZIt6nStji6Q33jxeQE
fbzizzCMumXekAmoimEZFnX6Uw3ZZnk5axLbNfMN9MLiZpoM66SDI1mFntA+m2I8EQNxSVR6Go/s
Dba01Vc8f6a1cNXqQJjSecgb8RNuBQ9KsvbsiBv7Pmu6+MaIApT8sh5LF2/evljWt1grA2gZ7bjT
QjzC7YAlEpJF9x0o3e8eMLmFlmfjw5iZAoR5rW7qvO9eCE+QIKFHNC+c3arI7nWMicEBNDvVCdK9
M3n2XpswEud/mWxHtbXvPLPyVpGY5aqG2MPzORqPeQkcf4g8/8kyzeaMCeYhgZkqDLEwcInDJ6ZN
TxECfFsyyLgzW4C7Ar7LlS2iai+hXx3C5iBF3BZRK1qbzl10aJo+YeSXP6j4HRhla91YdZ8uDROb
867TcApztfwVIsZPsi7DufKgdhQGzn3zM9dKvEXZK+Uy0onDjni47/uoH7dDn+QPgS7wyiy65rvt
1Yh5dtpPDCh/VmrkPFeqOa1xpn11R/ypitzwzhg2emcI9mKhx/xQfVvRlQWBIG011Q72e37tnWVH
z7PNLZ6dHvZ3f9Sh7Aa/xeLBMs8iu6XWYJ/xcJwrLpOltrYNQDX0YnoZlSBcu0WZn5SAACCcQdbP
vZEevdj74iSGd4oM9tdh8zgZRrTUJx3BWg+We+0fnNkOt4SgspzQ1wZ6gii+lzY6/jbpeFfOh2iX
j1m+YXMc7Up2CivT7vQX5E6/GvUw/CI/N4FUZqHCbrvGQBbLUA/vbGLfPC7TYDooGA2GpmLdDzxH
dnjKYfNa2dqzjbf2zk8wuOEnz/2qpZ/BzKSryW1YcKnleJx80COZYTmb2DYGxGOSYuOqo3Msqq7r
kd3pHq3CyXay7nrQGvePLo2rE1dzgH+xGkGRsGle3EY0WNua0aceUfdVn1nGOfFCtqhgIcBzb2Nj
giIAIQF8D0KQQsctdoraE87WbAGJUD1m5JkWkLKHvazTMsNe9FMLqVhxz7EROT/JReGCsGz9wH0I
DFbJka5+VWfDR5CnmAIpME0WPtrJ0TiHJipFsBBMPitNlL4KFfvmHjjQDFx2CYCHB1DpPTJnhr1M
Brde22DorTAiIRlk0VEth3wfTTn3Q6kqq8qZdFJ7nv8wOuIhsIMT3OggRCRLIcCSdFtfq4t74mlQ
khWcnRSthTZus2qCUls/28UYnwbiGoRC2vo5KQv31kvMJ34/9tM0wuaBDv4HQ9yZ1WKuVLCKXdyq
6kkAS4K4bIirxr9ty++yYIehui4ckawcp57OCTpKC0NrB5gJxnS+1KH2sdVTrGdlUTawW0AjRUED
hkGliJOlauUsgGfVtMFzqmPXpW9nqVEmuHORd1Ui0bTkYelzOeVJxO8qVfsNkvnoIlpITioq1O5M
8/yTPPAz8PYdTCsDbZGTVdu8ALL4vq2wk1ULHousYJ17bcIKzueb2Vu15dzLutYtDnrSTLsidnXU
iGB2dalNFn5ADU7FoKmoxluyTsZZHUdrafhhcB/yqbcj3rU7ha1lhTcZbLRxDiHcgWBd9ZZq8poG
uemVOlyc2HztIfWdwv4HjsAkWjtctT2XwG0ZJc6h8RvWYvOZliCfc6mUZXlonVuyvOOm76J2TdiU
FEUJW08o6aufhMkXzARmRRSl/cTzXlu2sR88gkWJ1mZc+3e2yo8iSr6yuSIB39WA9zuLV8tclAfh
6aBqLY/oALw2mvTBsQ+5WCki1c9G8xCZDcRG1UZ6xecLRhIB5WTVq9O9b+sC/oamRMtyIh5gJla6
iibFuJeHKoQSyGqr22iB+lZXt11Hwkav9kNam5d+QtNuSejZx6SwvE0ZzzhxRzMPbUSkxUPD+kkL
7eZBNGKhIoL7ZDr92ktU5X5eqPtdo70YIFaPBAj8S9EqM6zbR8zyMr3E9TPvccAokf/fIsGUkost
vrt+XOAcIMSBey1ix2wO9xZKGsvRS6et5fkuRkrKpzAukgcBQxKfweYpGMf6qQCNVBqtdlsGSv3k
GRhH92hU84SliAsL1lk9oRm/9W+tAlAV1C3/No/tH9o0xS9BFtf7SMWMsPKC5MWGLbM2RRPtZCuM
CLQ7Q7MEvUIrNhOo3OIxprqm+sD7AxgL1YPTw1sMCywT2WjeOMoEYLC3jJ1lNOkKFREbxhQmeRkA
phU8cPs5I5SAf4Wr4k9N0RpVbVsWvN6VxLEIsYTodwITXcuxutcH21Iru/VlbAfojLc9cb65Myu8
ZlNMIONlK5bt0cYcp+pSBKbFC2vExl12zgUud+ZgImc4X1cNknxdY3O3vYwdBn/lkNDeys5G3+qr
OnT9S2tqNx36Flm1u4yNBIm3npSQ/BOSKVSWZFiTLWY8O8vx+rse6ftNFk3l0U1uQJ9ET0qz7DVV
PCma0z9l9fAJFpV3whp02FU95E3FGMRdh/2cFfUe3CElsi91rfa1mtAVvFT1iBXcmiSbfbVE5zZm
xwzQPDy4whV3co68jlI0T/JoizHnMnNywRIP62vg0+lNEED8hvX2PSc49bUscTQE5WHdZb4V76LB
PbTtlJ1xVH/u1CR4gY+sH/C1QPHaG4KXOmlxRlOtcSNbAQ9gtVml3kG2Fmb9mDVFfw4i1/jUfW2q
LNjpYaGuSmHVKIbYePHCW902MUlOPC2QQcIEvrfWseX8cZrOp6aWVfryXYd3p2amlZtkJHwQWA8+
JMxPNn8eCVlgvDhbfzL4td37Ke4Oc0mxhHkXB+ODLMVTjgRqLr7LUs0fDX07qki34uQ31WgHuQM5
Ojlr3E7GxgeZsoptxbgbffXtYCp7RxHB3bWaBX95SP3gWXa61qdmp63DkUzxh4YiiNVF5cMWuHaW
XYhHsNdBx0z8vpzfs2G0ak17hg+/iUQ7vrqT7a+mFlDzqOXqSdUJd4GdXrlovcB/r8NlNLugyEM1
m6LIs9SwXG5vvCInB50QWaf9PkuLzFsPPYSSDw2ys2wVnRK8a4Xsg/2KLRqiEsReL7M2jbtImwng
XgepmADLOOUH5MLeDjFLhUM6H+TZteHa79rwod+/6HKdfgIQnyzk/Ndxsnjtc73Sv+jyYarr2L/9
lH97tesnuHb5MH0TzMC8D80frnSd5vphPkxz7fK/fR9/O80/X0kOk59S6zGo68Lo4fonyPpr8W8v
8bddrg0fvoj/farrn/FhqusX9j9d7cMn+J/G/vP38rdT/fMnRd6hZnVoFNinjiztovk2lId/KL9r
IhXFqDx130Zdyp2Z4Kw4T3UpXwa8G/YfryAr5VTvR8na/9j/etVrH5W887S+tryf6f97fTYzbL2F
GbM6v17xMuvlOtfrvq/9/173csX3f4m8egsHwqpEv7le9fqpPtRdix8/6N8OkQ3vPvp1CtmSzv/y
D3Wy4V/U/Ysu//tUYOrxsMbhZ2HGY3PbDaGzrkHEL2Ux7GfJADNvQO7QCkbLWqqV668Utyn0bdpg
6tfUHivKuVl2HMYATBzglSMk9fqg44hrrmRz0K9NM/VOYH5h0MmqfvLSmwq/aSDhpb7VR8NZ4XbN
bUXUmzQD0MvZru1i5iZ93aSlG5w9JD3lqTVMGOFejd50523gtepqBef7RowkbpN+9aNG2ZvoAy/z
LEu25KSIR6lZ8QAqc2dWeXuL2FL+oBB9OVpee5ZtslfFnbvx7HpYQQvPH2Q3PcFKLCTYcpBddExc
7/2cpSmzyg5pWYDhMmPAgvNFZMO/vLru9mfH0n2CqP/hyt6I8pLufwtygwhc7orTBBJrXNhof5xk
GbPJcDmk3lvztQH74rcutqnQpRjoUoi3OjlWHmQ/7/csVpWEm8KEvKuVMFqMOiYLIE/lgSghIqXX
8rtOieueQF+O23djQJ7+0f1dLeKKqYs/riqQ6UPDH+s3+7bXIudWnqV4V/R93p0+1LMgilasT/kN
fRgwtOGxTwLUGv6YQ/aQh5LtLSpQdr+91smzMHX6HTTInx/q5SRl497U5WQfZKOsclKxydRR7Cvw
9mAmyRNi5GTxFTnL3K69S71slPXy7HoAXmffyOIkBfDkqUsyxa/jt7FyWGNG/ioy6hbPs2zYAAHo
l1E86d4Cfb3mvKg0giSYGin8aoFQE7bDqT32ivYsArU911rpHJzefZJV13rkt56srHXZa9BVHjLg
yBvbDPrlOI+UdZdryJmulfI6rhOMl+vIBrWcPmdFjX3uTNOVZ+hA3b/xdT9QdxHh88rFpe1yLjm7
kr2LLCxoh3blocsZksM9qK1hpIhgVzjBK5Vic+4r+Aa/P281o1aXsrvf1v1w02q6vQiaPsNp3Hjj
TidK57lEN2BHXw9G2SDWSTRfVr3r8pF5LduDGKd3sqJMcelqKL6QwyURG/mCRYTOP8ZpxKxNA6J0
k7r2TTiDInCIVL9kBepAs5PGtUdoaxqiwSJb6vsPoJ8kA3y+kZXO7BYK/9UiALIqfmOD0DS6ye2A
zNEcAeROeYjIoiJciSyePKDeneEr1/YX0bxS6knP/VqyYZd+QC3wq7fbBum4srmfFQo2UVvHqxBd
8HAJUjAHDpLFK+F79X0pxvpe1mlzXQepG8shYrQbWZbNH+YZ1Piu6fxg39uNOPaq1R89QYZ4Icsx
kuU3rn5bdMWQry4NBJ/AAwxO9y3E3IbEvY7DtRKUq+sMXR6/zfWhLpzn8/XbD9W2Gin4Ow/33W+X
0HfvlTcX0dqflsQQtHdvmMtrhxTgzaWPLL8beXnJCD9SsYT31SUMP/RxFTKmWRq9CHhh23w2m5OH
9PfZKE3lrmXZ3IvkMuJDvSyyg+63IP8/N6JzpwWBT1hTHiTmzIyU0/WQ+81b0QzaRQdM5CgbZf1l
bA8bZxlM9bS+DiOq7q/6stKWF7VbDLhzaFACMUDTiCJAwFq1Vpzm1Ri7LDi0uSOOeZyzMY2aah9P
abVPjNRVH4RF7EAd3Hwp+9Rzx0QyEkYPZHRH1o045K2sckO9WLIYFciDNJqaLT3dRq94cKYdrznt
DjKrfifPMnxA9SnqTtd6Heu2Y6ZbaBfR1VMB1S60obS2Dh8bih+V1wNhPf4SUN+rSPHmzMDcHJke
UpW/rybrmvmSQ6GQkuFq1w8Q1nlz7BvzcrV39XlagY7BF09M+n5Ko2pLnFp99LoMoUrFt3/o2HmE
XSa+uW0uljWk/rP/u29kONOHvsL5XHOZtEJPOdBIAXQN4mip1xBOyoOdgV6TuDRXdkREEqTDW10B
saoYKhx25hGXwXIeEc5BvSp0F83cUqNjpq3kjPYQ7mSXj0PmuaHWRqi+M0K2Fla1SnXHGew7MOv5
2m0QGuZfZ/+wQ3giWlJ9De0YXQ+rSe+qOsH7FzPDjQXP5Un2lXItf+6r9pNFmgbog6LXysLReCVJ
zkCD+wdkmITiDCNWDXTVZKtkG8hWxwXoIFvl2KIjD6l6hunVS595liZ58kU9+0kRrycCX4GfuhZl
azU7UcnWrMBVpjYBNDUaKr9etzD9FKIOydQ7eXZtuNaFcysIDm1rx7AVZD95EKgxXxrgbvyYyPBN
QpBEvQ6Ql/gwk7zEiNoJitBMLDtfr53OHwr0VXOqgDUZjlmu7RE4XmQP8Ss8KOxg1NeAL4BkYYTU
sOi018rSAFmV4+NYCPh5SpKSCQ+0VydXHZKfqn8K0knFAJEf7Dxczpq3eb0fiPf+u1n9QUcbQ1Hw
92HxuLeEa201v4eZDT5rgX5Yf4z0KHgJy2kfVET7WzeenoqqWA6zMBr8ueJW77CNCuZekBZZO9sY
kshWL9Er/hSmlK1ySlh54ihbI1N9N2U+5iSKmcNtix+kFFIyDF4Bgt7pHlQEx/edG9obzK7sT8oU
3cr38LVHCvBzX0aOtQkbC9FlE3Uqsagnq9rKdfIUR8aN6eTLD2tlSJWswCdVNW6s+K31rU62RE39
rmUceP0sLkt1Ej47o2geEy0K8ZBJUdExm0OrCkXc/i6SFA1O8jDlzh5ydHmyFfzsmKjYNZobPciD
B8CjTMDiyRLaFvqpMtsbozdxC8nGbNhmneh5yDJg4v5/cLK0Xc7+W9sCKTocRVr1ULadc5JdRt0X
t7Y7ba8DdHtKdjxBYdXLAb5aWMsW+fRLn8t1p+SuLIrwMomBvONdOJL4/D/avmy5UabZ9omIgCrG
WwGSNdmW5bbdviF6+pjnsXj6vSrxZ9zu/v99TsQ5NwSVmVWo3RJQmSvXok9hAYYP2fbA2FAsHYCa
zjxgm8atLpefFbtyJ6giXJXMUxNwu5Z9O15F2DA3HiF8S7YJiNsTUFE/Hcn3Sqa61EEVlKtnS5pG
oNO3aWPiLVIOK2z6HrjxQj4K1xP0kTo5WnY6NdAPIg++gjtkPDphOB5FMAGFTqd0wO1dUaBr8R7w
Oap+91AMDYOyC+sNjUF1FvvMmIdlzTUmLxMRuOtsWtdoxNvnWJagcZVbj+rYhLtPIWar4okaOl8i
o4GiUO/oB3tQYmAHZxWndFjH5KdIclugynqLpLG5Ri4uCkVBQrhaCJ4RCqI16Gy9JLQJFO7+9WoU
iT1qBNZBIBNV1k53FggGvWTSUp+GgxPBNvDpbrBnazOCg2L7yRGM2c8I9Zb9Z3s5HaIq145N0WQm
5FSwyGRfmajG25CFHcBJubV1sLO8gNS+2QTNPO5pSIe0tx9UfUhONKqTRLv0xuQVUJu5K+XI0cPw
gsbMdUoNFo5z3xs3gWjn2HX6DiwDTv5NQ/t37ILjZcZPhIHsj6bLC096NG7bOAdOqW5cwHvGS2Op
0RWNAMBVBlc68MTsgCAygkMmbXYLoOo8KxB3kUNU6/u7ImSHWnfeJrABEAYDQoJkQita7lvzANpY
GQ/sbXEaSuufNR6tgYB3mVC3kwH1UAs3HCJxQ8O5q3qA0czYpaFiZ/yhqJ7yNHu7GliRaqQvTWvP
sy4F6qbkSNrYUrcMXKIJ/mVJ6IFiHYpl0haXBkDE61jfczTKgasfAYEMoCga0oHHZgIcTRl6nxzr
ENot+jYyTGAEn7hmQydH8BBSKTaKTRN47A0AH71ubOctqvCgrrfj6KLG9iYRVf6Hl+bqkOSh2Izb
4ZXmo7n/83yKiEBOu0SsV3i/PjnXNQAKBpcvQOgOqP63RgQOr7SBhN7GRPPO2VY6H50ZIYgEjPFH
0yXhIZEY6w1F92ZsuSLi0z0dOrCmnqugBa19J+4LE00eeRLkO/pMoJiGJIPRnJaRjTJaqxjTJqU/
x7uXPl3+F2+GlNiHub2cO8o/XaGmxg1q1SE6nDK03qRVcwBcMHmYAIB9mCI3i2XBX1pKNXEO5lT8
Q64lqAl6P6vt2F/nhGOZbcQQvq1DDpAZ/39cZ7329L9/nn6YVZcbYCirM4OfypbthoQZ+y7geN/K
hoGfRI1l8OqV8VNm8uQwoQUYspD8RKaRvEsMhddoyvG1zkEviZxCkbQ2DZUJ6hFeHYLwqUtr4ZOR
3MsVKXxCE5KP5qtmE9tx+naXrgRwPptK5+IGmhg+pNJi3UVSQz/EdW4Auo17fhfikQeJCYwdur+T
H7kcYftV3XU3b+81wRTvkeVTbvEDCe/sPrO3U9lBNu/dpkoHxNLQmdOwxV6AeQdiyTIEsuQvAzOq
Pc0nE03Q8PXx8E0BLYqcT45xyO2TyYSyTfIJ/RxjdQJWoj7NmlGd/jYkB4UIsFqbzYzW2v89llbK
4vCbZYIRrTGvlcIVl850gFaWs0LaqkyBUty797/HQQ9WASoYyUw78z9xY9GQAcarFDEAs/I9jkx0
aKIh/CDDnQFakAUctG15eNasEM1nqC/reg6M86RzAJiTK5fmIO/Tg8Be2qWhUaP1HhxJCgDMc/nM
NCThkQUC4agMxhv9ssaMd5r7xIquIZqVnnFI8bPV8R4DhQszrzJ1V1bWQxuYUJNch2gO2Q8hCE12
Suss3hBkZZfE1I0TKMKn+xk0KYbg/REkaOI+0HFoYwUs2HXMPGuocPOaEjM9zfbbBJpFB5tny1Qa
0fzJSBPfApTGq+w6Q66zF7tSi/mlQqOV31fIk+mGAWlJaQsUvXOr0myXEHIILLABM1txqJj41YeG
dkBqmF9AanpQk0g9a31nx275LNArdumkS/SdctbM6abjlhNDSDsXh1Rh/yyROpq1gE7XS5euuX6Y
LATXdwJYTAUM+5HsWed0bg2Jj92y1PphyE0fMLGy5YOsy5XPmpNa+yJhIQgTsLHjcmdpx8pwA6g/
+rYUbOk3q1ETM3C3tF+kcGC+EQnS+iVmXWJ1rLZ1Gaj9JJsZv1No3U9PSKE9o6FSeexKYezKXq9u
urzJHsHk950B+Pjj94AphuBFEyItQ1RAQkWfDAeRF5EBqpHJPbPOPw51OaRg8lLwOiTvp7mlCXh6
B4y1O/YGP+cp8EBTYL8A36oFh1ADXTqaeMDy1VSKQJom0c/I7fIzRbdT56UNH49l909WGvohAsXT
EZ2k+K+qFYgaojO0bEAiBit0zKcjUkLkFTKEzujQtGiSWjyfx2bc8YM5/ICkmYm+aBlHy9EYSaQe
rdD1IREh6NrDdMjRBo0Dn7VIuZlqJOxnPEfcwagL+58s0/Mj0MAVUp9xnh9bIKLc1Ao0lya1dub4
cd/HeLcqLEU/Q6sZXeujQAegVEiXQ7BGiTsnCnqIkDtvXkMdmssMaYAzGvCesessX/o8mTdaGQfP
fQ84kjaU4jmoY2PjdG3xHFiQHSzL0IGKQqtsFAM9uz1HRxPKBs5Bgzrt0qetJ0mwDDWiegBbzYfh
6qW+uv/TuVkWxq41Ykveye5P3gMew5tYw7uCY51NyXaC8hlQ7AI1w+MY1j7ZJkAuZ29xyyn5UGp+
I1fQ0dDlOxprfLtRqhvQp9h+irbdryxNnlq0GFzUoWZ3Y15nG7IX+aB7uQoYuSNBvWh/xquZ9hLM
dXfAH6CFUkmefkV3W7tpQye4BRZwfqiU7kL2kOX1Ngt0A4kxXCRuu22vA07UgWfzOX7lUTL9HOcQ
cgW4rV2GqptvoH5S36h6Hj5gOwgMvVmYP+NX1oH/hCJBbyYuZgJamLc3a/BNovMJmo4eKCwy9EC9
y8+TEa0GmS+ElZ2BxrPuilpRXCU08DR7PwsLpErJFr+frd7lLJnKc1+AHCsOzUuEt9c9vov8lg5o
YtdvjSSAaiOUAzefHDQUSXCpqtzeU+waAZ53ZMIMYE6HLHwAuV9x1Zos8QMVsP+yReNYolSVawxW
9qObEnfWxfQaQl3Mn5v0Y0QrSyT/NYJ4orIkdvM4gqpuqKDhowDV5g7sNjl+RYoa3QVyw9FGjuUZ
KjjBFhHliDYnltyGkD8I0d+gxMbRAWdo7znSQV4ns/GjyZqzUKoGTSFyT/NhmlwbNeDp2DbnTuqy
sgEJX1471YMAMHE/2grbTnOlPCGDtURwNP1scgHiITNBS1SB+rAmudWhAv4NpWftCGbd7gE8iuIW
3Oc3vMDHdtVSlFtDsNGjWDpwNfsGCjvtSKO6j2f0VA434HNv77G5dIe5QVkygJgbqap2LfJwJUd2
ZG478cVihUct0KBHxXYYcioedTnbzNI2tmmqZzQoulmkDco1DoTwwbpfmuiUAS0uHSJTVQ+KIQ/A
mue4i+AU2FqdoaWg/57j3ohKgfRQuOxp/0+nRQgRyAbtsOh7rcV0ieX9GmRfBmo4mYFtPRoXil9z
0BXbT4Kfs1VDK1BYNx9UPj+FFAmfjpmI9M0MFg6PvDMwu6CBDT8ewrTdJe9LfQpL7TvF0fI23oFy
hSVelxte15nFvVFl2GjqabJrWJd5LYux01QzNM73KnRG9eb7WOXOlg3qDCkCiBmT0DHZOmeY3UmZ
2gs5/qNNlXPR4YfW1DWGpmRNO7q9mDSPCo8rQfRStvxQx4ygXrQNxvELVS0X98Id/ef5Ut7UOSTp
Fs7pvuzN7VD2X+zYA/nlxmBTdh7FMER+qqDV0yr+GKayy7gYkaHLhm5Ho/fQTvYiN/LwbqcVaUR2
iniPJ7suBZLe4+mSFOq8mjUImCrJWk2HsgpMvx2aebPa6EzyZ55Z6YDGlmIMG7yE6Nd/m9fZI5qC
KHJMa0hpjanll3X6MWZdsQPx2g7VqJ/QSzAPdW3cLn8PGoL1Cm3R+AOs/yJU2ZYwMtmFhSrA+9Rl
SJ5PNmR8vwVhU280Nqp+2+HORuwCVct/AlA/3IWAFgPDqm2Ig6AN6/yk6+AJpSiaZIUD2Bcklfmf
k7o2Pb+VSrRYgyy0XqDdrUoFNKQgU75JK3M60ziEPM52ECglkk2RMR8D0XXt425lLbPJjZywhsoi
8m/AXnMQDyW/dFTe9koh+D0d5m6wPGtsQ3+1NWivQwlRDTd5oerYFkPXe5TCYXRAthp8qw1y3sUU
gMFRCodFZsohyv5KAR/M/aBtQWebu2Rb10BODrin1rKWNchhFppzZiFeNeWl+vfrAQWUbedZHz87
8M7xA6XXYb8uXjv4GVR6jy+fw27AoARKGCnaClLD5sJZiT5rS79rCwi8QhyyucgAMlEAHRLro4lC
5USAlY1l4u9rrcv/vpYouxcnTrSDzaKNZRpvEpOJVkIeXQv6N12brgQpEpsdfd+rWfcwDLlzP+SR
zFFBS2YMoa8aqIhexkhcoRZfaG/RFtpx7ktsZT5Hr9ejGapcn2xCn5z7CevTqK+05ziPnqc0ti7T
iNe9OuXRnobUuuPM1hFdaO2ZenjyxAkviXakAQVFYKZHL6P+GMu+H7IjOtilA1BTjYFmMLeHdJ6n
tfjl0AyKQQfy26XWpeSlLCRxIbuND6N1ZXQJGvT5yTVUdF6dRlwmd2RlSw2KbSj12zPg9O+jfLht
5kwcyUSHCqxOO8heM5A5IgyZR3DJJ4hTDYAHUsWqD/WkJxaUhCG7fUNbiZQecXRKB3A4Bl6nadqG
tilko20Jna22dcYnGy2go+q3Ue2y9yM0gAIyBL6wD6RhaBa19o2aHRc6MbS7vhGGlaLxDYOBInOA
uOBWQf/ktpEF0jmt8i3aDNJtLaupq1eE7MekAUGDkl7sok/J8j/B5GlI3golx8W7wuQJTo8qbbTM
/eRYlpLedMY3GdqGyG6hiwiaRk9zBaauQAOjvz1oxlPQs1cIMhV35Ow7tgFJHnus88Z5ECzakTnK
IcTHR/ThTiw2n6ZSbfeFWqUeeY2wVfzQSVBHkxcIoH28XGBZcrI+XQDFxA8XiO3W3oLKFKhXtLl0
JyNKXQyRdqEhtO7B4qYxN0uHAwg87VMfiNhrjTj+XqORY2bgP4UQnL4dWWmC1KJMv0xKc6EAACgt
kF2E/G6dCXnA6HutYRPsBPpLNufGFuIu+FoZYK3Pphz8MBKzMkiwy3ogWwHhFdDbFrvV7sTNuK0B
lESeC+Jgn6bSUCEwpZyLPl3oRb0vLB6SGF8mow+batNLfQo6mGWPRBWdNgkgWJ08rG6yiTmMvHlE
Iogcn5dY1qkaFIqRhfY4a8zTehj7oT0MFaBL7/YQaKQTn0C05/17ipbDYW4/xJRdPO3Szvk+hFN5
C65kdm6ULQ1ADQ2ZZxOv44u9zndkJwuddXLOmLbsjHeb1RxCUBKcdiiy/rboh/VW+2+LhhDEGoo2
ti2XoXNK7iloA2IEtrmbpvR12aJQ4UQePu0/0Cj8AtEv4GmlE/gyto2TCdni32MtuVodxa/LDoi8
y35mqEcPgCb7mPC8RkqnaK5thgY+VZnRjJLXFniEa+tRmOhMB2HNP5Cws79ouH8ih6cFpzlpmiPj
AEJCv4hf8TcfN5HSqT+V7o50vuQco2ZvcwJNCU5tGEOaOy2Fr43CFXmJXTEy2q8d7s+bASQud007
gM5DDbH7ivL5tbXA/QC+SOFmLbgcrVGUHioqyR2gx9PetIWyY1ZbXmzNqbHzQR8Wd0C3LMnDRDze
T0PLXj5N0rpGAduqXl66BrwHtmDWXh8dkUN1Ai+Q6A9qrG1qFPwpbabbTNjZj5Sn6KTE29sD+DUb
9JgiIlJU/tSMwy3lz/4W8b7Gf4xAE5vtFugC9uw+/QJeivyegA69r6K69WSItkEDWPRIgIoyUs3D
BI6tBeaQVxxQT6hhbPkE9qoefLu7iheDW5Y61LYlEiIp4mVRmt95tKgAWpIWJQwFGjutZdFeE72f
QLQE0GK8pqjWeB+qdXGCtgF2IBAnW4YkUk+8sRpMyJ2AYUW+7pBdmppELU60xPs6ZIKgp2slioY/
M+j7TYAe0XgFko/wNJssvWulkF4fRcWPPgJiqnOcVzGrgZdho7VEGJ06bCKAdBwg7bZmm6CB6j2f
CjqA9q6sMg0OyMgJyp+uRgM82JC5VLB1odko2tQbBs4H+UAOTa+cZqTXRJ7f5RW4REnXvK+TCYCq
Px2NqWAvIR0hMmrLjHRw8C2WjjCp9BPj4CE+T0hV5WWrtte3/M7IrXw7oUBNendeMAj1W5c+Qyk0
/4FMn+rGjphvNeCbTmhgB0XYW0AxxH6TKcDzKYm9E12/NdTOOpoiMCwP6ZJ0W4BIESgjaMyTO1aY
dYzx7wH9EPQqM7Te7TOGJnb6lwFm7XOg/5/7CUwfqx3cOL6epdHzX+JNaWexUwLZ2IKLrAS9R5Y2
+JXKnCSNVTtsNigbGxC0Q+7CqbRpo5t5B8nYmj+3qLw0HZKQSA7cRk1fbYhlEzwroLRSwHdIQ93U
//ukWtMBzivEGUmqEvS38qCApxLwQuhndPO/NulIIFMGRZgRsCfV9AXYjSvNrk9JK8QlkodiMvy2
KsHuLkd0AOBfj1u8dEqLk/fqHdStNzQCpSP4OIDsgyRyeFxNydTkx3FQv5KJDmbvlHtbZd0ys42b
aF80xi9I9PRHcH9Cxqif0gHioGXvggjdQI1prJBvl0byUCSdLeE01sP8V5GpKvAy6XTClknz63kY
N4S11EZ03+C9HB4aUwyd0QEsaeAtSE+rGfS9AHBWff82oWkhsV3P6l3KLEgZKZ1j4Z6sMPzl+ibw
RR3aXpJy8dgOEfKohnNhKrBc0VSBPdTUlCM551FV0VAJoXXy2qB/uoFodeCS18aj5mwK6xs6i8Wj
AS7oK+QAyqZperdslLt6BLcYRZYGurNrUah7Woc1+Om0xih88rK2Hw8a+l3BholPBBxHcp+w6kDL
UgSQkCDsU+oHGsUFiCix5axPtBpyVj1I7GsBGi0TeqM69PAMbcA2bI7YlwDNrCh4xKCJghLpzYgv
8p6DRveMrmzcmpuweqxBjrFRRyizlfijBUj4hJALaj01TKabPiwAuJA5VWynNTeOoxqseBjmrIz4
BmiG9IyHEvhaKh3NNopueUmXaG4W5L8FRhZEAII636pFDRVgWYJTZAkukKW5DDkgZ5i6WzKR02xB
YKM6+rilCHKYPYicaD7Z1kU0owdGN+9vya62yghJGmhmoV9fOzV9XdxUUXAJZkUH9RdRWoU5A5GV
Bo7UOUh+5HiWg1xFeqLWwSm0YNKtCe3gDRmhhoVwOl1CQV1Z+H2PshTkqT3HeY7KTtytKQCh6GgL
CGLlhhIH5IhbfYIQdtt4uMHye3JkrEXNu9SeQZCRHayyLHDjc9hOz3vntuqga5AbMQQVgnl21cZK
nrvRLjfWnAffaru+HUck5DfT/Fphw4e/atmhg2Sof6V6/mSMafHaK/ivRf+y+IL9QO5FRdZe+qFE
QkA3tLMdTfONCK3+UKvOCFVe9seVy0n/eGVDXlmJqttKlMizlNkrivYfrzz06VNS5aqbFPpwN8fF
FiRmYOOedWWnl0L5xkd8z50+ZVfQgdg+KP6dE3r+hwPq6NqOj4l6n4LQzLXaunox2v5ZgrYx/x9Q
G6HSOaffFE1Rn8PBSj2GH/19mAXKDv3bySFOk/Y8dcnsG85cPlpRAMLoSNe+Q0jj7WNo+BhKEIbf
e44k4KePIWbnj48R63b528do8GJz5nhPdvsJv+d6hHwFihD5I6hgywvvcFuRI91RcQCWr7BEcUsm
vG21ntPyfkdDmh7NwCrRsOPTMh193VbryqloDECPOUiRrVmPvYFHBgTitfyCrRaACZ1xhZ6AcR1C
mYSBCNKRbE0YStSv5LoCyfEVCKP8YgZv0yEJhnpibCCboPfqqe/0t0Mrz1LA301lALpUjsx4mJFb
yTgSp9IDch6o9mjqXgVLpUe6DrqG7AJKIPMJbLDgUFJ/kBnqopCKkVGkU0NRxSzEqarVC95bAjeu
KvBhilFvToNkUKED64YB78cgg45B/7hfHZBGQLT6Hi2mxi+74AZynb3LkT/bU/EuS8F9BYYJG2So
wFmTF5zXzp4KfzmbIcdrg17WDAJ/AQ7MYxRtgmC0d2WsNdwjvXdNGqGpYO9I2J3E4umMvAwsbptO
eusO2Jl+7KC6DpKwuznij4xYauVImOojUdiST45Wn4xU3yN/nweB4SWy4g1HIxlgYcFoCD/twKFE
r4DL2yAZp7iCToh8WaRSOR2WaL3j6PJFaX49OEIRvqjw9jtG5k2iKxwghVi8AtjlVZmTPou4qdDq
Bztx06axAyaLOlvstpAMY3YgXqV9jdeY/guvbyPuYci9TJKxnQ5dytAtMvYx0m2wrd5QxuVWNwPs
QLvFIsuj21DDg6vrRnRaCGt6cZwg9CaeswNVd6zyfp5F+/wparQSWVs8ZNjBXxT8p/XcROHCji3d
s4sIBU4pzDrydrrUAv+lVNYYGPZsVF6buGJdMl3lV7Ds+AqeN9BMMfqTkmG/Rko1LNPwOsciNBFJ
HRvIvhSApkftkbxdZhwEaCsewjDSaQ0yD5AWPUU51qAlOfJgwCOl+SaPyhQKVn10rURdg34HQKWa
x9G1BHE/yFpsd57APuvWfICmYRBY21o337wpttU0lUx/my8jyGmhwc43oEmD3oHG6ir5T2kXAnOr
1OsT/intwlmuGlFzIu8sK+PkRXUcwRH4zVcv/ZpoGFns49y/BdNvDXe19DQei9ia3MJ0lEclFH+c
iYm92cb3s09xSgIt96ltpl1bpPwYTTZId+SXFjiIB1FN4moMHT9WvcigaogvZwO6b47dywc7fZmD
f+PHBFyg81COpupXpoUEEUhMjnMbsaNgnelBEp5vyLY6/jZELoHVG5q3unkxm14XQSH7k0OT62d4
4nqdzSHxpWjRHR3yMntE/6oFxOO/JjoDr5vjglM+80vSyyRjlbSgTTFtUKD9Hh1HALtn5vfVzEUY
r1fIrfLtCpYB7JZkjXNcFkaZTzPWYFPJr+GY7xUFLJvoXko2dT4l2w4qn9CSs9m+m9X6VpWVXiXK
naPaA2IgK7140rYPLXJOkFmoodsqI8iRt/peQw/ZMgntxb3XQtxMaHNwCznSbqNkTvW1q1CONFge
HfNgqJ6hR7bYGwGVIggS6X6dNvXXCu+qmlaWD7wIwFaUCyCNpX2Q09EBFa7Ta0iuXkOzf4LIRelB
ey+9jirSLXRGtlHahLTR2f+bOKVEeqFQwTU9TZHmOnwG3b68oxm7eRDdi84icRQqMMtkTbNcc6cR
d5Qq4tCv8PsZJNgORHgUEORtmzbRdiR0MVv81tBK9SHNp/Q+btlPMlOUHdvqrtB18SKjVMfa8Rx4
mFLRr3jXLI6agZsA6vHGlWxlFHkTmhwv3ODGNYFQs2cBdb2jCJqgC6Q7pQDslWxywmCCvXXJA9gs
jAHiS32wdkfPgEs3+2BomB/J1JcFu9EZH+0ltkWvMv5v9nHOoD5bB5toivrbtBjtbcqG0i+LKP8C
ykJ+A11Kx42CLv8yRg2alq3Q2igOhskcIClRgR6TgjUOPp8hH2/JmVbJ/JCChCzEq9MInS0vD0v2
yPoxvoxWN94MqWmrSMOZ3aHCwzLbjFoY7HW+04y2HX6SQylBd3XM2dQdlnDI9kFvBiJUQE/VYGGZ
q+lWj8v+ufPMSR+fVaXtIDg1ZRsahlUvGSYVyMBKL1RJK4groJWFhvkEBbPQGK+oTDsXuzfPZMZf
FwxFIUDuVdpgSRsqaDmEYG7Ia2niNdBFt00z7O/Wxy2yI5nYxMiQQAvgw2OYnrbrwzeYfNnU+yGA
fBEpsMA5Q+ZleVbTRIYcdAwypJMOdnfsIbVxO8gqW95P3UM8B9uuj8I7MvWqDb3jqPlJPjKtk1bb
75O6aa6PWj/+pPj/20lxD7QY2B7w0frWRp7Umu6cJATUo2pHXn8XTXhUErxtXougKx+LNPhHk29d
tdXEGxsvk2fQCfJlaP4+JO8ajIxVe16HY4qOMy0La89R9oEuO4snbs/3GIXUZzz8dcStotiMmVk/
ABLCXCOP2MVmmthCVro5gQhuOIwtxHIcy27vkF/mngLAxJe5hpCGKOvmu11H+1YD3nZTAs4NfgII
heb8O5R3oheTWcxNUW5blhwUSftoFW9LjjMAS/1ovC2JlvJTiO9u3LXji1KyAdSMOBPowdtA52B8
KVpck85GaftrXMln0MQ6ICx1py6PtqT2HSCtcjYtUFzUIE72adj0DYTCochJSmGkGVblzDq/20la
zEQCAw/jNMG74NkuIBu8wYke4PmzgVTHcvLR9V9iVAB+DsMc823Y896LZivYx44jXizIWfdjWT21
WpmcMzBEbyboerxQWBynyh4cwdDZ1K1NxQbnJklZsIvQrOihMVn347HC/3WVzb3Hywy6HzQWnd6D
VkTX/QmiQtAFNWefq9YOWKafgSHCPfHWA3TV3dHZu301kX02tCWeKO7JZEjAyAQ7nqrhnuxkIuf/
av+0Pr7jHz7P7+vT53QI0fG+9siMrYOutq2mmDq+kP8eBhDZCtbf9UUK3vd6tFG6KJLvDbeC1Ae2
HfmfpgfJiJywxPA5gdBLYkEVJsFd+s+lVsv7csv0BJS+5pRDIVyqIeilIb9FbeU6mp1tyUbaCT2Y
T2/HTN3wgYEXG49SrofaHqVRdcGNjXamb4zW7s8WWOa/xDV/ewAn1VvYAiOTYU5X9mewhphf0n/D
5m76Y7Xfw2h6GYT4Lzbx7eczNsZQYLrrKgOa9Ly2LnEb6xegPUf0D+OLXqqnrAOzBUW2Ou9uTJPb
4Epk2JTI+GaOQXUYNeC6pRihGOamaYGmY6ixLDHyCmBfNj5cQfWW8GwM5hNoI+4pmpadHNy3+FIc
UtvpMFlAreiBkt9k0MF8UiuUJAIrCM80BNXfrsm7+KpAke6aC+4J2eOaZpyh66ktNzScZ43fgIxZ
XbzZFAEIMxXFDXlpyQiCG2cayiVFBk4+WrIAvU7Wh93ZCAPQoigOkhWRyyhvIg9tkwMmDjm4E+VS
+rCaoYkXh1saamk0HpkKzaKhjorHEHWjq54tqRQKaGpQPq/T27ZWXcfqfa3jUCkME+cy1WhVY1It
tBoH0E5YHYDG/QD2hz8jRrs7NhMe9Z8igJxCWlyWPP6yhoX9uzfFHPrweGfJmQ8kDlIqJtdxnCXt
/pAoWyLSX2yLH6T6INmvG7DAGoWi7YxaR1WCgdUUdbD6ZNEQJZNlSAgbwtREo7GYVkzN+yRC61DU
u4lGFPo+kaEd4RSFaKVOWHnXZ+kR8oPWFdBg62ox9oQ2ruYMklgLkuW17SO/Pfnk7CzFOQukrDrp
JFNRZLellTGw0mJ2GhuJj5b6ZkvTbbXVsBNtvi+z5SRIaewA74/vyaTaA16qQPy8o08wDXZ/jKAH
vCEvrcFQgytUNlzINFYKOohGK72hjwB17fpgMFMFAOTfTwTSH6h+KQ9k6dQcqk/z9yCJhz0l4FoQ
5O7muq+WBN4Y8+4WD9oLOelLhmosRN+T6EJfsCjt0Pbx+/Q2ryovMhnom4vU3sd4DgC7a+87p84f
DZYUjznek/iUTndhzfEdN5juGixqb8gJhPR8w0GU4NKE9+m4X+UgcRWWb5tlcsv5lUATDA8hD5De
Gew74LtPaxSVm3GKv4MG95vZQ98HRCPOPo+gxmhlmfaKieSniaJSbM9IAJopPEVN2N6QEHxNqcUN
yuKahF60F9SFjU1QNdnWBmvBCBmklz6NOdhOM1QwMqkkJaVcpB3IWvbB/ns8aoZn5jRRv0fr8gQI
awqkgsz8fcoBVlZcuTxGQWN1fEgWNpQJtEawahYx7uHDUIJLYwwuUPEKLqaGKgtej53dABnbCzgC
kPM30fo12s6JIliQaPdT/20WhpG4mROZkj78V2CNZuIakh24kUtSLK1BSxp1A80+eYV6YEje9lDv
DgY0vcmdHe5LJmT8wm5Pw4apXgRW2C8xdh54bfkzjB4VgwEFbSfv/hpWy9UIyPweJvcxy2pkp4sq
vd6uF6XV+gGMykM6AjgBYbJdN6fpEbpg2THXFH0ngEK4i8YSMPZSs699gNR1zYzyK4ujr3E0Vr/q
BHp3qTVFGz4BAt1E5a/eqb8KJSq+5nWRQBonta6C4cdcKVF2B4GKt6vU2vTxKqYeJz7qYA3oj19r
rr6xxkBpejwCs0UcMR/M0IZcaGX+ZqNJkoLDDjVIbDi2nyH3doVITHkwULKBMI+hX8kWti/dqA8P
o4bHgWNAdriZwYW1xkP6CpDGVsVbaqM1l+XwPHQzREtL/d4Qk3ng8mXVBHZjq6UiQRl7bu9QbJ+A
dv3duIjHk5HLyMTXD1Nr2z/LVD2pYDlZTyxTWyzOvye/xZSJI57irn6ld2R6W6YXZTFAbL4N1D3Z
R8e+i7gN7EM2f+1DyA6s6V1KA0u7ziB2rpvhljoPxPhUhVCqgFSE5sWoM0JyLplvedCqLgUYzlPa
1bobFWhWb9owc9tZDbdzbOi3ChC3y0FzWHRyWt0f8gDpLXJQyAi5JbfAj2xLtgH9f55qxCGE6fr2
bhhBF9IZ6bQtixZ/v7pUkIBsxQEvjeIF7LkWJCoN5dDLIWPb2pms5wrkNUfDhnpfJLWjtXy23L4F
hf9sKQWYsKpfleDKqzyx0+rtRAM/btpCEMTQUF0stEx7qu2u86K+1e9GDdoCaRPnBxQMwOgQzI5f
MagiJFpQuFkF8p1QCtUV8qy3gfYGkAdjVUPRL5lUzf/PMRRIhyQB20kko9fF6CzKvxVF52C7xU+0
5RzKaL5nynwiGbI0YeJe+miHSb6G4dvyP6x92XKkPLPtExHBPNwWNU+e7bZviHYPzGIUEjz9Xkr8
GX/99793nIhzQ6BUSpTLBUiZK9dSm9PPvv9tHPhQwHIv7bcWsgwrEB8lD4kV+dvRB8ZGgMbwYmZB
uuFNZzxXGv9eVhJq5il48LCq+wG6Z2sl1SDN/GcQwLfygoKeDMyamv48STkPgqzqPKitENAC3ESL
hvyUNo4WFpPIQsSc8lMcSZC0U08fZePHKXVNuY4AilNOR0sigcZUWWWloRA8NSC8Di2w9BxEYNDQ
yq691+ysDqu6S97GUtx4Dmq9VoP4PnR+/wslU78T3/GfvcICD7Mv7Zvc03PoPnXJEd9sfclHy9x0
tu89mFn3kkbxblL5IzqIagyArUlQN07twkK6OHfk0aAM1Befz+7ET8YjtXodivP9GEw7ggRVEjrl
Q4uI3owQUvAhULL83da5YKAgUWpyJj/5OZZQRzQf+f3X+ZwWa3Q/78/g30B5iu5p6yXCMtj6I1jS
gblRQRpmAxRYOS6oyhQ6Wh1oUARtp81im7LgamhvDbbdx9QPauySdU3iO4zXc1OK0r0ZRZmhcjcN
EC4AcVKqDtQBJrtoZTks2X3xxmp53Y7FcFmcHU8Re+f1wxc3CLmnG+mULbjAX0AQE1y6qnasVY94
wCGwopfaNKPr2GHfsgb8futaYCCbXVBzNa2yNNLwdBnLNfBEEDVYnk/SLGqQWW/owdST3R65fWVF
X66FcqaeqEAGbqV3AAhm3ez8x8OPZi9NywDZIsrSFduhq+gRY5OhLpNOdSI+XLrIKIzMBqoP2Aw1
hDTwvvglg1Ela3J0UgPlQVbtWQfTFrNtnsEa630LmTY7WZV1CbkJw7Bv03xq9k7aFwdmOePNBCFI
aMRlzauE3KOnxdovXzR7tzK9t94rZUiDSjdr9qIwwDwS8PHGwpTzoFJ3L/REsFm/R4zInQdFwLXd
Btm4MaHQtypVpYKrKhXoUMsmRNAquFi2MICrUVt7cG0koL9C6QEIGT/8sGsCc0lXN8CbI+Sz+hys
V6nYQR8N8sZI59wAMyxvylw0F9OFQn1nli7Ed0CBoqfteKwC/Y5arjLRGXhLij13VXmCGkqTUAfT
4nyr14DfeVHLPmYJiqJfmxyR1NTwo3TDbGw0ZW6CkHC5FHJL+DRA0OxpNjlm+yjLumsHUoWN74t0
Q3dUpW4rPWUPUHIzz9Rqo6C/sIaD9w99dAgaXWxcIC42WRV82FC5ehdVmj/fi6iqZZd6sm7In25F
kMd3mzgRzWaZSETdrQXZ4gvNg+Aw6DdGL0OQCZQqteK/MvL0dycy79YZIN7dRWCtJ3vnOl5otIZ5
amMmn8ws2fWjb7wWwoCSNWvHHbnlSKEXBjb27TSYx/827WRq9coVoOGiactIsKNFsMBW49YeVYPR
pnSmfkssZNTMEFv/0kxUkyjL9LaJNktvJBCU0NnvGK+FpwGaQscux19JTTtBtLxyfRQiqN7MURyR
SQ1comrqGbCHnaLppyZSBuklr/t8bsaj0C9xrf2aZ0LG45rF7Du14s5xrkOvP3vTND31rOtvNOiI
UV9iWMltWwRX6pNALt62owXOAFwRjBrNHRZY+wgEK0+pNmnAFI1b6isH07h3QRhI47jD24exT0Pq
q6c4fXTL3zV+eTuRAevOIzY8iJLloOUqhpOryJ0AG7b2mWnX0NIBX9TsgmqaxnKcO2plrDCBAUyN
LTUHAxhulgdXatEghgX6CgGC4URNmtLz+Z2XZ4+joj0phja/11TUltWJvcMCY4DcTVIfJGr3r+SC
pExyhQbFYRnQl52+QyEAEBRqEjrwMu3mSeKyGQ4WoMsrMEwESGXX7iprAqCZa9vWVqbmJBDZ6oK1
zafoti6q6BbVksU+hbzRSiefxkSZHav5lXrpQM7jkQWxezs75S0eLi1+A/O8eQCmJN3J4/0yaLkW
U5cxMlDYBjlz1ii4AoYkiHXz5ODL+VwLlCIFWpvaX97+Mh2LDfcQBK97fZfxYti7qBZ6iBPnZ5JN
5Q+mB8gceNVTCbq0vznkrfcUjFU9O+DFO+zrEZsuNUOBzdK9Bx6ZVepC054ZcX3xCs16MbvtFJXp
S93I5irTGDhtZeZMJLscwPEtklHWyzLoo4nVeoZI1jRVp/nNKM0A90iaVCjvgzzSlwOPAHhLhhEq
v+ho1buVziDz7l2x4UktGazJEpgm1jl5Ve2igkENz7EDyLoW3cbpzOypK7EUTPu4/1khVqWZtv27
Qxqr9sbs1ekR1CiAz8ZOm2N7iOX30ahbFNup4RHEbubhk6+3T0h5DJuswGq/VVgIV+EjutbG69Lj
V2p5OtgUpj7vQmM0gO9QvdwXH71xjHL5xqmAmFJDP8cHvmRbPQCDaQoKa8QCUAg/qBqVwgKtCm6Q
B+TtfXBFYS8weKb+xsUj9UfgdlubVjCdaGChBvZU3DLJx6ZIx6Onyiqa3mdXR51RM3Yj3KfRcDYm
aG2DhQP8jE0lzuRGHpMWV7uegyz2APARD32nbJDxHLW5NiAqsmqVGrq4NQa/vgL7ogHNitSpK+oK
v89aiZP+M8KK8+AOhIDgMC/sH17ndyd6OfE2Da6QQdv1Cd70YWvGwxZMeu16WeqpAa4o+hOZBGj6
trpvASSN8GiXufItKuoDiHe0X4ZjnCFcOr12YBYIPdT734A3S9s7XB/2KC8FalMN8hzULWZ6c5hk
Ut1Mkc1W+ciSS6GqUvMU8GgBSaC59Wl3Ood161KUR2aBS3EhmQEsFLo+GvfArqqzI3UU+HltqsJG
jt+MoOTK9fHSgCHthf+uhcFfYlPG4MgFK1rQBNZLB/6vbWYIuSUnsLZ+jDHdxn4xfthxsRcNS+94
YyUPZmkBGF/ooK9qs/Sh6Kr2jCfOK3VOSVJfQFF9YdItztaYF2so40JgUTUDjjfgik7pEGkZHmGq
Z5Q5ejwIdyqhHndDxsF5BySuuLNHr7kWwI+u+iHQvyWt1NZVY7IDNXNkLKCOKZ5yQ23BgLNdJWCG
+RZljQS2QvcPXuJnJ1SduiGWQyued93zVMbJRdfGAAS6gAFASLZfa5UfHyvVVG6dctPjJrkgXglN
tLhFMgworDWobJIjNT/dDDUbwGLgRiNQwdS+o7IDDFt19T1wEVNXEfNMbwWQVty/yoBVZ1TEuetP
D6QkUAKQCRG6yiPqQSlPHtAkqr7Hzccc5KFBcQ5cROBIxgNJv++RTNtMDWpAZNUY9yilN+6LLti2
iFLekEeZZhYQB4FcIToFnl0vc6cVnjbjgZxtCzXZ3dgCc4WhNKJVcyIc2W7sSkxlWLvaVg7OqwlN
rUMOOqZVr5hhnCmqT9SESI315PDuoxnLMd2mKFVey6Zz9zWDYBjt1V381fuuEumaNvLUS03arS/O
di+iE4I62YqyWr3dgyo4Y8M2bX0NIOWSHzvb8k86UFtzdiyPQMklkWGlAWSn1Fk7ynQ3AgM0z7QM
+HNORIqgSrjOEyx7zAJAt6Qc8tsgxxtNTt5dEzGYgCE4SdN/W0xD5kISwS5FGPcFz0IvKbt1pvX5
dm7X8aQ4y1PrMLeNCC/fpmJXmqIq3fx2lBz7QzUYeLt5/gIltiCpk8ciPZWxyM9Y7XwcJj8D2OfP
dlLVYF5vT2SnEX0UWKBR1Ylqxrp6Cmw+DREEgz3UUlqRZq7I5qgO/PurkAEUtVloQOgMYXSkUYG0
S9LyYXJG51F2gMmM6Q3vNOeRLJY2HUAfwW87ZRosvVllNfdO5MGQkVi3HZTQWq11saJCqWTXgEOK
hiaQkj2iGCtYURMlscb1/7iSZzX8NgXEpUUWPuCFg0rpqSlPvTqk0kKbj0kJzNBUnuiMuiubS5AT
WxK8jZ9jYnKnfvKspxp8Pn+eUr/WDs0GUlrpzi7ifE264YdSVYfV+J2szVYXFw4A/sUpinxd6KZ1
km71q4tyfjYE/zjEmc3PZHN98Os5dnGizkl5cLA1II726UI9EhV0oHQGr1qp3S1pqmnwkpM+Nq/d
Z2W5jTQDmShNRQetB0Wl8qIWudLAKenngXNG65+5lun/PRfZP6+4zGX+c0Wa2WTMOqEWG49PPIya
HJW3hOD1P5vY7phPWY/HytKL5cTXJvUiIZ4UZnuxHU1cpNlFB7zajr2ZAbFDtvnUB0DlkBnGkWx0
YG6NemZ1QJkBSEpfkh47CPB2dd74pAF+72faS9031Tuz/BcfP4R3UEHPJ8CTzif/6tIj6T1DKuOo
upka+X9M8f/dBxJgqPICf/fG4Y5zbqRrr4jooUyKZNtCp3Zmh7A8KLvUte5ce/zJz6b/mE6m9fK3
QZFvtjM7xH8OklltvcSWnZ4FQ/ElLzV5S4c+9QpoZYaLZUIg7tZN1YI8T5Toq67YLFlt7IwUe1RX
GOOXoQUPtaiponnKwQBXhy5VUEJdQcX0bpsoMXZ5BCJYstnIUK7a3mOgBmX1ZkBN/SHyuuJ51KYd
a0yAWpVdt/JgsYu4+rB7YGw7NMDXPTsV9pCf9sX/3/aqQf0aZa/mxJfKXoHyEprM45wsa0Bbe+ZB
+7jkz4rBbHaD48twyZ8JpDARhU397ZIU43b8WsS2PJFptidhFaGijHJukxbl58SqH5dLczxwdk2T
jOEyTRsNX6emjtEo5qlpIh1UzrfcNcPJQIVg504IDBaApFyL2nVDre1K1AHI6Dr34Ak1HlDX8lQq
G/m1ZgQFRSBIdjTDPJYm+JxFgN0HBU1q0s8DlqfzTItpmbNJ8x3eN96JOoEDu8+cgp8HlPGvZelh
xa0WMvPKAy++erSRmlUmHzzT+6oYQdWlmrRccViMXJuI8hPZXB8EBwCF31Dn7KbmdZEK3y42Zv5e
ptVG/+u0NCjQEMzKRJdjH4VlEE07gNGaOunQf04bddgqjDVWVbLXnEPdY2VH6xk/Bg6CmrSeoabr
DwKFSEhNLE3qRS0b7pf87MfY9QyoIN5Fcvoe9NgSxZ4+nEEojjUetT1lpDM6pBGDRGze7mhoBJZ1
vDbUEGovM0QVCP6tob3/wz7P/OUiYxGkK89nYosQx3CQXvxg2oP+5kGINYic9EfJsyFsZeZfIfjb
n0HjgXLCsQq+G82FHByoEoeVB075Rtb1hUFHZE0d7s6CxtQ7lJ2btduI9BIkcXlNJmAPkNpKf7jm
41Ab03cLRelr6NgytWyOdkgRI/bQQbgT79zxrdTtbpXmVnzLmGtfqQNbANRWqA4NJXZzR62Bfzky
UUchm6NnJKBWdBQESnbinmyid4CyG4fxvkFkcGvFmriJisS8MVr9rlOL2gypJGqJXku2GhjzoQgM
kcfY88wjoioHKmpZCl2oCXVn5wjy87mT/MlOhxGppaOTuvs/7WpasENrx8ro91/8lZ0ukE9ackJB
ztz5x3BU7yJ/rIv54y31NuQGSCQ7TXWxW6Y1gam/ZL4IG62TF9dFQkcCk38zRHhdo9Asve/yALDf
CooNsg1YaNhG/eJ1Lcr4RFu8+T5QAEKwH0EO8iTm8t/cZus8Lz3oh94jGZRhl1J0YR1Y0W+kzgDj
LvJ3mf5EjV7zZHM+bhI8Gs+NzqqTgezqdvJtLCpBPrCKS7//YZlxqE1F+Rsc3M/cGe2XQJMI7iPy
fnU1XT9UNkr3PezJ7jLmD6HodeNttIeDcI3it+5NRz4GzRtAmxDoAvuhx7tVIobpQTdZtovsJj82
Xpff2H4Sr41gEG9A0u/GOi9+6WPyjRfZ+DwIOWL3abBzYHD7jDu72niDV714HOFA5Wr10yH1/OTU
tKkT1nHGQYHtdKfUN6aHvjMewNPhvEGjGWpOkd2foR9W34Om7Z3s+GMQlRkacWGgrbtruwRA6tRf
awGK60CAGV+1kqWXxkiw2bes4b11Nm6Wsh8A10AmSzmYnTvuUEOZbDIzZ7cofmG3VYQCLwQcasTr
nfLWgPaav6pLfOKpuCETarg0ZKZFYCUrqVX7WOuzrVCgD/yrtTvTL9IVwsbiaKn33twRoVpgiqpb
aiVuVF1KM7ksg4oKb/0xSUHi+TkRQ8J4jZsp22oEEcGC+mNi8vESo1uVfvuDyN4mxcdZ53w89eWK
OYrybSZ+m4/kQ4cv7VrG06kD1pUb/hESNivHBYtHVVjXGbMwQRoDwYFsSxiHmJndBQUaz9RJJjcx
LqY1fPh3QLgjTRY7J631nZDoKOyq/ValtnFvImh2/ot9aNhXe2b235yi+/BvAAAKib0Cv5tvQZSZ
9zJGNdUcyWLR0H3wuyIJcvZccIMSJoFK1UrwL/RtD+6JyL7FF1M9DZBk2vco4d72o2V8m/DgjbmX
vOMVBvqULtfOI3emG6hU+yDKQEGyGomcbvUk1ciuQmAodut5JDk4EYrAaKQFRMUNzyA67v0zkq6p
e4Ao0kgn8fVvHcBH5ICVHmov4k0Zt/Y9EOLZFv+M4CzyFHzDEK/eW51VIy+QWFAL5zr0qC3Qq1pm
/gPSRdux9qYYNYnJBhxdxo/MRmUhELPZszPpYh2YwrypRKzthmnoj27Tj2fk2SE+7lXNfYPHPMrz
BvaKZcRjlAPcu0ruJ96CMaz2aqUqYr92ms7Cv322iVv/8dniWv/y2VJNg8iuqv2i0q1EdmXYWUl/
nIuzVBOo+f5IZV+dqd2jjqQ71CLPxQqRVVDIUbjOb71mY6VgDJiNLtK2G18m2gppbIZda+9tJcTM
wkRG+NbJ2FUp3tGxc56UipdUB8Z1b9vFEDv3armzpMeOGiAhF+FyeaEzOvCsAkNZ5LrrpaNpove0
06NV2Xpya2WxdfC9Orn3R1XSNoLqF8iTM0o86xfyGG3LRH7TekL1jwihxx4fJR4l1pLW/xLjn0/J
aYITpQC8LHW2QibY9oONbkRw1/F81KBExaZRsOLO6vqV0QMZOAAW9Og6gEjb+fSN3CIdNKdOXSMC
N2CvkaZ9f+2V2xCjlk8N/5ubxJ2/Y4AiQsbK409tWe5Qyo28Hu68rekk065UTVHUYQbdkJecNfox
N13IjmuT/qo78teYBf4tEs3yBmzaqFhX/pYRuGHHPWSu1LQlZzvyHzPvY9oKceP9VKKyHdTaYNjd
+sCMhcgupgfa2lKz1rPsMG98VS8qNtIvTcQy00PW6MhEN6gu9Qm4GqfOsDKMwdkELNDPDqFd8ZIY
3C3KM24/rgh1mlPcI05TTGZ/RpEJ6CVKEFWfIdAZmdu4RlF55UmxpX46aF76PXNrcyeZyVHDgkPK
4uFSdU2FUv7CAYOM78oVGdOq+/CxXM7DuuuQ/VXe1MG9WIL/EkoLeY3kLbTW+YWLCGBC6EuFfQWJ
RpEDzY/UPU6x8uq3YHzrVz5Ck3JFxlb10JkPpMyharybxV4bJqg/5l5urY0aQEOJlYGD1/ipoxsN
t1By6XMb9xydJv5DbRUZFM4QN6cDclSFQEj3n3YPfiEGXn+yfBlJ7SlPDWiWhzTXMgZCQgjFq4NZ
etbGloVbXEEP1m91cIFfayOyLjp/MhTciw5kprMpEVboZiPbpFipeNiDRP55isuQXHKyjQFrod+T
2JtlhjbVn7A7SUDT53O20qBKdgzUgc7i3OkZmBRcGLGfCzZk7afWBnxXeTmeDaXzbtyTD5lsp/pn
NE25tMmHmlVVOna49LiGV60NF4KSrUDCSLD045AhGtmiXh7tQvoNCIfiX7OtoB5yd1qv2g6l9psi
kF+ClHmaQuUnAXl6DzT7GXvHr9HMP4KbNNh34ict1Z6BgrYupgZ+QGElI5Tix+zSjAUD9xLX7lCE
ZoZNn5iI8RTxCoyR7KeM8w1AigzYjxTCNU6U/OJZ817Fbv+tHZG319xEv8eCxwf3ZKfj/1jlB7y0
BrDgtKjm9/KNi5cr7geH4bvIxHieTzWLa0ejxZqK5Q0qiVQPHVwBZNYIWjyJ3WCfmijaAx3GK4CX
dxDrbB/8qQ7OKBZsQ7JrHOSLVZs0N3lkTbeBI7F+UQMScAUgY1Q5Jxv1xY9+BTldobOnuJralQQj
35kOo9DKs64Oi42aXPAudApzW00AhAvWXTo3rp4CoGDvOz8KdbNNgGtZty4rnhzZV0+IvALeWPN7
coyr4gqUlH9DrTZrf0rWjPMk0KsDrWqR4D5Uc1ZqQ4sHkThQs5icaQ0skL2jZu/XSA8iwL2l5phG
HXZjrb+21EXBFZoekN2wQupFJl47NhXoLajXd4f00vdYoVKvLs32BiGDO+rE0jVd1c6o70tNsyaw
LectCjLaY4/FAUJJZR5d8NuKLnSmifob+LLF3jQqZ1qZTTQgAD+CCd4osTEsocyszugQQxXgGKU4
LM2/+S3DaAS50LCl+f8+1XLJP6b64xMs1/jDjzq8TvDDYDxECUSWNaiEVCs6XQ4g/nDWlVXLFYQS
itPS4aWgpG+q8p8h1F66fTXj0qSzPy9Q9MhIGh5YDv/3aZLm84PRVeiTzMblqmR028auVq5t3E08
xd5NfYhlCDVnFzqlIXWdvUB5szloVlrd9pCGdJAKOjPF2EmHenSAAtGiOhxN68Mm6CzLtxpEjS6j
ugOAjebdtuU5aiU+x9KIKgNaTnrmZbFPOmq3pwJPIrrq0jGCXke4Ir8yP8HKnCeDu8nrNAjnK35O
jCgVCrfB4S3o2gVn2CU3Rraep6LBCX8tPJHczFMV3Kg3Sao1s0ugBVcLJEQ7MEzwo8t1fpzPvGL4
OPuLjVykb3sFbmyMowP7PFtsrppmmZU6FlsDltAws3HHg94tuK8HD9xUCZjUqRk5eXDPTUhoi9y8
SZRHA3m1fdI7Q0idje0H9xXiLWUj9Ms8SHAoBaKIB5EvQEQZ79iNb1lX0KQ0P+vJuWquXv+0uXdN
PJwwWPwo685eWoCbKdCjg9fKJwKkEww9Vlh0RAJm+2IiD7KXzXSDKvOVPmJDUDjZLQj07Lsszbwr
HkgbatFBm8DmXFj9z2GMc2T6eiDy6qDpQt+NwGLglfGpLWy1n2/c1/7zLM+MDxudDYXtvibJWKz0
qvRe5954pxvBQ855fuc4Tn4H3mv33PXTiUwQh8jvegDxbyI8y6CaJ+OQ3IbhLgEZ0y150aFvu31u
VeJCLZlm+V3LqpfKY2DSUDOTSXbgrHA1Mz4stqGy2tDP9HxHLtRR8BJFFxWKeMhGcyYN5ETj3s7X
y1Vjj1u7XIKBepkvtgrz4BkSeC3DxwfOqsk/2W5/R8PoTwIuooFSaf1ldqMBDW82f4TlT8ixoxRg
/7ouJha1tzLwkvPyybgXpSsDNImoScUXRr6d20YrTXO9L39VY0aAkZqgqyIXOgQTOEA6ozPmv4om
9YYAontlycPlsnrP/L3WALe+/KVDO2hH3Rffli8OAVLw/vPisHw6yZzgpopfaa75fxjIWkVdx5u5
OdX2EQwbQhXTiINnQiRBq0r5Pev6R7Mo88cMko1HT9eB0FV26NlZWtVfJ6zDAf70u20PKqODX9b2
EwfRHTnprmmEvau3l9RytLXmVOWKQ4DvYZDGs+hHdhGq5dbBtAVWBMzJTWA8tK5sb32QXvV+bjyQ
aTBA7RWXcXoimxziel+mlR7OAxwzfpDGNuLcABMnIHpYVw/ZgSYHJ25+RFTEWFGTBgT4sWiuIe/I
NEwIJRZyaHc0OapNynNmsV/USR9XS40TUrjxzXz13hJAm6XuhibzvVxcdbu+kj8dgiz7XuWecaaW
xPJwF3nmADoR/EGTJuM7IFXW1EmmChKZK7uN5JGa+VRbey9FsI5c6CMIVMbp0wMZNA8aL0Ez6Xv6
AKD10I8xl9hKYk8l0hc9tYa7yfb4bT2Jn5EIgm+Qdh83UAQc97FEM+HaGqRbwGhmQXCu2xIKfKig
/gaeQhuUuGV/qocU0DXzbjYPUODjTQO+EMRowo8dNyjU9jNOb8Hm50h9nAZWr74A9aysg5i4Yd1r
+Nh1HL1Q/jrW2TvvePVYI8m25x0kfhClDR6VA6W2sQZ8t7s3DUHO98wBADIX9u/cKm76YjRfedaP
0AM12Z1rpcPOb0x5jBo3R5wi18EaaMvHfIQyLoNA5w81HBql9u8Uw70SwWD8RKNtZBX4aRQ6ShJU
HXnqa2C2MHIUnxWJfIZGBbicYV/chKo+LwIPaUQE1GY3F7X35IbqiI/ZRuW2zJZmPyIiOoDk8Qia
b5R3aKty/Fl6CdClgfkC2eEGoESj3Heyz5+bwT57tZG8o56nCGvAo6/cM/VLZYxIrVlj+v45UhQQ
o6CRlRsDtm1Z+lrLMiSIYlY80xmL3Xw+E3+x/c0v1g0dz826+JJn01xrPIEZbP8lqzfn2JzxQXMm
90DptbnXQ5Zs42gNykw+c3TkTLMUTbcnu8yKFZuQ2L3WQ13vXNAPvJhlPfNZuYVvbHLLbw9AIUGc
t6hmPiuspWHPehBom4H2rPx9xMlQpQaYgjNW4FE2a2FuFHY+TNwAPNhNkv+XtggzvopSHp2CHLIj
gMrk1bWcHCRcDLGmDuQJq2sKDUFrnU1yDQxVdFrcotFJtmNceKG0Uc0pANQ48XIYHhNhsg1YyuR2
bk4gYrPdFh/J9IZHLowJBK7FmTrpIDwQhqGo645aNJvMjY/ZbEN8zBZbWrwdOOsR8fLNfEWcWZAf
OgvfaK/U6vSi22dB2YbUpAOCvCDmjLur3QQAbCqPDgRioa2kRMj2lzlmDzXg33P87SpWA+3XegD3
ZDLa9YOWGyfiZoigTrrPUWu1keqmgEZfqmLR4qaBaPeDLaaTDvHXDR6O3inp4iTs/ck+d3llPeug
S59p6zirjmChrNcxUHPfyC0qGvts6PHON6sBRfXuO90xXQfhigYxi7te1/tTHw/+Wo/z9J2Xl6qx
grchB+3q1E/pUS8L9qAGUn+bV9DQMQEXstLcPeQF5nE70/0ZI+CTJL14R7ZUhIMdJLe5bxgQc53A
MmpVE0SU8w9fB4osHHKMbG0geTqAoRfcH7a+lnRmYasqGPcRLsDZ3KvOrOS700uouPsoE1IHkGLy
eNcB0LtzehtJWY4nUY9lBPj9vWkX4Dlz13hIrSu+tPmfkfTjunMRdKX/ZZEM2R2U5ZQG160T6M5b
Aa5diCmKN3OSesjzTEBLLxb73h20vY5M541ASXiIvNz02kh5Jg7tgIG9M63Em94UkINE/YUmsvKR
ofQepds4i9sasqF4JD9qGf+wLb10xnS92wjWghnIxoMSJRrlkT5y5BbF2W3a7/MnVn+KW4PsizzK
hO+hWJA9BWV9rioteMxA+HTEE0XdhWJ8U/ZCx9vCTBL76HqgSvm3fUIiY1UZXbPH409esOCXl8lx
BfSh7WqXm3W6anSZjSvq8ZJ0WvWNk+wqMULXTIMOgh+ooJZqLjYvL8Y9sG3t3aAOHYj1kb2AjZrU
sdiqzuu2TWQOIaHcCO+GPfCdZ7vRgfBti13zsmmnAzu8KoimdVG2Cqz2Drm1bsM4nh6xZpg3LHe0
TarOYnf8OCPb33oBLAV9DrCSuwy/nqOP1MG2m7z6qW3ZTwtRxp9p020RiBNvRhnla+Cnxiv3fUT2
jKrbssJzQ5NN2iryS+PsEyMCBYqp7SAih3VOfCQTHTwVRaYzpCmg5VpPEKIFeHWbeRzVyqrgjkBc
ZAMBAPRvLPeCQE51DdTjl3Hz1YSy3D6zHTySa03mB1vX8JZocmigD11sQ0zHyH5GuCt803W+10GS
rQ3HKa9BrvunZKq6jeSMo9Yb9eJQ8/xpd+XvsRr6Rz9J+10UVeUhLh0opanJyGOyoLieds53hPaz
deRNbO3p/rgHhSBh1OkQMNZsIs8xN9QUKN67dz8cbMvZuWUJuPjYP0wsQml/npYH5DRQYAiFhzso
g3zYGu+iRdmBJe7mb5oVkYVXreqcVCreY4m+BmRRaA+IruFbEGlcr6n2P0fqao9cr4lXGFSeQKTY
3iUIxsw2alIH0O393go1DwQIgz2YTygDH462WStuah/hwxbSEEvTBYEivlfrklkxENK+G4S5YhiH
VOuz27Xxg+f0xXkY8ygkRm/3HzuvrOJcWUqeCRH4Dbh8C4gS1ivctsY7+DY4MP9mcetxdwTXC/4R
hZMOD7rfgnBIPWrH5MN3SMBobJk8uU8MkFfzCIks7A2nN1uHMo/k4wvkYj7sBMQAR+ZsJ/+JZdEm
1ibUGPR9vrdFmmyR5EBez5/wXESuHOw2KArJi2Jv5GX/jTySPrV3GcT5VlhsleFMPd9rutz9tU3E
88iXoUrG8YO96YIaLnE7qJ/RV8rbr03qRcRfHOj7b1LxH71/jF2cBzVV42t8N8XTUYxIukIKvTlJ
RAC2rDWsBwZIGGSO2fSzim5qKaJf1tT8thzff+KFgZ1lLKMzUODtPIaXtbZhIyqV6H7TR7vdZVpS
Ifak1kBcLXiEOhTBZIW6/n2pmV7qqmuQSRzKBuI+NiqvhVt2ECge+Ucl9uIHTQaszYfyydY7Hb9T
0YKbprS2hQNw8f8w9mVLkuLYtr/S1s8Xu5JAII6dvg/u+DzEHJGRL1gOlYh5Hr/+LDZRHZGZdapv
WRmGRkgPd5D2XkMYl8UFJPhsA9hT+Vw5/BtRGw37Gx5b8ff3MSyctGf48rW18cck1hoQxuX2vejW
Q7mFPbLeJk4QnOUI6pUcXgj9nucdrOm0P16VpfqzaLGRCUuff6njpYM5PLCBr5AtKIEQwU8ixwoT
YWGrOJMNTToX5VykVrMDt5NasVcUT9T6V2NjWyNzkWYQUDWyK5YJWFfCgFaUgzqVLcNSc67vKxuC
AWPzWrYqN3+0saPu4UfrQeE2SO90MBMY2vAMpW5pfcvAIfYgq2HdGAVc/0bDiZ+CJK82cJKaLqB8
JUe7iO3dVOTmrRkVct1JW792IrtPk9z6AWI/8I1u+12Xfw53dAv4RhcLCPnjXQF9BBehGDc9y6bz
gR4YnunnT/XCyuydU1SL+5A7ivQW3O5TlsEY6d2QKC10s5OthhjuBEOi9wZeWDD8MG6hYAMlqgKo
fQRXVqUM+xMVmzF/KxL1EG+Hj63jz0VqjRjoYf/r2HwCRqfMUg/StmdZO9nBnRdYQCPCkU2Vqb5Q
mQ5zFz+fskMUO+GZY/FJegZR2//hy1zf2v1g3bMpvpIYgpn15g6w0WhLvcZ0+gMsveAWa9ulF1WL
0USvIUGveeX677mgX7H0yurC3raqNjeIUAIgPFTsJTShDYfftX+X6Rp63Hj4X8CRQQ7K7zSCLr15
mQAVhzlibd43ed2sc54NnyLX/NK5TvyHKBsMn/NQMimxVWLxd9uF0eoQSAZDtgC/6aCGNko/Ik3S
8fDic+NLYvjWsqDsYp6e80h/oWUabRAUWK4rZXbxkRZrroXvIMjwxYbUvEjXqx385GJUeFXMyl9U
3wwtqB1zvdWr9XtXqodNZ4IXg1uuINg77UCaSV8c2ItnXOmvqQ8atAMttmuU6P6qQKAG1KDRXyNY
A0gG7Q3hhP7u55ExD6fbLDVfMqxsLpBgyi5Y9WYX7ECivRyMZ2WG4cmMwm0g0vIhSaLu1o4dAFp6
OIMOiLmsK5+xPbUanWzOQaA+L61stL/XIH+csDjCrsW2DFheIkJGfekA4bqt7DPjhkph6dreP//x
f//ff38b/iv4I78FjDTIs39kbXqbh1lT/+ufNvvnP4ql+vD9X/+0XGUqKS1oWEgX6iO2rdD+7cs9
kuDozf+PbqA3Bjci8WDVef3QCA8GBOn3KPMDcNOCEqFb19qb7qyqACb9fROPoOG2rfMdqXOkz7Nv
neEt+9ig1/EJjJVdTCusXspuD6iZTK72pNOdIl052KVaKz2W4W5xGYzD5qcyeMRXDSDM+zIjimXk
IRuTwiAEykR0CGL/Yx11LtPEY/iOH2FPDPTsfJBZOlzM+TBETbXN8dCDItOfrUnVfoKYfrqXHcOK
XaZ2BTyS6pYuNJY60wRwU2Crv//oLfH7R2/blo1vlpTIQdvWzx895PFyo68d+6Hpw3GPJHAA1BSf
NqlllK9VjKTJvJzoJ/CgS2VVt9TDBucJVG0GmNhf96oy3zimWn2Yp2ezzIY5tDArNo5S1vo1CSvh
RWbcXxxYYp7KAjoZI3JTzxNEn/Hx2t/nrtCfBsZ77sp8OI0EyXimnxmvxptWR+bRsgSeuaA0OP/h
e+mav344FkPUF5+OBWiILW3584fTq7hUgM5nD8si3S4kePm59YwMRX4HR9nuDlT9J3ochnVmbOmR
R8W5F+Ba2d1YwKtYaPcLYsDtxpZpBtU0PJh0VsOsQcrmk2irizOvEfFSvM8ilr9Io4BlUNGj65hb
p9q51UZe3QJov0XCXj7ks5p+CW1byB3E/onqIBkW75oC+o/USgOqcNjKWZcfUTO41lahBd6ema4R
nIoOk5NBtd/PQHkcfGhmmH1crWsfLELdPMC7Xj780tfit7UtDgrOHb8s7clhTrTSPc6NZD83dQHY
ST2CHlj+sjO3wj+q3k0fm/mASGFRyQgCYCikod2tOlAPj6lbZI+i5dXW4FO+oVYa3ffJMjqHeO/N
Em+0CsE2wmriD+LyXePMT2XebKmhFEz/h2+E5f70jZCMKY7/JRyzHdCQHXP+OX14UuHJIkZIyQQP
Eq8o2Mex4dpzyCsTzzAsn7lbiy+0CLOMbjgH0h+uhnaxRDMqWEFG8YVcZReXWDKPXexh6bRyi6JY
NbPbWwgQILx3ygjmMnF5okHUQMX/tW6ZLGCxv6trBZTNaKpk7/QTPzFL8ROdWUNslqssHIG2QqKI
7S0VHd6bf+uzVFhVu/sPz56fH/vzhwkBKNtitnIFhOhc++cPM9YV40nK/HtnqEekYlN3xcFfuBWh
4QL0nfJNl7jZa87khta61KOqNFh6vdVD4RbCs0gjFgrc467Y18gzzM/Zan66fjiAZHTpWni5oQNV
w+MDQSeuEU4LpmxdxRzyroKld9yNwxUFW6iBpcZbA7IzIaIEkHU3rDZbR0UBLRvfTe5s4Fz+/lNx
nd++YqblMOlwAcldZpm/fCpYUVlB1iT2PYNd7sWcDTMgbRIDwja73JImamBHkTcUd6E9Jd4H6eUc
hgYkl0x10M8DMVZBSp6klX1nBA5usBuvriIDWtxpvSYoYC4hzwEr5OAkZ8RgFOyctnBe3nvVNtBp
DoN1Yz+Hhgo/gihGaAR7KrZzXa/AUNKj+Vsd9SvmUNPSee5HdWOtsNS2jNdqlvdeOcFkPeAxDF8R
EURQ6rLLA7WEJTy2/Ao2XNT6obdr1TUMci33rFsxfwXGz/g6FdtI1NM+kwCqzPUsH2w8IxBUhGoK
dvwQ7FcA40u16mp3eBAzgaQAERmpW+yU5tLc1o9wUEoahOVgEaaDDPLOPfcPMPcurm0TQmZ+avyT
Sp1PSdY291SV49XlJchhbKlIDTwBhYrxL3//HRHyt5+OC78Nl8NcwJUWduFz+4fn0OgyvO5Gs7zX
ms9R5+wlqqvwa9YDdOgPNrtF5icEPA8AYOjr6a8FFDGQ3/dfC6SVtvBNhUqGY4ePP490q45hAzOe
3dQIwXGFFovdRxViUpCrpaIKp40u2umh0w5URYJsG86OeEVu5BfIxAJqOhexw2j2yplVbuZiWkF8
tFRy2FMRRKO3KakIK+RNCKjZRpn4lhMjKPRFvQknu/lAvQZbHCujqlqIQwhUTYfEAtVtoV7LFEIS
cALjC/UabnP5jW/KD9TrIhjqTdun7XIJus4IYg5w3yJ2XoVw2jtbuMFN3IH/OoDE82q2Ak7hjKVn
IBScRx6UB18X/BWqIs0Wz1R/R92iCPrnBXJdfaOAd+qwg6B622q+vE9rBhMiwPNwmrZo8wCh+OJc
t9YE3CisG8ey04/QXLeAz0G0rnLqw1gjIwBagbOG+kX4HcunbJVOpf8Ud5PwfGNIbjJgQ/dt3okD
zSQbZADfZ+pZGty7xQByMnyyOn9YC5jGITgNbrKaD1Qvq2bc1NJs19ye3uqogfoNGGUyZi5zqHAH
E6v6RgWIoGRWm36GAPyRnCGbqDnJYXJfAWK015EzavAnYJ/qNBXfDyEC9lyYJu5ApZ9VWB9rP3sC
mSG+YXgc3o3YGMHzAgbXMu8ekecKYGcX5I95OtWwCSi6HRXtMmkPdQfgOBVhwmze1jXbRq2Z3yHC
zr2cJc69KPPkhpXOjo+Dc09VQ+g3ni/8aWvOdcIqazh3LN39PsmuosgOFKyFaRDUDRP7QAEjTRmy
ua4ZHGCjOwZCOBZLCtJtr0bG78JKIqiX1wfTr8ofnYi/mNGkwHmt/TW26dZtyc16ZyW1ATzQBLkG
sDi3Rdjm9381TxIfhrQodwhYdJuygyVeFhb3xcxGAQwSLskzESUzcpg21kmGnxTq6CBhHEB97QlP
KRWWyMkP4yeV59405uNTFIOgoUqbI9eCHTtWtxYIGjlepLO4oUwKD8Si4dhXTYUMXN/18aWO8nJd
c+beQZ9U70xVhHCcycdzLBCdByTRebAFEgV2rtVXcKo2SRpYP4LWPXUNMjI0HHAA984KdLgDoGna
/v2T0Pz1bYlVg8VMhheDzTnHM+XnByHCUGUjBqODYTxHiLX3kV4iygDkpm5d3fI9pMIQEaG6Dt5R
uukep8YuYXgDlXzbKfhd1GVYD/Rl+i3HtxLgMuvlvQcw/AES1X64d2aJFdJZaSGyiv1P525IVKWd
DWzpDBaOMMZdB3WdLusIE+jjdWuN8bXVjbilBoYMyO3ffwz813Xp/DFIhnXD/J9t0w77w/vAGQbg
vBVrr2+YdsedmaT4yTM4H0PEC2EAU0zQy3z/0SeB6VmDWf76MKARRQKQP/36dQE9O2TKovXf37LF
f1nnOFxxpfCXU3h4WL/tPME05TAaDKPrsqCffKeCEnoQfkZMOJmD8lDbiXel67Pdn9X0jq84oFS/
VwfQbVyqmdmGn2G18d67jhrHk2GZQaNpQ2HO1HHDJyGh5ZInm1HXEA5GysPLYq7vjaB8O4MRguX1
LWgeWcAtb5zP3vtlsMj7D9txbiJ38vPnIplQDtbFpkCgwFLq12AIgzls7oS63iVtbB1buE6vATgB
EKqXwacwdaGkBvyycioQ7qwhBPEH9QCSOFtI+iGPGWb6kwuhXXjmSPvKEbp+SpFeo25ZLrNToLF7
p2IuoW5cRz2DNmCIRdfQFEckXr4CsxP9SIsr1h54sGWBicSGr15nxdo1AkztveUnzTZlZXluks45
IhfZ75rKmm5B8Q08PBHEyzxP1/jhj2l6m0cYEAy0kZMqiisPNJ5DECLsrsBrX1QQ50eBLwmfowwt
hIyC9jIZTxXkG67Ui6qpOLbltAeJ9gvVUxU10mHsSt/jWD2ulytQZT1PWfOhW7VZFuyo7sPFlNPs
2jGqTx/q0i5Lzw0rPdmXsC2kIXQpCQ7RTiRV+rGO+hiyymcrrQ773t/vGo7G2Foo5u7wwi4PAYOY
XgICEswAOWh+Ksk8kMaEPEeFQNQ35j7U1lqjO1E5V3mwbgIeYpE0bhK/tmHONcXjGjq8eDDZTfrg
tNq5TJZ/Y1sapbmqTXy+qhsmYTkhU6QBAutkWOmP9x69ZD+gpezgCWHFWHZgJPI5zqFx4NZLc7jz
RNDfBve9lRfqYSVlvEeIFXHMuZHqzNjaIAKib5crpe64Tcdx8pY5Qiycoim6capdWMcQHJvHiVpl
G+5yZ7PMkPvlnQmbxPdJHT6FHviCxY5mtabCv4ZJcFSSyXwNVhmMDQp/3CdsuU4T+NYZDiAv1J3m
GZAdXjXQYzxS0dfKmskfgAfOt0CHMoAsQ2KLM40KVGDsqwJ/E7orqjMFUO1ImV6pf2iF0Hjwufbo
sxkH/7OZ1+FZQWLspiq7rdCWdQ+9QOvenKCoBFsCd9PYUmfrAUb2MP5I76gLUtUmmFAwtQyFyDci
spqd20GUFpbxSZ8k22GywoNliOI5mXy8x5zkC4B0tWc3uTjBvHK4N7ruKy/9+AvgNXgjZQ2/qsCN
b7DIsVfUkNnDj650jLvQz+PzVDeJRxdAgPWkZlRc3o1XKL5BDX3An4IukviPOcjGEPEckl1S9O6u
toziExyc1yOr/K1IajAUXWQDjObURyVC2C1iSms8XaIDjx0Gqi4+MgSw2KoYQlaufTzEfB5kd9TK
7bDzbGwgd1TUhgtYDPw7l6kqfIdLbPWvym3ZA3wVwq0vEA+iYplV7AbMuP3StxlA84XifL71a/Mb
zeYUjrGDV6tcYzPHH4SB1EZqnqhtqckAqE8BnFpuVRlNdsTSF44d852bCZbp0KIA+6SGIRbCem/3
PIfWIuR8dnQfbc6ss2llb/fc2+oGqNRsuef567AFRT7f0FUTCSD05DhIyM4XmA903whb9st9/d09
06ChNn675yCuoPuO9M1Nkw3b3ojlrq3cQ4EUD6hMbQF8gNHhDUWnY9JWQD8itF6Ejty71KKMHKS3
LIE72NKzATcgkiqA+dcML5jn6AHM3fqheolNDT9iqmNQqdRnOl1qi06wFRBbfmbEng7xAjDjh6gu
QQuoIBYG0nLyAPpe8lCmMDbs3TvqgNyzuWFg5GyoWLBY3GMwdaQhMJJSXq/7bEt1tULOsQ3XcNQc
D3mXrN+GYd5aN4B3tCXkm0WXPMDmvrkZub1775GWY4t/Zpvvaa52atwLPhH4updFcaJ+NLQKBrh6
saE+UF02sP48WtHrVE7tQZll4iFAGO2sZpBHFmfpJRgqLPgGz8+Kg4pzuCSxLF0luhj/0NM2yZz6
x5hM37ARE88qR4w6qvwM0GLop021hf2JaIK7wYccSdaJ9LPgCilHDALuEgvmRnyJpAk992ZK7+nK
w5jLYxQN9gEKc7tC2VCpEZNzaiL9h9mLEtk2AxqJtpKXEG+NrVUEHKQsOC+PcemumY/UuVFvSgv6
DgmS9V9UwK5QYp6zaNj8qwEfcoR8sw5F/t1og28lDEI/2QOL11Y/+g81ZA49qPkzsAemt2uDDF4c
f7lu2AbqDrB6sK+07p8BNgVPliMx/dP14PQMWlheF1t3LCCEDRHtbQUpCc9P4MSSdRzrtrHjX8Dv
WvmdqF/dGoxtDfGxPcOW+Nm17GOZzrNWLl+rCX455tDxmyyMkRKgkQhp+bocH3yXF0cHnsQbGpBm
u0lE6jMYCgl8Vvr6ALS3epxc+5baJztCaJCX/VUXiPKCJAfb7PlKqRtAL8pyHvGzaw4D0/G2FJX/
2a+2y0BTdRvRTvmRMwRK4BX3abkRgC9XRoYPLsa68iKQBljn84TAvxzzsM2eJ6XHvQCjeJs2bfsa
F+OKOhgmaF6wgEtP0PAp710FDyO6VC3BAa6xargNkEo/2xBS9KjBkPXWxVPzpVWmtVNQvNzpeDBe
cgt/+fmaUEorvUmrBJlAAEdgtVsuH1cOf+4VYBPBvW3A6MSfvWhpRBUBOIJ4xGsz2cFumIpqDzOL
8XnKYdcxf9BxCno+dBTTiz0ZLpBckVhNeCU9IefxVI4wggiRlt7nQQz3qSV/iiSqBAUfYREbGbBZ
T4QaeOA8GAM8Hue3aWVE8r6YDyrB2q40I2NDr8/Q7dCgvml7qJcXapGG0y6HfMyaBlGvDiDQEcvJ
C5XsoXVh3tDjNZznYodlLj+CiLNyAK54SizDuIuD4sT9LngZnBwfDjiDS0irqjjQMiwdNtRqp0Hi
GcgAHSiGBUDij6RQ7EqleUaBZPxTNs8IlTPocyMMJktc90/OcaJhWwhuwRkQRnVuZYfVaVcOYt87
7Y2YG0CZAhfpQ7MxFHs89O3DVESwQgO8R519Kf48HbUNs5Zp+B7wz70VQDO67VLEUlwzXmtHN2uF
d+SuNJkVr+HqtxOdMq81aAv3U8X0xUzZzVvnzEDeaGhTbykLhJ1A9CsbGKbMk9UZ7CxZdJeEbnKP
DCvixtr9o7UTtIlWpRvR1Pia0YVqK//WFg3fANDMNoDNmhB0sqOXJDDsTWq4OfxRUCx7KHv7Oi7O
VBxMsQeUCauo3JcP2VRs8jGLXwJdISA+e0NhIR2/QHRf7Srmv7VGyRB7EP4ZD9TaMeeLlevqhoYa
wWYyGYDvSVncYg//RNdJM6s80k2l8/xgHv/1TVFriiAW3ZQBoUgsFuJy548TOxNYcIENzsUMedSV
j53MwjmnLgsb/QPAMDB8xGnnTg5x0t8nWjrRnOHcSabp5JVNsBmnYQ10S/QAOMH0ZAI0HTcgmVKJ
9TmWaBD1ppLi5sGcWLyUkmI8m0He31Kb37g3kH1SN1QSAXsooVC4lADOe2kHh1+pLQvSr1zLcBGf
ZjAqR4jd6i/LJViVrPDb8M8kMQ2dzmqVuSNwBfPN+W0O6jtP1IlaM7znVzy1EO6nVtiI4zeVALDZ
BuzJdtxknbJLY1fxARmW/HGynWgXG4x7VAwS1lxU5X9ymB3iWwy7y2CEaBU1sgaXys3aPWa1kT8O
cZdvswiRXmrtfTM91yOeaMvYBnIbKnmkrmkGxWvEe7Fwny+q277bwDggQRIXE7kg8h8BIk+qvr4m
JhTqkzjlHtK09VWWsIsFtgOnkUaqfoTw/3apLLWLJrhb3EZpZx1EkI1wFpvnYMATpGb6qer1YZgA
dYbGXvbA3T69lqG+MjjJ58AcTtiwcROuNHOrDOvm5I8ALvlpmT9QHfySPstUAM8zV4VuD+/xeSM0
0gQjB/hd5DWevhg/cCBwfA2PQCrSCFFsddyxe6rhGmu9USbxltr0GPe3bTcu3alHP8A3uS1kvKei
QvQM+u/d/eQMn6G40pypujGAjsMXtDtSMahLC4QVoM6pSIe+Eo9mkyQXupI7AaUf4u0F5gtulA5M
erBw8PBFSW57a2Abk7XdBk+acps1uePRwC7nxn3/x/KvrUt38kZwloHuwixTZIqbOIl2Qo/ZA3WX
GfJ7gk3i7fZVYGEPJF/cGLZFa9AOQesO1jAIgkC0Y5q3sTMDfA11fK+is3hwtgCEDRcqLVXwbUD2
aRh24GW+DYdcvAkE8titQZg/6GJwNokFuPwIMOVtF6l0Ofi1mnX7/aPb5lArSWuopg1D9tbPdNt+
2zrwh3N1EXp9HPAL0qLNBYCy1IuHRH/zDxStfG9nVve37TQer+YUm78k3yJZ4nglMg2ntgHFm0y2
34ukxfJeBAMFKiZzZ7Dd0BnL76f3VhpbA93nVS4bDgqJkJva5D8os2grDaWvqrJ3lFnEqu0yQs/+
vsEqlHr5kfM09pC9DdLe3S5WPII/dW3Y3LmWW94lZvJMgIoiCtTWKQp32+LViczearTBzgNXNd+9
yzUlRpWeNbYtcRzqAmCSP7uQVFM86NKDosqwGfs8HleOm91CPi86EM5mqSO0jT00tbd4hME6GjiD
YoCQts0UPjTo8erJAvIzA/8C8nHmE7XCqQo+ubAHSOI+2A4B4nSF0UOUkYucXXTsbjiSLLfmfBgh
onAbpMXXUVTxkUpUr1rxNpTq6MBsY/BGbNpupAnJ3BAax6fRqbtHGbf1pil1ve3nomVw52BHQbim
1tyK3Juyso7USFVF13muyfgdlWC7ApXXMc1PsPL+OBvj2zCo7DsYLjf3RnxpRdbf8dlFu0+RiXX9
hq2ojerswIAbUtgjIDT3pzo3vjRVK85dlF7fB9rjwFZU/GWgmUlkVzEItKIeYYrp7Uo0IEozf58L
pZJrhnUCuPscIazA2RtGJk6Z39u/nWGFv+WODxBRg+gRImmIUsxgdmSZ+7KTZyq1gyFP8Ff4QiU6
ADk+riMYZu/MtIfec6eC+w7x1HkwTeOHjTH/ukOvq2OIN88zNlrKc98b+t7WwNokGawEp2dB/6QI
6siepW0FJU18fHSIquqUmKZxodLYg4459PyZSpXTd+cqV9MuQQLmHAYaxoTzIf73mQzddtfE5Sv1
SHj51oOKY5KspVVEcLezGiiZgksywfl05UJ0+dqXiXvD5oZ0bsgtYCKhKwq2d967N+Csvo0AafLH
VAiwPmRy6OZMt8kn686CiOIk6vt0znY7eLTv6wJhFOpAdf2sKWMAUrkMqnPDunPcbeZcbDms7ViE
wNxm1pUOvTvAzQtWrNsOvjzY0KNBqxkvO84tFmhwg4mQGvWjVmDUHjuYe+1JoClzbThr2OpE+kwu
h1T7ihqoPLcafvAN0EHQuDUsaTK3Fw/vZ4Exaq+Y64wArVbsfmx97zfk8gzPlK+678tXBGeHVY8/
/xXpO3FfIqlF9RWszBE2q4s9G8LyVWOblA6F/dy1WPBAyRFb7rn+fXgGs5NTBYTvbSMgfDLBDugF
GwnoaM9n1VxHZ1RHrdSv7yr9a6ty+7exeeVXa7fXYmdMJrhWjYbWDgTdj8AxbKjqvZ7OcrsJLq2y
6p0r4+nRSvyLAa+H7/MJkHc9ncBbfKlxKhjCLo7WPv4SbdTqo1Hx28THHiKkvxyd1u4Ezxc19giQ
4G9qzwdqMCehj+6fIxT+pdeFUeLA/wNQAXPyRD40u16V/BF/SmPXJ0HmUTGpAViVCNusqFgPMbZp
WCkEVSjatWmIbd9HESAoGOoCKLcq8cs7GY3JH2niKioRWJ2L2sbEboZYu48IL+RmR3ULnapNocVw
dWeOSTzAaZLJwOtAnkFG1G8s8wXCU1DGi9Nizd3EejHsDNFaIytBlyrNl6qoX0dpJrcB4p+PfzHI
4CPzslzYlwzuzIYRxVgreUEA8B5+MV5IJ/3k4Y1l723TltvUENluBFQY8XG8fKlo1hZ2VvPLl4oN
bDnXU6rLu3FMrKNIXGMNNaHxE4P2zrprZXpGyKV7AbQpsyC9T710YRlgLbnDJ1dB+xW6QenZ7Azq
RYP/qpdpgFKQcVsjGhJ3L5ZxoRmKpn27LBV/uSx61Umfb0uj594oRHp9P0QmZMUKdnmvSTne4ytA
e9ZVJYszNcCkIruCQ92eGfRhP2Upfst4zzzBbMrep2Mpt7HF5Keuqr1khr5EDrTwg6JR5wiCojdD
B+fsBRODkX4VxU9J2byN5H66jKQOyb9HliI1l5EEmoFT4d2YN/sQlgdf6mw3QPfoRwVDw1VZdPaT
hNjDJu/68FKVRnyqjEFsXWnnD4i0ILfldNa3dmpXNCrOx9dWT+FLg2C8B3CSvmrLL45cIn4HLmV8
H9W+XgdpUn4NewWxAGTOYh9vVKOoP02hW0L6o9Y3UB3sDqrKX7HoT71ysBCLgn8PZING9RkLTkAz
2/DH7JcRgzz1mqXcWfu5DG9544u9UrG9z02OJBFg3HB77YdXy87hhoJ3K3zeX6GPd225dK9+yfPH
Dkj0dQGriT138/yRIVUF1qA7rQtLF4/92LObBqZ7+N3lj9RDDmofTGNyS1V25dbrSCl9oP5T0Mld
mfLEo1YE8ZsrVLbu6FJUpfTgwbGlvaNSo00XtBXYYdDcYVgZWxvWvFAYxc3YgZkDS1l8pr5DnlbX
NJQgDoeGCU+WMH1E6OraJVn+2QwBtbWgDHOslAJEcwI3AK7rn0d/hChka+FLAUuITwX7St0NDojL
oLCwpyLo/U7e9K+52ZZ7GLTVW6qGHabXWFEKSH4qDrnQ5YYm7Qx5zPFjfLSzBswu0zoAihTfx7kF
+xcLGOHa6WBzlHc+XoUl3tWIJt8XDcAqeuzAFcr6eG0HVbuHGJSBBOlc/v8cvEw1X+0vJ+ABzCSj
JoeIx0z8b0AQhyzCU8ShadXyQq6oPuPD5BVBby7dqmz40K1RycduNhZLB4Z18mUMyVkaScTvYdy4
q9rhkN1vJuuFwcA1g6zwM2OuvrHtUq+m+SGK9UG3cwHx31DRLqVcxQgUnKnom09dYDfP2qys65AG
MdKYmKyzJTipLZTyom5lp2P7DaRoj4kMwQngY04Rd93PlglTMjjwsXtofnTbIW6Mk++W7QkcYbU1
w8K4i0bohmlQhT/Lrr0KGj/FUBPqw+p7kcHpYHCaHkKfsLAtfDe7OsXYHqCGPO4jv25u0tGAOC0c
LZ6RIPojjTr9I2B7KUzcR8nFk0rUAFMT/PaMmasURSXfAWDeHhs9wfSzy+QmhITkI5sfFNi9D18N
u4YkMmJisB3s9rHJ/P1oVIHX1MJ8ysJG7YsSQQgqjkAm7WMjjpYivDLNvXDreCn2AX6lKRy0PJZH
1lPCBmTLzSzD+xXFRkYDina+dHaQrt6X8ONbWu0qaPYOIkLLWJ07WOclGo5189jCRvakHjlcBOe7
AkskhfuY0S2tqQQfsVUMYoZzq+sW4T7gxri0Jq5v7IKOs6V1SiJ/hxQ7MP3zzJWDRAicpc2lVXIY
BksB3WqaSofM3LEGcpxUxLuN76a2Bvt9HpsN/bQT0of3xnxd3olhBxcwMH7G+lCrotn7Y/YEC5th
WIGsV1/ogD/v21lk3jj1NJx/7UHdNJiTKyTykh0V6wJetZmW8N6ZXQhTS6iLOzWAqxT+DV6+pgON
DTvclgE0NKmS+tEhyKOvTgiAIpWo0TYgY9im/Taax793jRLEopIIubD3OjprBHsUGZwx3+euYfB5
Uloe69DHG4+6+RGomyUkVzyamKd4+KxCkJBTkHVP7xfzc7hYlEZ+G2ND/uH6YALU0MrJog31fb+Y
I+KDVHVxfq9vAyM9QgL5ma78PneYCbVGYIwvczgPvsPBOJxdO+hghDDs0C7MlseZnPRndZJo2ayo
LOC48O9TiVQaZEDAXDeN1GMAWJyXU+raFImx0g1s3ajlb6ZrknAn/ACphfmS4zyPHbTYFVHZGg0F
pQpXbHiksDaDnKrbc/dQBviWU9GWsYN9k84vTLrBcwUrMKrngzIPZcWwjO3H6ROvwSiya6BmAZa1
nlJEA6g+Tt3hMOkBHDOaHO4uyJEAnoYYCBa0HKkAOhRN5J6r+UDFppHllvngG1NdX5ZIUiPHX6yY
YBYiU5FziZzGucRJ7bWuOZ3wErYQG5sbbN/pNgh84b0SZ1hnU0dq4SHc/+beeh77Xk9nrs/fhlFx
GVsF8n8oO4/d1pGuXV8RAeYwpbJkS87b7gmxU7MYijlf/f+w3F+70Wgc4EwKrCBalsQKa73hbJdI
d/6o8/Ywz6Z2B6Qh9215r4rZTtA9Wgt1pdoSEkZb4LTN5l8dKFbDY1tfqwan2nCY9ao8/6tdjVAv
JU0e7Ru2y59/8b/+mHqt0QQ/CCCukTlCv/kYzXt9ddn78nFXfu+V8uHLYSec3FjfNar6NWa0Yn2j
B9p4MFsvDR3DSfAlbuKTV8n8MIo4f0ui7FExE5Y2SvlZdP8cEYBp/n+PiLS6285Lh8pogBBl0HcE
r7q4uDN1b2dbWLZ+NXl5Csf+q/71isbM+qNV1vewLOSdav8c7M26tx0kxmhO33cPSJZDkLAxfpiI
nQSk+xrviLtRGdaz0z18NlZFexhNc9UDpa1ci7bJkx1nbH2rbvPZYXjYkGSIMi/66ga0WgRN2qxv
8jzqN19tqS8877NeKgugry7DQJUzVK9Ujf/oV/W2RVLhX7f7z4HT+g5UjyrUHV3D/6vtq8pTx8Ku
xvgFduy4Y8Bj2gZkXKawiufqfsLUj8xOWeuXGoqDbgmqqqePWrPfxl0DRY9vea8a3cZdvSVmK91m
DRKa1tg+1YnOXGIm3skPMsIlY5M9mv676lMtABfTo0fkcfPV5jrYQSQFpCwjc5onAVbgqXxSw1WR
WwHbdt33Pv+GarOFnqI9IdqjWfrj0ZA6GBgp83uCcfl9S+zjKBATqKPSGPnt+pSqR41JpqkD1jsg
B7yOVh1Q8Ix9OVgoT8ncPJdONrQvkcQ31qlxVAv8+Fk6yfRhSKDPjSM78tA13mZ5DECiwEh9ruFm
s3GMH9BjxOdPg8iXcXQOR2nPv+Brb+AyjHGY9yNYIysAs2TDS8+T/kWLSOINVoMChIeCs55n6Ulb
911QYMqdNc3TS9WCSU5cBNoNPzt93gm/TIIrEbqBPY9fLotrtEi0OLvqYjkmeVxvziuyQ/+rqytV
tElbHu3WQjMoju/dvwtCa1CoJ6Y1mfjmQffbD9X51f6vsctUixXb9p/3+HqpyPzhjLXbTt37q11d
fbUtlZ/cJagvr+/gX3/pq029mWxBwdfHzO7voX5hJ4faLdBrip32Hn1R/M692NpPvmx3TboAA5eP
gQcfUCs7/6UqzIcKF5+bTiL1pe2NJVy8Lr8Mowxelqhvt8RdPD4Deu12dPcW2/+duVaD1ZJ10YDg
qDulQ2NgPyK+q04HxZmniMeFPfddkzkVbl4xjzoW3pTRqopKBgosg6qrS9S2xzOI1pU+MAWvMsIu
Op/Gq6rBCHyWhT7ePmvCJrDlTw+fNdc7yqXUH1UtyIiQuNDPC8v7BowZ9unYLTdVmABhd0Vk6UAU
aCtq+6+OBkQlzh2+v+t0p3chiq89aHOEMTPU8esONXTzWxqLQ5EneJr/fWc41sGusEBfBng5wpqR
9g4JK/ehA3TzYJdeepxtD4LSUAEtWQuLqMi9xMHcjDiNsCulrbfig9UsE9tTampsmthm2LgJrGdc
Yh56vHdSbbrTk3ncSiJbPxBzqQ33R4Ng21bPpHlnaZV3nQfSaqqjhrSM/aP+MYwOVMAFs3qp+Ye5
7cqzRPMfLbmvy9QBgktat102aWyW585wsYCatOiEMwAxZ3h5rtNUL2LISzJmRXMiuFe9SDY4hwZH
5a3qlXDU7ptRvhGMzrtNPy6h3yftU7UmVRErWULHwwxwiAO05SHa4E7RF/q5NaLls8iK8Z/VH9ri
SvRitfhCVAh6w3oVLaX4R1V1/KstX8dVfoGTqXqJsXQ75hbn2AAHmoQg4zFLsfOE3kCuTNJHw2kg
VNRt/aMd3Jdg0q2XrJ/sY+bZ0T6vhuibBhp9Akrzo15QriyGubumurTuJ7Kdm7qZituUCL09xDGE
pgKUF7IKY3Qy2gzLwdaMHsy14NRUX8eVD5US7t+BgWWT3o6Yj9CphrFE/yZ8nZ7VPVQh3AQQeLyH
3QguTdgLFtko4tnW/IdVVQg2kkjHXKhPD8kAIjwaHHFNkQO4lrVAOrSNXCIRVL86xFqVdgf0ycLL
56tDc536XgO46dUFAqxF671bcYRkr2i8iws/9dvY/3DX5ggroVO/BgfJEtQhCOb4aECZREhp1DDZ
dLU7OKj2bowliZ+1Q7WpXsfgmIvmN2OAw9YbpOxCTS7eLehAiPuenfzQ5/yprWvtpQLadWwX29zn
daG9F462UQNmjJq3fZ3Zd+qVUQFURzl44FbxJA2d/O5fjgKdk7PaZdYtdR3zRkRy3MdSw4ji7zZ1
1aSi3qzhjP0czANUNE5Gwzz5/DB5rSqcJjevQfmiKlbJBBFKQH+nqfR+ec3cZzv23fnOhgi2/XpV
vb4+tqohbOfIO6gO9VYisA84wcRola/myh6Mbq1vxduMdfhtqIw4JKFPwLlZ5oNXt95ODfMjUgSu
HbDurr3/369yhqR+7fHw0SxzeEDjZniAjYBihIXdLpmku6/2PilIFC+Lz3GQYaojy3X9jhDrSb1I
tfP/oh3QjWuIy7NuZLuJsI+++0139HelzZIGB+jr3m8tblGBN/zqzWs1dzsE4OusWHSnFuOhI8gs
6+ZU7V+v5hN9Bz38pxX3v7ldfP8pF6eE5LxV4UQ4mAElEb6QXwpzqqMbpluRZ/rWzA3AwK1/PxuI
cylho3QwD7Ge+PeqptrXJjUqWER0+Ez8mkUJ4M92xXM1m9GjJp8ACYtnVSw4+2zTekr2qgpcdHXj
redDnS7oI/r9XWt0881ZJHqIZN03MHOWk+pMvGneY+Zb7FQvtqnTRRbYuajeRiIMNYPjUp2qCaYF
UFt7vqmaExFjiNq7iONNYW5X2+J8dWUYAJRucwDpG1X9sj3+9EtR9Wkd09Zat1HWyLrnT1BsjfnZ
91F/NDX8MNnyLs+aLtfDxPQ6rzXVpJvmG2qj+b0a3/KTPeA2zqqzjvCBET0OwiaAz80CyBRoNYAU
M3FjMZMrLktsASdmnyp/nHWX3aOd3JOX0re8ofERdTSTjW3IvPk4NUMFuNLMNrOcsW3TBsTm+/e4
c4KH7Owy2Tx6UITzeSbbmkvvYBNd3/te4O7tMn+v0koDpO9qG0F68kg69oSebPIYREzuBlS3P3wC
3XaH0K9h2hZSCfZ0VVeaA9yortABNF2+1lQbJS7g1aqdG2yIP7FKE4olcsaSPOoRprltZG/90iSK
m61I8qM3Pc7BuiMKUIiN+fsoKczl2TKbZfNqJpCFUWE48/xPITC2nyVKbU+VbsWn2JcfwRB/F2kc
HKLECI5ZpBHb4jjMKpnwK1penWTOD+6KZvDb6ZQ2Ff8rMix+gtut7YQzqkQPFYS2vYA9n0Wgz2vj
pbeMPwLD9EMdRNjW7iOinZoXNhYJIn0G+DPG/WYYeXqIEhRYF3W4PyE9oT8EgY6KNnlCnNwFBCAS
ETtAzx78xWpqt2Q6duPYsy7reXqZgC2Gouzue8LxMRH7X5lToFRaW90uLo16X3WaDEcbgKmZDxvk
CQE6JR+G2y/fu7o/YIN3ahfnZlWNfglasK0sTsMuSJoiNJL5z6j/3hSI+HL2/Y2iMp9F+4FY3SEN
im+DBExiVj2MzvLJBK0Wjg0e5ab2LS6yjdPULCt1h4uVsL/nxTvyUXuLT6YI8F6bvPa3zjZh69hv
sAHqM5BjTid4hoR2OhAy0LRxYy5FDsDK+cNMzAXAN3vKICnFhgEfcBJ3VcECO0s8i+oquyYuyOol
Jm/nZEjdT2V/AC36XRuL4qWP/qxRYj3UTfuqER1ln7Bcq4kAkkxW3aIpZ/FYvK1umFfwmPwnS424
D+EFIJLj7zyNm6sxW3hq5S/9MBivlnceQFButEi8GPBCtiUE+e3EHEDE0z7hUn21l+lcCh1Dp0xe
xw7rIAOKzG7J+DJI9A6HBDzpOYlPQd3tPBMPvqhscFqxx8feSBo2n119SFy064ahfwD6sbWbeQSF
bJ+N0tdCPUkkSLv+2VtKEpZzuWz7qGjOIh1PTQ82F8UeUrPA17VeP44jHLPSLgC+gutC/Zxsf+Lh
xFGRJup6TMcGxP2TyL36HjBnzFdEX7uHrk+QYEz0jQsCUsDgPy4LPAYbJ5nQiArjzLHc34y9xtY9
ak7EsEMbkytQHPo5DQQ047pOzF091+25z9DfvqnLGt5bHv6jbzF1GorSHQ6t3p/KikAX6Ehepe5i
qO7PG8RYzaSRGcppGQ+QPQpIs3YT4hg+IcewtGcRJObe6fWbblb1GSD5whOW+LhucD7etjMgk96c
f7NWudBkluCxFasoOTuDkNUvPrsmHP0i3kSVh5VR7v96whboI/U5wOHZnoSF+cN0vWcR9aFJTu8U
Q3nceenws2r5ekSwPFS2iw5shQQwGfiyWLWWh+DW5FmCDC3+na54KZKl3uU9QOSm/y09pC8A6nqo
b1bVbtES/zY00UkuvvYcoRMbzcnFsPrXwunKPQIYH12Razsvavny0AdERGa4110xkMInUW205XOb
DH/Ejd0hiJe4h8wloVKN/T4ammLD+80uUk6HIOEDkRXSH6Z0hvu65MMycvEiR/L6Zs3RJRKHLJX7
hYDy0RXtnZQlCjFZ+TpW+kasFiPYHeI2hPUWGc1s35XRXVMhTpDxMOrG8FBFxntieoRq2uaic97Y
9Msw7GAuOmfN1AQx+8w+5QKthKar/xRGWYZYG1t68ydiL2k42SkO122O72b82BWWcUTotYl7Z4uQ
bum1z3ou3mpbT8LAmjj6+vKaeG68b6wRmdoYbGoTyJNpsEnI/Oy9a4Il7DN/3njtXdXloe/ObiiC
At9wWfn7knTPtQey2MRtdy2cnmguqhZocsHD6oSOtGHbvxLTT0MxOO9WGcPIIuR0E3pwHHOkM/z2
XGrz78BDRskJPpxR4iJpjaeCzFOYCNLFLM7TZnaA85Vm4G8IQ09HTl452TVEUXJZX9KxYw72J3uP
B4MZ9qthpJUbb/CCJ7CrzZ09+8E2rQYsGDLIqWJML6oYhJNeyI5ectm4ZyBQEhjv8OxnECyILIXS
1cK+a/5MLefNGeefjdmRA0vsO8DYlwoWojcTR7Rdv95Cp//W4lm584r8BXVq5zqx3IddkzfHKm7l
g5zB4WlJ/yj6JbR7me8km7qtCTELbaUUoyhjBEsr3U1vYNBbm8JCV8bPjo304zvcTSJEY6zksgTS
OUXs1M4iyYxzOlowNJNiuZRpNh4LtHTvgIZbB0OI+X5IZMxmFlor8Jh6P4z465FrMnZVmnkPsouT
Xdzc1z20Hlu4JFPxEUSCgS1xUWOXl6Ahu1lRkJsu08mb20DiHSGcF9cKcJ1bRP3atsdBc5GtL1L/
tSNpv2k8p0e0PUGqtgcGZM04+6C0rn9bak5ORj2U71pNTjTIuulUObazhfLahh3T5fvkwPTB1919
h1bcAU4G+wBOFfO4XljvLGAY9EHVep/cvscKVuhYNDrYMBAXeY/R1QiZ1sd34ukc2LJ6eDeCaAgl
KKn3wEFRx1n85j0umSKQw6vfoZBNaDOjFBZr1hnfOvOKjGFAQMKLtqqaisW8Fhosoil5X7qs2sBL
ssF0x92+ticWWds+Jy5n4ii2hytO6+O15X+9TH6zB3DGWZkFaFsFEqpl7jn37LWJKAUP2tJoL13G
Rzbam8HlXaJUk6EIPY1I7aIt0sfWGgVFFAZoFLDfGCM2d7KNjQtkfK/rWov/RvvdH3JSzEhMQBUv
n8npzPsBWYotSCF3g6mSFQ6Gld9qZ/TCWWTWLiMEHFrOcDDLLMDaOh33S3Udsno+9m0aXRf+Fy11
78AsvuZJJB4IpPYh0kYsWY2m31DURhiuWB5ce2bBLpt5QyABdB0C0CSmOMnqQ9pvIDN0e2v10uyL
dIMqQnZzx748BQuGnSgEYuVRLX+UfYldRbkcaszddnMVvAEO3vbNmEJ84fmPFhC/c+0L/hUXbAi+
td0CWttzd1GWxGGUE2htG+RUBJf7NIUyJCKkoowxf3C17GquU3ecE7hyZd9seyQoNeS8WLgFxAcC
Akh6Rs6mD6QX6rIkEcny0KWR+zRWAUF1R+7b3qrCsSSoUQaxv83wEQtbMsu7Nqnc7ew3wxm9B/c+
FQbO69kCbqElXGbYTKgFW+ibV6Z3hVUD0rXuZhTOdoMzpxe4HfWBjb/DO7shv1UfDYQXhNZGl45H
FY2h6qftLT1+XsI5DiiaJElKCHn2jF3XReWhjEW+sdPX1jXqh3iezJCI2h/M3mSYRzGfCycc5qEK
kzbWbm7V9tfJnbSwIF1/34pRbJD+5R/Xg3OCg0NREubJuuaBaDfghh7gT9kgZFg4+DB7hoHAOdKJ
Idqmvm5kV+iNe34S07VryTbixhec48jHeFP69+iBH4ZYy8PB1282AZ2d5c5zaHTauQvKVyFc767o
tN/NxBc1OYZ1b1d1sWvn7Fdrgd9p0KbGgOWh7Jv0Lh/GKdTS2QsnxOo71n0P6nkY6K484wcd7eYI
ExoxwJTuowjvLhQghKf9tid7vNgR8K2pSjZJPzmbVvA76StTnjUxQAG1CIzOU3ny5wGDCb+s75Cu
uuoNRyoLqIiFs56JcwNgWXZkQrqXZgowBpnYPBnN0B4g2e6SSYOyVovlKJ28BVpZvXRt+ajpAN7Q
aW4PXtt+GCI3N1Zj2DxhOQ9fYN+WfoIlt8QnP8b8Zo2J9kOS7VAVZgcfG/NW5/RRBYk4w1HSyV4t
f7StBVaObcGWhwIOBXbdm2WaMLHpg488Kuyw8wZiHaj9TDkSw617I1U6XSdAhkjftPvcj988NE92
U2Biiiny3TLFLofhgQ9oGMTejSN9J7z8DV+ZaVsTMtuh3Knv8gQ0YanF6HWY1V0xIavURixR0rWt
0ENZbK+lWNJ3Mu02IkoOxODyc4aCq6ub7oU9/h2eiR1q2OmDZRjaoeJBCqP5IQfAMcpUPLacZ2OH
RLPlkzcR8Eq6uuXEqjcmO31OdpUVTwdZucY2BWATCh9V0vQWi8lhe9MOGwlCcut42WMSiIvr+M2u
Q2mVvLXU9wN0vOPi6QGMX7QymMOh0gyZ3Pfohy+9W6IKlSLpjyz3Ppr1Xev5TQhdOd9HgcNMEol4
h1jQh4F8y67u2/HZkISFJOyb2jRxjAoCrC8t9KPqKJ22eAg+81X5xFj874Q/873QMEyYra2Xg5GJ
CcqB1vcajDEadNHMSALzmcRbQnwGnutGAxsIqL1rNgNbin3tIIRdowQBOrzsnuocCpdFIjAg599M
IOjzyZ5DnZ203eMwxfzzA5mF8SLS/FGL6mUz6EZ0L1rrw7XJwy9DdU77TJyKmena1oBzlWQzKu/i
ccqEenrBwnVrYGa2qWsDYZ0ygjoXgVPK2nNnFoC8phxpwLgOI3Q6D7rGmWWoneazcBZQEHYpcdhx
nccoyJY9HE08FTIIqf2icVKfZAoQIKhPOCf252kUw1ldfRWxa/dnmQKdglPDSu0RbgfffpiL3D/w
5VZnK9ers0u8a98t5XVGM/aMss5yTiWHtgBe0kbdze9IBvT5dKhJMKJQdiF64YeE+q/CCJpzVhdv
jS8JoBT22ByXRHJEDmA1+/mMum0/n0erRxLba7FUdQ0pQ8cpQj4E+zRoq69adZjmpTizihQcgqZo
5/Tlm5uACuiGuOT+hFpa7FqlXW60pEw4S/nRWRVsX9mHJtnVIey+jzS9OS99g+zS6BwapsNzo2dg
FxO2pWHdlC9p1v1su6L//KzUlfqYksVBQnuOFj8k8CgO0WpqqM4Z6spfq6vDG9/3tqmKiTdN4U7R
eHbjV0hNFRPdzkAxntMFWdnAS9+sIi6MTavX2anrFhLuy9YYs0dDC1JM0fnHSL45qBmiBMEOvm2j
aMMktb6B+jaU7TXTmC5QYt0k2RzJMNGj6LDk9XFsa4QVCsz10uQ0dvASNTZrwGAn66zeAWIe5IW9
5ZW0XYXtgeUvG3XZGknF8TeywqQDRIlUCPTvl7IIOFqNNvEafI3OAB3Ms4Bjvqk8eGz1D3/JfxB3
8flkI6TIBtPxOR1Tx0oJN81EnNR3VZlTeW7WQlVVYSPmwc98/Sr/qzvCz/wfo0cvaPfzKAguFgej
Gjd49n5wOOk3rY242M7VbARGiuw41DIgqcOAuMJGuvRTNLfnsAka8JnCq4HcUQwg/vbzL4E1ARnA
ydC6uyjvk1OuSVTBbz1uc/s+GR6LqLrLmAfOiC1jtFXJ76iSxQTKW2haPVali3lrkRgnHK75Oy9r
tBBgNOmEOF2eoloWzN2L3Btj/OiRFYvkM/bdr43uW4dhDRPojiPPU4zaYNOYl9nAIeUAEcF77hue
4WDwwUvK8iVQNEhU7IsYIuUwnrTSzXh0/PkqZnS9HE9r2TURZwwQb6iH/BzpAnnnTmNbBRnrwkdz
QgtGc8KFrHOoTYC0fMsMsyC2n1GRLKoqOwfl8osvG5sTQKsneyywaDTTbpuQIjPHLriOYrEOBJUr
WGOblCPE1mna8qZLSI0Dx6iNyKs07PO4vDkpGWf0kNB+Lw4Q7ZctWZiAUegGWxMCqVilmP6SvYP6
by5RkdobnHWLbast9V2GcIZllNpbxTS796bGP+XY2zxiwUhO2lm6n1MmDt7SYWHe2c+eJ8oDj0Bx
jIijv5VFhGJCqn3vI7vaoHI6gBgV+VXTOfe0wbCr8kR8j6vklUjSBiNn+2OIxSO6mt5vKYinsS6Y
hebe8ojtSxGnddjouH/ZrfuDyLxPLIA5ytO7/kiw5InUIByXvoZoRbRkW8ZtdjIRLt960l6OiGEu
h4XUwRaUprVdtK7dsX3cltWYHvR6jXcERKQKIq2d6N0rQH9c78TwVMAnsdIy+Yi0yoUJTjLBfM4q
vVzJK8lOt9zlqR31j6413ouxqxG5hjBJtp88DJYfqZ8G6ACNxRbp3uxRpJmE3JrNTFK7bpb5pZbV
eHHW6N0M1He0mvoYDI32ioPyTgQWIVUYe9uoz3dTnMavIAV/CPyK7u3G1F4s3dFwYdDHnd9LkI1O
mezzZvI/GuLXTeCDrW+j+ULgM97mNnJKAxnkI8LuWx9B8O9tMFobL/OMGycA69RUSXto4Z49J3YH
651M+O8GFVonSH81+Nqynzasx6DMq9XCwj4G1iAerToitKGJ4mde/UZWICFHmlTh0rjBM2jjaB8n
HoThesGqacmWGyGGX7PZnZZZdM9j2/mPPcIWSQGeGb/i5oCgNNORyn/nvNmzynln5NLy8Kv+2a1G
qkZVV4Ua/vXqr7b/vIXqdpdIzfORKbVTTOQT9sfqjft5WY645qq6ulLrzZDoDFL1f1x+9X8NV22q
+Febuo9qm42u2Fp6NYWc7fI8BBJcsaiul7rHFoZw6v9arcFmQ7D25xqQ3R22Xn/VP1/6WYqZNKDm
aPs4E/VZFdW6zI52ifiYqtvt/L86IsjsIof0rpzN+MkxdB4HX1obQETxk2qrpMvsntrjQbWpQoeb
ridjdPfZJN3sIWYa+3pRhwHgyUYU/rNNdRTt0pDfWSVz15t/tqVauzrB66evNk6cGzTRrVtp58Yu
8av44FQoVpda7Vz1ytavkQwSlr6p+974xpsEiPxs6tp0XiIhdy4+No/lvHB8iucQvfvyIwFxcUjx
ETySGIG1DDsRr7atYQbDdmhyYilRce+WQ3tnp/nBZ429YAjJFmnJ8hPMsUPGkf9SoPx5QNzltWhy
7wr9UN9pHLuYVmL3fuymlB2+fp9N3RkxFHnBBFbgzAKQGxTVsrMCw8U7Q6IfVy7fhYd6IR908ExA
/77oGv0DvbViK0a32OmL8UC6ueeI2aP2V2bTpkUk72A3JZkeHUEmw4Qox9Z7mw2D/lp7I4DRLlvZ
FESScmyGcDKKrfe0+mW1fctJGUBjHztvy2hXWwl37ilPECmopvIHsfz5opqa2OyvQS5PqqYKiMLx
voX6vVXjVVvXm6+BMzR3qjYk5UKGabrvujkAp9aJbSmz8akQUQENNhl3WjyOT6otKdnsAo66qlqA
ueMlqeVvZGj+GrBMKB4TlQSDst5DFdL8Mxkd8ahuE1RLctJxwAu/Bgw9rgG21uQn1Vbz3N51WnQN
WnL4c7mdYO8+GIvU8YLM5r3nx2t4gmlbtcVO8igLMqiqySkHULd5+VPN66opGZd5o1eGeVDVdG7L
p5mo+OcdCpyUTYBKCvOqQK7AQR/SKvWOacv8imTL/0C3n0Pahf25EX37av/3OEL8BXBIy9yr+30N
HIzkeSIbx8lGjhsUnMp7JAPtkzWt+jl1MoWqTRVDqZf33VrEqQac05yXVfMJas7fHV+DjWzxjpWp
P3w1qas5j8r7rzY/lb/1oGH30yRB6Ddtel+apIwFnq+fV19trtYBImiCsxqhkWH6HFbEdX7UTMAw
nYl4dVrZeGrosnuNCQTtIvYMe1U1RCkR1e/hXXtO+yqiaAX5rLHCdXAyCnlMhQBUvVZH0VcYz4Iz
QaqJs5dwX60gB99W2kSY16pNUv1otiD3u7F3X6eiGY9CY8emevOpzY5dU83b2IYrP3Sud44aNiVu
RnRO1wyBSFruvnhDwREsEG+q5kgje17zBKqW+JH7YtkOKkmdfFRNZR+zm5DVcqeqIKbsDVaAHzU6
D1tzqoMXJxk0JMESbecEgf9isDU66gWbOlUtkXpBf41NjhpsMV08wGC4qM4IRMfLN5Of9bAZZ4vn
qqoe9PWmWcd2twuC4k4NxN2WPd3cY7CD/12o2kZWnp1oUaEKON8HSTVAomHJm9TCptYm3/Qiwp1r
GqcboItsLNdcjl7e7oU35GA/4+RQoBbyEo+PVdXIfaDhL5yPq+7l6D4TJHBI/hr9rgSV9aplA9Gp
XP/Wxxmr+1zIV8eYZvb5zHJ4j+TsxS3vsiTQnb21OmgTyZYgekNVGCeHCQ3hoLcPqlZXY/PiWSdm
x2TnYonogQo6e6YZQN/KUDQuIvHaTkSy8pqUFDQa82gUsbcR5ATWKJ+3GUC67JLc7veEsdbYmM92
Xj7PvVVsbFPGx8DcuisL1V1tRVRh5kfL1m5W0XzrTQ1HF7+eb7xpZDjKiXh1ztlFs6BFpiSPN7Fb
QTU00RBENav83hXDQxTV+guGeApxEzZ2ED1L4lpZzV5d12o+n9kAXbQW6kqsewy3tO/jIs4/m4wp
Ss44tz+lbf6zcn3r2OKGcBUO+nAzW9yLrOU7e+/2p2+L6zBJ4zduDfssaB0OS7d2XkI25AU57K4D
LuFkYYBG77d4xV+LogljLBZe7bQ9JQB5fxoSYTjtIccN48l0ywsCr8W+NIjTFlpa7PwxrUh6J9/Y
9NWHwYfIILpAIHOedQ/2UDYEAtzkZyO+6/HiHoLWWNH5hb+ddWKERSpK/Jd9grY6yFh3MR+XdCxe
xj5d2YW5OKtqXqM3CmjiDua9+xD1M3mofqzhaljTQ9LYK78sbfeggtNjW6MR4mjFEdcgvABytzkS
9Gt29kor52RuPbH1588v5CBJUGwBQe1SjUQ/Sa08TM0uIXjjhrb5iHndU7wwA1lMtfs4MktMowtQ
X5pRvZpeh9uQLB4dTmuvw+Ibj11r7lUf0qfBpceKOZzcXz2T86stvOBZVqi847TwOjjWjBkzXr5r
34QQHLFmzDHXmo7e4lM9ELlfawPJ4qcCQ1dVmxtZPbVBthdR5bx2ZY1nayEPqq8PHP3Ri5rjZ62y
68duXPAvzHRkLcxjVufLVa5Fp4+XJe1MwjXUqr4d9oOvuWgZme51Mg2PM+8sQyI6aAaoRmvtSR3W
mHmWF2k27lUfDXqjuVt2dpIMCNauddWlChKYuAUNV1X5vJWsW4ekakkYVY7iOA6SsGQr8N3ynUZA
GEI5TFXL9Q+QBHB59Qp7JmsBnIjq1JmMXnx9OfVifvmsqh6jqYZz4mRXmQ/vdpmWJ0nE6zoM9V8F
CpjeDnuyevOvjlEPpnuTt/I1trM8wwrbyahDAORIi6x3STqCQZOZIhhgR/HNyvxpLwbIlEauxzee
JEgC7rDMd6sVjmpT43wcZm6q6tf2A4w7ogzr67/al7pFvqhxNXQZ44atXGRsxRwJGKcURdoVAIyh
WI55RRJ5bUtsZk+EgGLgHG73Ip3itYpqcVW1IJijFVqJsfXaOXap9n+MnddypMoWpp+ICLy5LV+l
klerzQ3RFu89Tz8fq/Y5dGj2mZgbgkwSVIIkyVzrN0dlsGMW0nn3ptq5fm9jHwFipAX0QosKWCqL
41cphDU5JmTP56sUtRYoB2S89CjFcsrjsz94IIeXM5HxzB7nIbr9YamyrWkb1WnwIiUrGwixDmii
SDHCQnxvm0sgejk9tK3yAhfD3kgx1R3rqYaCKyX5fW2gn1I7q5/kt2cLzmu0YgVbxuV3L8CiSdfK
vRRLPMrpmpi1S9GzM2SQYoSglrZytcjvn9KSEC+JZVJrlparW6Vq6otNsoBA8lQxVptFc1JtMkMB
HpKfnLGYNnEQON8BEN/V7GFtxvvUWPMf4hbvE5HQr2UHXYSkfPiKXTSfeqaGG6weywcQHOmpLGz/
0hpzeOf7SnQiD5mfCkQ8H/Usfk+RZ/vVTs6LOWH77bjlrzwrbJx7k/GilXjjujHoG2I/0a8zifiG
CD4LAy1w44d0zGOQOEFwR4r0GI/zmz3nxgY5TuAbZWrft3NXzJus0ujevKl9mj3KRrHt9JFoKMbM
/ncHhcdtn8BAd4eKfFpQ9QCugJ7DoVPR2OxgsXjteAdYfj7XTfUD90XlbGnZ9GZ1Fd1ufNKwFX/H
vutnPrtbEvT3/VT6h9AOf1ddljxGcYRubeooB2j66ntpxRqT1vagubr9KbSPpMTSz8Y8DwdDieK9
q6R3geL9ZLquXsw6+m1GxY9uDE3SO5Vz0kCMkmVz8V9CaGys4xQFJsgPXmgk3waSROlkuUCRKpKV
Di92Uo3eTg9JL1UAAV6K4khEPiblh3d2m8d4iKBOTJZA+1zNgXeyPDKfAN/TfRUij2k6gJUGsPBN
0/tX65sL6/thyLUXQ20uENGrDVmo4KAWRMQs5C4JvIzEe1Xm5rVjPI7jNx3jDOO5aG33NGUd8ocj
AOV6S5xROWkKeTU4TdUB7ryOPIhvXH4C9VAfUiJgO/SV7F1u54sd6Xzm84jEph18rTK3fp11PtpU
6Y8OiXvA3U5IxJSNYo7hdfTin1OOd984oJ2LY9+fGRpM2eoepnJBs7X6sH0measdLYyHL4GVE5WP
SncX5KrxDvLzx2DF5R8TFUxyQb+jrqsgf4cE64sScYih7TYqInVnDOAGbHC06KkCpSIl2VRWqx0g
zhMcW1rIxi91kC6jd+dDVnlBRkUD9hefwEbsYyT9H3vNVF8nUqt7TyfXLUULIcWHLPbupdSDLnwd
DMjYo91fpcqAfXB0IrvaNW6ivXq90YLyBEC0lKRKMywE39o0ucgJy9fnbPBlZu4SnQrNX9Q+y+51
8oG0mlH5LCWsjYJ96vo4sSwHR1Y25Kvbi5Q8XeteIyUFIeD0061Ox2ri3Hu5DYuGE2TDpOTAq4FL
5XJC4CrTPqkSFTQCLZhVx0+dTvZhOagsm3Eg8KdAGjhLC0Ldw8UvUIFaLxm46QXx1eT2m7NoKLaR
N71OMeGOydL018bHYSuvw0uahXzpijb+Y7c2utLMnV6c0H5Jh18l1qpvxDS3k2GNOFzkxls5lj/D
BKEJOUaIVt0iTumdQIyab7aGLZ7Se8Ne2uaGHlwq3E62cnRQyfTg4m0dffOJ730JGKaesosXMoOA
iha9yAZxlGJfJX6xT/5bp08RLuuVh3i3rUcvUzCC8vI9tL/NYxpGxqtbdMZrMisM+mBazlKMFa87
azPwEGmiDbbxygdscrLo1j7HVmA7otJ6spfTq6A+AHf3EUSH21YpnfMimyRuGO2aYTw7Qey8tGij
P4yxAs1cB4BWmAHsaIxNjtKYiGD4jJYcaxq/zbegfps9N2jcA2z+53p196fIFH8Psx9gFO4bL3Dp
dJzSmu5WlLrWrHe1xvdMSnhhFse5AmB3K+o+Z83Z0Qe48ShVozGTzutiFXeIKniVumn2L1rOiyGl
ulX6U2vVBS34o7Lp7emxBBxyf6uCBYkx0uBtDCePnhyX17xFO8uedHNDbpdMsTEEL7Lx1PCoFsb8
IKXRd5uHqHaPhZ5GyXZulihwXTkbOVpEfOVTSyd01iTxYa0zvOS3p6p89PqyedYiWGW/HSwqx0Z9
kQ39CAWPnmz1Wuebw6c6Uscrij7qCw718bXW7C9rg4R1CsobTXNc61xcr9rxdtGmHxCsQEZoa432
dNWj+KkdveyBb2D2QAr90kOCuEgJv0Vb3ciul4YvWmu257/q5DSrKX7UrR/stLLKAPnkzrNs3Joo
oQMhAIY6daWqANIlF1MPuwSO6msd++Wrn5SE17w4OkpdFuXEKmMg5mFelNup8tUNfd8/S2PTwOqz
QKXYMIH/lCquSinD7D7oovq1nsuXlkDhPXqv9WuRIHJrhoq/VaGD4vUw3Dmd2XMDOBgCn9qRSAUp
pdn1qzrV8WMTu2c5KFXYVWkE7xvvrE1D+TCZ451dhz3PczA+NeZQXryx7kAFTUF2XwflPi/3ijqU
u6Zx6p1mBTPAIx/HdsVw7vsEikbc+8niYrXHDuxzY/gFfPj+6pf9vdUHKLaH5KTgJfzwu/hghQge
JBYrnYIZgFdq1WmM7F+zm4Ngq89qH8CcUEIw3Wqv71rmINuG2UfuYVOjZ5sZlPB2jBSIpD5fc8n2
gY+BXW+CQVeV4QJi4pNWO9Ex4INAgFsFkg5Iue/1O3VGa67VFIPkAuwkVzmmo/7OuovBBvTCrjTU
h6xLz3gaK9eqK6HH9oN7znoIcIbxKW6GmOWfyzoZtGfWh+7rnFnaZSKjTbyjJZhoFJssn1o4Uxt1
xJAVdWLStxNuAF7ZJ5t25hvJYvhe7Z+1sPGeFhG+CRKDPVUmvMfAuJpNrB4UHE83RfQ+z/MbGaFd
1GrlobBb967PjAlbrmV33UwDCvC2Ud0hWvYZhMWImVnbH0onxA5U1/2HPv/FZcILcivGBt3nYeuY
BpnbQtGuGXPVzBrVZyPlykOVzXcWgrNBCEgkU3DuS3Q4eVNyarShvtSdX+9xIRx2jeME19St553a
6p+DEf8AEFPdPpihaKhz+WwB/3iudPOTEkfVKUOt8YpMIrgSvin7tHHaa1kUREn0Af7W7G+Dauqv
AAlOXY0gY1sn27wuj142eufcmKpdyryBpZUZbgxMmbZ1352sakEEBp22Nwc7OQAQ/oFU0/fFk/Jk
kiXfcrf6LXC4bos6GxE8+o3dKMD1kra909iikwBcCy0JVuydwdfesGHbqD+qRJ/g1Zn13QDQ4Kws
AQ+jeZYZtbZMq5mi0I068iBpiDBLniAZEQ2t+knPvve28pCm8HwRR9mm8TPo5T+za1QX8m8qX8Kk
RnNNvUxFpb2YMDxMuj3pXrseEvA3TrU18jC6dnkVXIKRGUam8f5OYbGF3lkitzcsvbfMCFk5PZoU
TvQJv1cmmAkxVLuq62NoTz9cU3Wvo5u0W0KBbUgo9AZ2wKKL3JLtnIM+xBEigEyj5XhfFfUSKfkM
ESDfDnH0q8lKzJYj88S3vE9ArCBvVR+4oX/qFIuYkTA82QdMOdrKeiIwom9i0GU7P25ePbeBY+Y2
mIipRnEOa8bBWDG389A327IjJlDnT2iaqtc+irRru2wcE99DBxJmmm9CPfD3ZgdSL9R0ViiK0zH2
Ws0+SBJ3CyjrEBXBL4XMA0oMEYpChDJ+9tZQvrfImvPRPnU5bmiOC6dJD8iBqCP0VI/p8X3QAOSZ
n1mRtFvynlVpPuCOnW1wA/iUxmrIn3esBUK9myAXP44eAfZa7yaywsELwip8PtsKhJKvduDwzfg6
grzc4L7ErIJFYZeocHjMluD1nAYH21vUZ6v+V+D6GQJlBvBGV08BMZg5wEP/GM44/ukQ5jedBpWp
/T1AGoyA/e4bDzhfbTtEnZ2NmbfqFqHpYq8WHQjlTsGARVMV5CPRiwkCn8RC6b5O1fQyhnZzJdSY
beduQhQtax9hL78QaW42FnryZ2/SQYHqvnV2bPei+L13URLfvVgLTqeKu++N613LiGHWbBSGsbSq
TjMKSzhxfhsAoh6rrvuG94EBJ9gO9kqZTPcDXkVXh+BxsRCIg1R/TR33DvzDxCx79LmDw7eRVTvR
jQD4UhzvdaPzN00BiSKLKwIVbWCSdSutU+VWxcZK7PYIdL0AFOdZgG74GBwgM1+cnKSUXqC5hXTs
a2l1LlGeQtslcXwsp9Y89nXlfUm9N7hMndr6P2e73sF551vqLRAZ5Wdk9NvcyoKLjq/8Vq/UZsdK
3Tv1AM+OFjhQcCekpBSfxVsH4d6xCoIeqrljznjvjdbwlA5oFDmUEJNJ9q0ZvOWZYt+tm2oonFvR
ZuZ/tmsoYvVsPVg+c0dvsMAxuhlAz8rzDn7ge9vQQ31NY+jbsmTe6GrAq+ibxt1cx6RNmX38SnN9
nwfJdMH+/dQhFPWsxcFva3GIgqpzRbdYOiOrMz7Ey2YRzzHzUbuqZt0+D307PbTxMnJT8sqgfa4j
prpVnR7LwFHDberwGMGEnZWW9UfXp8w8rOg9SXV0Ds3iyTJG+zDmEevvZeO797PXwUNrtXjfdM+p
0ySXkOXBJfWdaGcUEABgY0d3lm0+64EBe8Mb6VG4Bg4grojvxftBqZ9nfA4J7LE46xaBMy07CQbM
XjLSUIWBJZrW4nUFAvO/G6UjX9SjbVp42GUYIZJafglSY8y8ljALfg0OsudLIkCZ9b3u4w6K4RYc
CTwlPTjWQQ8aawqGiRWnz7mERq4ISp/pqMVdY05PajiPUDt8ezeiSrOdliIyBdO2N3lYZuoCNHPC
FF5Jh/TkrIEu8sziDkTGaZhgpABXeujM7llp8X/KzTjZ6XgxzlvBzIULgd8Cf7Z3himHUzC7D2Oq
aUwFu+zRIzV3iZvqfQZu9AmvDdCGxfdwiNJPao5LjNf+cgufzi1RAmcJFdSzzkonpUM5nqvdy2bi
EwbAylN2vrRGAzxgUilbBbCnD1JgqnPzIpfB/PAtqoP8nMUlQ/bYOTt8n4GHkFIABFfM2wLFtMgp
bN4Le2sy5N0PGpTeGqCA0gGsShr+HpIj/n1MgPWUzOF7iBQc4qOHKfDLneOMENwXvBEA7V2i8XTR
/00V1LfqP6xr2rt2yI71WPOZBBWYODgjqwkkoRYeZ12fnfBrkZfGZyTkUeQcX/QksE7poLzMBAEW
eqt6rMzFeCD+pnbGKfbGkGz9zotn7xxG1kNMKm2b6sgqtWqO8J8BYty+c019umpp/DaqrFKxkkdG
MYQyvJg0VT66NknD3wMK9H5TgAiyujvYJLzBcpX2TTginf50g6O9Att1kcZWJhYCJuO0tuDq87Rv
dkVqe0+wAJxHdXqbQfA9GYAR7DxoDlWcfC6ZGCBfGQGtLEmmSnFO9Yw5Hz72ca4ox6RzQ+ZPRgr8
xdrlQWdsq7LoT7AjirfOrJvTCFtkK0U9cRrwxrWF7aTS3DNd5v9pO3unl8GvyVamYxGn8x3CH0/9
DNjbdO3kMUDK5TFotJrMMFKYTu+ke6u2q2MJDdwIYGcoCRJzGT9vYWq4A1LBTkiSsQg2zjxme1bR
jwZxDkbxXZbh9w5Y7Htuv2Fa1p6zBTNTLri6EITF2XQeowU3WhuTegYYES5IUtlMevSuKIa/j/9b
JfXSPFteu/pSBtxXr4VOt8mKlK0APRsd5LRWV8HOP0wYC56s8C1uQAr4r2MTpIcAOq/dGnCLhvEV
oXLUDfG8u+lqCEZIcEOZyYLBjR2UvBfBDTnQ+SkkyfHH5DbBBVyWNe+ZrPJLZFfeaKuCS3aS3WQm
ggQLi39vqAvQvm6royBUKsdpgRQyl80uRQ/cOmjwevA3iaItcQRqA7BYe7IqXx0l3yVqgNHqL7Mf
QDEvN65Zrih7Kz7R1hJ13gtUUSrHOZuyk7SMnJY7gyxi8M/57XIRaaWF6rSxnSzdya9M0JomAYvw
2eLqdwwa9SgKI463heQ+nMFw/uyW5zeakXPKUaOWHLBsErn/shuzRCalhfGdFLOsOoalouM/s/ym
HNxngHfGSf6k/AwMfMOoGhAn6as9fuq/5Lx0DOCYL4/x9oSlUvBSuU/WxVpIo2vdWOrdEakVPJkA
fdywv9IboN2SoR6ndNyrev1d8MCyGYBRdzX8OuKpSI5k1WBjRlQ5KWO82+wl6X3DeYVq8K2Hubj3
mpAnaiMhemiT5lWevZ24jwNxn8NcGwzr1hCht8fUnfRWcUkdln9tiGbb+tDADutAqJtgJ49Lnobs
lVilJhvZlV5ghbpPXrnbeEWfX/B19ECfye6ygYhA31COFZbhjC1DMgNEAOaMY6057//albMdHClA
IrtGfrntzmkPGsqOTvL3xqYhRt3s4jb5PI/6Re7c7S5BLd0UVjrt5F7LXUnagvV/qyG+smAA5JnI
GbIndbfuIGXZGCmOIU0XAtFE9HHoXuTB37qm3Jq1N8iRmsjnpgLDvpNbIT9S72vuTxsU+pYIOrNc
q/rRLrYhyF3e7q+ZO/0M8Mo4ZMwG6HWvWpW3MG3DQz5DdG716UVfhg75bGex7RznYAYJjB3fRoXO
iRJug56QleTF//WH//oNsovtFWR3PdRvLW9PDzWZHKSJoe9kCJDve4fc+MkGkDW+pHB5bzf3Bqf4
6635C1Tx8Q4apPGKCNbk3ByMMNfmfeyG35QuU/frHWYQvOiOC6V7HVzU/inDxPIgv6X3q8fUntUD
Go39vG2y8NoOugLMYxmHltdazpS9/1nndeWMcECY7KQn9HF6YArD0mXpCPqItJMJx3rtPksDu5pp
YOr41QfTSXrw2FnDacotliXVPncGjI/cBVz5P/+uXaRnPwQr7OUGcIUFkLL2vTm+d/UFwGgUdr3I
2zC8LcOy9CQprnUF0Z9lRLL02dn7TjWAWUmfnEBhjJT2slnf1r+66G1Xjs+VN5y8xtxKT7idgq3A
UXlvGxIEMhayYG+OKHSf1zd87ctSJ8Vg6YVq3x8aQHrH0IkOcsyUzi4t1vM/dkEpy1OTvds5Ur7t
fjguxQ91t25bVrb9z9CDrRwJ/tQ8B3DlNinwmCIF5NbbIJyXD4fuQTQNdBaqk37Ah4I8PfMCeeKD
rWMM6jzmc/vsMDdgfXjViVjMaoFVc/KcA0oZ6u7OWrCq81g+54PbHUxzZirR6OpODQpiNz0CMxsS
vAfhHUz5YhdpzkO9C6Ly0cmqvx68/FXpB7fXaS1L5dpN1r4iTYohbU899oPSGWVTL8O17OkJ9CUz
hvMkd18uUoBnnMCs0O16H1r9Vt4SWO3Uyu5ftYNrfMktRJRk3TLhGryHVPfVFi5FyA3rYiU9EweH
GhIv+IYx0T9FPXB3ZEz2co9lI489XqYnCOWyRp7SH/mkX7zYyA7qPN4lZolAmdedZJDRGLVbOLsl
6rm7sAhuXwCj/QUpPzvLBeXJyx4jfbuwYexo+DUP3hNmce4Ns+wn9quP59khlx6xDgaqpjpnzlt/
n96O2q6fIN6vd7HMHEbSZPnMZG5m7XwLupCQSuAFfAGXbDAT95AflSbk1qCcGOiijJq1v+mYyWQL
vG51nFznPAHMIZ97hB6JRnFkbzMcw26zq9sqKtKCgpybrt0GYbjUD7WRGAe5vvwu347Gc6s/zkbe
HlTTeJanuj5a2cu77mdsTNFmLAqU/qGQ/7NAWwcORb79Ur5N7FieljjSsHwA47/XMjuHnd/mwz2C
7OYJaFp1EdbOEHXVhb7wpwyz7PZ85UmsY8z6YPhA/06hZ5qTV+8sCNLIYjgGDicFL4HLCL5DIXBf
csvkyUi3DlRijxbwYL/AN+S/g7k0WEf09UneOvQy3q83YT0qe9Lk/30p5moj7KV7eZ9kpiA/Roq3
ufhalr1b5Rxh+8GEFmEGmegqnX1S8ViUJvJnb1Mu2cVhk1fttkte+x9Y/e1DKb/zr1nG7dwyd7fA
Aq4kBLHH4EMv81eSI4Su5TWZC+RgtsFkfkNrhXhy2CenoglDdS/Nb7v+8gWNAIN0QXqbx0lPlRnd
ulnrpjkj5aChFKkBE1smYfLvrJsbSlLKf81lb7++nEeYOPdjga5bz34DPP1gk6Wat+j1FiShfrjy
Q8z6oru6epabLZM62Vvv/VpHIgjN6wACyNpY/vpaXM+VvfUxrgfW6304N8o/dQh1MIYxZsrA2QEE
yE9SljePO56wjF+O3378XGrFJlIG9a9ppDzCW8+bvwcQ7c/SXSOUdAFNL88g7DokN6Sn/PuunH0b
qgDlNCe3THcfqSABTJF1CfeBEyIEDzm6HljXgHJANms7KQ7+z0Gr8/Pt1y89+Ub2WN+Z23zm1pml
1tPzjvzJf9872bu1kt2PZTnpdtW/Wn38Ax/PUjQSG639ps1Izcq4ss4e5Nx/q1ubyNHbPFt21408
j7Uoe3Le/7zqX8sZaS0NP/ypf6v7cNUPfylYBnyM5uouhNG3vOJ4OJOrqObbWlVeeNkQSoGcCY2I
xfsSZls3a92c4QkK/Y42VWuwe2skw61cfG361xHZ9c0AhBAp+FuPlpdlfeM/vFTrC7S+aFK3niZn
/M+6D6f92+Vvr+ucL+T+IgbtN+5cHNqY1i5zYflwrZvbSnYt/xWr+LfmH+pu64nlsre/INf50Ob2
F4bEu2rK8EftvHArQ4OsQWVv/UbLGLIWZW+dkK2NP9R9KEo7v0cwoP+p1UgiJIUNkY+Xk9w701vp
wrddqZXyTCibZXVWZQfdK17X4R0wFbTxtazMC41cyjLyMxcKiChZmeXeQkd+YLXzVoYHov9IsjYo
A/9DV7sNGrZKDEFGl6KcIWEi/raTJymbdbiVonQFRxb9a5u1G6x1H7rQepkxaFJCFi5Mr0GdzV3n
6Om8lfVvAsCAcFEyvgXtEB1ub7zclHVzG1bXstyu/1mUA+urK8WAQMo/w7eUP1xB6uYsATuhJbxG
62B/m1jfjsvzWc9s8Cph8ZadLQIjxhIh+WvluDaTc2UjE4O1KHsf2skgutb99Y/LkQ+nDF6l7Gfj
HlTgUw2VAtcAaUGk3NBAciwfrhJHvPZVhi4/S7LsJHemTPo8O82qs2kyxzrJE16f6O3d/yuY+ddU
YW0qe/Lwo6InondrdAty5Q6iJ0YcIZOio5U9zF5JOgY1F216kFf0FqeUHjDOetx8kRf5n6hWrQZ7
rLNJnTQkB/M8OydIBMMSh7Qmm7ohW7lZy74VKOifhdamXHSHndnCgIwBeY18WLoWHE3dvxPOtkUC
IFLRrpG7Ks+lzqAy6VXxVsbwTIRPri8PeG4R3Wlv8cwPt19u6l+P6LZ0vd11WbPI7u01j0hOzp45
7eUuy59dN/ID1qLc2A91t1WdHPlI5lxbyuH1X9LDUN/aWOttsDHEKi7I/feuiMejgRDgXocxSxHq
GQKkxRmfSY5aOrkzw0GmZznqecA89STBu6kOXiMtO2rLNdSkzu7LoG430mrusvGkzKW5U/sMkN4w
FJsm4lWXjZe55tb2AHhqYIquaeIe1Ci08j2SQRgus7LfE5UENTw550YPmkc4WeSaEY2FeJ45uBfF
6jX1x7cF0f4SIAP7Av+m3qEaN6LKQVHqMgSPsoT0RD2iAhHbVfoSew7KgmZ3P8VoITjAFg46uf2j
Z/nzU1o1P+E7nnpTK9/H3MRVK/W/5SVT8hof+IsfqCDFs+at92bru0e0nsyuH5Bw0FrUcYZhEzR1
/bmewfSyJC8/6Wpqb1HUAV4VIdulFostgEkoec6tCv0mVd1VSASjDFWC48aIsXoYlyOEkjATGHAU
CBPt2BR2+TBPSfUge7LJisJB9yzPERYmCG8VcbArK+SH/Gn4apI8O7bqIuWXqZWBHQlKHLslALxx
fVZucRGjeq1C+DR8jERVFAx3bVaACfLagfVwU7gXkBqk1zyC7S2qX1M/RU/DsoHoEj35avINWU3l
LFVlhkk3uouochUInxkW2RoneGpQw35SyYQ+pYqmbadxDFhBcCC2PaBVqc29zLEUxUN2Mw1D96Al
nfc4L5s6A7Zn07dgV9NiPRDqWbrVSgdXtIHsjDlhNjeOOrow/u8pieaHWwk0B8q/Dn1uPb+KLO8R
lZloW4XtBt1TY+9olrmbpiZH4w0wfWFo5sV2gDoDa9V2uq0n7QYreGQwcAAvvbC8VlDtrs2yWYv0
z2NSEEMdkDay4aaV+iWfzdTYaqahXWRTTMF/Kou+UraTB8vdC1OCzYgavPU+gFHXHvuvyZB/MUil
gwuH7s+7ZcJnBpkIWqGoUInp59+kOz+HeaJ/nZoEtAKCOG/BmAG7RgfrcdbIJVtTYt1Vbt5f9D5u
T2kaFw88Ag3Kf6u+NKNC58pS8141+rca1aB7N0oeB7tqoL4q9UvckzhyEHvcS1EOkAr9hPx6vq/H
TY9xx2ZamsdaiilfDJZrOY8MNlWOAu2WMWP318lW/s1JZ/NOLlU3pvbgeOEJchhOnRmyaAc+ONVu
/QVtkPwJwzm5Xbc25vax6dp9riJrs/WxWO6D7BWjwpmgfdGwVrbNO4gWzQvc8/6B0PFZShjtti+Y
1kGGykbEmpYWUucY5ceTEvdNddHjwjUQoDa0HyIWy64Cg+6Kflp/rQfCymWK2okccFCyOCODmYBm
41boptIeEdvUtlKU25Ol6vKpcsCELffHHkeALtUy0YuP9vjn9u+kSe4f7aKGc7bcP1SnQeRlk4c/
PX1mHEyUU2RXNlUww3Bfy9LbxhYJyb8q5bAc6SB37IZHgDMg8IJhA64LS4WyYlDS6y91HYSn3h4C
NN7D6ltZHuR4PIT1IdVRbapmxSFgrbi4hRMPPDdBFFy7ZTMk6J64hn/860Dfp9jJvAe+He+hMMR3
5ZjhYbhsZE/qTFbZWDbYKKrFWtTgN/g/Gsopt9br2d2IOeD/zympO4CvULXjx8u0XYHI7fP4UKpE
A7cffp20lj8yFaXeXNN24VGQdjStFgYsipT30bLJEZi4l+Lk+ygWRv4AeV2NCa4vh0sV5fLN2kj2
cNC748PXkUfm5NglqhKWlYcnxqQoF+fdAoqPspQc/XCqFOUPt6iOnhyEwG+nyl/764xMN/ddCUDj
44HlV01lDNnxeS7sLyn2pCCXZje9a6cqvXPHCMCJhvJml5FnVMlW7JMi1F7VMhyurl7/yENNfR3s
Qn3Vw/qhY4B9IDcN0wXRQb5+vYH+l1O3+p0NtOTdzbgUyZzyPkXN4D2qlM/wkYNHOWiWwb1fxPaT
HAMpvE8h1L3kS8uxfk8GzXzT/Kj4pCVnacI3J3tVmwb65UNYp9O1D7T0flw2iPvpw8ZManbtZt4w
ZoPGW4rSBqIpiRzf/a0mA+6lLrFLmEvpe+bV6GhrRruVotE3w8nANXVXmhaK+Bvb6voXbKyQLrJG
fR9BqHxvemwRVPh6x4Vf+Q4UrNzZmW+eRiwzn0p7fANC0321yu+z27ifLcVtL1kZIZ1k693XZgZI
oTpW/oSIDlq6Yf8ncOz2K5AtfTfHuIjbjf+mAT5Dw7YdwHuyF4ftfsYaFr7wf6qgRf5z8EOdbjmg
YrP5Wg5evcevrURhzineMsWyL03aTWhu98WbDmP6Bev3jRxUgLG9gcD4DJNXvZcq22/IL7hDeZTi
iJrEWfOmZCvFOnbNp5ksnZTkit2g3qtovekwou+CaQaXUFihcVejFQMtuvZRYbPze4LucbcDi4es
J9Ky+8ofnIsc6Vvf25vaYNHvcDuZfUYeBGOi916t+i0cn+giRSdSbWAKUX8nRRsjInwgdf8qxVmZ
vrt88x+kNPXZE+N1/mTE4Hv8MTiF0aA8p1mr3kc+NOLQx65qyKsngD57ZCf659JrPyVxq94BVhie
db3lVYlRla8S9yoNpB5dxEOp1NmDVMnGROUosiEw1J2O4WqBe2xmB8/SPIaO9pSbz01THNzOrTAs
rPfImJd39uQUd1EHWW4RCy7vFJVN01UuMrPqtIu9HtFxO2oeQ83BCnyy3lAIS7+qVuXt0c0sT1KE
owOkXi/eS3NEktLowRIszbR+8jdo+oGqyUfcldUWoHiVfgVFnR2h4zsHndzHV9sy7nJXsV7NMHPu
y8QCYLE0ayf19wRa8synTbtnWqfhRsSeu2xmLfW3RPAa8Lv/qVubyJ6ltL+rXteO/3a+3gKA6ez4
sR7n5mFUKuDShYv0Haguky/R71z1P5njYL83zog+UK4X1yw0bJSNqxRE3DB/7iv3WZqORnqtI8P7
Uje5unPr2LpPSw8DlrpGLQVd2E/QkX4qiF/t42LrAhu6qiUvlTvG3zsNgJhluM2jZ3bBRbGd5Bil
ofqKqkq9kcs78xe19JqfHXkjYERmjA7jZJyI2Zao7pbWs2ejOc7r7iBsqeWbJKsLlHHRqLqWjKlX
uwx3va/Hlxpx8n8O3NrI4XKthUcC+BkZ/506B2q8k+MhuMerXC12XCrtCjph5ZjnW1EO656WjAde
7ejWMtD0Z8tMrKNqD3C310tYjnlnAy+/OKGl7FOt0LGlGpyTBd73jNdNc9UM0znYSTY9Tfi47PpW
bT7xNqpAf1znG3PnZ7R5lD+N9+YOCVPSsbAOz692W5g/4SQiFmkyztP7eGmzxIGkEsz7uqrqh1hv
65NpVMMlclsLd1+/xJagc9DHAqzKwAczUy+RxfJ7/2scjJ+SyFR+KyAtb38oyzWk4grr15QO30NF
cb5odpOhdqzNr6GNNjhTlOARCrV7zBZRcVXx07s+ja0j4YD00YUKBMa5sYifMZDZ/hx+ZQD+BvlQ
+aUH+CCDTmKGzSQ8CVzzd4Yyst71bwHWHE370ndgltEpbt68ljVh11faI7iNDngODkvwrpwdwTXf
P+m6gQfV6CySBmqKW5zWZXey5zg1KUAkEO67BFkX/GteNGfw3vLU+6JNsXJv9p7HPUC+tw7T+iLF
zkB5Lnfi7qzHPcJUGvOyc1cCdSsa1/sUQEjfVEOo3vdV6X+K6vmrbgX6g5TmBQHu6NajNPU05y7S
LP9JSmEf/B/Gzms5Vi5Zt09EBGbiboFyKiOVvHRDaElLeO95+j1A3a2/d+wTcW4IXFElhMmZmd/4
dm1apveiUP0nf6aWWOjNQ6mZ5pO/G/3MfIt5Ve7aUW53ZjsE74W6q4faeC/pyMIyp6r3QzAUr9jc
ub0eWfeMI0+YPBSX2peA5weIN7o+VJyfdcuGqKDijLPuomQZd8COJm4iwGtapP1d7Q51YGqhGXRP
vzs0Wq15ldHp2wFLwUu3TLgwJq/BG9lbF9cNFGyLSzPjtoVl9ZFmJ7456Cq6GzAcdcjdFRdtmRig
eI+WpJ1zs5rvyQK8dmU0vU/R0ujRoueAAwVyL1Vf43mY3sc60t1xWR8t6/97fwvk0u/+vuVzHNrT
3CawAL79+/i/6/9fx//v/dfvVasB5bYtNiLXY3dgwH4th6m+qqZQd8ayDlxGfV035Ax+f9atuwCK
bK7lsu5/fZY3Jzgryd7FKu/EdaIvaku7auQtV0b2r3Uy9tF2Lra/u60bx9i2nbpGbxCUt1LW6ggm
0XyNSj0EG5N73evh2HjZqBS362QU/L+K/ll1lKbaqGEin4IKIR4PqXUBQrt8apfJumhoEqL7n+Ws
8nqGa7Ae/711Xf+7uH5iXQfb7phHNLT9rvo50u9yykNvHq3bktP10WP/AZHMfkvQM3FRlfnB9tGS
qqN5Pxm9/aEBoCNbaA+3umVhOJrAWylSOaL6ipoY4fGhKaWtptrzC0SGYddx1BV4+ows67B+R5jR
ztdXrX7GCdu++J1CoWs5NuYVtypn7Ym+ER3XAU3bqk073qh1CLN7MdxZHXV+zHX0sECcy+Br3bBO
eljdG4smK5TovXkQqSiB67T+NTMT6QoguvPUvY2NWDLPMF002DFAyE3hEIKgi4nHeidVWb9j8AcW
X/uuRPsOYmR4iWKc4JOu7W+jplf2ctxmB39MxSUMVDwxpHJ+TsP0m6bD7JsPh9jB30hCQMfC+veK
n8xOG7vgUhVNcy2WiSYTHoYFuMRlB01dpEgNLRt6W16UFF08yGR5M9hFd1n3X3fD4GmDaeSEARpw
mmTxZKdlHi/ZPrkGwDrwVWvSO6BDGEToGKNpnTxu8UGrL3rQJbsKac05yRBVaKOYT6ZFZzHqeONo
ZkN0KEAZH20R6QfSHsWNPc3DTVaN40GSo/KYaQXGPn4fnZLGB/E0mNYpKSe8XmuSJFGX+Nu4bWUc
GOR6a9nFiNAV6DIAqP6O+kS5SWOzu/rQnuAG0zvIE4duoKrvH+YOqx/MncfHSAeP3Amn70KSUkEh
PzXUoN1wlLXn0bJgecM9fcF7pneqaBrPPj5UIKjz1KumMIKEBT+OdxOCDz+d/ySNtfHxI3ulet3A
tYkWrf0cPdBL+h0Z8vxHSrQ/JH6Rl+sBifLAUrdZy8vZH8SuX45gxfh30AdWYvEwMqAyJiCdtJj8
KehLVDvxYdNrwBAwG46wUce7GiP1hcY/A12rz7Y+daCQuQMYGZX7rFEAyQDvGy8xtBaC8nGfCyl6
9CXbvJgKatrVCD4UPZI73R/2fTpMr8Jg7KQowaNVcKcoU16ADZDH14gGwE1QDv1+/ZQaJ4daG5Sb
3FQGj1xicYMiKGaounQG6zaGHH7r/KwSE0DEdZd17h8rjWXLuvJ/b/ndfcxWPiFf8HucdV1VWejQ
KOC5GY6BF71ssXJspe65w8DyZvTlDHwFpySDt03eckDpsSxCtLM3U1vgc7ksqmJCtCT04rAu+mmt
OKgTYweTB0RyhsmgYJmoeYjfUymm8jjaSYWDBXPr5HefdW5dh9M4ezcqLUpDTjfW/8fnZoBRJQL1
/zr2uviPrzbxETgQCTn/WPf7kfX7x6icb7L0tZnC8JFnru8UsakfVB9tRZ9rD7Jt+jttCCV3zvk3
m3YR3xlVsV+X1g8JzX5ou8w+67q0B100X+yuQVLY5u1LP5qVow1m8NEG0iOCIvtLKMo2t3gcwAF3
AyVXI3YAyttl8TfJjFvoIPGfKqpjXjtN+7rY3buJ3pVn8txHGYj7GaFAdc6VKtyCM52dRMjV+XfD
upUA61/7CSx5itZ05e6ZFhmcm5cjrB9Zd/xd7I3RdMyhpmb5ny/5X4eWxgS9kOo/p/SoAsxcvuT3
AOtiOsh7il/xjWcNknnqxgADIqxDcXyR+hAJiWreCUiOd6mxPH2Vgg4DEVo/61D6YqmUWnuTVMHZ
lDEuiWVQ/z+LyzqcuodztEzWdbRgKht80aiCLFt/N6z7reuqWs62YsAVYF1sDS3fRGBhvC6eSO9X
9Z8I4YJdyPWbEkzI3/pyejZLBu311PgP+Zz3Hq1i/VXtYmiY5pjdWhpQlRiI23nS+2Ff0FULwTGi
Zx/bqoOe2jBBlqf4YMrRJU/lapsx1r2TYe2SMSB7neq1RGK9yJ74daFLztt6SQwIKPosxDueoq9+
kxqfpe7fyCQyA0g46JqSOiGUfirK1gDfR5KBgkb3PU72yc/z4lNr4g9JkKXmaUkDPV1Dut7jhiVA
LeggPbM5G578emhgmjOAWLeOZlgewwwp4Lo1x8Lz5Pdz46xb4zTM8LyEKbdunVojvdSSeE+WI1Hx
yG/TunpYt8XCIucEaImYPLotW1m6xDgJMR/oc3S7zq0TOQveZlWuDr+r1jncUEMvxsfn51O/W2Uz
M3cxhShnXWc2IbhJq0F3ChzU/d3v93vkITs3ojBu/Fll3znGlQol0sOY2CUlIp/iiZIqR9vqlKOM
jgrNeqTs0hlUzLphnYwW1CBXWvapJWmqtr+fUXzps5xLyHb/Ocw/dtHNGA3ZevDfo/XYdLi9OZXe
z3HXzX4a8xX/2HM2JMnFDkt4mmEjBFsOLw01EkEUrP/44Lrh5yvXHxhmsr+1hXj+Waetv+D3yyc7
4RL0zU4+NGHr/Z9/0+/e/zqu8pUFcBt+fsNyFta5f/zY5cf9/KZ1y8+XdmV2GwN2RSq+01tLPhbL
busOvqhJ86yz65Z1Mq2nf50VVge6YfhjUxE6S92wJdrATm1szk0SVW6NgUUQITULmvxDL5oJhh49
jb18MEJ/3pl295e23MlLASvK0WevJlhHCgM/Chs+mD10hzBtv+rMt7fETEcLhGlUqZGnGNOCsrU/
DQmL7LhzpJoHOaBZAQ7fsskxNrhbWXXyzDhzjwjvSTS97fTcdnA9psfar2gu7p6UYORgyPwgYieX
Xm5OZoz+sqLriYTOJiW7VQj1IyyGk0TVcyqwRJxAMJRLwa+QKDok6H336IgZptrJMZKUa90m0p0c
M+Qt8TO6q/yjIBbBXm5ZNYw9Mqk0Of+sUzBxceZiyA6/nwrI5HlZDXIJ31Tpbt2ABu2jnVFcVW2P
lHN+aKqHJhXD3UAg1Jo1LPScIfkw0zICvCzmhwRPUonJCg452B5UnQnZoR2dEampsOk31NNLr4w4
gC2TKfWv9YCOPyuOZjDodP0zKcgWu2jMxq1awBpb1+UQGHYzLmskTP+9rpsJJECaqrsKF73C0v3b
bJmAo7BLs7prDXBNaQsXZySGuZuXSZRq5d6azMlZF3mCaHcxNAoEQ83Pqt/1jSFeIr3VbtZVllSp
cMnGGbvQptis69aJpvoqZSKYjesu/9gAMU+bmp8vXlfrakF9dyryw/rF6zo/HBzDbjWvnWoq1suP
XDdGiZwfdQMA4bJKJ61+MU3JG4IwvhblpkAQfNcqSnSlZv49RpV/GBTtDIg8PY2YVd2tE2uG9Q/W
St/+rkunPsfEDTJ/IkuxhKTR1/C87m4SPdHvSPbrP5/tImMzFz7uR2Hb4KJlMWjzUzyGZr20dj/L
OCRV27pIhUufL9vDUlePS/AcN9btbBMd9HNFrajqxJ1tJ9KtHh2DZUGL4n9NRr1+68ha3kwiXYaF
6H1w/6Mx43e/MYFylM48etcDmXJh4F0R3WF4113KYvJ+rqi5jAJ6jVsHKnJzW9RZcBUkya5qXDyU
fjAe193WCSGZ6mALVO7XxXVfBcq6p1d0jq+fWtehqEiRJCRnxnCja8uBfZfmmn0Hl3u+0bTuPfBr
KCHLetXMepykYsePLZT/624QMA9U7sPzugeR350cKdoxmrn+iilq91JgG3eIRc07HMSqjRJaeBmM
s3m3blBa4J5ySXFmXVw3AEwRlyolYMR5Q4IcG7aUkjXN7SOev0mvn373DcmdYmbWmLtUreKtNdEx
Ac4yvJaoITzsWZKNZkJGc8228rearUEOh99yBfUcXUXboA3VEvIHI/lQS0sxFVq8TNYJscuMWxZu
nuo8Em2UAXZ4EmYh/kLq8wEP/2tuWYSv95K3ePnhrWHTf7dYq/iYQ9+sc9g1Z9Svb9pFJdQtLYzr
3DoZ1kbJZcKglsbJdSXo2m5nq1S8xxjgSzE9hj+NV0uft0zYXb/K6kyapWUUuwgffifEyEgd1uVs
VT30InsRi/CoW5Q09fIT8CZCeWSs+iO9AuwGDZKkANzdm3WiVu04Y3BUL/yN/8yqqf0ZJSoMjCYH
+7hu7vsZheg6G4OdAfmfxJQ5AOdTtIOy93PGrAkLkgTOSGwZlBDXs/izGdjLccnK7GCfYHeAwgz5
gthIkyYhsev+Tp348qFFpEW1G7H/8nTlIcDX8abo+leT03qMsAPbtop4Dydhb8alqzbhMIV95ImT
bda/9/dsr3Prf4AaVrgRAedKwiXtKHeqVyeB2LcYtd0YWlEeDAYJSRXXjiR3u0EYTyl/ta6PKPQR
dcj8h7kElJqY3AJIP0u6F9eImBdRWr50XJvLP2udy4A2bCqwILx3e+WmgWwRVAaFLq2ExJek4+kf
JwaJMufNsBsQiqbiSlLmk+8n4VaF+qfIQmmj6adiqMebJjSGn4kmovHGV5czl03vmaJWN0h+qxs7
r4COr7O5ZffKZp1drVfXuXWSmH5Ft5MNDWPpnS8WO5ZSqxDoEHT8nxdWaZv5IcoAASwa0eXPXCfr
H/y72GUaZBkF30x/0TDNS4/iejqKVXO6zrYzCa88Myfv9z+zXqe/i+ucrQzYWyHg5eFdwAlkoi1t
f78TvRPhrhP6MVl679frYJ1Ey+JAiWM7R81pXVX6OuYOgUU0stoa9KujgSH1/H/7orhPlabGfVTL
0YAtqrGfWbNTh0MC5AuRPOd04UNUAhuDdbIuxhEUYiWSvmtCyuGIMWTrzI3Z44oixePRtApPw6ar
LcbJCTKsdUP8qT3ZqhjFqLK/I/fzZafjo1IuYF3iEXxjCwznkNJPlM43atajG03OWVGFDowyCqVz
GZ4MemHOgd+51NsbZ5iyS6bwisjtSvdsKKtHuWpdHhklJXQyi2XVHcANLEPbWb6ivlf384CDkGHh
SWu+tHWbbwVFGLrYux4vlibYRi1GlCJ3pD6jPkKboMcLl4dGfCtUxXAnZZI2vtRiC9OrW9j/4Onm
J02kh7wsyd9hSRQ14q0aKjwLp3QLfina6Aj9irY7hUEtO7wcUSaHReE1CDLC7gT4lX6SmJKuJFN6
DWKSKmipXKBs0XaoFo/oVqMLlxQFxWl3LtUBf2Or8UoQFY1FrrEfvxuTE2P1NlYpfH7u7VMwJbEb
YbDl57EM1xSL0kghXd3LgG+1GDo+pplV/x37KLJlOqnccdatnQ/rRirbfauGnAQ4dJEwONMiRCve
DIK+mOHZtpbUJUaQxGPNl8mre3m2KArsGNM45MlOkyaEwBL9/t0g7YgoZpf64zvBc7ixJvT7pWQk
sIlo07FmYk+BNscCj0b7Jn94kNvTPrGuIwikPRVP+UQzLe4ZFg4Mcs4/ukSli2a+CwAGW4El47XV
CZhTqJ5C6bv18Zapx/NyBamx0Z7TcP6rs9HNG16UFYNsyfQvhdp9Vhl0JJVb1FWGHrOmaaDeGJo4
5six8EiInoqkwQHXQCeGgttLSSdoAlH4nMipa7QLUgTWsjOq7YvP+8KD8urgy4w/aEYJx+K7jMqO
YELMvUtXzgTRSz93lbTNgsa/ThDX58r6U6a46gVy8DH10ra1GAgOSu8tAWBvaOGRXrmtbodfEhxW
pxjxJlbG+dWuSFiQgFSkvyYWiXCNtOigKWTy7Fi+QlywXG1KPT/sHyfF2mKES/tISCuWJGSqrYyQ
pOQzqZRuO1dj501hWm4l6zmU8tzR48zf1GlOfqbPt7ohFac55IBDS2YwUpTbYIxb0JTToZM/GPmH
rj2Z/aarH5oEq9Yavy7y+RvDLt+UtgfPAiDJ0jA9bvtnOnI1YEdx6OLimTlEg4o7w191bAxTnXYa
Myc2w70uJNnpQXYZsXgGJFYJmiTBfKXER5Xs5THuKxbEUFnp9ooW6GybXgK7//CDqgbqVHzF8+us
JsDX0vCT5tzMa9QnLBSfevolqbpASx2ONsjUpbbRjp3lkWsbp84kZUYTsOGr36RvQJgYb/GgX4qR
on1qn4TKbpkynDWZ6J9nerzpcR1uy+bkzx0Gsvm0w57XwF02D/fTH5yzyVc/Jnn3rnQYysvtdCdi
Iv9uXnC9BYlArNEp9Ame0DmQyY6eYcCGAdeEWxcdQLD4o+ckOXWJKbCkSYdyJMgKhVK57Y5zL3up
ScIfS4GjVm7rTPeveBu2G0o7sTtW5pMxZp6WdzwIJDC0afqKx33qKTYF76ZuI6dpshf6RRE5toyh
xyTCL4nuTaPGSHjxiaUzetw0UvoMzP8KOs1ympfegEBXRQm6++FgRepXISVfWaR+NpWGWWANmV9m
DEWGe5cP3bS1MooFkUIvu5XSRxROwatCFnTMgP0NU/Egx9WlWhJV+bQUYv9qjYn1wsAPDmmVbXrh
wL2rN6NkLHLn8rYPYycqDLIlS6NuFYyHQuGlkNEjZADvg/XCU9MI3Fg51Fl0a9KI4ZRpccmS4jvT
zENVGR9NxMBrFHehlWaekNM9jSrkg/wWv5bBR1dvDTctbmYBqGqvogN902kxRJ6hTzxDwo1eldrJ
kfR89HxN+rQgG4V+TyN6pG0EplJqaxq7aawfsXmjDJ2JHVmAnT6TyQzzp3yUtwJX760VGvQP07MS
6VxmUvFqy0V807tBaC0MsfteC6GNp8/T3KYe/JnHsJ4/i9F4UYvp2huumhnV1gjG8wyaMzEgzzX4
TyqGcS7AWFtFA2ewUKmoieaQ+D5t2sZuiCTPivC6f5ui8t0O0kej7E6jQU+jPDyHbbpv6MFJRq6J
uG22INlA0/SnEHAgDW2A0epU95KSEbhUe1rN/QlVXk/3VVMMJHEnmHHwoYEG4F0R6O9TO77jTZ05
Zio9NRYgmzZS35os+RzA6WnV+Ia+7C9tu/TFaru5jw6dyB4nZORuKhf3ZQe8PILD1Cd0VHM+HgQm
YruCMgA9fxq5o2beUYAEptYcgq674mmEh6BFfnxozb+NaEBT8IbFYxur91yA/AWg7EhiwPJSzsE2
pSe1za8JaB5HmQd9I2x7Nxr24S1rAPRBGzoUo97C209olp9ojwjx0cSN/YgpRnFBN0wLnwk2XeWO
LH0yO2SFW/1TztpTIg+vHT+Kod9LRBMGpM/02a6lI0++B5rLSqfrTE59cFFwpi90ddfGw34s/G2z
b4Z823BaeEgw8qd2ODrU9iLi/wEUsFleIrJU+xY/NbnBWGy0T0kB67PTEuop+XaIuHsHy/+bplgo
J/Sn5WP9YnTtSbXbu85KXfwcrmUbvOsZ40YkZFg3DOmbiaYePmnRu5RmcHkQWH/OXBtUBMDG54QN
tTIQ0YwbS5NpMO52gnHGwWa0XGQXrEdr4oBIJlfF7dK9GC1J5Tm1RgcOz20aj41TmRABZUHDkZYF
j4WR/i3bsXayNh28yu5wjER0WIfyoZfte1MjiJxCyNl50B+1hii77Pz3ruW+mzt1awDzNpv+rJG9
g5ySeCDuDCmlGlr5oETpnQK5+wKDkEangBSaRu6w7jVOsslpxPJk5oGuZF6nmjaCf8ty+njIvOyh
yWBE9Ykkb1UNZkNTR/cYwLc+bHtecESSV/tLHrvupAAiYzSm7y2/fZTEBHbT7t5FC2l8kiL6Xrr3
urG3QQ9StInwKLYT20tJEdQUOFIa471clrh5CMIqEbtVQEagk+WMjHWyz+beOmAy+WJGwHt4g3d9
+aW0xMbTwO1ZwNeJo5OQChzmBhiKMZdLFd0rPH481El0NeHfM0fVKYiKb0xGQ0coHWUl7clvLIxK
8j8K5DprrlFJKDiC+ZGFP2d+7oLqaBAsBm1+6W2KhviLgLo6IyB6JtZ+tihauHqweEWo4+ekMwJI
rH68WDavGmPyEqtbHAZ5mxsYSMUNHNXqJVEr7o7BNepZvtX7bCQYTxNHWMRgRkrfRhB99+Sz26Ne
LIQsfYT3Ng5PejFsFFUfCawwzYhM2A5GdycNY3mIpOROCwjI8aTNVT3faWSmqmoeCGjDfodIW2uM
zCMh9GSEwR/4VrBTE3r2QqXiDuCikb5J+n1ERXLwDW3EGbilWnnJSjBmIO6Fk9Jtu5/1oPYaiJj2
ELvxrJ/rzqY3tfurSzdYLZ8ijFlzktAAH+m9S8oNUsa7uBdiK+fVG5CFmy6fIT4XC6L5vRIYV4+2
gli/CJ9KYRIJ0QNlkSRwKjkg7iwiMJO0oOfWjqYlHWtIc3BjA3GPMaEK0T/iDgRkP0x4thvqVmjT
oyobpyrmDgw5w4nAVIKq5F/d9HsvbSEOZ5tQMXaRMb7P4w2dM08pHakOviDVJlM4T1iJX1Bi0DYy
M1430Cq105KC118kyHxLb5sLPeRVbY6SsjUwPHJsXXoQhdj2AG6Xh1ThwEFFCjXRQL1b6HK4fyQ8
2CTtCDrwrQ+1P6ohTVtf7YElIyGFaMjwNE3B2xER6jZXfyGhHSAwwTYxRL9CjN9GIYykRPvWjDZ3
jJF0vw41iecmKUQdvKAqXyNLVqHKmV6Cy6kj2Vwlpq5+kHD5i4dyeewTqtYqhfsJq6JEVe4B9mUe
rTIIKDXFk5NCXz6wicgRe6pKYd9KdkKHS6uM495Ueos4IC5dUHMN9JT2NVYqcNTtUYq42opaOE1a
PsVpjhzJuAGM6c0F8fPQ2rj6kqRwjDTcDTiOQ+2cLwYt7KX4mhT7s8zm2KORreQy7a5mPryZzfAJ
SXQ/T5NrqMp7MUY6tOQBRC/iC3+sdfgkQ+5SB5FL8dAn5rVrLGQZcXburY4CSiVTyLbfYr3F0T7T
Hv32vhMyqG4YojiI4bgjm743hvk51cVJKAa3btDi50Qdo5bN25JRR1/kgxdG8h2GI09qjyum3eXb
IJzuQ1/v6QU0rxRUMHCJfZjN86tl31uGRJOIurD4snZ02zYmwCbABF8XeLFaeBMUW2zOnb7uqDeE
O6nMz3n6BDbPptjp77km3boMtc0YK4zEeoVd1SjfSKqhudZNEwDsJOlH7wLe4HZHz0luboZKfpXS
lFJLp+78Eebe6GOGl4JBq8zODfr2M6xovde1A/FFk6cEGIPp6ESVjL6GWzk5EEnrUIdTXKoi21WK
3uBr8ENIbcn16c3NK01xLSv+mszwNaROOU1d5ko9bMDYVqeDOb0UIko3vrpLBQXpHB0qGtRgY+AD
U4juNcmDJUPNyN+P+a/ZRu3yQqBWUitkWvGrk3YxItLJSJ7Gkbe3jqv3thwIOXqjpUzYUB4OMYm2
TRuG8lfp45GRhOWlDcKthpHI1p7GY5mof1IJwW4YQ35feENV+0lH0hMF8WIr0aPiVNzxG1syGRva
3ErD0FzyaWtDAZ4m0u30c1WenwTQ2QpkgRVKhJSqVtyg/Ut9ciFR9FX46Uk2JaDmcYmzkK9Teoqa
fQhgw6FpyXTqQv0aNLBT6ZNimPkuKJR3U5H25jySP7Hp5tHKr6IAdQqv+wvezAcR9bCt1PAygxyG
7JskLm6wUAjm2zrEwvVu5G3KrYjgMP+gJYbW7/4bf8uLb2OxHPGMUjA6z3rz2VbG41QDI4Ezh5e8
Vt/2tfjI+WeBRLlGia3upMVyOSynU6rLUN+jvNtGEeM0mdi/LIdn7lHaQGiqXx6HxqYOph2fowre
BYBvwwO2Qk+JokoeDli7Z4SkvjNUPt1DX/b4UlnaC7ntRzPriDZpTNVnOs6wrkY6cUwTm2Eqjyhf
I+Dl3qTJllxvVdNe8yYb6nul0EuV0TNBwva+4OQ5+aBdpTQhZSi01566pRIMvYf7z8JTsYNTqIvH
YDb2SkqALgJM+Xg6EQFA2mMMa6mwW6tOo9EYkjAJqzs7DK7lXx68PpWfAWXlGPbXVDBSM2r0NPGA
LYqQX8Mao4ZJLfCDGh4BkKZberjuYrM/UVZA6CelF5EGrccg8DQs5NZJe1A+gtz6MLvmuZG5MBP9
Ge+LB9XIPRHgU4gFMBRwjGSnm6bmbkHWRYf4vtHk167V/0hmT16ZTrdGw7sulknGxLz/zTnSUEz0
h6q7JBUccB4AtMEt8GblzV8Gr5YUnGZIhSC1T4lqzCTums+yGreVKT2nWBI7ZqgN7lAQeMs63Qw+
VwtRTJcXNlJxITu6SG8Kv/2TCyQUYTcDpaT9qe4ezFQctcxoXFXqiKly2u9lANVjLEmeWPx5O1vZ
IAXHij4uPsMs3AOuuKmjcCsn+ldo1eSpaqqAOKlipRjt1Km8JAaGonWVHsoey9ROLjd0hX8kSkO7
qIpDtx5t4oTCc9zS/+bngIP1DT/h2IW3ZpTTJDycckmB72QooYPo0R+0e79FQuH733MuPapYCY1G
ET5KyTvMxFyfVVcKZLqxBvUywR7ztFb5NLv2oNrRQzFQWUcB+NX6y8kO0/dJ6V+SHF01bgvQrwr+
5mi4TMlwLmLa8/zggxDiA2PV0DGLfquX03tXLro8mRe5lNl0BM4F7HGVbjti8yVTOe6o4oWeNpGa
lSMVA3iVbEL4bus4UiRNfspS7JQK/T6zBkEFXXqbg+EkVyCk7fys8ggXprVri8JyswHIXd5uoiF6
jdJauN+VXn7qWvrHL0t6LdXimkFrbM2Mh4tR47akt+DxjnM+bHz84+lyQqutlEd0Rg+q1NOcjvIX
lcV+GsAShniDxrFMUq/Le65Ges5noXkyNVUYXAFakHxwZbedxxinxCjZzoF5REH5YYjqPZ3n2x7O
F2U148wd8mIk0NqkzrPzgh5MK9ipdeyaQ0fDsYRbVDxfEC/dQK2dd5WubXTwBrx/FPwoU9dSubv6
We73eDpA0acNfLQ6IOv8UaVm348myRuTfIqjEdFxFednLX3uROJhoHpXh+1r2FMCXy7BecJiisYS
eRsYXCjoJy5z6u/IiL/6Znshc3vrA8pnlIAOLa2UDS5Ex1RkD22ovmWjIRjohYS16KksG8qTaHkx
5tHD2ioQyCRlSB6Xe0ZjD5hqv5Zt/Mno9xEVaHsAm4+n8ux76F5e9fJUl/4b4QH9GCEhik+i/iRR
yKkVzFa6SU82Vqbu6TIirRdPGiFDFeAPKZ0Ks5QujDVfxozc7tyZW/yyc6/QjYEx/WhvsxkUzSzS
ZJ/X57yQKBBwgI2VSJ+Me50JLYSIfGs/zhK6yQxkJSZZwWgFN300MGiEnEBtX3LLWMe2eNJ3U5Mp
N1JKBatCiUAlwmSgZoUy8gxlN012dUAeFzn1hAfTqGjZvTQ1QOPNpNmtiz/rwNDH3JdN6nsmEg5A
/KXKu6rFbNzMCrwMFven8dUSETBuDCwMc5zcyp4OhYkkHZHTu0EeWRH0n5paJ+35e7azQqDaCZ9M
HxB7hjbPc1o3u54IvR54h/U1CciofcBf+KNr00XZxdtnloaDUHp7Z/rfJp6d7pQqH/SR8a5paHeL
ZRHgc5y+SR1A1UIjtDcG5a+fW9w0RNiZ7//RYtG5pIgsD2yAsDUgznLO32TwWLKqm2hYQrZQOoYm
PXy++Rna6mff0L498RD2O/8AiRlAOhmr1lZf7ATot74tJ+lcLV8XLRUYzaB9aoB8b1vP8PPAHuY4
S8y520/xaZaN+6y8LWPRO3E6POQB1efUsg51KUhpmreJiprctL7qUQfiH1R3k55e46V0YEsZacOx
Pgo5GNym1rgjbFzgUZXd4I+Re1VQjdTwW4/geuC21g55LzDU0Rm97bUgFMAm6OyQDYgEilnCRE00
E0JjUG9ivbyt4/51zBajxTHud76WfQ/R3JxbSBsB6W1ZZ6SsBTYv2EmjPqBpGzuUX6PJPNvBt9po
1GRr/NAsBpxlZOU8HuOHbHj2tQi6kMUYLQy0wEFi7YwtLIexGF3Ljhk7m/rgUFPdxZGsvCQ2T2vY
sYxuSbGMGf5QSnQUHdkXoxcXxtiPhpy9NJmVbqRaRDRaBK8wRpCwW+oONZPs0ujBY3BpOjSxHSJz
SJKqc5e056ZXEaur/I/Vpdo6SxhD6kmyw8iUT6lHjVrYVraMjxklfzaQqvR7iisgVJC4U3Ef2pEx
nITv0v/wdV7LkSNZmn6Vtr5e2EKLsem9CB0MSZ3MGxiZZEILhwaefj44s4pV2bN9A4MLeCiEw/2c
X7h56i4T29ZgNHUPWoogoGog+dIVJbAqAlZW+Z7EAu2XvN+lI3FmLbW8vW7um6xpF2NAYqqeCD45
TvLaEuTjaVMoixzQQ50W4T6Iu3kBrb9YUFwWRCsD5E6G6qpmGYkV3Xor5tST/10QYVlqicLatTnW
xCyByVY3AdTAlsXIrW9zV+YFwc5WhXfSnTv4dUswKuXayy1U0kfSHvbsWNMKIn7R1Pbky7hhUEZI
tlWISgXLu8VQJe2twDN9VWNvNAvyH4jLnwJLLNOWuM2AoobWE9ZkLVXu406g+METIRSmvxRtpJ6a
Xt1krCkXowNzOppwLDfVi1eaxtZUW7FBIXI/idhZ2Em+DnUMW6aAh0MQmPWhJ96euADc42R4snNA
pmrzSNaM3z+fgP4QkfWjOr5JC8Lq7FvRqY1trFe6DVoMqEiIPDo2DvlTURG0L41BgRSLHmTqZeup
MXgY9/U3JHrWuTWvPwuocVO3txJm0jQqnnJ7MnaOXoBmNovxxqznnFAFnAb7DTB8TlKxrk3xE4e7
sTZDbgulNyFg1wQC+aOxzbKtpyytsqWj5f4SyZUcLCes1zJeYtmWIwA1/yUv6cBLJCN/YSOtrKVp
mrOfgjhaZvzc2Hy3vtbYuzhKADDxt4fm81TZfGJh8ZLwiYjEBDbTGikZ2+2eLc8CWJxkR6Q+h0NQ
3KqEULij8oXPr7IOkxq577piu8dra+W4wWikI+vMKssh17O23bJYxkG3M9m4Yy+cYbHamvmWZLGB
RszG605FiHkLXNlX1Tabu0z31108Phs9rMvO6R5rH64nMKBqm2NEwxTdXIZoopPy08QliLBO8FYa
drty3PYmIIdK4NDTEUYJRsLmdvmOfjNf0RhfO7VVMJ92YcB0LrYbOcQEUYKn1YnQ6ZiNtDhs5tzJ
lo/cGn8kWP/lyRwbppsh1/cIlRQTywqLe84stfchsF5V/Wc3TO9Iz2BugVC4Ja5Tbaso4/jEof1X
xLe42tTtjZrCoCBliHpNDcmEuIfSd+eeHLONi08cdus6VF68ynTXrVZhuBYlxYnMn7NOJxd3PJOc
Dmmvpaqx0mGfA7mXFSv72i3CPuYSTYxkxWN7Hxv+eGP7KrkNtj5mDiTHCYpho6AFDw75vlFSdVO5
VzQuWBiq41M3aLupVokKD9Vj05ERsftmqQd5vRx6T2OhmE68++AU1s1LapMiM37qXXR12e2zCeap
2HUDUCO2A+1AAjr0FNbsuwre+CXAj0QpMLPG3GnV18p7VXQvRoCvV+qfkhZspdm+9y4B/TImBA+6
8qEhKIDfm4fub24T/DAeO5/tYYx6wxqCzqsys9dCZzwMDtYFWRzfKmaJer41cstNZbEogKKstI49
nzNr4tdl/qEa/VvTqaxY7H6nMfdsZ9HtvkjfwG7gXon6Kfledsa6U93xiWLuqjAm/GKl2xAJXMCG
q0SJd5mKoXPlG1dRe/FNUXNvG2IV8CUvxtIDHkgSXBOetQ6bvj+X7toAPbtyBxO3jfZ1HIsLT9iY
VbCxMEvoc1WRgwMpN2M8E3Yb9h2YtgGQn8r3GJIVW4X4Xlc9fxkKQq9hYUWcEThJg6K95DbMXOUH
sfb+uxLsyL6qSDuZ564mzTYN+Q/HmbVZTLZGVQ2wruNX0dRpG3hTfYnmg0X0LQNJeyOr7FRgZUTk
oUxsPm09W9D4wy4D/ggmV2cuxVjdVTxU/KtuXJWCedgvtYe4jWLuA/W5Rl5ipem6swyMnWvb1sqc
vOcgCk1YbsS0izrr15XPRibr4UHEi2ooxF4M9UPnlNNWj41o3VXpeQAyRu6Y7JxRpWLLnwdjY7dN
0BEeyNWSiWMJxxwLSx+ZCqLDa6Oq23NXundpzheaT+kiK7Xq3HhNiYf3xuWh75ZosjSkN1Adu1T+
SJCfMGMTDm99q6Ei7pCWj1vtybBBFpb191Kg5AKji6VQtvYq55KREVuVk1kvWbSufaiDHSlWNHNm
o43+I67GlW93DfaFN0nVDhuEv0Eu+mdvCk6BzV6Fbdkm0ctw2SsJ8Ritv9HwH2CRM3ww5SIe5bhX
zahuRZsQhrGDp3Qk/2nyXApQkK6U8eeAf3DsG9o5soxu1eRZsFFSnBGE5v50LDCaWfM0NJ2/MJFB
XjqjunTqkfnZmN7Nwd1VBjbZ8U/H5gadsvSHGODWqk7D2k/BxCgfg0NvlI9VApii4ebS6wd4HAev
AuET+OHajypUPFp94Xjmj5lxwkIcdZLa042lrztHHeR1Sv5l3QX23gPycwNR8VGbbcaDUiHbXvAF
OOZ7nUK2hEdUEHzdDL6LqE2cPng2eWrdwaMILZAbuxgvnUH2wDL9l/AKAoVZZen307rVge531Wls
k3QLLGM/dv4FuxCoL8QiEm0AquMwZjCOz1lufVTTcDLN9sIqFdni8JD49ODuVAAE1ZvEbLm759UZ
eZSLHYcmy9k6I3Ji7ITV7LUBH/RsuFfGSTu1YIF0cMCbItplFUvcxjM+9MRoF7ldPytFMxHnSngY
8L3pMDMFoKfKDQ8NuTRibq+62TRHDbPYOHTHjdI03qqeiqVnhtwt0W2KMsMyYK4vqi2ySnswkzzK
E1WH319+T23sxPzBwHFa+Qis9jUxk7emCifufn3bC34XM8K8EL/1jT3V3wODIGQcz3T6mAyagceT
XrjB0kSijAgDGVuLr7mrug3AJ2bYm7iJH/n975y3qqy8VUC8gDAtQf/aUxdKz7bKCj6Gerirdeej
TJtnd6zvyUL4Sz1W0Ml3MM7yUJQSPtsBU5vRO+RRFVyDbRNINpYH7qLNJsGWXyXr7PjGAaG0N83v
3aXIwYnN2ay8gZ7PTi1dYbuz7wYb8Yeb0Ri3Dv+gPCi2GRO3byvfjDb6ibhZTuRZDNtCBdYG/T2s
PnKnfsZnimh0XlyEudF8npzM6agre7vM7FA/zt/0xAWbPqxbNwJSp5olvgzwTsvZfkYZAdj52ruj
f5DQdNfh5J0GIGmrXEMaAeh1JFQwvV54M1iTtoij8FQWCq6VRna0Yasluci2zWipa2BzFquLftnm
9lbrhwC1sVJgwSLudAZGYY2/f2LeVGxKAxiduDuGEK890TDDb8cy/ggLMYtONXsjV/jcuHKaNlEc
lrdswmYPtLF/0qbQOxDZWA413uOuFWnrwckfwrK6Gi1GEMhU8zaiVZ+BdXWJlsP3tk52wlZIkC5f
RqOKcZWRHNHUuwX+jejfUJKxGkhiDJg7gZzaikYp1315aSZVO+RZt+lzJViJhEVZWe+KXGPdSkw4
yiN+vSFfu+F0ijImID8U+Votm5vAxbg9ULFdAHGkeUq99lIFunL3LR2qddXVLAGa4KpoLPr7vHgP
SOiJGDNKL1CilTLqr3YjLqba7DIvHdeNxno3bRKbeJABWShFkcXvr01gvJXmITCYNfEJdEiH/fTA
OBSmBc298z7wSHkl+GUK94kMynbABg5Oy8FgUxoGLCOGQL9AWLmEvXqJ+ha0h7YvgzTbaIQH7My+
Dro3Q3lYjpYCI8URrGtZ6c/1ED2AsGQ5ig6V1XQQNXL7nE/GvW/EdyZzysZ12m1STVuv1G58nuSQ
RZdtQYIMa8p1HBONxLEzjqqFLgZjBYySkhuw2CnBxdQZUXO43FERbsdO2zhNw6qEYKOHZ8GiVNKj
OVTvfty9JzW5inhaaOIuFW3LnwbKn19800P7PRqsj7Yr0OvXV4aallvE78mXjQgrCHbtdvhGSJaE
fZlXBM+Ui1FMD6HlPMXOsFN1Yy9ClqpKox+R34HuYYLRaXkgWrXbLo4/NVNZC7XkgYE0ROeZG0vw
hFX7typHNjB5Mw0TH7ZkT1D31naIxKVN8Tz53qoaJ3MbNtqjhw+rEN5L2M6I+Cg8Kj1ACoB2uEBk
w9HK8D0tdALcmfuoouLW+sUFwaMO5FV3LzpiMU0AGbZw7BPEMQzt/PIug8iw8KbxmLfeKposXJTo
QsbkaKCTQprV3VhudWdY2WtV41WmqA5a+wDS1O7BMwkvGx60Asu97xuNBZu1YsolA41GAjBc8zHB
oBO6CfJillG95mq7UkCpClxDh0i/2JqDZyi6gTEx97b0d/Mjj7zA85Qn1sIMc7jpUH18Yd0Koz5b
1eAuyTWy7ca0bqEI45q2dr3OwfT0LsjHoTnoLdnggHRKpfxAyQGrR2Kri75CQRJcqu7w0/bky9NU
Y1/q7AnBMzdGWslzbdq2WvuUqYTAUEWaGelbBWJ37dksSlgo9rBV5jQgelIRshNqMBIcYPXr19+F
q23ayjy2joMeSokzZMKcjaCFUxDQbJtTX5rNSSui9kQAYiKt1ys74CP9olbKYZ/VZnkXm0pyx7Z6
PpcVRQ3/EZ0iHpu2jxakHwbasrLUevurmY7K0K2xNRQXWQUcgDyEZb58DRL3Qcw87g5ra6rLO+Iw
4g642H2pIt4hqwzsXc/CU3efHeZeKQamG95tuPoaiEA6LP1eV/ayH2Dr4XYQ2NfPo8oD3JJdCKGS
tDXvTNbVdt0sQdhZyLj8UZdG7lJD1Ocie6DdNYJ2iQloW0l/MYfu14G93a1r5v3Nb/UmawOkdHoS
Wn/014SNioV5JE+qn7+qU6zVzgEIIzmorE+LEeup0LqyF9mUuvCvMZ6eD8IHOFWUfXMji7ZXJLMH
3LSOhrh98KogPeiCWGIe9C1Pjsa9xQNhmUK/aZa5M5x6lclXXjpWXr0MAOvtZTFOvXgLscFcfQ4c
+P0Rr0KCZvPLVimqc4n22VW+lOuVz2RdzJN8pT7CsnHy3YCABN37VmQ7ttPKUhYjmKen3tMfM6Hw
PlT1YgitvpfjaFxJKKMSRzmQlQPqE7nnb2RrE1vLEUwvrJq0uJUHKxXVJqn4ayGVFYbL1i7Quuiz
eimbQTQXt7xgtKvwYGYWn/tk0RSCuiKp9TVOUo8D+4F8S5BC3zSNEV0IsYeboh/SKyn4GTlQlrdI
1DmrIoi6uwRJzVWNqsL9WAl76cO+eWDtVS2D3k6fGqJv/O+s/jmc0LNzUsv5lg9WvkiVtvhuVuUH
prLQJav82e3i7MdQ5tAGY+M9nwCyp27xsxlYUWTkVMhwFMtOLZk4JvXqD6xoFtWRaBWQ3AwVGtOO
gR9gTcxyp6P3VGxDciEfJCIORjOJ97Rybh0Q/m9RH7+4eVi9quwJWL3V3otO7naRxOm4icoAaxRP
E7eYyaOrmTpMQbPhsqwLkhJK5aSw+OmEuJUNWqA5TBJ+uZZF2VBFBIfiIFVY7jDUZ78yGNY2ELOV
LDbzAIWju+tucFHU+/M18HougE+TR7N6UYTLqXLUjWJoqBDPfeT4HjnB7SCs7vOtyoa89tttXpPT
kl3k+IOigvPvQvL9hQDPBiN9N3UJdpGkQC+4BWW7VlgxlqBleOJvpqwbZYjvETGIlpVmNd+zVDnr
VtkH5IhvJ9cPf4rMegXg7T33tu5igdxAm+2dlKiKJw5KXhgHR+/dDZvXjv9/ppMXN7pvvd99swqk
XEJrDXuAH2hKptvcKe2XwdaLZRD0052nRcXGszPkdrK6uwHd725xbfYv2JrWK0Mk6hOIwhjBpPAq
1OQun3T9bJQZQguG3ZOaIBfYJqE4c+OQKAqK5JywddoaaC2cksRMt61AJSXNSXBlST+eEstotkYO
qiA3Sf63ppadtHbUtyjbBCfN0+0tfxTnmCQQAQomXP5lNzmgk20JtX9nWHF4y2qEJZ3m2D+C9AZd
Cfu9YR++qJtgvJNdI2tSiMr80XXo6t+6GtCc71Q8vrddYzH7tsk96Kn4iPfZtvfRNkVtmXCGrCPg
ue1E2YfrHrvQVVmpZP38/jbTa5yVY39a69HU38oD9rLO0kBOYiOL2txP62DiBkZpbUumNoy7Y2LZ
qPoEez0Sw+d1YUxQ2dX96oYk+PuEmx9CVUT6wfpfm9JD9gaeErtBd1fgogLGsocMDC/h1kBVeAVo
Z1jLur5w/VtW92D0UdwkJ0Q/Wef0xqofkWeSpT70szMSZTtZkgPBT/N2Me55wJkZQx4s0/IxbuY/
9FUHnrMilWvr+/bPfuQ/VjrSdhdZVXpujqRbtSsqLNSHNG1Wqt6DriCA0myU2OS3ww4yXMNGhI+p
TAmxLL2+ODwWAALMlcQmk+VnuRYVAnzEcT97yiLC+YSa5sPXELKhsILmYpNSR3PaRQamry+aP6o7
GbjPlZQ3wY35/6kMLFvdKRohfnmh7CgPsgEeKung+eJpKoGPJ569D+YNqAgr49wR/7kEmQDWgmrg
d6KGNUkeq7jqJUIV1gQfp2hJOBpO/pHrhXcbBRBvPEE8XdZnjneP3Id6783LXSGgxShhS/+8OBQl
qlDWiNu0P+ZiLevbkB1R35bPZHEcxIkG7FVjUpeZheWsFvbKoXa4mxbytBlxLs2HDilzSznIqipO
aJXlz1NZ+9XeeRDX0kz5+Vu9LP5WZ+muts9Esu5dYqj4Xo2HUB9/HVS1vo1aPutkghfPQsf6psWQ
D9QyKb+TtHu3zNJ+VZz8qdG0Zm/ahrl1tThce5mB6gca8E9moZE+g+GR6y7zaaChy1Sl0TOOl5ga
M2GCylDWtTEeXFS2/DE2VqDCmf/y4TwKkX2MJaKeba1/C6xaBUFauOzYe+Wmf97pWoesqErqfqH2
RrDzs5ytdQO1y9Wz19LTXvAnV+4QzC4OuY7MYORMABKGdiOyMn3uVJJoo5JqGwUK13fbXzJAtm6f
uyoobzRRpRsVgti+aIPsyR3HPcHI/FXrjQLWk+8fsrCL73wz+ClfbtJdfkExFBenyLqzH5BlGOYL
5vcBgpKcVgw2MLcDc4uc5FuMJOlJHox8aE/CbIHXWi4SBwq7dAFA8mTokTksZB+4nPMpMG04cObh
V/HPIWT3rCyfsywtdl9DpwawYFPpmnUroAYMw7RHt8U7y1KeQEBzOmTvZTGuQLEAT933bn12SAg2
+5oICOgwNVoWQqmex468apyb4sWZyFtHQ1q/Fmn2DMyj/4FF86llPfpRdzaUrDzAwb6YFoULTWCh
sJGfw9FeAL8lG0DIuIE50+0zeOINPOVZXK5wBApzulYuIqylt7L41ZCkSoYPMjjLjnD3JXpSOmzE
DQSpj64dCm9Tl0B8+8Gu96HR3siSPMgu1txPFsXMLjL7gHhZ49xGg6rscxdeVwZLnV16h4iCDvlq
Fc3Nsk+l+OoyTYmJVpZFHx6rP9jSKzefl+hauqz0wLp8duZ3Oms4S1iV5dxCGGKQP1/j8/rezyru
LF6jBlJwGMqm3ywbcNh3QZLld/685YjUCqzOn3Vu3TarhBAY0B0k4WCu6NdKdd2j0OPqCJflmT2x
9aBCq0JvzL6WtYOkbAye3OFGPMpGC1X7FTiQcqeW4ASbzii3uQPeNW2M4DHyC2dddogj6PEAjwp6
J+Y5HVS3IbMfphSUjVcEyseG/Jr/kXcsSY2qsR4yxloDkE2Og2WEqzJOIRCBFLgnmrkeGOtqWIZ1
P1U+gVNHZ4cJyY69OaLuhtnEC9nqGGQ6x8bxj6TnERiNovRc1nZ1dkCskUKvojfhZDdVHltPlVE6
cCoC5ECmLHouFQIIcwfn71eSS60JqrvhG3iRzyttZqxlOdb6ldwSEXdHpA99CkMJAc/oNvZ9dKO0
piBFkjrbfrT1Q8wzAjhM1pLRjosj81uzHTPVOZt8P2snSYzbIsX+LlIV52GYJYvQ410IYbrbuvWn
cZHNHgytM2onUp0pgUtUt+aqHAT/qZwPn/2ayizwtlB+XSFbmnHEIbk3fSwIIbeT416DSGzvbKMN
70sbzYoIobe1LMoDHUzHbu9Y2c8sIISHvjrIOjpoJuFAIiD93vdaE2faLjjYeVqd+rDP1kmWNk96
FP+QP7Vm/IysPnyPuVcJpo8YXczXuEgVHcz5mtQhplDFZv00GXP6oPc/zPzzmtxLtYXuZr+uETa4
lCTND1CqvIPWjN6BlCf5rV4nISHiPNgkPBsq3LBpymXT76csgo2V0kabdBBZi0mBCY8PV91FzadH
5Rkf9TFAhGFhqS7HfK74OjRphAEwqNeHCSLtuh1wXK+jwTgWuZ6sIytWniHJX3ruwncr6q5m3RvP
8BZy0uL1v3X1s/Yil65mOFxLL/rV9bdRzUnFY70QCWHEV73KjUfVr8qHoPtLIepetc7WP1s07y8t
v19TemW/rSsfEMokOpzFa3XgGQvjn4Soaq7laaIhCBDNh9KLUZh0Lyq6XYcqmfdr8jRHg1bBU/Xv
tbKMMnx1MxmErL1Rucmt4ABlxNympIpvyMorN7Ie4jvBU1mpZYOLLvLcm6Sfly9kr9bWWmsnO9Sy
Vp7Kg3AtcmVOGy9KlDN+9ZctoxZ8b70qPIzM89eAv8YuHQjMaZnIr36u5Vd5xir0qSGZevNVP/iB
tnMNEvfy0r/3BW36q2+Ddu8CjYMW2WE3OMmDhdAn91Fmrh2RoV3StHC/5elXn3ok3fF7H9lsqxZi
LR3GMhEww+BBQfz9kOeNSnx6PtUVEF/yTB7qgGcX8KRw8VXX6e4oTl/lxJ6STZyhYyYvhuKIUtNv
4xCuJElT1zbTlUuO7C9jsHBylvk4qOBrSrhayPV1XnRFyCC/BmqYX0U6OnDEfWPljXr214Zd0yHg
91VbGoazItNqrOSF8oC0cn6td9XcU1bUPfgwmyXHFp5GhtPM80S68YQZgljIIlSmYlsbKC3Jom5C
GVXgah5lMbKjFQ9I/aH0dP2aZOaDrO4jtFsbEw+5eMzH51oj1csWwtnLVsVSLzhpTrcYZZv3dT59
Du2lZnvo47ZET4mLyHiMa3SF2I/Ob0tLURMsLMU49/gqPes+ziT//m7N+d2yDAs3ZJKG5693K4dM
eLdZjUCzgKW/lUroGY+LTVME4KJnsfRPdfRZT/2rKOoQJpoHhEa2yoZpSJnZZTlV85dUS/OdLI2Z
ODBVQvFJtbUXs9aFFhhFV7TdhlVNPHs91M4IlCnMlj5CBeeCpRDWSb5F+qFCPkv2/rzQMUKw08Kd
fT2iq6XU0RW8WcDWor9N8L84IiB/aJXBfVZ1Xn70BlhHnncVXfJYz9W5B8+mSkinN23iPg+NES8J
xEdH2drYMZ4YY/IUaKCnGxOLnaFX3OcK0tgmr+JhI6/S9Z5wZBvHZ09JvacpPsqXdJVOPaL0SgZw
fik/jknkVrmylcUxGV8mfGfRsKrLhzrw1/IlvYbcmDbhfN12qf5kwhpLIvfUpAYZD1WFXIyR1Qmn
bOfUC4vcS6zZPrhQ834cUxO5oT+bBwUMw9cl0zSNTKJI7Fs8Wg0L1knY3Qdh291jtEToMAUc6gcU
kbzBQKYfX796aK3/2MdGepL9cT2pt0YH0VIWq3nAOYs7jyWv6avMWqIp4m09w9o27Vhdhhy+PQsA
oPaVwr9VRSSzNezgPbxtw654x8MpAycYzF4DJmzbqXEh+vfxo2XXb56h5O+JrwN/scU3Q7fEukGZ
8Eg00j6VkybwQPKc77EiVrKrcMnz6b3q3k0p3nCjGvEksar+biq9biFfz4akmHa2ePVLoIqKGFiM
KYl1qCFVrovIdp8BDpxk1ybWXzpXhYOo2xpvioiO/AyF34ulwz7qj8+QsIf6/AxFxppKfoYK1tBj
lIs34LvdxheJuUnVZNoBDshWOsIej7LYVUm+0kNVfzSb+lfr5AXGX4pqoosdSaNsA9uZPImhxE8q
PukrdVSrM2D4fi+0pN4hm4yOqBKlKwfdvG/j2D0DgTZ/uvWhTpXpoxFME4iQxxDKuXry/OpcE88s
WgQXeiN/7TMRbtHLypC/S/vySGQOy6j57Ldii8gzNsNms2QfQG8h+hF2BDbQfpPZ51Qz1v6gREfS
Ru4yJe66lvXC1cECQXTOj4ZVrIumxzIiaLnC8CKMX7zB/Ryg3xuOiauWNtvrOY56NE2woHNJxAEo
nqIaPxu7KtTWVdWhSDA3yC6y1ev04kACARX9mAQVSmCbtAqsk0l882TPB1kM094+TJhLypKslz20
jPwRSR8HZeo8hvo+X9sXeByFVrYJcb1ZSgF2mK6PJUL/91EAYLLWwFlIIXRnqh9tz03uSaeHn/Vl
6ixbTa+/o7YB27x7R22cZxjwl9ugNP1dgHTQ1g3T/D7pSXI0itq9G726RAC6fVVRbVoh46idkU7F
Aa1No80glPqpUrXHoEp6JHUwyhpz79mK8VCJNSc5tqXo8QAxRlT7x+DKHgMydh7cQivvj4be2LfW
fDB1cItWcTvGkT0rirUnIJgH+H9gLSszqfb6xLLiq39b19FGbdiyyTp5WReCwh+jNtvKomxQo+oD
2Xrr5qubA5LKqYvsAnnTvk2FX1/cTll+dUBZhqVZPP74GqY2HLFtJkh98iLZ0LbRsErS0IdywUCy
TmvyAbPrKNvLYlf49iaPStAQKt44XmA9u2zpDr0HCEAW63EM1yjVqDtZdJLisSHddYVM5d/DUN/U
TWs9l2MAgc2704bYPJG6QII/UH8Cw1K3cVWypZF18hBFeX2EcwVtmb7qVBgbf6rKfdPlL2CBoZ57
vr7SVDe+68fcupr6W0tsAeIMdhV7ZMygvM6NRVUkd6oZqSuV7NBa1n02+OWLMeraQZaQUrSuXv4m
u8uayNLUPYvWv44Tp4UKKqJR1pXTdRBJm/olgEP1OQabC+DaYnqB/OIuK4/MdEzqX5snoAi91/uv
ku9/luRcNaBy8dXW/a3053Vykvuzp7yOnFN/r/fkqucJ8M+en683t82CO//Ldd4QgH4M+n3Qj8kJ
ZmNyshL/rs3GboccS3L6qpdnn3ViIGHWg2yg+1d1XjHTL2S5nrofaQAwH3+Gk59ZxUmeyUMtRjRV
9LTFQOyPBl9To+EvZdOJdoUaZDdxjw/l5zBfI3S1Mq61eNbum8eXBzkWi4Ju8c9//N//998/hv8K
PoprkY5Bkf8DtuK1QE+r/tc/be2f/yg/q/fv//qnA7rRsz3T1Q1VhURqaTbtP17vojygt/Z/crUJ
/XgovR9qrFv298Ef4CvMW69uVYlGfbTAdT+OENA4l5s14mLecNHtBKY40IsXf14yh/MyOpsX1NDM
HjxCfzeJXGvnetfxgAFeK7vIg5sJd5lX4H3FQol6j4UKJgHpJogT81xNlvF5yCbtbDK13pAb5rtG
Lck8g8ovt4oWtIuvfrKBnBsGmkWEZHIZERS18p3I3f5k5dlwkmfGn2dzD5RTcpZx4E5DtiYnX9f2
TdQWt2UElNY3x7+UvFzdW6E3bv7zN295v3/zjmnYtul6luE6uuG6f//mI2sExxdEznuFjevJ1rPi
3LdqesbdYj6HvV2T35hrxNoacSYDtjEgHTIfflXHlYdsoKj9k0Jyc5WZqoXgzVDfepFTIaFA3eDb
FnBStQth9f1RLtvqh0irFveZ8EkA179EZMOfVP0pTZr20YA0dZeA5Za1btvEJ82HYiiLqUZSZTAU
xPPnayy4B+sgrSvI+631BNYiXU5Onh5ka14kfxl/KP8yvmKo+76tIFr6Gq6nvt8g1lF3J6LP//mL
9ox/+6JtTeU+d0xXg/Jlmn//ols3d1mwBvkHEZEevRi+P/kNB5nHl2ohZQGxD7U8+R1/NfcFsqh1
nt989gvrFqYwOqI3oTlVR8I68GETbrjMHltMM+fKzp3xw/LU98351NF/9Sot+6MTrLtEUHp7NKuM
dec202vTLMaaePiEQcxGzfR232am+2D52lW2Z+xyiJjrJUxO3z5XyBsv686dXv06eRiIMT8wB/w2
YAr84E71DICGyyFFt3SyhmvnOOGx7cuTLCESOF5/1XdXfJ5R4OvK3F90BsqPwFyMlW9+deHSxsw/
L9UVs1pNrE92RQzKI0Q6BAn7aLhTffEwDpqGwVtHLMlt5s8SKN8cZz22lvqiov6/AyxkfxbtMTrn
cFjvDReToKiwMgxTufp/G3W+vDLQQvjPt4ah/+3WsPjzqRoOT45hMAnCzfrtP4i86ICJkJVgmFep
wCEg7Q/dFG5LANN7SK3OXT/16BmOVfajb5Nrl5rV01cPXzGn9dDqiOwEfnkz6oAgooFfZYmV5xtC
P8FxNIrw3lIzHL/nVlmUB1D6byPmgMfQVMP7r+vzHv3GZaJpb2p/+M8fV5/v9K/Jfv64pjpPNraL
9pnj2L/9EzJfz8Y2sINd07JqwJNh2Y9dF67bVPNOcBnQiSczWc2HZArqi6zvAL7lVkoekzjMeMOG
b7wpAEQv/oe589qN3cza9K388Dk9zAGY/g+YKqkkVUmldEIobRZzjlc/D7ndvW2jezADzMHANk2x
MvnxC2u963mVUFaQ2aHrIOHAJORPf/96fE0vYuKx/pL/8Zdxq1nHsc+inOoovLZ/+/O/N9/F7Xv2
3fzP5VX/etZfX/Pfj0XGv//bpxyjz7pokID8/Vl/eV8+/Y9v576373/5w8vbqJ1O3Xc9nb+bLm3/
Of4uz/w/ffC/vtd3eZzK73/89g74jPg4rrrRZ/vbHw8t4zVDsEz39q8RfvmEPx5ezsU/frv/zvOG
lfd7Hr3/mxd+vzftP34TDPV3HdWBapmqpIgmkJTf/mv4Xh8yxd81yZIWUYKMxF2R+LgcfN31H7+p
8u8c0k0REaNkKcoyojVUWvGQYv1uSKxmDcmUFDLXpvrbP0/CH5OQn1fv309KJFk0/t5SDUquFEMS
ZdWQJNrrX/vsNFOaGZzOtB3T8mGIUbQHWfygUhyC/s0hCwIbSZDu4O2BbBQp6jVltfEzU4QDkWpb
qzLScykDFobhNbeDurHmtvb0iEJhjAo72xjR9+lpP1Ip3JyQTzUeqT2A+1ek7Ca1GNebrNdNuw7Q
yGYd/ylh6IXKeB6HEXWJ9JwHAAmCaIY8jskJ75UgQFWQuaTXdq9SSbJ4j30gu4x24Dp7YFCYCwz0
mtE11GExoCYkVBe7TZVQ8J905mYyVBAtSfhsKaQJUkHr9p2VUjIMWf3QNe0lvp4jFg8b/CUQgsb9
NpSNVyyv643E4mRqwh9DoxNYlCg5Q+mcUm1zQ6aZyLUMFGkhnqTzdaIkfIg2uJWKTqUrjY8oFyVi
HizGBjnA9BjCAR5OkztfE3xRcfGgpqv+UKboB0THyi0U4aIbfeURjCI2MkUgXVITostVdSNdPhrI
ZCBKoGSO1Aa/7eMwtsSY1RBL4D5yCPIM0J7m0e2o0t9RA3B1DKurdrMsUvhiJdHtdMXJkZnEvtD7
YxSCdpL0D7Q7yY3Sq8c1YKUbaeaMMa7pdVlSPJmyHBL1SnaxUEl8pZGRgAe9Y0wgBKYyhRW5qI17
vGdsfMKEjRJHFGNpFnBrSFwFZkN2VKIOKli8MH9pHtGnIaof5q1VImfsKYrUqDoV2s9AKt6pF4ZE
OOt3nWVkSA7lkpNKDBkWck/Osj3OJEZ3aRHeaZiWb43oKt9S/4F7oPpKdqi9C8Lyhkk3Fph95lqW
IW0FkRXVMJsbBZrRY4DE3W5GsFHJYB2mmfLkgRV1GlIgRGH0ZbSGzNELRtYGG0tvShXbz9ucCoSl
6BioBeY6ZH3cRFf7LbW647YDGuaYxqDhG/VVpyTrI0ByGQKpjWRkvpYL34SaGicZZ6gS1KhkYaic
iakhvDB28cxyQI67m7wJ4X0B0YKCmUo3vARHNQTmBF45cYbQdgSlw/uOKl5vGJnNICyhrrU33trr
NdmKYznZaYkmv6na0Jlb8YUETen0MiIwdayOolF9DTlZURRaD5ZeEOdpgrdMGG4yMX+YrxItLo+O
Kolye1iwQUmiI+XEVV7qlRdATg/NjEunDPfW7Zoa3hIVAXVaNptiAm/4Hs2wsPqR4pZJfpgiMcOS
ezhZhHlEidJGHfsvTNzDTRoFj+EgfJsR+RiQltjyaNNOiuWNUSUPE6l1D19VIgJS/gMc70IybgFZ
BArthbygaPigRusbzYSZA7JHgSRLvzXlzYEvq5D8njGSGfZFThgU8QOZOtkgm1tsCgob7hScEWt8
O5uaeZhuaNhgEnY+tMnFSmr4KeJGLWfDRiCWnZI3aUTPzlrVnkeCK5NuYlhGyeyAd6hH/404oUPp
Tjg3fgkqSXNCDfm0cwWP7Hc5jL2eKviMzHNg4r8KhkmihjsZ3KlSP0CtgXnHOgipTbUZDBIpTNRT
X5MxctQX9qERaX6eSIZP4GHwxsLukop7qZJEt4tCCC1p74uFdqqVsL8tx2u2hclGpEAlmTxH2wZY
M5K50Zat/JLKDUHQrNqQDU26CjOyEaE5/YNmbVjCAnqQZzcKqNbJzOpFM4fGHVIFb0jQP5WoPBdp
ySJpIhnKHOW6HZSZsm4JrWI3Jk991AcUV1J6oefx4PXNbqpyA7dDjUStSkc3tI/o5iZ4hihtpZnu
Ys6AWlUSQAMlu5tk9WRAcB4KAGplWBoAs6ZLmSrYGxiteX6ZU8W0k6ADJWRSboV+IzNwUxQT10Dw
4EyKiEJB3CtxKt7kOPGqyn4Ykvh2ntoAMllYHMml6C4QyGrpri30LtaUJcRLjU/B0rZyngUbgRmc
3ddUOzWtGlDeAhhEH/aCHrizoX2pmYQEEKZDF8RL5EaCL0zCvSqiD6qvAQxF+XPrgdK0BRRLrgil
2lUkiqoD3dwFW6MTP8Q+IliugNqiis8tS2kbYmRpW0G3E64IrDQClaisXCXEUA+oH8J0yD+1tdQh
RnB529iXTKoSmbJDd7DSYzAnZ7CeNIUWkFpQKw8oeI5UrC0M06rbChDObSYim57SZpvAhFvCN4DZ
Mfna5IiTgtNKRYki+jeCmjA64vaWfNqpqgMfYShOCCiq7FLfUNL6WmElSjpousIdI58qAAKitgKP
e1lqPU1nMZaaD6A8Wycz5NnX0KlCjep3s4lfHBqKhb0DtCJwTfadKOcch3qxqRImHjrWLrU073IZ
Nv61PFHxuytimtxEXBUAe/TWi5p2DJH1xl3CTwEK49SpkdoViOLQUm4zK98KTTKzzgBSNy/uLFaL
+t8ahk+zr4ibmhR4Bu/hZFwsQCG2UtXUpWMNSVSQsPL0iS1t6KJMibg8w0ayVLcNYaJaeNZTd+NU
2nM0mZ/aNZPcrn5qTGEzJO29pA7PYT/jPUAyX4hv6BSwMzasA/mqO2jedpvHgqN2R0FVIfrryhGk
lr6LUgZZA5lUTl+ABecV7Q11kG1AxQqzDQqlg11E9X5dIcASBhxwpuZjtM2McjEh0a8YPZo3UgkU
7KqGfifHsFla5a7o+6dkyuBwjeYxbGlcraIcC+oaNvFIuQSRqF1YFM91Z6DNpndzjMIARd5cLAtr
bWVKvuSxMv1RUO7KvL/McQ0nQ0okx9JadxgN+RC2E4UZEhVWONFQvc5175ivVKlbpuk5j66XvKq+
BDRZaItG1wp0Cn4JUqXmo2ppKLJwkQrECSk2hh7KldZHQBvVPHpPAIUKWI1MQx3V6XjyUU60x3bs
AlZ8gLoelqEH+ZcKjmUztBr4zTQrvAS8fGkPVO91ATSnIBww/CzzP2/WY/oYDD8foAEw5dRhU8Rd
Wu3Tf21MzSz3tcgtK4T+RGnzHowUFoGGdsVdY/mbmzPd9cCusipr9sFizDH3eup15XUxHCimXVw+
ZAkM9D4i+YxlcLuw8v7YJI3+x976ALptHRoHP4SiJqwxgtXTYHE3wG8x208tdjaq1GzW4+by4Lq3
btZngC341GKm2L8OrXvW8h4/33PdXZ8sQcNtDuWUwLaoPuZYV/YFKcZItHa6IScbkm7YdOYaxoRB
pO7XJxjzJG6oXtwZmkpNlLC8rznn7P78iOXvoIsXGA0U9mTxBKkXN4c6AzJvr7vrwV+bvx1b3/Fv
x+BgkPlWajL/vNW/eylxDfC48YzkqqAjRysy26WKK0K9bCgirPalPhgUKS1/q4b2lJaQLIflCv66
rPHi0QDUmGu7XmYqAWuSJsuTdND6WYKJFZRejokgDMAwWxAO/tkm1r2/vWGdXFmvGNfIU3LcH39t
REJAe3nZrMeiRsvc2kgnDOX4CutbJWsbW9/w5y4Kwmc5KWAQrFYti4HKupegJ08Q0WXLYNJ9AbHF
B4NCF1B0A3crNq2TM2mYXuhFugulBgatQWk7BRfLZQvDilf/3F/PfazTmxdaG7gipXx0WMs5Lxcz
jnUPg1nOxrIZ2mNSZiLJJxXDCpF4MQ41y25YYXKXAtXSKHnhZ1GZu9xG68YwYq4CSklzh2XrBOia
RY1UWpozW9w6hI4bihgxNFn/XPdQBdR7tY8r0Vn/tvo4YSWKjic39K1SFq8C9meHIqJGgST0dkoa
Kk1BIVDpVT9SVJzXdCVyO701VbBJCESdpeZGnerkbILh0ergBXFgujeEgZg2U2mkYNTmlEYQY0i4
H3K1fKRKQvMTMzvBaQkB6+bx5lpMDJfgnJf+ksWcHk1eMS8zD5lCHxWWu33F3seuzDTeNrP+KUtS
vO3R5StJQgZqNpS9Fou3FaEfFwWXCfvIiinwZhYRJsIOySXxR71JDkNH3F7qEd3LcsEIqc/MXXCz
BvqiJ/sAh6NRQ5svaqOra6J8wMzgtZfzyFepinYxtmi8OJXR9IZTstcHFHKi9YihTrmDaWfZlNxd
t/B2Uj/rOiDzkEVJcNy3DSbsga6Huwmq9tGCq2ExKhCF7KNbWWFGKNV1BBGKwqVtIrcVhn4sNcul
+WVrh7y0uamvGVqGZffXwb89Z33UWrxZfj2vaPTXujZLp1as4/pYWlFmbK+7MyRVvxjl+6Cgpc0m
fkHSsln//LlhWeJYmAA5dYdzSsxyhgzyXOk7MGF6OdLuLcov0bqUe6G37sFZ9v76Rs1AO1736kQs
QSfM4w6XrV+P4emIibRAveJ6jEo41FeTflhf2C2v/vUWv/7MG+Bl8hShuY1khrIkuKbbCZhnstjH
lJRxc2zZ/bXBrLPZDPqwi3Gnp0Hl1E4vtwKNnXskpbaaJaj089ivB9a9daPXFgFVal3LTZcb9BW8
dt2EyfQuN7FIR/LPQ2VTqo7EPA96N+drPS9xaUSbOFAPZSRyDVVdvcHN1vSN5Uqt10E3garZ63UN
swJa77orL+OSqGjPkqKMDkghmRGUzdQVyl4GYOX09WxSkAvmtsv4abUWyvshLuWtycRJW/oW5uXF
ft2zSi7x347h9gIbaJAtqvLVwA0lfgZF7s3eGtafnNSHCsh5DMTqVGRRtBMAKpURk0hKiOSlJ5Z7
fuW612fZhMJw2OLPzsigl9NG62Wq/sYQ0yYA4SxygJKu32BeO8TVmGj9gvWgynaRw+FeP30k3esX
pXKr1FC4YkgcO7N/m+Kh22OzsClLEQbuMkDKelT7IL9OyvJbV7cj6ijC9rD+TR4BjlgDicqLxxAJ
EhWCoGRCIsIq5g07M/levYjWDYp8lZKwZUQQM6FuDmE8FRtLTPerode6aVr8SWuD002B3h+eX+sD
HapTRo51/IjXbZeADblmtK313X8+a3nzX5+4ftb6wH88ZjZXxpRf77Dura/7dezXn7/e5tfX+3Us
rrhZg5CYWWPET8Gvd16fDHuLMeznd//1GmhV1y3us9TGMUium59PEWTkIrpGJqgrlX4/wx7cU3uo
+yWOWXLK/V5MQHg7hl6W+NzKwtL6CF5di61K9GS/Hizm8TJQ7uercaxjWoSr24z/cxEWkauSO7HF
tcmsLXdtJ782o2HeQleQ/XqOS2zKT7ESU7VlpP0+Mhn+h5n65TnPwF5BSqTUfBmHy9hgMIH88Yct
mlj3DwPwVt80Jy+MFFyhBaPZG3lpuBSxZCwLpGjPTyDY3O6VrIp2V7WODQheQbzDVqfdR5N0L6Wt
FTkM2XYrJe1+fQ9GcWA1w6y1m1pK6ZeAtEdt9oOodfUzH/7/JLHw/2E+gDDJEqD/z/mA3RcmoX9O
BPzxij8SAQibfhchCiiqpCoi2WjkAX8kAiTJ+F1WFInoJTF/Q/uVBrB+X7QComHCjlYtWfqVBlCl
3y0GZ50EgQbzzBCV/5s0AEX3f8vPEaoQESboSJ4oTJUUU/xrGiCRgqoDpaZjlU64GxyVM1yjcNfJ
C6ORvlOhTuMqt/t1U0Zt7+vh9bw2mhTRIQqlpQ2umxhBkN2AK6SuR6v362YWrs1+XDbrn8WIl4Wd
47CC8XS0XTvMdUNwBhfDpSv+0zHiFhtqBg55EhYMk8vqLFo26x5KWQ6qy1whWBzk1vvkT7dMUMmZ
M5CTdVToDoue+SrUmVdhhXEwKKAHyHsfqBZF1G11S7Q32ljXDDcKGJdOY7CItdc7X7fCAYJMBnUs
o8qCTgnafOwrbUf4jQCdjRndDrrRB5yNxmV07vdXXe32q/Gi0OMtXsnNvaBxCGezbg9IDbdJeG/n
KYTpJxh8pzA2L91kkQTARgGhFVB8gC5Jo0Wutsygx9nKFus/dpu6YXftshQJpRVeLz97qLXHWr9x
FBXGLmj9CqPP/bqRZtSD4hDdUdJabKN62q4ugYsjbzKG+yqk3HyUe4+wce9L+s5s3wHzHa5g0cS2
MXYy1gVlMJQ7in9tzs+4U0P1AVQQNLI2+9nRrq551KipjjAOhFX+6o5HMvzPjnnTMrS4+RCfRhOz
q9Uyb92IyyC97q1d67pH6aq+TQkTwVNDKrAsiNcNYf4/jP+WYV4eM1W34x5V0M/eP457ELEbWdim
D4skF9MQh9UbdWxOdVJuJOaxlGFeZO2BuqbxqxZdCt0mCy9XQItUKdn4fkkuCoPUB8DlCA42cuaE
mmBbCQ+VTGiiO7NnYZTJQvmpJwtGZFv3J/Gu7SFmNn7A5NA4JNKxosm/JD9Ymdlgto8sC2PNw1C0
SXY95IdRxtPlThkfVBjsmm8m25pyUnRpSGjt8upK7Z70yOBUhxFQqgi8yMZQaDsRU/sQL6QxutlR
Ezs6Q7UxANXYV9IUmYFRyI6oqKj7luxiCTQnN4Z6E+ZuTyukfucb2b0F8sNGJFQxGFztEde+h/xB
iX39CZAhSXdOG9Wp4ESxwupGatP2MLNw2iTj50GBh+6YJg5YrmG0K8Opw9vS+ii/Moru7f6uf4xO
+pNg2Uho2pv2ocdJJbUN8g32jD1N5ciWl8jHyXQCQnkHpEEw5s8cL19H2/DeKbCyyd/cZiP4SLt8
7QCsAbqEOAmWdXSpwIkJZXkE+5hEq/tGt8d+M0UUoTk5HPdv6NFD/RkTYCN4Bnot2RWVM38ip0va
MxMVzm4LT1sHdueI7xj9WOhlU6+5Ha8bONYUNTM/JcLTnZXxkN/LF+U5qx1Jow9BzsiS3W1OishK
2qHaaD9TpumJubeEqCERcG+eyWvBASxxxWKdnLn43qYP+g1RrfY5/zAu+ZPlpXdUfuiDZ3Tgal7x
pTC2xEEFriLRXGoRQZIwuNMj9Z+G7FjJBfO/Y0rQ9h6yS9a6ueWaj8qN8EKykx9Ds1Xf1e/xEcgl
BVZ7JI7Y1BCCwq7B7WU3/Soan7KBONjEn1kFK8oGmpcdZYWeYqs+sehkeQFYCKn+Q39TPY338hve
gPXLsuSzHBpbD4Lzlova/dDTvYqJYAFKyaNBaakvzw56/Mo4EM4zdSd8qw9etBN1r3iktAREPNkA
k6wF1TWe5LUnlcLAH9Ye4CLacOBCHo6ne/2H9Xl9VA7Nt/rFUvk9+rJO9DtT4+kPQI5wXSDrPF+C
dDv2KMpdsTiU942yGXGZfA5cbHqsvTZ5S/oOi8C7fBvs+juKF0qGAx32rN28y++EC4t0a9IeMr+M
vOtX1fhUDJTuFwpzxe2PJQiIZ/Xmikln5vdHy9U9mUWcp5BsICL5QpYDF3FwMw6WANWhdevH6tjO
h8iizyCdsjV/UCIyIQdHv+Ap7UujvNJ34HtkUrGgk0dwU+OsEecmAnQjxjv5HSNJQozcUgy5vB2Z
nmn26ldJtJVt/NWGG93BfCPZFmfp6nLOm/f5kVTAR/Ft0YXagrmddH8Y+fxtVTvxy3TRbkKw0NwG
m9BTd4M/8vt7R7tEr3PlDD60684e3vrYn3flfdxuyf3VwYZrSZ42CG5FcVc+Bnsp2OTtNr0XPnHp
4foOgsel596DL3clGuzK+MkSg7npnoJ5R3afIpNpAJTng08jcCzWiNZtYTxoHWTXbc5AR78j7dPH
mEYJIFXwwneinlciQrUHW5VqRzHeJoGnn7i9T9kx/oCCaX2G5zbYa3eGSgeifJsy4SANAVhgjy9F
f4mrYyJtrAcqDkbB520CanI6B1S5IbytbKnRB29Zf0oP7UtwJJ1iTPcJuR4wRk8DTM7iaTHoKBcE
Acl0Hy5LKz1NJZXep2a8M8QfV7DLKQUWDp1HlHkskQn4Zul3Fm9RMrMAkE/jC+5K5hWXQNt4mB+C
/k1uvhs6We7eCrqrQQrExr4jbSwqmktQXve8hwpeSxw9eIt0FhAD2IbAj6DXLOZXXBmcPt6u/bPa
uxkMEFiQP9Id/+DI4Acj1pM+/b+4YW62v34SAZHsR8FTT2H6kqhH+Tbn67bOfBx2DjGvPUSziKEP
X1Y/RVuRb8fws9dvYuK22Q6H7qgj3+jLGVYMvlxgmX1f1FjqeFJ77IcNX69efG5c9NwSGTU8jO74
slK3a12yYqF9qfIdAg5ouVgyNCfqYwn0HZJXa6/s4zPFklv1Vrmb73BW2tOiCYkdULC1XkUXk+Bc
JTrlC18B+CEiKZhr14UaQllu6qaxJwVbwlC5/CBbrqrtpdwJzqk3PBY+/hD+wkHeSTlsGC+PnqL2
NhlvBvU44Wd0yL3Ef2rJnqau9iVdP4EdBvKWNKBC4UPBAs4xa6ZfKKBDEbOPg362yDs2B2qwq48W
4D95QKFkErkdNSeh2D3eAOYHdyOTto0f58LvtKPUb6FamOmRon6eL5cIN0954hG0SwSHLHZ5piO6
LG812NndtbZNZre2tSu/MRyrL8K9Wm0k3QFAjU0bV4kUXvwdJTisAwlASmFjZdkmXikf5AYWtKd1
KBA2guomGDSDb1MOVvJkDFtZht+FRa4dfarPKBJfM+wjThyd6k1wuB5G2P3MNBzzuSpdvtJZPvSz
Pd2MG/NDfS5c8SY9Txj0LN1p+0Mw3PoWDaTu15QOuf1Gdq2N4uVv7UnY9CfkqdTZ77sddawH5bXa
nhZLo+/6bbxtZ8+8w26F/18P6jbf6IV77dx4OGZu8iJuEQFACwL8Zx44R9SNw/w0BDt66InjBq7M
dNVirUCpvNcnTwBvW6QTDkXQeeIOuV1vxA/rVXzumuceacsFF8j+lPlp4jYP04G5Et9iw5xdgxmD
JwNogH16BFgbn9RDepqeh+f6wvnnw6LuUJ5IHdW3DBz96DnFrnkcHjEnp8WWLpl83JPm9Baf9Cfp
Mn9fYadA38yP86XeswwYSpd8NFnj8LO7L99VH+u2CJcImTYEyYTAn20k2+u524UPwqPxRcNBVHQR
22cW49qTpGykkdm2wyJCF5/N+aFlUsI3eZcIATylvFkJJpFMyHm4UgS4QUlZHQzFl3DOSnCLtm8g
OcU2eiFYhUH+FoNFAoHpo99JifJSSuQB4qF4u+s3FEU3mT9kfovLzTsMmUKxpXcEI3fFF+M0CH/M
IpUnKkApOvqaPWHT3uJO0ltYmlxYVVV37UX8yKhTejH9COfa3IdPZ4xO0xxLvO0ojRyY3d735/pc
Y64QOf1ZITqV7JLXCHcIKAwHnABkdO5+9ZB88uMrxRvu+IBJ545xrGhf3csIfUYPyycQR71xK4uu
EO07KhPvqCTjqWRESJ3nZ7XdUcCTY4MuEhK047epcYJbHDSe+UYdBQUz/pLhXY8XX+7Grc+yyfqh
MT0X9vyWUj0lw6aOHozyYySi9lXlMLRe0hozPheo6+wzm5Duhh3nnHCcejPMSoN5sMKc82rmtV0r
s+qyLDP3Whebe2XAmLvsdjEMgP26Ma65tQd+ytKyfgsUQj791eowmiEIte6tx9ZNiLXT3hJVZhgm
/jlwCcnTdbqj4JTp1g1mIBhRVcz2WS7vr0sQcd0bJKKm614mUDYD84xHUvx88XbvD6MlLtZEy0tA
JbS4N/ynV6tl2bmaPjCP1LZGDA41EV6qOsSGmxoF9HVF6QpL6L1bPlBeQu+Rwqm2Ikh50rTPewDB
KrHcJsiJV1PXntrr7urzPi36Jflep7tt3bZ4Rsn4HckHpLjikSUaLmO40YZOW5Oa2WShg4liZOAS
iQkfsi+baTOrlOGbBNKh3irqrjf2JubtH7pkmzeseOLWFm5FVhL40r4Cr4IHi1e07DexiwCA/OGx
x4JtdIQYdNWGN1X12+7Y24YjP+gPynGS/CI+oFNCCob1MUYx2Xf+PN2D2mIuamFjy1zfK58p4Qxu
rk547F7lVxZI84FffxtTe20LTrvVbes0Xd3OV1+hq7yx6gwHz1TdK8IaguYmsjm7zO3+uUJz9Bru
xXvpTX9oP4TJDb+JUHKiwQriBePLicu1x7gy1TwZJvF3/xXfs0gt07P2QV3vaWShNW+T61m7TVm9
feR+vmPiARekvGnJdDFLcpofguy0L+ivv6++9AaCFzO7k+rqnDrTnm7jLybFrPQGBGavzXfxVuGm
CvsCrZWxkQ6cvOqbySVgxteQ2AdKAcqAnmpsh1wkF2BiC3rXG+VDZvw7NRuuCFLE6ph51B1i/e1z
uUtE2fcTJvNb7QSA9TiAfLwFLNHgBwuWsmFMs8UvZAAkIInqqndtvIXxnwCkp8tzrcKb8E1lmYSg
4wzD7iXwy8BpAT4CnGwBaqTUXtuDH97QKimNyz/AR7Km6p9hyIp43z4L3ufojPRj0U3waDiRk+z0
3SzayRHLlslr/GivbCnWWPQ7m/YDHaH6xbtWijNPTr5tD7AGrQ/osgIOPF7G67ccOAtnEAvJUcUm
EPmlcGb9rByIo1DCRcfyEN8hoesluGouTpkxusjXBlD4WcSBCVf2jA8pt+lzTXyeUS2n1AcZqZ8y
kF8K1ZZcdQ/vwgtPeYA8hzl8dUZaUEY+zQhFB4f0wVE2CjALxbGOJGRjGxXiJUYS6RrP1V46mOMm
vSverg8J6jqs/r7AjJ2C3jNiJ7wATMZ4hetief3H2GCGYl+fsS8V7/XIk7+g9UH5l3CNoAWrdo1A
lyn1g7yrt+MzV6PaWH55FxAQepVVO7mUkpcdWb10yyRwG73BMrZYCGCtBSVPUHbSmcn5qcy8JnS5
7GXhkuGoIJhuk4jYFjrDrSoR70IB4+Mtq6vnjvATA2cGsdsWpFOHaOihuHrxu3FkOZCZP+DZK8IR
3w+BtTvsEJqjrW/K3RIso+yEEqarp7FCqdaIATECNGJP4g+q6Psb1pFi6Axv803Qv18DSkrAv6Ah
5Ets9MpZkOoMpY3fvWsf2dbIHEA0M9HJ2DdknNoe8vRRe/bFp3FX3kWEmUYmMdsRD3DRJTFAMS0C
yJ442HP+ShY3BHmauKXogp0eP6TSlQ6TusZbGgeoKa3ozfwmiqASgKFhrI57DgEgLnhHqZEtvLD4
1j5oJNeXubVHwanelNnVPprplKW319gH0R2/dN90cdfXEkphAg2eudqhv29uBVDpgts/k2mLER/d
8r0ITuz0E6oTolzx/fCGvwKhDMy5iWNN2nOC7zzSz8oTv1F7NW8U3HWctOG4iL0XiJKjR475oyH+
BUcWEcybuYdCo2YbgbBPGO2Ho8ViGrPbD0wTRZr6Uens7AnJ6Ca+o7IhxvvnOXuzzpN2mwEB61xJ
gnV0SpNHNDz5c4h8MiFhuAmHYzMuYRa6UD2+HQPGXoJD4U0g+PIDHqxVbJ8LOj0WDgQdiBMs2sgb
jOHvi32/DR7w6eNyYthxIqyFGNHj6tZfyYmbJFQeDI2B84glimL6JASzKxlOnx5acZuL7LF6IZK2
hX09XbITfhfVsRyeiHoxEgXa/dViquAx5NQfhmfcEkGLDmgkiaVB7jiWd/r9dF9Ytn5FrO3kaE1t
emd9r/gKuR4oa3Z1isoz17EadtNl6SkgHTzQAXPLCc/dMQV/GiPK4H7nZvxg1GimDYRmmyKaqaPn
PRSX5DjcG2+q21lOGrri96iixXQ6aF4fHXbgii9et9N1n5VYJmyX2mRUlUwjrPuAWQx8dHRm/a4Q
vtfzzYVRPfHU0wmYry5WPNd2kyEKgcdig1K8a0pfo2x3BMtlWwaeB3sSZFnh1LInsfhEzVhNe3Ha
EMIyvxdDJEqDp42QviCvZ4SiF6VhYe5lSCw1bUCrZ/m75TI/cLvp0DwHb7G5udqx4MqyH2iuPHh8
oIp1OqWajK/cKLJNZ3+9xWCHtT8uIJTYRXb+jgczJgbBS0NjfJnehiN3Gh22SKyr411t4BhpfBG1
Q6o46a7eKS71w1Cq3LzYsULlXAnKhdnCYHjzlrsWk9F4owpnOFDWWWF9y3fnfEP+GLbcF3pxQ7ke
pnVvGqZHuZtmXjnv8A9JzA1Gh2Z219EavyKP5bGvJb4UAjnyqNzUJ8+otwtSsPHqDk2sSw/ysPxm
ehYkz1y744yc0V70z1vtI2Weoi4XPOiP13IbGvdJtAjC7IZVJcN2skyMhMCJCkcdnBSzXN1ZGgo2
HZbfpifKFpqGYW04MmzUFcQhV0Fui+PNLd2vPXj6E1Q0qvRM+ZBS8kH+5xu4LTTqpmd1eSteGBQJ
Cnaskr6KU4M34Sb2I2qkVVd5Vi/hKbyoXyj3jdv+0LeENrEUd5i1hVvrTlpiv670Cbbl0GA8VYBS
2XCPqovviF1siIsEui1eCm7MRQzMq4dv5l7IZ1qSQ84CRjvjglbfSR9TT0m4PX+MnAqmc6f2USts
82nCeNBdPFxPDR3JEo5OWC0WqO9cfzg3F32fvVOz7elvVeGCrmFxX68B/W7YSc/YD/zARzqcHcm/
OqR18p0wfpZovDbh1nyn+0W3nF0YJGdcxx44sUG33LvNN3Nx9MtY8tQlmYGj8M6QnuwbR92bx/IF
O4rwB9ZUU4265AI4yIa7bIobIjYJ19AJ9gmBMA6pS2AVOy2Mc4sf2S1r/jfDIOPGbE/u3Lp0K/yK
L4MXPmXcAUzwBgY+P8vhlDoZcEFb/3GlB7ZsqlhwMyBGykwNznhuy/vxRv5Br4uGPJod4S480Mra
h/xL9ahChKw+0hLs8mY6tYYXfKNYowfXcQIgDhTvZ5Ifw7fiTvv4HpD1ltb6yZcMKorvbwiWluUd
F7naBzuVqdtGS44yy/Y386m6BQl1iDapjxtNM4MnoHkS1Ol+MCxTupo+yhemXtohYVGyT28k8NT3
uCrzKGZDLpNznBRZVUFZ9FG2U1wwass0I5AOoXlzLVn3+C3+bcUNS7v+w/rg5gQC3z/TWOQvZNOc
P7s54tS2z++4e5vL+Py/6Dqv5cShLUw/kaqUwy2SkAgG29gY+0bl1Mo56+nnE33q9NTUmZuuxmAM
Cnuvtf40Jw43lMPh+/nIXpZjc2lfWRQT5ifMb15iygRX3qnvy5f1trTe/JqGdv7BvqSp56w/RfM3
Gw3lf3BUPgJCyvWD+U11IuC7VnhNsouec8qHF+2J7CHzksp8ZEwIHf0ov0CUwfHR738RkNCUndOH
6Um8ac2m3GVYWx6Lg4q/GjmBdOExiRObDgI4xf6OSLMHrCEoavzJVc9lQQWuuckVErXLvXOEW+jj
ePNoHSZ/eh5vkmceG5YkmqUToXlcut2ZkThARbTlbDSbAIffzKW6IKJE+sJHb7iwRpJ/ppIx+SU1
Nop9yvcQU8t15mzCvKAbY+WjmqzcpoYPjbLHjo+aZ3mMCcYXDKdopmHkMdRXTMdctiYT3t4ukfFu
G8FNLS/HNybbmpcel/qDqaAMsPkDqQLp2cksRz4vtun3Bg51rxULa8osimnDvqdEln3MiCgQCXz4
lvbNvvsYX4Z2q42OfJts3eGkUzH3OB7SHJ7p+ihMn0vFlj40V9+Vr3R8BwCBHY2F8Qp/2nrATyba
IcpizocdLa1G+443ZMiiH/olTS6BLp+BP96mP0jX4FASg3gTum3/3V0DGQq5nz0hdiJFOI022tU8
iF8MrjRi0t6EfSN50fN0HRuXeFNGF+UPpr0mn4ppPiHWleh3yl5ftuhEZJRNDJpaTrgLbxpxJ2Kg
Fhiv2FSTLR87kQafccqHFtnikbnPfJmXo+IannmpbyETJSAoinFjdnOGMYxJnlWSZflG8W68xeNl
DbyD+8mlw2z+yCT92yf9jYnQM6etDjb2kDF4gyW9MfEiZkTOMuIvTDh/Otv4o1wBPQJUfBA5gdgk
P35Ulgcpc1ouCxvBSW2+tr1XtduFK582OMNl3q9A9mY2aEfwVH+VimEdXjgz0KpnfmOnZoe3jPkY
MbRMpsmhxWu4wVlyAykT5lFApbHhLqCHX57nc3bqsFfmhnk0v0eMsLkluKFWW3I3fWDVzuh26Pd+
5q3KTQ22+FifwoMRbipX3lb7nJuHUpmNJHzQ3GpL6OZV++qOyYAcywmJynWyZl1+0z8lzod/uncT
iwhY/5B2vXbfHqIHMNbwj/KSeNZLux/tgYZ//lD/4GkO2LHEKzYa2X3ka8i3os2wS58D4XGh7cfv
JsMYC+rb47KceMeo30+3oDhMMmR2biZSiyhJPCHYm+kewtca9s64B8UCYQlE1qG2nDfxume9IlBe
7ML0JcsDtFRCLzBIT3EE01vam0pE+rLm0gITkQmJo3joyWsdASZK/mlvI6Crn0mRI3aEv2rdID6B
mpLVVOLpJbhsC+3kmJ8Ux8EJyVaDgHI37ikIwAtp/BykSsJ38U6OSCE4rJaF9YQPTpxdNb+5SNZ2
NilgNsl3hNknW5aT+vknOpsQjr/opKDB2RmAY7QYSoN++jQutUuimXFKSIrdiA/hB8FXJdW9K7cg
XJw9KuCUQHBnkdZPsJib/AmVIfNPGfPWLduZ2z9E50R7aIedgfaGGtQemMR4LNknvi6VcXKjWs6r
4+qHuZQ+NZr1abzmqMOu6Q+qUC71/Jjaloutxgsfe2Yx+mDMlD9NxxDRC0VpgrIPszriJV/o4QEU
rfdm5Mrgzd/q9MQtPZZ8A1f4RVKC0y+uKM66IQ2+RbHxQS4x2zc7HJmbLK5Qtk7qb/6E5f60M75L
fVO76FhneRcER2x1dU+7KQ7XRMEOy51E2hqoDvb2hds1DkHwXLTrWs3Jp+x9cWAogyaDlxkEMG66
bzZQIoZ+5tfSdAWJwp9DChNevCIVOwssRzLI1EJtU48bC2WPsDEUNJgOhgoL17WwiV7jbXtJSW2U
XFK2SHeNMEKy68fqtSx9Q/ABF0AckDHhOWcNKPQeCfuBpBiU1M4sFBQbfJRt/5Uy5/F0xjtofJlc
0Uq0D/NDsSNkyWd0xLVAZVc5wytz2Tl2SHNPL8YjfDXtLO/ZHtWrsm227ZtSbivBL1t7eJXJ4UiY
2x5jhsYkyiRYOVOLXcLrckHf0ysfsbnt+IDAEEBZPglrAHMIBXEaiAUopny01XF7uzTuiAFF9KGf
dLfdo2Tp4QjfYsgGyWu9ftb4cyL5A/GdjcRwxrx9fgQwBzAifUcnN8ChiBtIi3PVI+DpcmVy4QJj
3XpgylfpEYPVc/2SPbOpQ5bWD4KTeMoPgNGqeyXPYwfgENusxRgYnZP9eNZJtcK+6jd4E99mel8K
7139XnjJXnbWLK2NQpDqpvtg/g89EVcryZYPzUfhBq6w617jC19HdQLJBeVQdtEOijEjN7539BCe
p4fCk/MVT0lWhC6OCBnjCqb4al64NacXLjIWPLneahflZrJwn1dXmp3V2Yp8HMp3kRHGVWcY03nj
5E4F5qdgsrZBvjyzm99CwdrTNZkJgZWxRXPsKXdyv539iP6qA3PZkmivsbyMDnLhMt0nJtHTD1Lo
RCipKi8y3F4l3AksYwuLLA/Ij+HqRzqz4g+kvpiYwRWulb5lFaWMcRiEk/TAxtLMe6Avjh7pz+vh
1dDY4a8JHr1R3pvf+JJ/TYVd/AIIP/H2XDHrq/Yt4egjS50dv7WH5rchV1djS98Yx+S1UjfmM8J2
vp0y3JElRlv1BghwSFiUNsILZ4fvSK4PucfjG1R7x3jQz9CEbPFgPoMdkh2Ff2viOuRoio1tABSq
CPkO5IZ9oimTuAc3yR9wjl13aqYNrPkp8cbxGuKlprhYn0apWzyFt6HelEx2jQfDE8FGRGpbFaDT
W3pH6R3KDSR6Zkc3u5m/4jeaiiAn19aBCdECnrg90gLmHRv5yzwgWCAw6DUjIGmLrMAVxK2ClXR5
tMrtMvoo+iSX26B2aoUaWH0Mf6XnGbz5mwBMxHtbfvVXYHpLNlHiyG/8PeK23mQ4Qg/tm+grr0CK
glNehHf9eXoPE1/ayTgL2vJ3S4ny0zvsFAziXoks6GzLA1t8NWaPJaO9NPsIe/C38MKiQEgpRDRN
dat+bVJO5sPogzNUum0lG+7/ehs/St74nT52gG/CYy9uuOKrV+VdBeSJL5nqVK/mFxHZGsOfQ/8C
eLLU6/FsPBMa9wvv0T01T+KXekjPFt+1sVsAzjsfZbouH42nhCvU2jJoYC56AWTWNhrm0rBLbrKT
X8i+ZgR6ERk22+YZyKcirvb4+UlbnTJh8CcvpQb7NcZN91ozFLIJ9zvzGeOLyoJ3SV6XC9yAgqqW
FZxMN2SeZH1zd35Z/I51/JNxQK1j5oX4NTo93AWw0UuOljZ5AbiFN+Vmv/NF30ZP7WGtkCc2XogA
GygkrwwsD90pP+snweGUJh8VN9Yh3jbP1ZO10x5Tp36cPHTGAIYESNjJQfY1MlPd7ha/cetGewLl
nrLT6IAuztNBjF14L4zlKTufHGlXeIQ1ylvs1GbDh4fHmIXB/DOZ0Ujy+RL9W/cxnHS+LfDtzzqy
JTHuCEq5ONFBwF2b40y7Hm2KV9XPntGlH7U/dUTkHjWnWjKr23Gef5jFRMTItV5PHBWQD4RDWrAt
yrwVRDT2y5Mi7/QzJWZav1h78ZCzfLL11Eeuy2qfvcLBNj71L37Wo5P9ZYngQpHe8f7KqOzfmgf8
3ajYYioip5Yfx85NQGpmsrPg09ks2XxDNfRwa6hqm7HzGK2XiPjSPMH7FIDc6Kixz0k+qd4r5WWg
SFpcSfYUencChb/xM6PXpZBTbLG3m+t4ISCe94mLFQk2D4i/yYn57F/yl+TA9Ql4XfY4RtC77tNL
94DJ8Uu/g0WF3w8oP13js3yMZmfcUalXLH18RHZMGkSs1t+AsMmnKx6kd+a6vxNV1TG8FseVIkaY
9/QRzDvrXH9GO26thXnqDU4IuA02AP0mOwps99Dn3Mo6BzBi4cNdm1u7yjjQ5jqs29OtBt1lOrUP
rzA6hCP2gywKDOA/2Ole0nRvPkEse4Lm+tS912+i01BHZ9vqkxVb2EBWGBQuH+XMDsJOo+9hDalr
DCmDcOLvNlL9ENY2hi/5xniUZnuK7JLyuHmaX9qL9jgeGi9LMbewDSrba+OxwJxxABcO1ksW7vST
CIGEnZnxx/ItxF7oQIo5JJPNyids4TwyZqHqnSNbwfPDI9jNM2+N4UxXsO7mmlytV5rSzmTiv7Fe
CXo0Kb/c0On3N/JnisgxqGuZGPNTVORM7wHE/8SWbd2SFxqGNfAHaS5Nk1s/NqeEmoO2praD1i1l
KmU3/+k+6VTjwcN+9iO4NJTaMtvCrsudSPSJMKCeDMZDUZ0S0de/9e9U3rDoRBzEo2E4uCUBo8c3
eqr+ps7AIa4OcCWeDYpdwggexx/yB8tL4hcnhRuzt41P4ZGdLlfOefhew2FRuLhIK09GX5yP3ehb
xXOcPa3q2WhbA7VSmP7W4H9v1BBoiSkzCLdm2sRs5TX8nlJXJsMFngRtDneQ6ealP1ZujXlT6vXN
G7mP9OpsTTXjNAm2rM9V1pRMl8FdGV6BNRGdCyHqoTx0np198F4zZRU/Z2kZXF3fG++55Fbe+BUj
bm2ZAugHTbejaW2oCWpW83VBXjDAw04BOwI262jdgMPL7He/kycfYu4gnA/yjfbSvqVQVEM/Ko/I
1ZAoY5RSKn6ZPcQwM0LS1GDvbEtIfDh9Rrb0jVz9WDHLWNYSlu6GuWVot7UbsVeRMP+UMDQfybA9
GzsT2BQrQwUa6pF9Glh6S0pHFvrj/Bxi7jvtEUrH+l7ut1QkfOA8u0kBlNEKhR2F6LDrS0diUwGM
oLaW18Nfy256rsZdLhyG6akrn2NkKPlDXvlKCZHdhmS4CFdh3I3DYzHvTdAuMMgSYGI/DQ9Khq3V
XjUhi11nk3FN4VOWUJdRC1EkYDHSMAyhZKfsll0z3rJWcjqwyh6noyUgu3bT2ZZnPxgwL3Cg3WU3
9dl6hJ7Ud3Bj7Q7AuvQFASnthugH7FjweGwnjJPhcFxZmGN9N7zqXwNySxRP/Yr2/8P57w/xMIL8
kkvCXy7A/XWRGa7TkQY+HL8w6WEq2nkTjB5hz7v7z+ZAV4mUNB4RPVo70xTdvGcwlrTcCaiSQZ2W
ABFLiLLq/j+jglE/zpK2q5ujibSeIcT6o/uTMnoap+0Ybd9/Ji0FT1vr0/fHJJxvzbq2vE6FV58n
iKfFKf6RxpVrf/9Zsz5B6MZ//sFErv778N8T99f9/RVT7VHvCPHQOYMKvHV/UZ6ZCive+kb3l3Zh
SWOSyOl+0LLmHA67aXXYVrF8nPvAV/iwkh4TpjW25TYISX2AAyQnXUcEuj47euHGr2k/PzTh/DQF
beeEJmetzBXtrBfxOcuiT0vJnxVV+JTFodtitaDaFvBGnM67WEjchvu1D7B+nhSUrFLCtPcWCFaL
NDibthl8ujQcJm/p2nCbJyR0lkwQrAKoMYMWOyuJ6Bhko0IgNGiTe3iiGXbgQpze8qEcd0NMfYri
hK1PZ9/UceffVG1PercOsh2Pn6VYygc1gBbVhv5sqi5nZZcUHCNNHLatZGpcg4xGx8e8w04V+6w1
Rln7MUWweFPZVqQAIfR1zGb+QBXSomKj4OgHPd8EUNIwq3byLAayjOF3arAt2qEO3bmH1tiObIRp
y7B5FCesg6LbkMj4rLHFICQJgAd6qyKkROsYzCX9lgNS2FoZEqWu1RAvrbpHDgjJiyA7yHTDQJy2
/Nsi+gLhg+HfSttlAS8nfVxEXmX8JASwFRbzjCzWArvUUkczYCZMJtwX7Ht3CWwKDJpoMTCrcCTS
iCRbECtzowtjQcd6ziPIdhAC5+LHnIoE2TrYW/xc0T+0sMUwvoLuNIfOpC6jo9Xrr2MHcoija9wM
BLqUGFgnkfyEdyMOL4o2H42oLLwix7VFbLN832pf0+zjTLQnyJxFokxih0PuthMUdwnhpBvn/S0Q
o2pX5X/EBOZD0EBYN6ZsJBdO21tgAQOih1hi5tB0cXJKOpKMunWtwXIxrlFbSKekqiEprB4n+G/T
kafGR2QYnScH+pdFQu8sZwylTAnmsaht5xh6bco3ClVmm8TFTqdcIww2KwNfi0yKXm61naH0bjlM
k9/NC2zuyGIeDKao6OW15kp0pVFiDlnvUERBjkxZzAhf+dOMUXOozJk4LmYiZowzVVJwfwRjJMLT
UAF5MmpXvJRGt/qj5uFPojeM1jL2Nix4AAu4ZDtmaHItDMfFnPfGonCXoLPeqEn7LpjsBdWa7t4B
EDWqLrhyr7MYyNmnVueMuprkZsQyhRyhka5RXcSUlmAQCubKA6iqyNwwTNjaEsW69GrI2I9gUqdh
KUuqXCOYDCb/+BhwITnBwDBCDk2nrkLYuRns7+IPoe79UUpZuVWk37h+UZHHeezpFlB3T0mTBOHk
kTib2jWk21JW4RmKBez5TPQWO8BIkW2VGONZ0w86BwB7HjyLei6zYWEKHo6R6psyFP+lwVSfFMZN
3lL1FVX6RLhR3E57SYX3JUIyYIkNfRUvpFkFhojxws6zAYg0Dm9RCaRcGriwlThOzErb2zFhIZ7c
q8W2NWduE5iqIS6X43ezqDENcPrWLMtVTR+nCmiqA0OcUjIwpZ4rOGrMTSYwxCL9lBA+0hwJj38y
VIzASrJ/4nT6Fg3xfZo416VmzQRWpy607K+2pLffBxFhvvKsnMlBfMJ981roEnv1nQJEuiarHmTb
vICDqzXPUy6o7ynjRlkBqyQ4VA6jYZupAs4IxDdOOhtOa3b7dIg/st7ETCBTDkobGbAiicHSBgDS
KUSWEMASief6yZK6jdkn2aFUgIkRvsKhkhTRGeqy2RbCfMbDwMUZMHRSM6Dtwd8Hp5IC8jszQ2Mi
O1DCYG7bLw3yGyM6F1Ion0S5vzVy/1o23Cf9QpjCJNLGG8wnorCNTnlFA6oB2i+auFHFlGE73Zwx
VhXvy/omC8GzEITgFJg57OEi1p12iDTqi8QCJLeOAUtkad7ElDElzoEA+CgUpGTu/HYaXUHPXq1p
lSvo/UdnRsFONCiHR/0r08lW63TL06ZxsHWRGXzuRhiPOCk5HxtZziMH+ZtELCBUc0sqU8dU6Zf6
kZGWHOreEvbQJlrC3iKLmDfsRpqMOQW3GUy5FnMc1VxIjQ9Xpp+NmRqmOcixikQnlQZvWviGhUhe
O7vRVeyf57G9tiU2bFGApULERRXpmNfNwUZKFI3rJLvG+CdvowJHCTkGo2mKeQTGgeMhYWTjmB23
InG33RY/KeAIgI9BF3oo0DglSrNgL1EYbIeBnK6AahT/lJLc1mXXSxFBpG32lKNE9/FD34xm6xkq
BlxitEBsWG1ReSqAaI//iG4gMs/TFoEIbzLR4fSJI+XNGUtfld27HZx5HVO3FOJqzDm1iOlGlgB3
RcBASW8YLlcYKNjCzOyLpDFAiE57y0SGBrl5XDphcVUSZWCHtB3MpcWvqiHZlxP2ClqYueUawWrl
SPuSkCl/pQX9ZiAxdxvQhaVCjN32QAsD8WSEshCaTA0VrDa2uCQrUiW4EelIFMs09onK1KPV6f0G
dtiNAfAUGRY+lHIGhinAxYY5QlTysKn1tvLCAgqfoWuneWJmXO6tmfC9ogffjw3VxseZc0Nwt5sK
ZeuEOLn5MUC7NGXbmDAIt4nkN8lkuixwfbsdAzVMxWKaROHVylrTCcwckHPUGH+o+UUukqtQY042
sSCHfTsyh6cZEQvZwdU12xdtgm6JzSRvjLc21eRrrp5mhUBG1ah8oWeAOYspiq2uxHQa0LUyrTfd
1Mbb3JvfOPhdJrkjJqEf2sMY7pQJPABXgPGgrd6wukVTP+RMoRrLPFpF/qkRDoanIig+0TdTZBp7
ZelfCZoZuVgpa6juqrH1ULYyegVpTALiknNqL3hcC9ob8Cd85255DpAlQGJLsI7cdjEzLGLXM9ho
0o+SateyqTGUQJhOHMExDiB9DvQvjjaQw1FJqlekUBei9nkxjF2s144UQ2qQpdoz65BRYYjmRwn1
D6Uda7qvzs3iiSGWUJwqYgD1ZkEwBnhQ5fLWEiTh3PP5cWELm1M5N6dAiN7nCeW+PjKNIRs1V5/U
TvRDVPqbXLYWrzYGd8ACn6IFZFsVM2+a2mSHNeieuCzChcrYK/BTw5SPfTCCxV8mNTKkuEesuLZA
JD+6EbVAO7BNx9YpHKV5Z/RMX5qkdFKcQLZiBUifRYlTqA+6kCe2HgKvajpCRlH6o43dtyl2vCx8
hAY9H6jvOGDVa5BjRVcfralTL4uso7uVsFFDkrZQnHjLldgDdYsCHJdLaY/1OYOJgKtWWrTjGGmA
KbWAwx9cIQxAd7HGlH5qMVzTl8cqzBHczkhJW802TOy2kPgTMrwY8K7Gh8lilxjBftpax5Zrhg05
9ldFUZIdnmKPEBEmuUFwCaG+ljjVcTcprig0boHadzMYtbGbjfqgTmr4XCXExmAC2DZQFU1F1bdq
3X0Y5H4dc8s6zBbtiqVV3jB9FNqDXJGngVTYFQwTCGjGgSk23iJJu3QkZ9k9n5XDlMAmzAMSzvL0
ZQ7Nr1gbNF+ZFfISi+5ZwlPomKssZcWcvmup8Jt2HFA86jaWNuwirXpvaijGQt7ecjkG1xDLU0w8
PSTgaT9y5zq53hDd13EUYk2gKcmQNCkXMRedKh7OWIDPG8mrsQzbmuWAgyaVU10sRBJGP8aYB6gc
v4KUyU6Qzhq2Wey0XTWfMMw95ZGgYsQFS2GrShWUY1IouP2RiJBFWD+JFohKF5etV63M3qTud5ZR
C3aowP9CsKktA0OMkNqzRSFSa/NVnXLEimbcIT5uCVjSSFsSc7dszfdSZh8eM8FLJWZHJdGYdLsM
3+ZZeGyQFryIgGZj3L7nU9LakTLCmxxTw9Mg5qcHfZBpoeXhoOMgwlwKm0mjyPnfDHdODJXGwTyS
QHqlceMYqkYTk5A7fIsYVdpCV/BNn7oaDfSIpCyS5tDVNcSh4xBDU5zDZBsEtHqLkl6CiBCqrAer
5WyUdq+lLu62rSvlIEZ00czzzdSJaTt2iqA/SkbNvKvdpuK8F+BNTDnwkAlIodClQmHOF1xVN/gM
jDvuZOu5rY6EnkZzv07c4Apy88BxqjBujQicKWUPW0RgZXI7n5gpvAqZhG4jJ9eZkEmowQ0zkKn/
SPsitXFOdqnmBbvtxGMwg9aKWg4LknHjDFla0590uqG9pD2NIoBYMl+TsPctIsU3RiThhRQKHDBu
dvK+k/FNkwScikmXgE636mXbK+Lu6SBX8K3OalFYB61cfMKqexixWuQp+kTwt0Tn3VDMBErCKLQ2
T4rO7DUUwoclWItliYuTuhRCTvvAdZ47ZkjQ02x9mU3fMI1KDkRgPuIJ9sAXJ+SrpWETxhYN+1Cf
DDH5SJU09VqNI9TnLH4EdDqqgQnkBHt8UDqoJTPHV1zPewCfFL/igxxY2ZuoB4wZhe6QdKtOMR9A
ILEUwsRO8LJOA+sTwV0mi9k0p1LtADa0tMkepnXO11bCqYm++knbN3OXHiyz5eowVWCdhhBumhbJ
pK0IZwXQekFtOyrGLiI1BQtpkI3uOxLhVDQMB+qOpscCV59UYp4NtP0FCUdwl4p+G/YQdjpMvUjs
pLnQa1Rb8zw1PrsAAuhGgacLH1Gv9fEhKo0tHmLjOspA4y1Diotl4qP1SYGwusjFrl+9qnp1Kei2
VXtUYJOLQWV6PRyXBuKjVqo6oqrmz8zSi9/LfMz7bOGyaHRIjLCPRos0a5UAlFObRv4wLA+LKKeH
woT3N+FgbPUdHp5NAHcwiF0tCZ6IvGA0usgHZYV3NJWFSc3bq54ZQHBkyo9vSxiKmL9o10FVIHMN
rbHhQ+kbzmfkqwJGlNME5F5o+UEpeoRSHdzpeea6zoWtoqFrmK9KpiNFFZfJTiqYVS3bQchVPy6l
uJ2KKHDogt+gZlRiI38v9SWSCeBcV32DE4rA1G5x84pjtMFK/FRC7KhkGIbVXPttmjm1JJC006AQ
wfEWTNYlK+4t05XtsOyUFm2FoMQHysInJiYLZIvRK0T5DwvlDxmRJHAVdHdFP0rcAbkTtKqwaToF
eE3ObK0wS2zCLRpaE4vbWeMm1LlQDcDCkR7+LLPYIM4yvpc4hhMC8b1vRbodfXxHQdVxEpvmOGt8
2QhGdY3B41aoE3AOoYueZv3LDJ+ROFTMpO5mX64xyh9iB5gyrujRfDNI69tmevuBpzH2wts2UG9B
ibYUCdZe7OB5ZH302YkMhRI8A5IyIYdjpKxKACnbur5xyzFgCiT0IqJKaEI/biQF4qmoFzI0d/FL
0cfL0oBpdPopbUqoAK0JnU+CQDamP5ERF48LVH25BCor1z5Wo4WTqOGqMTwKCCfMkRHIhPtzsMTm
hZS0A4MLRoQMv0Illk5GKTmlhoyqHaBqptWEcbMifpmVFH3R2/xoAbe0pL8UlsZUU2l/2N/ec53Z
i9aFVFnnsu4bn3GmNoXTlniJd1VU4WXt+pENNVYR87Y9YzWWhmMOw2Uu0O13soPnUO1pIUWMgVdD
o4xbti6gCbXcG9i+2oU0fAVyUtkyTPEyoDoh9SFAdT34kUre9WSyvBWz9JkF1muxJOhXsvtiBfgU
TCeCnd9NqR29Rc/bYz1hJd5hPebosUiomVV/DqPqrW2GXTba4s66uhwsa4DKQd1SLg0RzVLwwEKX
HEzZUjdhVTDcMKWXyqrpDfNJgOqJKE7rb2xeMR7R3WwTfX0xjdDCNIx4yrZuX82CcMm5Vp2prJGl
lspF7Vj/CkltnAxXNUMQBQ+OqlwhfwrMLGefY8YzsfYVk9jgOoLrad6o+6YsdN+AeaBkRu8FAkWo
iZJTCQpWoVxEj0CVJMYlOnlaPZK61qOs7gQVB0AhrHCvJwiGkC1hH5bqd5wL1jlOqkfst3t3lJVp
a+V0ewv55XleUMiruqsnGol24naYiU5TraI7KV8jxJOchd+mI6zh9qZOjiN/VwZvmFC65qJA0h/A
M6Lks6lK49FkHE3XMG/0wbhakO9ypH5oXtTZ1SrhT6H22NOZOp2bcDb65idk8OaWDVyJsVIWz4KJ
sVQM62vcFd11al+KebkNDQVDwCg0/DGYT+Y0EThkgJFqwUwhV1McGAKM4kCAg4ATNGUx86twaWSo
rJNgG33/HobCNSkNzcl0uuSoKm7yvKx21+khCFpsIkfkhwox23TnnZPP6PiFkYW0lBg2K+1jI5hY
MZCrvDHCSNu2H73QE0U3gyYtI6IOvcGvoO1bNiuhdQYJLY9YLC3WdAXY/sI4gmC40k4kK/MTEhfc
WuaoCpP4rffas9Lm2rslwLEyk+oj0adPsSOsoNGP7LWPI2f2WgXafsKGHmvwFsZKyz2YZ+o2KW7k
khl+0OAjI8BmKI7piJA/gfqejyz+HbIsNpJpQz/C/qzXZGMVFKTEpzD9X50X//d/o7l5wrEMQdVq
xDhZWpmc7y8Pa8OcAarXJoJYSYfGH1fR+4vWf/49zO/ui/fHf/97//X/+fy/X1+Ghs/177FhgjCO
niSMf/iTERoJ7GHj9Z9/nq7/j//r/eH92Wb1If338H/97H+9JMBtphq+pSZw59U81cqnfB+kFQ4P
d1PUv/+9//T+eFEmnhJy3D5kq7zQn/zH+JSrC8Xtv8fCQirb38fqqrNFRxPfjHzR/HQRbEsQMQVV
GWXuCXpa+JakwKxG3PjOmn4wKbjlmKCn+VBre7K6tP1C5INjmZQ094ddvfzniXR9iaGrIA+C4v/7
hfvL7g8FhkKePkaH+49iTVX3k7xGa/RiqqJfxrfn/rr7M/d/Spz0mS3XwnMSKwi39QJBV7J+jPvT
naxpu1L+nglugDBsDahbdbgCMS5iBwoHXLZWtyKjBswPMvbiugL9VZPu0iUANEMzN7Ze6pjKrf/I
RLdCVyibBX7jAkME1xmj7H4mAa5FYWpMPxMpPqRs4NjU9ZuobYELCXAkP1D249XDL1mNoor7Bb4+
vP8sv3v/9UaDL3DYOaU0IG+4PzOEhUSMSVX8ZiNT+X+/l93tA+de3wek+XjpX/fA9b2rUFidR4Th
wNfB9vK/f+/vX7m/7d/X3J+aOpAUaSxQhf73Q6X//WT3V9+fuL/47+/9f5/+9w6VieOn1be7f6/9
v/5mGZt+jLVlJlEA45nF8mfmGCloVoLJq3UZVYiLsoTOzpi7Y8roGTsp3DMGswAME2JGl5+pSvaC
UQegAmW0M9K52OlR0hyFfgRVSsHxu9AfogHn9wzLa3grRJarWNqmTmAJn9jh/9GJwdgPNUB8k1Hq
N1QudJwaXTZOBYKuMxMDs5QDOk+rUCYcYPAgIsPcC8A+cM9n3k4Yzza1XijAylM6rvHEtQh1VhTd
sEvxOwyHGrESYP2AdS9O7fQi6oSpQYuHR5H/DmGM434FB4pawOnJzuoZ0TnI5WEX6eVLpwMg1BHO
IBJMCkKVAEwzA7y7Q68YZ8Sj1JN0kY3iTHnbktslQkSIEz9jC/YHXSLas8CDR6IvE4MYOpWJnqvs
Sasu2czioD9NEsBSD4IpKcB0/coGz0JrP5TT7AQpoq1EgEusLdXCrYUpjgFXGd8Pcps3ZiU0j9gr
Y2Z+joIls/PFgkIjdT9amJqrczqx15Z0KKOxh34aQEZvg31oIgARDesthVbZgYM4YRijIOph9BQt
w3vhs+/TbNsU7ReJGGmWEbWCcSA6qPSxrWm2E62CQx2h1w1gg+JEGxxU7cPQlE857RHPtgzT1Fny
/w9357EcOZNm2VcZm3V7G6QDWPSGoQWDmklyA6OEBhzagaefA1ZN/dXVM9Y221lkWFJlBiMgPnHv
ua5EOx5XCAOqmyFDbujl9R9cBsVV4MM5abooAmnMnNTMEpdbYDsD5OD6IJxKH2qP3iFiB5t1SXPy
RnFhT9AM3WNtUBeTeHrflTBMphayca8vY2aeR9sn4Ljo003nV9eis+vt6IY3wnI+ynqZ2/J0BIcw
wxGLZJ20BxlYYozJwvLHy5NTHo4Yx6NaXMclMzRuZzCFEsFrkluXCMqIbQzNqmkZB9RIYCYVWStS
NF6Mzv6WmdiXEeYKfvSacQAnTDzfFkI+DLLRt8werYhiLXNRgEnXC4iX6bc1w5CjcIwJ11SWHUyf
LqgMxMkLHzJncO+63PpxLVz8Sf4UUaDgqC/R7TqvQ2uAS+nmP/FeRCZtwmyleydbdL2y+2QZuDR+
o9j4Nb1eV2His/t8o1KuanZhzixXqFntkpU2Eti29Iw1ayxrU2XeZ0TK7nPFeCsMA7WOx2Rbj4Db
Qua627AIj0aWHBhmPlm1Ex5qXiFBFjOjzsp9MqvunBcBGjifi6gDwRcKm7sf7Njfdyq8buOkOTpO
yXWkAvurMZhjwtLt8Eqs4ZuheAaFQgRbhHeqMm/bWNP68XoPYjO4lIJ2P32ZmRTXTYJPwGoZ4YnY
RE2DDitLkIGnbvgSJ4iq59KAqRMXFJ14gAnLvK5myayX8wN6hPikXUNRYRzKAINv1J8cFHYjxp62
AanE5Xxrj9D4lCgiNLVF/VFIxgYtUNc1mGzz2kHfZjLaQ/yStVtvdsaHomtQGaYIZXhtETB3sbhQ
0wPwMxHdTuWp85Lo1uu5J5M4y6uQRFttm29+GhioYUr0l1b2NDlJv2sz2nAz9tzLEIefHSO03nRB
YljIu4itg1nRp7dJp8AHzjbu2bDn7NbDgCxmugoGJlNuhGhqGMOtO2tro7xufOyrkbXl+Fi3rYG2
NP627N5e1QwLtp2L5leblkkNzz/KlhiNS784EccgWDV4pvO26OCdpNZGDDc8RWtttWGHYpTRh6Pb
egfHmgOmQQmrp+pURiNJBBI1KUKO3SyEuxlTTBXQgIoMpbEEUX+wbMBCrohviMIb0WgtJAS2d9sw
9btDFxk39YwujGXVUz/nmJqGu7Ft55XlM/uYlIm90Iic4+j3nymkVAZt5ZdOQRKOTVxSpRnPwqhb
XvUGD5ILKbPuppPh+hjbem87pD0j/MpmwGN7Cwa0xGxR6wfdWejBHSC3zH9nS82nDnFN7kbF9SIy
48j1qiE5Z2ouNk1RnJmT3gjjV4CeOJsqlTVth9fs+g79/6jn7Lik5G2Dub04UQKcRg0kUQj96mVo
QHKtbzLm9sdRsVgpfGxcOrUxDVfBwdDZ64jg1dP6NZcs0w2ZXvezQB89YbWQFhYmo7GJBUIKPw3T
uW/S/Fhvp7G4I1CHa2oZvKuyZZjfYfGVzXPmGwmaGfUgWWqVcwJFVHJnLoT3JZdTVVqscLLi3Iyc
QMzsqPZm/REa9WU0JgU0h98+xfFuGliy/QILch0/mkHrmkh1g/qALqeoESLA0vxld48SuB1rZmxQ
y+d+vzD7sPFqz3ms2i46BbH7kuSQDdPG6I/9QrAZlwdzzDBTROVTLOL4GBdNcJwc/RILQBVtaU9H
k2oPeQkPjXCjjVsgJ0jRQZ2yujQPdTCvrWV6GLbWTi+QbMOjL6jpI/22MnfGAvn8ffgbXvwfH/7t
KS4/0MLpPpab308Mv/EZennm/mg+iiwH8uONxtrHW44u8k+hu5Mqp3JH+bgQjycIyL7l81cW6dVV
JaGtm4EAQNIEuxImYtG82hHafzNA5/lb0v8+EIQ6Q8Dh4ffDWPhM0GnY1k7X9McsfIucXs9/e1J2
25Ku103tXbwc4ZnD/aBLSTGXnC3/xD3/CzD+F/f893ODH3DflBiMSAhjOLl0TkIoZkSR3aO+zNxL
1Pc0dOVIIMpfD8SBl8c+caOVwcZ55dQsO/d/wbajLKJnKY2dXsIsht9Ei9/wid+PkyWRYq6ZxgS5
DWl6IOFhXpIrfsmsRXM/dL5JYAjEol+O9Zwj5BVdna9GY1xIVcBij73CddZU7nVM3OcOEdjfcfC/
f2sWOjzJJxXDDEax0cKIrW17qcVcWg4++n0Ov3+TtLrkniHhipOzcmvz2LW+eUTHPsQyPLg1NBMr
Q/QbqRgTfG4SMBzb979gdVJGSbpKfaBs7es8UufR6xUr1gY1byEh3GEksOx4rX1UlmkfW9jc6557
KPFfqA88i0vlgk6GdRl4JbQAiDd5CE1BIShVbOum1rFW9kAvwx7zVoVhsjMLj8MpoOUlC0r8/HLT
/6Kqm2OImH62GQwBZv998MrEJ0aNgQjxB+WpHEzsS4IbGlQvFSDETRMUzjwwXz1U3Wzu9EIxn5eH
39f/90ObkWJeMMzh5Y4A6C3vAZXb3x8CDUPFRytA6IZAgZvTEFmxjah03FU9ihfColbBfwbv/34I
yx7D8jQD7m/9B9seX5XCUzfMi1YyndN2Gxv6w8Yez3XfO4xanf6tcIY2dkh/uljACOfgwHAH+GbE
nZeZNfDJbFdlm2zj4Q4z3uavmAYiZUy4QV4Nz3ETPNYf4rE6sZoyEKmi1F5qQZjLKQXxCkeTd46f
5lfwYl/6ho1F+BQ/Fmg9dt4E4XRV/ABRXE5KvWPsyQZR4UtiFTBd2c6GJQh06xRwJNvwl3IBjoEg
2XJRnx+W7IkR0Ou2N3ZQHeNhb9zPN90nsfLGhGzwykEMAeKIHeCrxelrrhHmdC/8V5JdHPKv5sq4
x4zGkrDADY7wRp6TDyIiES+rgB+akTPgNxYnvFNduqFybvQOR4jlbGP3EzEMeFsFaPTRfL0DYLVJ
bnvWcVfYjBFaPAompWKL7TxdQFP+efqMbq0z6jTABRv8sRAJyGKUX4rbWb6SD/LLvVgP4s0+hg/M
46n1WuxYNuzdqzA+UzNwWbFe0z/TTfil8Yb/GWFgd7vobCYHBwN/vxq5aEsaya1TrwVbLOTkZ+Cz
M+Fd2L5eOA5wwM9sJ9ganfNT+oHjUq3KcGM626jBUYAjFr0Fxl4ADz1hUQkrLGIcMHVdjbdUYlw3
kMQHd2fUFjv9EdVX7v130G27Can8ecLn7dfcDPdOvQ+8B5Hv/gnX/vds1P/xTwHtlg/PnbpwCW5f
El8RnhiuQTnhej7SVNN1/yWhXdV6THPbxKhpHJVAsrLJfsSp2mcf/TG6h3Kao1vYGuFt4q2nYsdY
0Tv71/MnRwh1LRq9fGG7THJtbknSKHgr8oWTmka72D+ExLbj91MwVNe22InAYsdO3bCzkPy9LDkM
7+7z/APdb1tsi1coHNd4QPfqebhL74tH9dwxcVhZ6+Y7PUKsfcnfHQwuu+GSH7n3o8M0lrAUzDT2
bmIjsfPuuJihNdgjm8FOjXwa376NsWnaWePKWXN2rMC8oSydHdxR3bN3DYZZM80+y2ET9NvvZviS
j8UZHG/8gzEBQ4P3gwPKnVfyRJe2Bpj2mn4ghjS+mFsjfx0fWCw81rzpWG1gFfMVzmp4DQJZP1Ky
A4bZ8Ozecch2rB/vEZvVf5BY+Jdqe8EogVeX2XDO63dEEvXqJRTZ+/wDrf5W3NnPUDC3wSb6nj8k
xm57lzzmC6fRevHtTXLuD8Y+3jkXfKHOW6tW2Kc2WO+7OzCACJ6LPxVkEVwvKJs2yJ0xR3KeergB
PtLNKiGNCFzrFWfYdLMgAB5tY/UNmCzxNlQH626VrPfALIF9ssGOMRCe+sV4ccKnAE59Y96zrDRj
Kp0zI3Lo4gu9gcMWGd9lWlNlrEW9h8hw4FeMtvat+VUUh3qv32nBearcwHfusX6dTsErfeWOym1L
bU6CHYfIAlq4vLpvKAlRiG6O6c7f/DdH/gL3/y8HvrQM05GeDALrXzKAAdm3KLqs8WL5wwXPUrxe
rjEcXk9e8GItCtOrBFrXG7YZlE0YjZ5wJLUL8XvRKv83T4YghP/yZEzHQfFsOGQf/OtZ6Kadlk0w
jJfEYlbIn844xOTW8xKBaMNhw/1jjc8uhY7BHuxGdTcRC1xslk/4R5Kb36fz/21MBboG3t3/e0zF
6bvs+s9s+k9JFX/7ob8nVfhES3iBabmBJwnBJo7ifwdWB//uepYnTSTi0nEQ4fwjqYJUatNhLEVc
hS0l7fFfSRW2/Hcn8AM7cMmVkIbJ+/n/EFht/0tOBeGjhikt3w1sO5CItv8lp8KWNhrfOYyOCAvT
MgeykNXogHupxaFiXhEG0dH15uaY07EUBGCxFyvjvaHvEgGsWowatDHWs6BJw63hoaPNgwpnc4es
TNKHwiQq8JGj3aLV89dxlj5koqMZRruzNuRCYDbwgtMeHcZ6/G4sNO/9TEL4P96S/9OtiFL/P58F
/J68UsstyZKWY6Iy4euf7/eEcrb/8T/Nf9OtO7mZ5csDwg+TWV631UlW7MO6bY4hZfyyN4GTFEQg
CpbQwd8QpCU/lKk8O6tszvelaTyXoX1E2at2qnELpPpL9dgEALPCDZ0/DVxgPsnOa1eMMx9KgTk2
Lpzb34e8iCVSRG1wRyf/U+IvsHAhCrC6noLky8pgU8iBld40Z+NJ5BWUVNHvk5kkusnT1D+hNYJM
pFnUifOe2fDomozYPZ7vo88UiLgQHgJyGo5MfTqjNI6/D203Gke2Nd5hFnd/fTpYuqa5iEqm02xo
AwtAFxL64+8DI6RoFZpkMPymgvw+DEkPqS8M73RSMQhzETxiqyG1owrt12qvPFCaFaOSyYlYny1h
OdFUv1RGAqsiJusk7nnNyiWnKpLGUhJE0a6UwSXBUAFWpPfdo92jDYncfP40nYLAzgpync6O8xhT
ARb4XPMhPKqKGZwjbbWhmVmSffgQ3XDwTw+/nxMKUJ6Dv1YVZbxL2FTq5btaDr8Wr9Pe0jEaghyg
S5VDCcmsCbmEyTeDhpsiPJ5LZHXggPAfXFIY+duEE+WIK07UA7AkgHDSJREkotLFxIS5cAZC/5tQ
EiKnPbacDutRsIIllo+Zu41NIOzqZUJsbgwknsfYtFsYPead0fEpFDDbIo/6cyAxaFrxAHZleVDS
wIFBHBJmfTc59VWrt5lClbh86vchijRfLGaxxWZyNxuxABPT94LoTR6U/2NWBWCgEkNS5Lwp8LWH
ajxLl4OqNrS3TuZlO6ZmysrRJSKFbsJqgO7bQb8ZaqAEVXPOaWQRY1lvvnw1ejBpOkaTPbFcPhIB
3qLCpAOsbPFcCTpo+s/00GGXwDZkEdZAJYMw4dgMp992LfKgB1eDD+enDZ7RphUInlPj2DIx6IpZ
Htq0i09oo+XWDpLHKGXMk+OVWunbviCNqUmy67zHf1GjIYx17e8t9ErA22jR0nKJjNdjcWUE/NeJ
FMF6kSTsRJefc0M0q17U9ko0E0Sz8K136PXn0IcO4w64MJfEnN+wHG3Q6plEkiCcru5+g2BUgKgL
ISwhBqS8TqNHsHlvHWeJVbhxe40aNtf7bsKvH7vOMQ04RREgmFdGBcEPLAR+BGdLOg458uxbSDfG
7t09N0n3LmdmKrrf65n2P/Q1WmxvOPVjnKO/rR8iNQ0nF7oeSWtbfExPNQrZtVKA+NrOWdpsZiT4
shBIAj/J1as9xjawebjatcuyKIqbVcxUbbVMJziKg51lm1zxzLp8LjsJBiYjz22IPkkb947IW71j
Htxz4ZgO5CQrwv8Ah/xeKLlh1nunGDbIRmtIE8Vd6xGmURjonxynB3BUPjY5ErY2Rn/TVSQjZL4C
OqcBvLsmYExb5TeiZYZV+ZZ9CCKyVrR91Fl5kl32E0QZ+FQGLFkI6soavlOkV+OMbNK30nNrjvFW
5MFLjEq9JCUKTWz+bFdjdYiZYpC6VhPa5WGTdhkx+wlFupXK966lEv6dmsQ14N60zh7HCJJgbT+V
Vk67T95w19eXqsdGWvjh9+Q9OFH5FiLt2Kho/XuYI9s5YoJrd9Iv3krDQAK8ZAFFgTPgXvCo4KOW
Q7iRL0LOPEuLvZ/ndBwPiyi/zWnzY4Y/1PGWJckLaa1nVivNnuvEvWc/t2aDGYiYO3j7GDM5IO4H
rDeW5bmn2ZpYDeMBU8TjbTqLNkgY5SFo+n0aZwY5wIaH7Lx3L6grMPlifEtL1D1TvmbWux7dzN0n
igV77wIuF7ZclcFsAf2w0P81rNJ7Dq/Svs+1o9elNK6LGBAEmhPSftpEfcspvjg+mqGoTeW60dAF
TDTLEpUZyybWi12vsNGA2VD8hD11HvwNEcNyJzIzzGaG1g09XIW21bZMlFja85AIw/gnjvRDp9U2
EVl4N0egj4zICLHLDTfKi05kjx9qKwu2KXkO7pILR/hsuW+tct9MW2RV0z4tgHaZQXiThwDqq6T+
Y5kxeuGAFafNcqZJKF/iAZhoE8NhibB2Cy3UphBph4kI6V0m5D6N1B4d8ATufKEqxL25r8L5WjcI
5bI6azACrlubGHlbIdedBVxQd85ZgiLqjQKFOT6oR3iDDlo+THvVJJ484opZwwhxJ9nQ5UEqL1Vh
HRmpr3yRr4X8DBHa0vxLd9Vip3Ml389OJSJuKJnYK6tNn+lyk7tgF7yA65YHQ2Ssy9fEoDIb7zUn
85WsYCXEfnjLsLl+kCq/drx+0+U5ewvfaTYNq6nlUra1u+pGW7J4Knv+u+wPnQvVnhxpRixX4gRo
bueKCQRQmXgeEGZl6GoVjkPPLDjP+zvDaPKd6BXN2vDmdu4zDiwmTw4jGTfhsDSdTICtWzjZuAsq
iFUtVoENUzUiapOUrrKTLPzYQDoGhrF6arNzTcX2J69u3Pg+xC9yM0b+a122zbqdi36DhCmrRmD8
3ksegE12SpT2fWs7O2ta5oa+95JaxCCFiyYyLqR5i5vYui3icedUyx6s8MmJZOMzpsTFD85Pvgh7
pqQ9swnYpgEVGTUNgVAVfMfcdOnCvFICuSyiNYTvrHNOfUmb2oW7znfNQ9STzlAiqZ0Tp3qvyFC+
Gju2colEUabRQ8EYDOtdlNPMISuDgRGqI9PC7uyhcBfq0bEKay9VcTZ1fe1bvDBJWgf0YAfm6thj
giWJKhrfJuPaGf3p2a+Kg697pne9WDey5ThFHD9I5Z08RDIopr7QQK6Kdi5fHJeEAoVZUzrVdceo
9qoUqKKROlYw0expg4lNvjMWq7FF4OrHo3gsrbbF016DR62mMxm92Y7yD2Mzuu3C5YHM3+IarnXd
9S9VU3z4ASksPrV72n7xpj9U9nCXubDaAtwRjiAJIi9wGlqpQSKpA67bfGp/6zxANjnJvHrCAZQH
08c8IL42s3hHIPa2rmGnRs6dN0MuLD2TAAiYPNhLWUzr4CbC4V/N9mbodUrDAIvAK7FcMa//1mpj
1pEESeRLhpjWtfDHa1+SeV51jc/aM0A70b9pWAtWnL1MOfgAL32XXcvCzbEPAyDCjqdM3AfhYFHR
3poVKk9rjBY9CBJUQxmLxvBQEn6OgRlMnWiYmjLkzdZWU/3ppq8J29RVVMrLVAcNVC0mUWmP/N/S
z1p7L6WCr23hZA264aOTwmNbWjT7QD+r0tt5yDExcIS7BOVtyT6eEBSO7ObQ9ZzBiQ3rjRXN2m5/
pzmkho04P0FkmgmnU7d1JwsDs6nZXrfdZVARGFR0vqWPkTFDYxfVwaYPHbVy3fZkz/lzXauLt8xq
I7TErO2wp7HNc5a9vS6t8mSSPRUHYIb797G1nrjf7FiGSmI++x9lDcDxNMdrMi5Ourk5UHP+eH0O
NbAoT/ZYQISQJAxX0UlkdzNl9n1LOVbZjVyXyXxvWsl92mATkQYjU+ayc/mqevgdSUgZNFiowylM
I1fdxyioRG48YXYxIGWUBwNNCO9G+qcGyFpJDDwy8udDmQKzQQ57FXe/w+UZjQ0byBjbyGCSIWBn
6i7MLgvLIMrSs1QIN83svpE20US5TSfnJtfh5E/ghOWt1Tkod8aa63BtL3g8tmQz9r86Oui0rPez
ZJI3eqROzGT87WrV66vMBQoSmlgSvJHpa5wcrKxGbJmD9Qh9u0YyAeszIe5BDgEMqSjlpTYoJCMf
Rlpe3dnuOB4a83bMqMcbfme3sT1M294Fpy+4B0DRQllf87JfjpauyiVqThOBFsok3nkte5SIlltD
vLZnjHQqbl+8ClpZyrFfhVd1QRHDDvu+Icxva1RcCztjzjdBHrw5trKuAZLOM/EURcXaMIcvqOtn
q0CZMriCyOEIrCr9DZlM4rsXe8xGMNdLuAA9ZsJSAekjWwO4TiDu4xChrq4nn4FsU2xnD+Rd0ziP
Wb28pFwLyTgmgEaxpNcgZUvimkjvhlBVypsK8TvqIWrivm0ufk9WiO6xGViJ9R6VA8ZH07opZ65e
fmaeauE+oZy/NhoMgNF456XKW8mcq4STW4hMss/URNI6JO6r60A4NuIio7CaVtESslFS78ITS9y5
xJ5W7iNYVbWCWpo7ssLVwnQ3coYLF8c5onKMTDCsSXfJWWMS382IUf/0U/I6Yr5e/BHPQcMMZGpZ
4I6fqsvVQUz7wMZfHaC+ucoQlQLYS9i6jEtRwrjuKhvzz75lVVAEnxVsF7unRazyKiIEHb34CKJZ
YDJFIXLD8uzk9WSZVz9j3k6PxCgvDCRznbQHO+qouDFt7Zq8+nRDd9xkknANiW6wM4jraBl64i+u
t+Ysd1JD9/a5vk+9heszZGfS9Hh5mtCP10makJCZwEo38FKHAaNJhlZ65WeU8N6SLI3yMSEXMNt1
HQRzKAH4RYLmTsjoqbQTH2VjtWkzGPil+rZl/23RizgFFHNj63jT26Chd7UpDoRyXCzcD0mD9UZk
FyuFAIits4SvE5DwJIE1A7ccbW5hmqVGEIqXvJ33rUPjkIODcZr6gX+YsinlAtb6RB61kAUyYG2m
bmDn+hR5XQUQsmP6eaq61yQfy0MRsTefhLXhNC5pdamho7PMPA9y88SA3YouPb0cazQFVxfSsIrn
ZUgNZMew8R3gr1k5XN3FQHMp8wlZRTRiY6XCdgMF10z6KbmTjO7nWT0aUYkUvbA2sQlsp49Rn+fh
fFn+FIc8SMj60yQSxFj80Z+8MkHkcNWM2CcFtJaCZOrnAxLUl0oskHdRnXIfthBj9ZyAc8zuVUbF
wOlAWYCWOU/6tSo8Tv/lhcyU9cc/D4oIecNDkmHndOBW2K6MDJOKC6K0Y/SIcMl6c2ZW0GHGJH+s
FJnfRs0/EfzkcfaA2IC977dgFlBrlygEe+EXOe6tawRwolhVI+Sa8doWxoHaflGR73w3fApseOw6
8B9LisiV3ZA9EFfhncCBZ+uQnQdtEZiTHIGL/xWKxFjN9wHZQ31qHsOJzUI9guIyUtKcQIuEV4kA
ZQJ0hT3f3rCWDCsGj9wcPxMzIcXDIifE8eCItBl065n7RKRBWISS1y0cDU62ijDMFi7kODkTczd2
0IbSSDxq6W7n3iabILW9FSZGeKBtsFE2S8RAqo/A4hcWcXIfLmdkNLTFJlCsKcKetVAYMz6xuCGl
zypynvPBzHYadBqqs89xbLnHdm/Jkk+jvH3VDdeNi54EcqdNVKh4cM1gcSkU2DhvlATuXbBqCYeA
byNnrA/hGYYM7MZtiDb7LcuoX7dzNo0/lBaxqO/dFISY72rgEjVegxDTZ535AUpfmz4EZwsxiTYv
IFX+kzbRczhLwgQ3Su568DYl710T2fm64yKKfQ7aFp1AXoP58qsJEkT4Q101XMpgukcFEO3zLMyO
+FbXtSCEuGn3bVCdLYdqPseTiw93frKRD4VtctP5jgHmKv5WjrNDaoNBYXLv3bx+dmLnjj257fbP
FRDw1oDTjG8A5d0K8/0Js91DZ3O2gBrB6WzdF8CMQw/NcREG6Am8U4BOGs0F0IhFJBq+hnQ3ok8Y
VZGDSLpAEnffZjPStRhstO0CShQ2RNHdICbKuLx81035p/LoJWZNxzV0n3MlwL2YrA3pym+7vlWb
Iegem9J6Cs0HIR2iHivx03bTtR9BPkxEDwpYaU04QcGdt9Gf2az23uyR8oH6EP3DuxYY4r1WsP4r
7I8F1TEmGFL7NnqpZXKYejaeje7ZxQzJbUuGeip/rCHDgMROSpnRe2yTJEHHmVTEXZTOjxDFQ7X8
zhgvniTWqaLnQo6aCZezuUB/JJfoFBCTBXajLv1r9tCmjsft4HRfpgOXh1fxooxrjQTrYKfqkFGm
rsrGJ6mnDMytZ+hoRR+8zVUybnXD4Iz5Ph1IriG1TTPKuilhhJj683GikqyhKLgm/Ayiq5nqd+IQ
ieAhoVewa4O7dPosQnPe55QcYPJNmo4QKkUx9Qci0X0W8WobGZlxE5XA8zwEBpid1qSz1ws9hoxY
QuBzSmY/w1eli4avYwjc5rP5WkECuBpUVu8yhRLUw9uXWBnTdINQQUmIACU2I8x5/Cw69I5DD1C1
AvWrRnpzWfgNIwI2pq1BT3cZnfqZFAmFusDsTGtrJM6z71LRiAGVtFb5pc7g8NpiJjFCi83EYXSV
DCU5QrQSW3/A1pXUcMHn7E+bNiyg2/s6zO21LOL8QQP601pu8hZL/DJ92tdV9VZ1xVPQVBXG3OrL
odZdibtcxtemgmI0lQ3RjN2gz0g6vzqE6CsH49iumjS5JnbmXYcU+dRa87suAn0AkeNcnJkDofan
22JerFtjhMHbSq8VSMmuiVCgTdxDuIIWnX8TxxktRk+oimcb3q5SpBLldjSuwtmc9otzRneXZMav
Npv2Vdx7EuqCwdabxMs+Uzsz/7HjCgtxVzqYXBlUdpSW/N42Q1tAz73SKfU04+ZgRr4zVo+W0Ycs
xXO5NQV26mKAdCyCkA5EP46xx8DBRNLOdHwTsv/YcI3Dcl7yc2oEVlSG0N/koNY6DcBs++5DAMrk
lEQ2DP70qNCWn6iSuXyBbdi1XvORFPpLMZY5eiVGD5Xf5iUykWEeFPlWhrvzJBLjMPU+GhdOv+eH
z6VvX7yo/9DMfk51NU8r9mLsz0dBtgqUwdAaei73YOr8pk2va2okaWmuglX7nmYwTQZL93g4wvnc
+sV3OhEIgEOzurJ8OgInRJItVH7XChMIAnQ2h/H1NkvNfMevsu90ru7HhpNbS/uQDPV4MUT8HJbk
8vlKv3dpXZ/xjFL3RsQQONot1h6sEBvb6008TodJL8NKrNIGK+ZuAa5ZCNPzhirOTgeAjZN9k9Qe
hCorBbxoesRZLU7yIg42zkiwQJo60/1U3YghxoZlKEAwpbHB4XrgNlGv3WVh7LiHsvlpIjGeefO+
xjpVu7SaWWag4UhM0mCNITl5/ovNTgT9LiW+J+r5um/dJ0x11U2gLqVtoVvpqcOLnWGwTijw9G3G
ilWTH7cEsg8NZ+hN7efdMcyBmrM4PTOabbe2j5SgNeovrwcPOKX3aoqJBZYvBnePzOlfMqHdXT3y
jnr0oEGnO7IUvusO6IUC10O7DIfG/xlmFpSYwpCGJzUFMLxgIxuPkSAEe8I/j6ijv3eq6JbR0bjj
Unjlis5/KAexCIn9xzAo45VVVeNdOyYEiBJiRo+0DiZu8WNWPY9JzMCLUxJR6HuZwclctoXrZNTu
JjGClwQ/hdmV3U2oFbpHcPy9PUUvEW7yK8xFd/OIJ5SubmAJZjko75M/ii3BNpr+RHN26iKGqLPy
XnvTvm8B5MQIz6ntYIuOvWtfU0H0GCcZRnjTKinru9QmCWcAVMV9AkESFsTDMJ69jjlm7qZA1fwR
Q3vYHr0si5Ffw/b0zPgaXsnedSN/46u2JgNnzja5h5/KLOZ9lblb1dURqrrxMmIYLPz64h6FQ55W
GtaoALFAXlmed1bXGWuJ+9bxIMozApdLNxlnmlwZhQkG3dCqiNtvR/A84xRn6wAWXhrOdWMyDYWV
84n1BWEyDBM7RFId1C/OaJOKTkZ0X8htJTKXa2KLubuXt+6I7Jr6DuGrmUoWeTDj0oyqPIb66oO5
gxF45S1AVSP8CSuisrFi7M3emZjXZZdwLj5pruJdilgZVce7VhglLQUlwamgM0VJevAaHFADkYQJ
JmjDQkhvC8e7uOFtU9jO2ajL+yyjwcsmEmA49W78oH+LiOAZ2gkbpfBxfgzvWFFijIgQvIOUbadV
ZVubV2soSJeeSgwwojOQrTXVTUbbvKnbcOfH0ljbQGqBEEwH5aKBHAaqPzxKj577lsXzJSkcaG+2
QDrsAvnkVmJlZb2FAISG0nDlPsKdukIzuxU6Gg/drEhXUtVDL5Jn1UMydUAbMFjM1wNo6rRgPJP2
y9x+xsiF0cvZZiHreqkBlL5WjKr/xIPDT+OZbYwh2CR9EV0KQ42nDnB82mBvjkfJnR7TSZhV58Ic
2/UM3uMQ11BxrGS8H7NIHrLHLs9m8FwxegG7OIUcJNvOiIECmsK6m9JgI6fgKSN3c68TbKuAC4xF
AL6zLIPNjZF8UjbM684HoGF59l1WL9ZBxs1XiUkFooaKFs4r7jMxUtzjjcLM34MSrzHGNxXpBQ7C
97IT913eebwuHhaFLAfVOcDmz6GZN/ndXDjyZk4UXpeZdPGCu0GQzBeHhpCLdr8aHM/7X9ydSW/k
yJal/0qj9nzgZEbaojY+u8tdLtcQitCGkEIKzpNx5q+vj8pq9MtXhW40etcJpBCZESG500kzu/ee
852T69m/C2Tb+EgAuARAtV7T9qq7PwFn8xvUBHXfQIMqHFibM6KHKTWLdWd33G630hufnB5KQBvQ
lhtCp7l2pvUBnSDbxqlxxYtA8kTSnQ2L7bnP2uhSV+lB1gU+raH+oWHjWWFm74fCuhZZute2d85Q
/8ad+kqj98FLj7nJ01S5RMKGIIm80j2EA2fAzsL9PS3Cd1ZaDv9J7u2tSGwjN1Vw+hOfoKwmu/NN
sghek7n6U+iOI3JL5JB2fuF9xSIt85OATzjp8pJEHoZlp9t7MyAjDfIlqnR2N+fWBtE/iQHCoygK
OHoP04or5fMAIO5DQbM2ZhSpfenTkUYCmQ3DYxmw/LQj6RdibNADo5OInfDDmxLEUr1lb6pkxgmG
SnCAprPDb30WkliCZMzPGLi6lU/hwHgDkNIUGses6vo7CzdbB2nl3I0/8Xc1R5Oz0boliHuUkXlO
c1xpeU5fryq7cFO5fns39EQS1YPHJzUZb7SMMV3k800O6bTph/mD0wYkBv2O8HdxjCxToUKeQhPO
AnU3wTqju0+hNGxwhOU3ZznfSBRtZqMxdQyJd49hfR1MbHhJ72TXMQBGZPTtvnYJKJUHZmu/E92W
JJxBFk0CSNAx5YcVzOFa+fbJawihd5kE8+PhbBfZYwyOc8ZHdu0MmhQY+Ug4qucPxpUXeBDJ1+yZ
R2o8NjMgnhHvggNO8zhN0dmswG4I4X0kDSKAzifR0yzDe9wj7H0zcMzQsbbJkn9Hq+jCroFMb26v
Umo+PmR7LFlYk/iZpP7IBjYZTQKxyu2ufLAjWidejJM7q/340AfVgak7Q2ObrnYxBuDCeXINq/il
kuIqyrzcNLZm+JKcs9FKnzzzNIMyOH9/Ifg3PwsvoLIgTiKquBcaNBwcYhumkqA2XEWHoAA4ik6e
Yj4GsMPkyIcg5SFpz7x+51XyLS49ZrfR7Dwos2bVZK6IaoBJRFObd+0ofoZtcaeyqN8kUXgtRJK/
5oS765bheyHjHuGvQEeyTDot5lV2L+0XrA/OdNWMCE8Ka9NqUv4iDQahR9OkuOskCuO4fsbJ5W2b
Cqginbq8UyejoenlC3tfC+msh75EJTmQSJn12G6Ie39Ibaxr48JWKMer9LNynzbGblbO4sGYjhzi
vsZiZm5JH3MgBnnrgI9cySpE9ihFua2sOdhGEwcUTYfItYY7dCmABYp8H9p9co9n9zE1c7rWc29w
TMaLZrYEtU2yRd0z9uiIl8kheVpNlRKKIO2jAvZ4//3F9FB3kqDUCweFcwXmoHQic1+NLLP05Ahs
Uol+jThRyanHyhPQxakj+IKFH9x3ZuM8jFkHTWQcTqlDy9XpI+rTAC2u7y14R0ednZxSoCj0A4bW
5bB8KqEp/RxbJiATsXJFYe8s9ARTiGUpyX6EtRBnGxrSnkk7hmkze/eFW2/zrIId64d4SyeFjWtI
XksGm1OWmtu6t8/jyMJUVvURKoKLdgMLHOmJcz0c4obN3XYCHrK5j/YZSOm8qYKHcOTkHQ6gOS3V
z4/AN/DGzc457FLvCZjEb3+lOhtOAWrxDHuZWVRkKoDqOyetf+okn49DqFcs8/zkxt7DQnDWtl9v
FWCQtVFnxkGM1R8njT+92vR3tSkbLG3a3YoYT1aXuzwCc1nt8R/QDRMfOBAR2uSYvwvkZ6bhIaRG
ilKEcLdT+auIY7pLrSKOaSaYgcFjAjqDYzErY/ZSW81wj/jLhlNsi/DKJISKrvCP1P7sMiz8jGG3
esa9xUZCs7CcdqVHUmuD0aCy+dAbqgXyARioxbBF113o7+xR7to5fOgYkNG+mxpj39TIAwsccuxi
9xoOM9VmcxfOJFTSLFx1Zh9tdEQPpWq1y6EOJLJv743Jy3Z2N/JKCWK38+nIGJBhNccDUITxTpeP
YUxUuopj92AWnbUxpuKX9J8di9GQ2afnMhPMawq6G/TVVXKEhUwoXWZTbdMDUu30SMkfHNuEaYyl
EDhoIt4qSFmPSGyplZoj3RbiF5OBa2aL01AqWvGMI6iRO863JhjcKFOrJLuVQGOGesTAhZxvr1yo
y84AUhJfc2lBnc6xN8x4cNZZggHWytpfMiVP1CRENehi41oDyCMRlXV3RlMMc0VuS7eKnnsJOMev
5hvOQwLrnAAVZok5ohNk+eCAvsu7OICKU8DBTuJ93LqfaqK2z1Rx6Af8X4WrT4jVSCEsrB+plWQ7
CvjppJYv379yzW46tTLSqBzNviFEjIGpNTabdPEvfX/5VmMgTSCzITNHhtARGiPtJHhXbFRKJyoO
Bj5xyYE1op5CHVYsNia60cyF+K3v3//+snCRd63hv/DSGfl+G7HUWND6tJqHaLFlff+vkHZ03cM9
SxZVW+wiHMo86O0ZtCbNmkEjPm13nDq3M0x6FuUGgxxf0BQiAEmESR3mUPEt3h463N1fX35kLW/a
X9RnhZE8e7pr4WzJ+a//pcAL/aXI/v9WAq3o1v6T3nbz3r7/D1TPcTvdv+df//5vl/e4+Pqb/vmv
v/Gf+mcp/0G7X6DHREXiO0Khhv9PBbRn/QNFrm/5lidtiTTxfymgXe8ftEU92/cUYl3HNjGXNCVt
qX//N9f5hyk8T5ieSYscmbT3f6OAthYXyj+J9V3f85Rj8o2Uv0ig5b+I9VsvMY12NOYDHiYBK41e
8IrDi0kA2ZKP+NY909vcQFMVxyFc/dOF+m+Eyda/iPP54b4lhfAtpXg3SLr/LksuC1HWOEdR3o4c
D4jAa++oqtEAy3ZPT2+kHSq/rOH/9cciSv9nNXTnBqLXMT9W/0S8FZGqa+y3BA5O9ipo7kRFF+b/
8CMXffXfr/Lf3+i/eIFS5oSB3/MT4ZV1880iPKvZEhFCYFmb/PjfX1XXc/7Lj/Mty6foogb0XIt2
wd/fYJMZVcIpgQjadghOYJAhADvkdhJ24RR+fYmhzm2dpdSQikp3ctLkovKBaZyHRhl29sXLC6pS
A/wHd65aFxOGrAFf/HrWOc5iH3as05gdS5n5GngQG0pcwbspb9DOuJ89AoCRD57l3iuAIqTORjt5
u6frzqit5hiWDNfAqMlBSoaLK2lQxjN8WMocIFkkX/T8s2lovLWleXRL+xFdKl4Nc6Rmwg2vZwiw
lF336M+iU1CC/3KJD0EcTlTC+OL4VQ+R2HsavSx4unSLpAe+6AE3NfJzzww3IVWxFTXWQep3SE3c
ec57NKG+BUj8Iuh9DwWhFW4mMLHTLEKnfPEGCmwhTmjjjoPd/mZWe28HqHjgknxRE1/iivR0u38Z
pmrTNM3FEMPrtCDeMN+D92cev25ksEnJRO0GCkMJr3s9k0uSyY8uxmMkJwAncw+WGuXNCyxaUnMr
qAhhzQdjA5iOjR0Ez2idlx6j59Enarc81Olv2CJftGLAWWMXpfERYw7nW9lhWq19SMRWMd9Kq9xX
QzZh2R8C3KNgI+rpJ4x+zKgQjGkmbrpqbeWw04uYGICKGFHXLd88spuTGENlN33hBn+JpLMBLgBX
fXwBxoJuLADhWkiEIN785Tj5S1h9Fnnz3jU1qT8+ga94nA1Ex+spTeg6DdVbAKDZ8OTOLnx358j+
BUThlzlgSmxBAy/fJ3fGF3MS16l8kDUwgrTBnob3P64EUgRCenwZPTI7qFYV825EhvyRssTL2FAf
0TL38mzYdAZxULlkZJE5DlELDVfNr+zNIM0/jc17PNKpINexdL+Aztp7q43RjjJeSY0HvAYA15P4
T5PyDnJofgif4eA4hJXmDm1UO9M/wQ4AZymbT1WifDcib0SxyJQw5U8bs/NlZjT8s5B7zp4XwBam
LqskBNHnhdSuDDjOzzDbenxdZmJfMuUdagmsOap5zV5TwHDXj+7MbZJZ1rlMFCM2Q2Vbx0T3nxnR
Ebr+trBxRA4190+dUi5EKGuYEaEoYrgYpQQ7gniEWlIzieSDVj6LTh28I2R74HtBUWtZ4wMuxmDr
fQWJhJ/ewp4YLmFF/8mL/7p9i6XdR5rFb5qLHOD87EYbmrFCSBZz61I46SBb1CuEpRsWAZxzivtO
YM30gB0u9w3Kt2cISfcTZ+qFz/dm1TJkkN1vy7JaQNcK2bqiP9nb+GPHxespiDc2Fk4g6UZ9l+94
fO9wFCXHDlESzltEm6l+iIvR2oNXu/hV+2IUWtAd5fJ933km7SjWXRjYYfVm2zyGWVznhN0H21gT
RiuWJ670aER5e7OOCKIECzoibAeLAU6lJwu8s6ttGoaYGNrlHLp4A7RhfuVW+0TpBJKDOCGXJ9Va
vjjCyfHUs8a7Wu+UHF56j2vcCP0GnhFurupuelqcfwrwMpwZDATRtO5/BD0ykU4MuHvbHDcslMI1
6+fS1ALV0uXH5XbySwMcO7o6ym5yyar4JXN+6BqHr+kz6xK5vInSQCrMAxnRG57K6UdbUWsFJp88
eKDdXLDkfy9HlFhTAzZmytsLomjU4Rk9xzzgTSHSMpnvYDR1v9qGhaqf+EQyn8V/HDaFHTxy9Oa3
+VDd2f6iD85arNRhduRj5IAO44W1I/+zUOUtduOb7od9p4sXw0aXqGOy2xQDx+XvjzMSPq98Vfbw
UvfTi1Y5LZDgSoFXrc149LCpjy+0VnehFz9hnt+yqJJNP7hfdsnrhKXCGqPzNx2Ll7rY9mFFs107
X9DYX2zB3chaBkjDuQ1uRmBJfiNv5Y+Cst0LQifs5TlmBAmOlMvVGOnO7RGzmT7+IVHnFIGQ0Fyi
1IK5uXQmlwLcW4VM49xEXFYMTIRekgNZgazmskYh+tcEmsyA4iRm/0FgPl50ZrBrKuTAtra/Yo8h
AFKj56y9MlWr5/bHlB7GnvUTpDFSK6Bdq9GYjo3Sb8slmWq2GNtFZRvyNOVpNq3Tfv5+g5aRMQDo
SBxfbnhRtW91kxCo61V7hSyIn7meLPbRuGTq17S/2JHp7dkMOhI+cEXHbWs2OXkW5JrX1VvkhD91
SsUPAX8vvTnFj41Ix4PHjD9tr8YItYTtbDudfczWQjleVjXxbWCzUlgWegaHOdPZiwfAjpC4ymFI
b/6gJ6IXMVMCAErWA5DIZCqIslba2vpaLt3Ws0YztbYg7oNBy29QmkiSGocHsGL3XdBc6kIYq4FR
ZLbsfFGbXZykvblG2W1FGT2xR9/xEQabpC9POmV67g8v1ejlO1cQipImxJy3o/rThsU+1+wAEZ36
jUXd3Pi8BTSLuHAF2bvzMqrkicU5QUdAttMLomFAsrG5ZZU1EFPnNkq4KNzEU7BDCKCH55kcMdNL
r62NfyGT9QyS2v+pa7pZ3cJ4iDAT1aDmc6tfwqw1Cqewybam4FuxqX42MEcr2hRJYltsgOM55d+y
JfVpCloaCr39Cnh644t8n0EfNEjIuBuStrsDNcNdKnZ9kdvnmWiMldtRPlL40+MXv6THrVyXAz9q
tN8Gazg1C0o0qho4p3N37GW9LYdQXWc93qI5Mlhj3fcxYIidwoFc90MDxjnDmoaIEy5m4XM5idlA
N54+93OJlJNALKh62YdRLr1miafJA3BIH8MwWbSXYYWL2oocqdU4Q+qhd0a6w9Aek5qUbGUMEpbZ
rZPBh0v3iYgw481o7YWbN3E1yI2PvXUZ4kgZsROvWPgeQXcdtWr9TcKYwG8qcMCMS7yEAxxvpdrk
mq662c3+wXD12Z7rqwMv6w7Q9Y/QYPHpR9vYIhLdMoAbRW8efGXlO2kRDFoQ2juiCeBYBhuitpaZ
4Szo0/rD75lor1PiwF3ohUWLj+iZtn/2246EV9sAnkZPp41Mnyabj5+NPV27oLfm5pPVboCnTgq0
MxPxMGJc8YfuOcEfifoyeC9rNqC/XkRcg0eaxMGdrrYxw/6P3+Cgxwx8hhDzXEb/AfHCOipxIjmx
stclk7rEMF+NMKBVCuJHOqNJYh4dKphWOArRJtlJq/clRegqjdznyYkfnchb5ud9eNKolza6tSwa
pUGxsYh1gJrk6D1jiXuXbIsidk6avTepg/IYJwSLCO84lt5H4LvIwxFZ4APdWPP42Xs8VEFkVZc4
ybDl4ItoW6yBfksWYkSb7NDa5SODGU5JdfO74dHcltVnnHNDRH3022VYh8rGA+cFYWtFnMxGceLd
kPtCbCTWGjF+0oexiAwmosSIStZthrLxsuTWBpPXzOHFf99RLBSx58c8L8ElLmWyUeMu8HS/RBVn
4XS2hgrBXlcUa9/FRcOVgJcC/n0h1WfrhBiD82gED5n4DDM+7Aa10VYUxUXggd1C30G/C4FnLEW8
nfygxuITf6RtnyFgi6lAknzlKvKZFLz+FcUtJxs/Dei3tQ6aaal3mKTY6a0GyJNtvsTMr7vQZr5M
9YXLrPb26SDec/QjHLaOs6/7hxwzTGWLHPp/QMRS4e+Shp6pM7R/EBNxcBvTD6oiQt5ton+q2uUs
nOu94XSK+iFkRwc/yG2M7BmWCqWP2IHV/iFsGDO4VeDDoOtCvnHvMWpbExbHtaIFTuIYUlazheTZ
B89p2UV7ZSEy1B3HFrupSxBarEct4aBRyqqIsGVTCufsxulHVAwFe9ux80g37TK7X4+ue4+S+7Oj
YGX4mKm9Fna79Sm3tOt95qH9p0CJedKCo21FYhjNTT5X6TZqP8r6KAWeksZEZW6m3Wsm+0ev8hoi
6D2uSxAdSazjLrCD9qaBCfQeSEUmcfckt/0RKAlBDMOuLKfkhYSSxZuG5Jwz6r0o6KZC7Sapl3xw
y+7ru4ajRWvtYIe1FJtpsuVMif6qAk2QgBnczMxZItlli+VvJzHT7EMv2Dl67IGk+T/bFPKWdo0n
ZI+PdtVLqom82WMVAgfGCM2NKk7NWGVq3XCInSrciclB9cjwHRE8BRd4hOKxSUsMi0EaMUA6oU9Z
uyYUsoDw4D5MyHxecMWC1LMj//XhgZrbWIjXBtW721ChWYkmCIhjv3fcVyCwLSHk6kniSztysiqR
gMgAQnIkSV1iHMQdd+YgnCNp5rlWg7oufkOA3c416oZpLRsCzxFz+Aym7WeEGVe4VB+uzqYN6js+
3/A+GRRuUs1pO5PDPq/GDx9eJIsiz5nVmLCYgoLa3W9IYSphJ2ckoSHElxvPDdWxHRALYdZqEK+N
VHFNex7b5XFL9HCQndzMOcMFe5pxnQWU9jHBCusx1FgRBBHtw3KnZWguLYFbgxRMfvaOQDGGY+hQ
KIpjLBvUGCbDt1M39shKOetHKMZ2fFQRmnM6EIcCngtxl/QeGvoNRQrormStSTBxFiZBK356Vw4V
zqIM9b4EexJw5ouZpUQuxmEz2qGJhMNfOL8Kq9pqq09PfQ5uxIjehmSbxr+1SbAMp5oVoKn3ElE+
K4lFZrx7qs3g3Nn5dvYXZE+9WAPzmznXX+k0HV22YJKEGWVFdMlZ/7l/6RceZFP8Mid8KyXAs6ms
bmVsvBPvwuzUpvjKTZJxJ0yiPSkTkmPOqpE4WqO+2VwtJkfcsfrTHPBLFRUIaLuw4IrE9KbTRZLW
oUgty8dOUMkGbbmIftKPxGGUZhYu/lQXEx8/5qkgVwDaF6Gfwbb3fXcjOwe+vOffaZwzvfhhjAiv
Zikimtk5QBBaYISTbaKgxU9RMDAzamCo5Iy5VffFNOmxz6Mnr0CUlhDyJzPMLH5USMJyWVQ9A0Mk
eqM8cpdYm/K1aoWNrxvPQoDBiX7UCg0UYnEPjHzqz3cVyuAs5BVwdc+jdm5N7F4cgNxrjQ9kn1QM
9TNnPLrQl/JM+gdXuGc1C2Q+YXLByB0j5WCyjK/ioTIyXmU4GZCmYGBNhrt3qVA2XgpgJ6tfGLZA
WieRLhgTQK1N727CKn+QjcvKTDdpO1WUd21fqE3HwR65B4tgQIaVrPuH1hnJD2c0CGRZ/sDd0+4s
5Lw5wR1rD3nPneObx/jBMP3+MEXtCNSq+yMjQpOSvVeUNOgqLpfdhJyRvM7fZDPSZydL9hRH/dqs
reCUBWOLIQ/ZLrItWZLvRvf5pZpitVvqu1TUejthHqWDsZZ4dNAN7WSS+AS7TqgwI94B3qnO43GM
piw6ZwnHn4l8utK0H7MBz03Rmoz4CYHp8+k+9UDd9cAqOazI/eSlMxwqd9NZhIGC85o2U8wSFgUx
PHq32TgR+d8pMbQjRmmqtqhepbQEDxOxHLsJPvTBcPRaOfxXmVXOa5d4564eht1s6GLvunN5V6b4
0pNZkZ9QGcdeJI9eaOSAp8XNAQBHuAaY12WpT03vZAYlSqCk4Zkjkzliks5Ujs6vE4b5ujZCcXBM
xj3T7HyQB/E8NNXV9iIPSqsmsXma4CYPeofMy+VxVhf0EBrbSnbsbfua1ViWxhm9Q1ijosvZXXME
ULqPaDjVdyw4FPbLXi07haGVMi2JqJqUYsMWTcRRN/AwBnlmtBnm+rWc831OJhcPAis7Bnm2Pd0h
kZKkVnpe8KCccpMPcB5zkwepsjNib+hkjvN0HYfhNUCnuJK2yZhtik5M3Dkse44+1sP3upi8QE7Q
GJrpFEuGc42G9jYEfbvu7TzbapdWay1eg8WBaI/BWkv9WeXGrwxlGtSeERFSyq6QCbUdlgtoC00k
FscKq/R3lcI2kE7uBsQJ5EMv0euetdeKAkD5hUJs3BjAdrimGB2arUAqsEiUk9E9ZZO+kyK/RUgd
to1ixxxITli36Qbkq8eVKXaD9Hh8oExZUwqmgPEd1lqDuOdkAogJxNld7q8Wg8PedP1pZeW4uBCc
nDMDUeXU/JaBS7uOvDUV0r/NoOGGcbRJdUhp9EtqCy/ehop73I9aH8vcgigyLAnhc8KzghS4kAjP
04jkDyEWQEBHSlljcc9zc493dHw/RVfTFMx4ZWiBLpljXPsElec4novCylHh2+mDWxkfyMrikIg3
26zeFYoyRFA6O7AVWafwTRp/7LlSey9jAQ5JK8NOEhF1mEBocHqGCt6KEsjeZ0hYLpbOD2RAwYmO
+TN0e2+4KMn/oIBQMyEXtUo/i8VxMKk62Rcv5TxCi6uCdS8Ira29GmHCyIktDXygJILYaAtrSuOh
NyHIBk8c959vyHvh1c4qsQvjeXGjEuIxCCxXUbSd0bKjNIQjoiWdIAVIGEfZQJeWifXync3WfyaM
s90y99ykdopbZNykaspv8fQ+N4osjaS6SAPnZGQpVpPsIzYU+hjyEoxmtlao/xUSy6UJiA9xVQ71
dbARCFPskRs3lC9DS9JDqBkHBBa7hNUtZ2tb7rQlr4NBAxoIFKAeOPb5s0GuSXA3zy1ZLNnsradI
3Gom6W3lYA8z3J3oo11dVcfOrd9rcZw0np6opiRvRPAhg3jh1d5zuNop7OazYrruxRZYWem/OqNz
J8nm6D0YhUVrnQ1JG7tudjmaLbxxQPFK/Z7qxTKLd35FbxQXDwKV/lOBuUXCl91LBOsCVuwmTJpp
Wz6O8uzIyaDFjyC/FeRaFuA1Vy2JKJVszmEVlHiLoJRW4PD8BqbCUmREwAtMEd3CIjoKXVp0BhA7
E9D5GqTIler63beBBYydceOE+l7ZCSa56TUJ/TNzghtwhp09wFKJYeXOtn4f06laD1V5kDFvTY/l
O43B13h0nmfDfR6AhwNhxo0MXzd1MNqHFdGK3PHvjZyfXKP4BZufus7QEH06czMJg7OWgtNmVI8Z
pqt1w2aZzgLPwWi19LF+tjXy3ipWZ5zlHOWd8jcKcGCamvVMO3yZfsB9eMN8yWVx4RQjgmYW4tLw
LFnJ0Xqsa+bvooBr873vgOU96QwlMPWVGbjsInVCBHSOuS0co0uPRt+irEUVi/A+w94i3MdSuuoJ
BeMqjCkCDVaXglwUANY+msOKM7dgzCITLdcwY+ONPk48kgi7gh7FN2myg5976ypJhlvZg873xjcb
0S+F9rWhv7RNXIhLlUTrpBJUT+JQBFjxYXlf0qYk0bjxXmeB6lv2kFNyjk5RRCixW9xHLamnbgSx
r4c5CEOi49C5UDRStplIYtD+LvIyjA6W23OkIyYmMuIPTdbtfSNY9uMl2SgPE14Dtd88gX1qPa/C
CFk+Wb3j38TC1p+Q86L8mqqjbVf1Tgatug2o2fOvoVcfGAkeDJvHHJnpr7FntWg11Y7/bGjMuFEC
cAnvO6NkMBr0WdyZzjT5PkPMXe8kYIK/C9vWOYgA4YXFYwU/EbBzfkMSz0eYsECO0WLnB4OvOo4l
nuU991b4qGsUi/gSo81EsuhyYKlrWkTW0GcQpm9NkeiNUXsPuJjL88DE4SbNY++YP+AUQxTWpiS0
KH5Nujo8GVZGxhxxY0ZpRncls7qVqeWLqAf3kLkPtAXivQ5kcJdzdnEZMeEptw86Tx97r6/vpd9B
Us30fkYutXetPboh45KWznM0jZ+NUTMboul/x2FPg7SJMNPmalOgbEW+B3pgnNlNmpJNN+SDIMya
lYpr5nulogGon7V4IX6BlE9XhAfjlUTKySLbfNY+MRT0r+rlnPq9F4YG3yCxH1EAsBuM8j4UbNl+
l96jk+bDpqkKXONSOz4mPwK0QHF4z8J1EKCOIA2EUoSdgu6YUbf4Jh/e90KPYqFYNUNwawUs1DqK
P75vXVJxKfHNTJirtF5OoBFtv8H4A4iBgxDyNTP3H0wLXGWe9jhswl2dNy3jwKBDo9e/uaN37/co
v7+fc+qVP47mc7eTDx1b9JXr6k8XRls/4NuqJkIIWpUOErZo/3039Jl6VstrLJfjVp0uimhaF5gH
OBHRR6wTSItlQTBqNNEIJVxCVox7EW4gqy75lhW7GSr8ZpM4hB7D4ScHR9gnO1HvamBMGgcuvlAf
3krKCSDBdwU+AFV/6STFJnDpd8DmunXuk0Nj8eSV4GVKfNjUskBWOjA8eokG8LdqZleeGwDqNCsp
2Y0/CVJgfLn4VwuCSqWHkjBxgGtP2HmlTb1BjJBxaGFaKbjWpDhUnBxNyP6j+Se2KpIfI+Wdeu9k
tfJzbiJ1cpqQGGHbdTaR147337/qmt7acKNaDPTHeKeCGOqtX5TrjKNAbLJFtGE/HFwHVuPA6Xhd
OX6BeKx6Ee0STJAevPFmGzyzSZsDRMawgmp1Kk+Tz2odWq82GRDMK7OT1SNaw9HAe1amda1MJwS3
1SPWBX0WJUsmIfvjQRvjg/CJOwpVjmfSzL4yl10GWmNHS8HfSBI+ftaJs9em2juZ+ws/83ibxUQp
GT9EdGYA8iafhekxJrV9pjaWs3G74E30xpKi5fjrKn+bhhB9+gAZJ/EuRbSZ5468Atkm90qZ2aqe
e1DIMHOKFJq9TzFlnMy4aTaYln/ieg55JrvkTqD5Xleh2gDNI/3CL8+loLNg10677eoqJoBG/sZM
txJ2xjNbocUXhBgTq5L98sr6AYwV6Sni6lTaZMNLwlWEP2LLGAyEXDz96dqe7ETixtBFPPTUERBl
ml8g9fe0/j+DKibKolgUgCatt4iQ8BxcHRDNmeowDF5DsoPfFkmvg+o4mZ/Luic4zGu+FHN5vGm0
Oun3Vi1YNQb0sIaTngMyo9WNm8QIE/FQ2Av6zoS9wYui3EfvebVivLxIpJkR9s0RvT3p3rWNiwqc
syD0APZJt7eC/h0eFzRb7LgcLbM9fa2XYqrK4wDt3ubEuh6dlHAFxfyTdCCSjVCv0hi7Jy8mOQgH
giynm6ULPvZnlLPRFmhOUbnBi015BvBLrIwAzLyrA4iJcE9UMbnHgH9LXeD9G08BNA16a4k6hVg/
JwsVUZWTBtd2dPCgruwH7sYNgR8uZmIM84ie9T43FlJfkZ6ddPoD7a3bdP0EfJ3e0t5Ni58FUtyN
skeaQ0z5d9G46wM53Nm1OjZhGeylaDkd2faeyAFuvnlGeiiJdrdCnCmJ0ZmoTTDKVQSrYMbZCuwR
1I3F8FSZUwlOhC2Ugw2QImZ9SHzrR8/dRl0t912pHgabRqdE18fURR4Kw8Eij58mdQdYtnPuI7O0
t8Uc0EyhHkLp6++szFuIURZlh0L09/0FnFFzcqwiwvJP4tj//KVtcoNZjdua9IeJ5QU4dP/XX2V+
yG99/9m61bPz8/s7xOZzEtirDLEClQXw99bt45Xmc6Qfz7dN8jYmzT54McNKHOfi8gx1XF9JS0Im
WoSgdUNSIoLeVihQZnVTPAFwpCx0xlGlDpbapQaIiDEJryrCPvwoZ2DITaOC+8njZinsj6L1vtIb
JgbrGLdE41VTcK2a4S6N1PzAe4hP2Pa4r8XW8+OOeMpeXU27AtzmI/EP7fhWxEyPiWBMEcB8CaKT
6ZC5QMPwSMF0KPUTYaYw5Ywn8kicNFNnY3DB+BIwnVTVrxSPL52E4VeCPjwfg/5iyqjfD76bow6I
MYEr5xJqt91NGZ+hE88vI47bHXN97LNdnN7l+bhXuDc2eZVTvOSiv9RlAkO8Gg8VAuyDzZEpT4od
ufB3Og5wt8TpI2wvvTPS8mUkkjdKCFEgGZUTpDPyCebdK14zCA7V04QLZIuJ+0HqtF0NckBz0ug7
elJ4bOa+B4gFxNGwIRRFVuoeHXR/a2GOS4WFmwocQeqVf2gtckgX2avC4ZrH3pKdU/HxwnDq6JTW
q9JK7sx8edJd5HnKGePHwinv+8HzVhGdw60VNurEFP9IOg6mPLvctUvCdoEnF04ZI3dTIumb2IUV
UrAhHoiX8pwG7gQnqBCEj2Pa0LZmpZc2mto3jNXoPojuBZVOQuE97aLYro40AONrZKrDkK1bKlIi
caavqfDTVwQV2F6sUx+FqIIbtB9xxLS5LqZxPQl6eTgyQNEou9v9B2Hnsdy4lkXZf+k5IuDNFHSg
FSmSoqQJQhbee3x9L6h7UE+pkAalyMp8mSSAi2vO2XvtKGWwo9ayizgpttBIaH2RMLjQXV0GKc77
H+X5++grxMH65n2ed1Qmcrq4xUBrmpASbGi+FpJ2rS1jTNqbAbwYVJLuUyaDsslQAmNGnhlj9hkq
2gMOvbfGh71gBCreDW1L7404QZFipDRhctyS7HfOz8QwXRjE2gG7jMsOOi6d2h/Vs37EoNScmkDk
2O1RsBRxaCnimM6rzIVQJMFjTBOdBnaSLGK6W5sSPSqvSotr2lK7lWbEFM04kDtlnZjbkHLR2q/w
abSta60LnISbTuMyGP7J2rN0ZZuJWcUZxJJ3euOOqz6SlX1I0O0yUlrtkLl02EN/X5EDdEAPJeOg
DMWjIbnpIi2U1Bnp9qBwwRdeZ5V3L1GHnGuS1t5TgW3mnaAJ90pnzluB7bzpJf25Vmmtl0IdXAqV
hGShLMRLYxVQa1QjuSLZKWeFQcwQLFmanDTK15LLgUrlDZvpqVtiQOUgmIRROSFpGOFEXjx4LnvT
XmzSh7qgiZT3evwgmSaIso6+sFjmWLm6Knyopn8UCKr/QC0U0ZwUeQ9wUZJZzSb12qeICOLQMsFC
Y4m3qty4Iq/KZlKrlkc3wgI4ZDIVbuRRJsBQFAL839AfZQySmbjog8cmxvuSd/TWST+jtVgIR2TZ
2jrQcRwQhNke6jrAVJrmyq7x6WNOv18XXb3ILTwYuHa0fSXV2zI0MG7q5kMdmde6QxeZ4s/vO8hB
0dReEKQIab33FI41yTV+SfvYq8i56FUiXtKwX2ZdQNRsA8jNbHkQAui2OVq3N/qVwzIoS40yNUiO
IqM3WorSsJfZl1AYiZRFVCcvwjDuRFHKjqEekqqaHzpy8VawM4zjyDcWQn1HUtAGe2d8n2hMx3SA
sSm7FvMZGWxLzraOC152G3VEi0sVHUE1RymhpsAAEDkSNuaXFMBxWQS+ji7AaPea2tI96Vxzg2hH
mWPCu6+9cFuXGeFsVUe3RouOZRA4TdmFm37SfLkjk3zb0k/ulXjnZmZH1tnGLQwdRybeNDgFIotA
DcuSsG2abNUiGcp30w0puEHlmWZtD7+KrSfkyzZpwvkI5k7gTudauiSzDjkokzuTSNpWu6JkadD9
gq6fvsJtKywRgmFal2FRmL4CBDiIdFvJpqj2uBUZVea4UzRdxzOI/hVm1tJUhmYrqXiSU0rAd0YW
7uh8bStCZSYbfbbMTfAVTAi9w/AjtT7Bs94XiFjHZdcGFM+NATgCEEBMbyO7tNjXnEbXOdP3OCUH
9iGgDTk5hDQW1fBa6VJx9IZethWKYkzb40qZSK0chWQveBiB1N17lBF2RoG2JVXALla4d2cKKcSN
BUsYSdwsJdKP3n/MVOKVoBVInBt6agJc5LiO/Xo8YoWUqdTtTVGKDpWpk1DUqLs4aNnnGYa5UVud
CI3AJ85SHFYtIWmcy+Q7uoIIVRXlJoT5xxCXVx8hMyNruNNzmuW9Jil7YWTG9StAXJDOYif2gMP1
GbVaspB2oltRFAixCAEWvENo0RtMx5aIXZO1nwRPnZwocWhvWU9/ZBAtTOMNRlC1V7ut6nL0kI27
Wm0w4vk0bJpcTjaCDxqy9Zsd1pdsbQ5w2EIzK3bszA7e6Lbke+ScAuQI17GP2X0IJNRG+rbsrX5T
9yqemrKtVrnaLGjHAlNDE7HRDLiO3YASL/OeBJKUKODFFcELxXHoE5aGUlId1tBHWeYY5CvmVPxx
SqM8WLIAT6GKw2UKNmDlRgquKVAjWa17m8bE+UeW5glroDFr2RDATYHIIKS+Mh/7nl6sK+7Y2QwM
xnZnGPWy6+Ny21f63dfBkTtpl4kurPxidIw48SgXoCBoNXiYQAcFfcpKa6A9NFzPMpaNvWYgx43T
Vl9EIufoQpRRhgveYUwIgqhGjheCMiQLcoAp6xAdz26HkmuXoBtvwxCksxtvCA/CdSnrW0uvd0Oo
1Y4ahkctG6iSxJ4+Uwq1WRsBoCaOrDF5EITMbMeW/mA+Lf5fv/f1o53+1B0tZGlaOVCsTiptnuiG
4pR65XhT+igyNlOY6WW4VN0iWSv9IG6/Ykm/fiWntPlJu54q4rU7N/dmuVRPbb3SZPz0c5QK+iYA
tUrz+tQ+dsjdL968WAdz6Zg+ms/tm7WTaBf6NwlKD4XfBdsq9YHjgnoCFCCpi+5kDnv3BbJGDVKh
WFloCQUYsuwwZhXBLVBsnrx2CWrCEZ14lS70N37jLjvr/FVk9LBGyb1KHuRTUB3Gp8l6HM0Q2WnH
FPAr5eursQuW414Ql4LzUEL6Dily2+MdMRnWhRah+GqsWaWUmXKOXnVjCYVmzG2ym+ZFNE/f8ws8
JKvYG/kdbjT95D2oiVMVr22+Z0KA5EvCekUrE25itRhiG8AFfu4YDMMeZTTReZStGWaWuQpyTgzx
Mty58QopjHxfvGai3ThJvDcNkG5vXDrivKWCf3SGtIcaU/derBGWAB3zX/D+9wcVmVY5yzf5Cn5x
cmbXrab4eBcickXmjhMekmadPsDeeUZKQCkJ28MiWzXaQnlQX2N5K4tkNM1G/6PeK1drEzJUnYb8
OsPxaCba7bbYoW+LCzt8bl+S1lZO/tw8cnHDTH3rV90t7zfto39pHohkAaG9pEdMTXq0hzOrGhIi
Ut9sUi2J1TlAfYD9R3IOOtgrKGLUJMIlFGxQ2X2Lf3zu1ofxrurm4Y4IIp8QABwJYEu0GaQtnFvn
zsH+Ag2fvxcu6G5tySPl2QwbwtMfpDvtknYzVT81MkY3292rG0yeLWBE+hBn8WRcZGzNDBxhLTKu
i/ljs8EbMFIbDmfCLtmaewrHHCQv4TrupxHgceIYHO82cb6W6Ue5L56EU78hSFpZJWs4mdsrwsmF
v8eYXNyCCr+jTTX5rWLL+1LOqf0dpHcSk1CizgtsDncla9wzdogbE3CirDNQpcEKsz1KjJpF9WCt
fcTXoH3XA6xyZR1e8Rc2nGT7jUGRmVd13lyKZXrgHI6WgBgwceM/xJOues4TgZ3owcndyXa48c79
VViFB20VrI1rmR41Eio9iFnzm3SSj+6avWlU2Omtru3oo9wmM6bBimIJtdWlhzkXJehTNc8ey61L
GfDWLNW5cA/QA5xSDXTN95eoSfxD/xJvyr1xzFcvvT+rdlO2CqpcmNvz/hY9Ywg5Gyc0LtmjamfU
or2Fii3fI6B9Vn+Gn8RHIJ6ADY4I8SAqx9qRthR9umemMuWVPt8kqEcBvqL6HSPLO0AoF1FqOunZ
eiV2uXjOrsKMlkm+Ui/11uyQOzjSa/UsRgsarUQh7Iu1CE4Sde8McuFjsTbPkj/r3nQ7m5NJeJec
J0cPUlySMJ3oHHeOcKFWFNY8UspB4kVdym/VY/ji0qZaGCvtNELMvYHFMM+cE8dPCF818XU78ayc
rJMfYoG23TURXsKBO8RhPSR9265eBVIvVmw30gVtIn3jb7I7/bFbGs/urtySe+Dkn8R7ubPwtZg6
TbaVbA26J/zjMBowv9ounutnd9sY9/Eppta1xN8ZX6nbP4J2jO7IxAPIF+G0cRImIMwzqIE+PXGv
otdtWBJt4x0d5zBggDl0SGtwmTMDXfAsFKw1DBoZOZhNdBbSR429Z2K7ypo7b+cP/otg4DWaVW+c
WPtFPUCwtGnGYqJeVI509FEfr8i717fNLoCn9chgAqIxLU2T9sE27/ITALSJgsGSFWyFbmXAaqwA
jM30RbVxrwBpVYLSy3sEkf14FIgPng334RU9t0Ap2I6TFfw8aT84GO9Uh54podiv7Zt3MPcgqdu5
uKh3wrk/WrvxTqCJyo5hbwGO3bsfHSDKHUwiKsB0RC+siIRTpo/axTgaT96ZJeHJWCvvwq5yeP9C
DvUUDKCUVTPfKR9IOuntAKXoTLyzFpgZZv6T/ultkYl7NF9t+QkGg4p9m6FKj9SRDpZnk0Pgza1N
5aFTmCEAFpW5ZS3Mc5nMy0/RWwib8Fnkkd5La+muaF7CXXIjvJyqHVEJWOLrGac2ZDJgYju+zh0E
UzQQTsF8KHYrdV0Vc2+dDMvw06ofQNqbc61jyVT3sGVo9BJwAK6YNwsAnDlvnpJ1Rd4lTEgStRjn
a2FPCxaV9ZSFZKQ0QJzx5OPBl+10QcgaJGRYOLZxUgZbXtYP1l7CuL/FBKkZdrHqd/rK4jWR7oTH
aFE7bN3lY/Dh7cNsbr6L7VpnTj0OErC2JfnGyQqdMJsg9Q040pYeZ8IlFte2JhljRphCv0Xm6y+y
A5yHR/bo0q4QbMOAazEXXqjzI8d1CVeLOls+RhOadETPYtevlohOD4HxvnSZFuZA1c9ee9L7zbiN
59Wqwow+K1bFHmrta3qTL8Mj1nLzldKPvzG36SFRF9WT/5ATevTGKyd5dr1VXoV77u4S6qQ/54YZ
3R03YoQyAkLmEvmOZZ3Czm6ktUwbraasyVPinbaVmxhsdHPRrwGJADF1pNWISOOxdmqUu1BvoNm8
u+DV+3k108WtK86NffsJSI04N1mmFrRKHyoEg7P2KjyN3Gk4WBzG7kxIhvSbFulwH2/jdOs6Fmd/
u9j5jvqqWqfmDmEiudizYVm9uWtFmFnBsrkPNQdSZHUFdIt/kdBGJKoJN2+LQXEA0kf72enutGan
+yvcGPLO+MwY24GtwUTa05PXTg3LvXAe2G8EM+2hPHXI5F9TNJcLAafHUVh6SGpQ1hookyEiEq3N
fiVfmU5CKOV4xwirjkm+ltK5L85oWCF/aLbQ/02sSOlGvue/NwQCxQG3LIb7vt0S2jppK6HM4pmE
DuUvlXRJBgxn9kA/sVMIs6uu7mui9XDvw+1uADDa+Ud5X1vnOnRctqHPYbKWTkxQyJ/k4EpRML2v
7oK7FE/lBvKQd25uEymQxovGHIVxaA4CgY1L/iYaM59F/0G764naG2A+LVAGwEnKYP4BRgfgbKNC
Cg7ei/ks75kk4o/w1D4b1O4c2BrP2a5Y+5tmWz+p9zn8CDrCaErPCvEBwMrwQPmj4yfzfFEYjvVc
JysTRVGyJSRwSO9SY44F0J+Z7p03nrP3/Dn3cW4AXbTJpfe0D09bYPdIP/F2JeoH3rLhEe8iNixC
2lDJIRycBN+5XS+NuxKwwYYy6SVdBc22OtPtdG8Cwcv78TPb6efsMYR/6pgXj+3XJn3AgzpTavCG
drzPtXnOw8I6okNAxo5qGwy2E+zqEgXKLL6yj6vTFyLBMkqjkMFmzY3viTkU8wDLF7QOTGG2eU/H
zc1vWnsSjskZp0yv2mzH6V6HSEVfEXuOHyxsBcaIrcdWAhTpVryhWzkDMe43goJ/x3YPplMhmKau
OM60k7ZHRx8+DIRuz9RXBr6waeMN+1YMP8AsZukzELfyo9lVc4lXhuUJVR2C/AeY/cLGddi3zJNT
tFVIb1hmm3hproO9ucvxgpnsgmfG3r9j5+A9887E2zbb5Fhg1FUt2vkZAEAeLie/bYSCfVFaFxdr
DKNN22gHA2Tplro6dQrVcXHw5cuINwJMxJn2r/csTSlroI7nGEvSbWSu4gdXmo/Z+5PwnPfPYnZq
4zk0s3oGlchdsoMKVkgUEFKzPevLS68WK/MezJJL7OSpTmm7zbhz1jsPg1U1YhvPgWYt28I+ufRX
qKTtswVSdANygyr7+6DZ2gVDC91JSZ2Px5KW37K4iQ6P0b13kRR1rHdbn42fDEyDZBWH0E8mFpTj
S3WTnIg79Zcm8+cmXse77KU1bW8bX7wD1HHYCsWtQbDzQSHgXn2lP8NBlA0rkfBMfjsUyx5pdwyN
4Jje87Wlo/gsnpQLxQw+FncUZ4QnvD4timTk7NtszsMVtvEztTsOCvFH5W4RkExd9osH9pwohQ2K
qvpg3jDsvoafpQMMwyS0UH1zdyZmTZczH3tkO9tb93gZqevlu26TVDNtTtriexLSw+I85NQ2KpnH
chMuWKMYL80jpQLW6+aR0kddEJgx49Aw9+7Ue+EpWYpv4rCEtlnxqh4j5kOEn9zy+oVgBPWt/GTV
6op5Pc5Ik+7WQIKUhfvmbqubV25DxLxreSfMjQ24sMKfF7AxzTVB6E+kw6ckAN242Z9I6AXNtjb4
QEC+S3O3X2or61Se6itizpsJKAT/I8JP3lUUocth57+wqw4/mf2keK4H8/h1oMDn2R8tCA5WBXWB
PptVvr41J1/Zxe/aI6PzPnhxV4ljufM+mFtb4lnwF77TW5hI3+ODTwFzYShI4W31WdiJDjg2ZWGR
iTRn9te3tE7m/p5h1VeLcF1tfCzwR+k8TTaTSIwznLGWjvl0iCXtNV1Rz/MOw1V6fCRSWKrnlH1o
2uI5Z2Esnokvl2f9Uj0wcHhI/kne+h/YX817cmCDz/DSvrEICGdpmT6llykalHXi5K76tXFmjuKl
MN7puu2UHQATjMJPEeiGeDae+cf6p9ojZXitAoklBQia+ZodsfuBcpzjOtrb8AOiLxGytBtZe+Co
wVW5Z5b37B67xT7EA3PJDtkLcnRrN9U3Bbo+C/feO/u8T7Z7iz8Yw+0jW2gSjIqZeArumI5kphws
ZwQBzapbddOeqhvTo38vbjESHMn3vHF2VffpDtbudh2dILA9lrxtJF+UGSzcabLUnthbX9vnzqEb
c8uvCNSEOVwYUqTZSi+HRw7sLvQlgjrmMnE0S5GWH82+B2vDaHotT4VAWWZG0iRTRncxH4d+a83b
g/vW9TfQYEKy0sRVpnK2tFH1O8YhovTPa4PDh0NcZ2P5Fp+mF6g/FN02/wR6KTujugSp2Tdg8R1C
I1F8rLTtcMjvmAXRHBJMzpeFP3+vbfoVd0DcKYuKhuAVj7FvR9SD0oeeyAbqQiyUNLcO0/YZL+Er
ecwHf9EvxPfChGW1YAK/EbebTsIFG6TyPn+pHrFTyBw8pZNwDaZsOHjDdPfVlYEIurNidyPQmtl8
/Srq9RYHKvnR1SiGc6PklUa8j6Hp2YvgitPX7EYKDVDDt3hlfTHaBl+/HyHCSqK6YKhY0baSWnMR
lqzjeJ5cuPgYpojOeBRioLBGrXHdeiXIG1FL+aVnRrBoqJ0VIe6SgL0XKmUUol1zjMSwWMUp38fP
W6zOAy9DN/0Ikd3MGjobeLxHBRlctVOlnu1Sn/3/H71Z7hs111eR7scEScPrqlU2lHEZFxvrw/rI
KqvdWUJjNmDbM4qw6BMWSS5wUvn6oY/X2BC8Fc0FipgIjPNFXQIsi33zhsiydPycjTm6RyyIFJ5V
vKcoOSjRDuO7qIVkvB89KhZdDrzJjSSszyW0ZPldjsTKTkMOc7p5crneTQAaHi1TM88KzlyuwPnb
wt1deMOHMiVIgjRkC+s1mMceQ12ueFUIq8JAaTeq7KBXTqBajyyP/cmommg1YrWgMkPjzM0f1Oo2
qKhXp18HZl+gFqnehTC8WHF+LvvqvhZG0pZGlZC2+KXTc0qow23ICQKuVdGhsr6UBuMYAQjLBfmg
cPC0Wvc+ldSz4XI4MmTNJjCBE0upOADFTy7NnUVXmw95M2rLyEMN5PbjtSOZhsfBBiZTXepE+bsJ
LZegpmZeiv2bKWvCxnJ9HH2+4yrlrkr7at3gsmKeieN1abB1hbvbiQRplQKmE8wYw8otmlUresEs
UKcuZmXszdjqt23KJtNqKQYWJF9LwkgSlyW/DRSNF6ZsQDREnDH3JBf/6G1stE+1Q/gouLx1URMv
tZjtQiM2Gwzsh7DwOQ2DmPo/v0ZqSt8yblXTRLxEmqyl4s7kQ78BXfQ+lqHimqXTqfAhMgtMQct6
IbvBukpqm8iRVamGm1yRWYzL4fr7x//Ld5k+3ZIUEXKdrqvf+C5Gr/W1lhmlA73304XkLlYepYOQ
KoYwCZTcUqfaJeKV/v1zJbBD/+XYcNmSrBgWID5EEt9zRMVKz3u5l2BpeZAlS5xipb4KjO446Hjh
RxE1fVLuseHtdQs9J+1kTraZsgZHuPnjq0zX+B+kztdXMWRFVS2Lb/TtCUiRJg7IQ0vHFcEihIUA
FkL48DMTVeSdf+fl9CcnIAzDt6d71l41ggJmFjvh1hv+GA7GD99FltCiKqaqydb376IFriQLWUCv
vEgxVIUs8BNWIB7yFx8vmiuY6h9PQvlpAMpYPAwsJqKu6t8SXSM6dmOeE5+np5T7jC65GoqGTpKd
VjPWiDe5/YZUP+e5CzAmXVU4UYuerT1yAFwm8Ub5f4Rpcu+x0pL+yV5f1fhLbrTEdovjqiwfTDQg
+YAytU54vHlDC7yAHMGBCHHYIjDr0+8P9adnKiuKgUXWnKhX38b14EF3EyOvcsyEhVAHD2PrRffH
y/M1SL+PHEXm3dFE+FuGIfM0/zcMF6fzUFty6bSldoFNc2oTY9sZFL9r3picEqzRpacxJ1nJs/hF
Z5J+pO3xf/TY1+OT7jOi4io/djtXNXc8+1VuqmTLT8yS/Dkuyv04ANDI9WIlVu5RbPxPwsPK5e83
S/6HnsUboMi6JouWKVmS+i282NLUXvJkheOAxdbUMzJoBdD2G1otQ8IzHcsgcRJDWffQnsSprGwu
0xIy5MQi9iMII3r/4VnyhxmV12piLigetIKx845uYpZ/vCM/zh2KSuNuYo7J+tef/89tVypLz4yA
r8vImjUSVBsMV7Nxwk5JSXuNaKlPnv7nXtuGCrVLDwEcNRk7NsX6r+/y09ujMHGLKop6hKHfhoCH
sEQSoK86kUb3xChgwE60kcGnJlQQy+hpvE+wzQHH0Mbo/OT992f34+tLiLWsinDedAbif8eghd/k
/43BHkHRvJRkisxtgEh0uBKSOmE2Ab5Pbx6+rAggyPRwWvkcmtSVJpxMj00OG3v/QeQRTxqx/6wO
pY/aiCi4evs8zmH3xJyyrRp7/3BpffcVTsQWGyUF07DdTJSlesJQ/X5hPy6MimXqBquxrJr/zEto
UBlAIrGe2VYjVc/WFVyBqNaWJLxAaEdLTPzqmiBRFLnZ7fdP/2ldZIRNxDMR4J7ybU1Qe1dt1IQ1
YZg4PQKliY4IR17acCV5xjXUUgokXf3HNf80a6kixCQVvg8ku284uahv0naIu9IZe54lgptn3cye
f7+yvz7j25UFWi3jE2XAIvLbj+RdqWbyx+T745jkZZB4fIxK458xaYWwWuSal6KQlkpHC4Aobtvq
GWBgrk/9FyZIDRZa0ezxy5wwNdGMRz8cEyzsFtugbPetiD+UNPJ5N8R0qQwqBv7gPwc5hMsKBXCr
MJLBMhN6y9o8TMAoz7jPA/d1Ao6ZLiqN32+cNL3K/53tFVHUTMVk7rGQ7H9bU1QtbxQBWJDjIU63
a5ZxW42ThYwIClgor5lRxVfc3bQcwN14QkHXJGfrm5OR9ftXIbX+329imBabVU2WjO+TTqEbojnk
SuEU6afg0Wz3ZerXBnErqj6c+rJ2twrACl/Z/v65/+5OUE2aCOsMnURh8+sO/c/Ea3lSPZYRtP9x
9OeGzDtZcbNnWd7iR2PSLd2/9kPTiP92z7k+IgwwzmuK+n13bFWAlYfBxB2mmvAjUGazlX3My/Dh
9yv78XNUWZR4wMzm6nTl/3NlJIliLiuNzDGp3YwueFziaoPC/WOvaf677VUk438+59tmS1BinXAW
PgckRS1YAP5xti0qAsR6ZAFSptJXvI+DbJ1VYc+8nT+pxCUU4YXLp9bQNu1SsCbNlZIsFPRYEmzo
ZchOyB79hG+cDiZ/BvmgQ8FWqABuGo+aEUnZ2O9zMV3BDxUWvSai6IXu05BCSuaxd/YSfGCyyzE/
VNZaUXnLsV1miZ/sOpUOndQa2QycNwL4rF742fiGz1xYdxwo8Ux2yCPp5efNWzsFvxiRT9RTgV8M
oAjE/DnHU1ptXl+jVzOfJAOlBNjHHHNTV8/Jm2akXfAxbkzPf+oSXUS4Cl1H69WTl/ufwL5Nwqvo
YBuaSQ1zlIxlqWmP4lIOxyOH5mLlUmHNLBrgrY7dJiTq1DZ7/4E09osX3P0+UqQfFiY2lIbGZCCi
DNO+75bieBQAgjcZgckAAWS/O7dxelI6+WyW1ivViNYWh+iEnedmJeGxsnwVSFOH1X+XBdpmSNUz
5vVHTSoWkp9fRyF+lnQF2K9SE/xO9sA4+BR2Cn0eiN5D2eopD9dtZpgSV70rvpcV/mojOmFro0ul
+g9ZS+tUAAiqWK/Q/s9abR3GujmT5mRXrbtUQ5I7hMQ6lIW/ULER1ip/IYwDKOjN3O/wcoanRFZ3
eElOct2escx55Xs4pGtFkd4HTyK41TjAgwEnXsovTSqt8p7WY8Btd8lcVIOArOJkUZQj4go8C7Pp
e8pqF80rozn7uvT+9fdafVdl1Qn17bxqIVTIyPnq2Nr0iutotAWbUnypwtZxe+Y0SX1U5HSNz4Kw
8HQ/+vLRI+rMi2BD+OVVGLM9bheYO75/9bvoqfTzcVeTRCy7HiEUabVXG+Pd0nSq+WZ5y7AjHqPW
wruVHrHGZfecQRlTLoarP0bIDwuFbEFLpfikoco0vk0mbgK1VC4H1NFgyIhvBgANuXSmW9Qhk1Jb
Bon1HiBgR5JRImcReexR1dMEdZXO+eO7TMv5twlUkQ0V3IQFy8P6fkShytK2XZ5kDjgQ5OmbiNDL
yaiWLEz0co0utRuE9yK5St1Lb9RvUiaeYZxrGEJNdZG1Od1EU/DWXd3/sYhJ/546FE5ooq7LkgkV
8/vcXnoDcRCNTmgolgHqXbmJVJbGC+Jyb+v25ZObjNAJDTkm2R3Oli9066YR3T8WtQmO/P0Wwbdl
PTNNjf99PyvWQ2R27tCAlzWvEAGSFf6/RFh8cUMwddh92A/bNEacqGTrcqJp1JPnXCWspQziEEej
/qYl2xg7AWX5/gjvb9xnrjDFHOLzUaOZbKGcdct6PurCUWljriWoZYhzsLXUbFy6jU44GxXzPx7+
v4cThfORApJBo7Yhy9/OBlVU53GEpwpCa3OoZYvWe/kCg8pu4/JCNOQlbgakP8oILCZ7+f3D/91B
q9NqKhkgoQ1L077tM6M2x90EEJ2wJNpN+JWAtQ8XqnXLQC92nZzcjwLiod8/9Icxxa4d3LVhsDFS
RP3bFedVljVe28SkKyH5REtIlunLqDdAP8I7jVwxJcUj178koXFCRf3++8d/bQH/+7aposJly5Iq
6br2fWPmBXGeqiT8OqNWq/QWW0aHLiO9E2eUVu/CWD+1mANob5PmkAqgLTqqEwWprb1o3spGuTTT
H5tBdDdUePnz3qRikr0Mw73S7MH4bcIMi75R/vW0/p0m+OIcOti0axpff5rS/mf/U2jUrfUm4Ytj
uvcV3MCj+R5iwgdB+cfp4KeBoVD007lN7IS0bx/lIxV2zdqKnCiCa2Dg8PCMVaI1ewOdN5YxTpS1
dfv9wfy7YebyIKYrQM6nyeb7tkvNAWsKZoQSiH/eyl9I5ryAZJiLuXT9uuWRmyxU2fhjPP67rVRF
juSKOG3W+eBvL4FWUcSoXSNyhKbZDHHrqGp0F+ji7vfLk366p5pIuUsxIQvK38u4bLv6IODfdrxU
O+ktZ/iMF42CG0tl9lQIyi5S5WUoaksTtoBaMcuWCk6rZiAnz0mBVGlw4EbjJrh/jawftkvcA0lk
/27Kos6J8L9DqxfkPg1DbL8lPqAx8M+K1jMHuDvI+NumfZJcMrb0EEaU9NdQ06aV9vv7OE19hgYk
jJXm22ezgNQWlKPIsTTgEipGPyogsBZEI2Nez4jvgulmY9AE1wCJJCW9mitAVZx4dz4meLtr3XEG
fHD/Bbw1JYyAJi+1IuE97pMIYg0rgRfYvPYUzCS5nOOMQxSSN+nSrdL7WMVE3k8EmS/oWJ2rGOhx
k+ATiydH2+WLZSAU5kLrgBd9/ecA8SzYSUCfMJFTagUH13XPdaVtyhYkw5iRBhT73tI3lWIG+xgk
R/BKXQ/lG5GGMyFrHUBc1kyWihcAz8t8Ogb8MeCml/SfG2taU2lGMi31+4AbQxiuvspEN3TCsxui
lyMaSR82SYkarQCI4mrNJkshkWCaeseds1Dy6vj7l/jx5SJygPaFJcP//zaRJGrB5sHLYgdPJ5Iq
LluMpItp1H8c2n6oNzKCLZ1zL5M6KSLfRhFuNyXNizR2OoWmE9pEswHZwTxdFS2pM9IF5gF6cJ5N
rWgnn/Sd0m13HQmvv1/wj6ubzsbSlE2Kn9z9/75KYyhiIwbN6kgV3IuGH/O+XFXeS5QMj0SM842q
+LUstMNkhE/M198//6cbzl1QWdBVUxS/V+R4DfQ28pnNhsh9n+53ib4sKd0/Jmv530MyRTBmRvoM
lO/l729tX0WpNGbMGHpEi8GC82+T1I06yzhFgwTlgTkrVGonaHXL7mpGOUByu0VjIpdQxCMMD5wc
nNFiyzu17wLVuiUwc2SXsIEeeWAlIXD6exr+abYhnUHlhG/9UJYx9dIE4ddGKDubDQHDGyHPX7iV
s1SWd4P456z/432SFVh3YC/Mfzo3MTfJ0Kl+OUN/J0gNSOQof2kom4KENFHWxMFrE7+qgF86AVxV
x45ULzZBigDm94FhTG/A9+mAB0WTV5UUwkm+rXOEMgF48orIwWSMSwfQvwn4AQJlAbUyQPuFSSqr
yaBhN8GW4GSZ1Uo0nwxTvSRoa7KP3sO6EiStU7FdClkgQU2TejTyo7UklO29ttcsdz/U8sXsKWbk
DAZRyV/UOnqwlPqc5NmL1Ys78oxxfKOcVMun0tQWhSegrmW/RKmaEqR1GaXiXoHWlJMdZsv6R5DR
bPfNRFlksr7DY3zfKiBgcqPc+o0C3kJc0uGfu4YB8FS/pQHHXIa9iOK0JzZ2itpiONiRFsDaef76
taEni6+7nBdUVPzsNRT/WlXVH5+9QYWV+Q9v3/etfelWU0khYWUryk0KbMmM2k1Hk3M+vRBl16EP
8gkflZqSA8z/Je28luPGtmz7Kx31jtPwwL7R5zykQxpm0iWN9IKgRAp+w9uvvwPU6W4piyHeiPui
KJaoNDAba68155jfbI50LLQzeZIvcVB9b8N6N6nmWYmoMpueBbusyntYHDeTWfWUpWKZVOH3+Jsm
QI60IaIEe7zB4bXNYZElM2fKSW2U0Yr92nFxuQWJSZ2B7nFeiw2Hv1Ih4IOXKnDrdDgJ8uCuqZln
Oconj4GPCgxNNdlGYvAW8zbu91UxddohjgCIbJVGW2iDvAsGf6/Gay0oH/JqfFELtDp+eivy8ZM9
jv7BiqixGM5FM8Na47Le1zXuaoIN8+3ka6/g2p6B/T8S/LouhbyPi6+tZmyN7fhmz8YyC+FO+Kzm
zlXuGy9u19xLMpLnIAmvKOZOlVcPCCh0X27o92CpEs19WKW7P9+rH62u9LQ0m3qfeuxv2+4O2upQ
BXm+7WMUbY7clS39nay/rxK5m4pkr/bOxghxaKHSHCUfDh3Jolfb+7RBHeGEWGfC69SZvseD+Zy5
6usECy52H7RsfElq9ZM91YenV9MYSzKLYU93+fQ1FRFHlVvnW+x0p9LuK0RDj0FTHFQ1ug0otmQ6
rMc48EbX+jRX6IPCmveeO8+6ZgnW6t+vLZa8vqnNkmuL8JSlztWsDeYVd41HtJilxPc46/fhpL4W
qfpKn3oDsc2TvX+y9PYea/4iaVxkzMCnDVUe/3wmPyoH+HBsZwxqMHZuF6tu5lcmwHnO5NTkz+DG
NuNkPccWy2UQOgv2p1eqpLcUWNbJDsTeHILHTz7BB/sqzowqDNdmg+VeloGFY0ZNJukulWN3P5+f
3hbboAZi3jybortX1eQxz+yrIXFPEX4ydB55bDzH9fTaOMGtIs1nCWRfMXHNOtond+cHj2PNQFUj
DJNn0t+m8x18SznRh0YJ3bKvzt8sqzynNRdQFJS3bis/GwZ/dLEYxGzplqajbrlciLgy/FyvJ7ml
O7Ah4HNZwTNZQF5dFXZ4H4cj/3P45Haez/HFk5d5vWoZBhNoUxfzCvXLxr2Y+qFSfZpXOJafJnSM
A95wpzkGufys8e18dLZ/fa+L600ocRKb5twoE/Cx6sjHYKpB6mKHo0Uv5ZADYHORNZqGF6rlaSpy
BxOOe3BHwU1rr7Csn2eib2Y6m4B5XlWMhMaaT4DqMyb5pJOAW0onr9DaCAyPuquV4owlNgShbzQ0
a6FIHJxD0Vbnd/IxEs2M8SNsvuLNlNp2NKgLrQ7sSjzt6lDbldJZk+d3PUavge6sRS1R0jl7Fw82
LRd9yLdNPnpqKQ5F1Z1EBvRFGb1qqk9KX54TAD6tgtUUA2jaHbNu3BktLrWy/RHHzbmr+ZSBPA0S
gknmT/dWyqREF0Qa5Zi0l5EDwiYdpkXxzd2FCduz3CScN/PVZ6JsviS1va1AlimjMS4BaYth1amE
5BgQaTYlfrR3wqXgq2xMVJK48cy9jSbIiYNykw0opdXspUCaRWexJgerOUzBmMJClTxH7JIkn5wr
ELyAZxoENroiiPbcwThBGbV4cdAj3Gx62HSAovoxJiCiTe7ajCLRECZgkFRNeYmZuo8sEVaCdQoH
J/QgCyEZp4O9IITh2S/RWcfC8CSxQK5S3ILRw6PDVT+58hbU+cooqMccddjVkkehBTUuwS/ckR0k
kjeBPciJ6rPruwfLrd66KL8NKnmr1A1aCh/Nk4mlPf9eu9qTnuJblETDx8MOluHCscHdMjh4coAj
+QUmbyDFItyGFq+V+EeVUKsWcIARWptG2c2XxGCXt2J0Dq49YiLlQ87rAJB0D32rZyRwD/3wqo/a
59wJhpVsR+/Py+WH94/mOBqLg4Fs5WLDapd12Yw2C5Je+6vKZkUO+5uxIPEClZA52ut2Ege+4ifr
4EdFCv0Pdq+IKdAqXbytFY4wVIIRFxnjH00VJ5lk9PPlJyvRh48jiwqTCSctZ8A3vy9FJuIg4PUk
Y5IhvW17gsdJGuky3Lp0U3LkdEA3w1tR6ceIWJxS+7xS+GjF56Hq2BxjurCXG0dRZGVW9BYTBTwc
aYnitEX/3iv2Ff/7hFCATZ+78IPpjsV/HUYoXkEiXqkVgGSX5mNLIE/TVAQEE6nl2gc/05lgWcCS
fYJoesiZi0yT3IK1vw1S+ZoHzV0bBnu44gcxdsAUSJvqrAqHgqSbHxAUEmAgzvp2Neb22WjBwCUs
l+04zwhTZalX0ErDcXY6qeOLIaetnAjcCZ2lJpxTFqoI+V/1mnToqcOAT67XwjGiu7K4rdwcDbuJ
aUBtppf5bOaQwfB/DcnKje1HtlJJZgNtGMFnxbcEXh8g91KJfPWVHuHCPLELWTcMOHorLYho1HTx
0aVIJauAGNOILlSdOc1Kj8loHSowjhoI4dSPPCI/SCFAoN6kxRtGKsCkKmzuoQPLjzCiD0wiDRrz
XAx9uRnR/DtFE4B3EDi0NTgUzB6dzt7XKibKtAoW7YDHtosfp6SAvpHNInE8n5HPG8xYwT/fgx89
L22DLbpA78alOt+jvzwvI7W2Mpl0EvohMyb9IbPTw9irXqIRV/P/9VaXW7SugDecg3zchg4kRQlf
WNJjB5O47Bvlk6/1YZVss69Cl4Icje3c799LLfUiL82K75Vs65A0vUCuwyHfzHV7rI1ftIB4MZzs
4IY/+ZofVT10aWhJUWqxD7soke0KWYFMWV4Gxr4Q0LMMy0vTnJxQHLSC88vPfz6wH7+jRSd/Djb9
W7cBODXqFjiG2yquMIBVZ6gyL5o/PuVp9dbwDIHqtP7zW74vHZd11qyPpdeJWtm5FP9MdQHVnwSF
bTyk4dIk5LBD44jZUhA0qlaLqbHva9hMZMH16b3rnssEimM1UiNU/Tzqy/GYN7cKD6oasys+06yh
Ip1jw0ekDZaSQ50gecTJrEOC6I1Gl48pbtrZhWMvp2ryAr9olo7L/dbjSiNrgN72oYOju+JeOUQR
fCmGt/VS8++rFGNcAxMuE8Y2z/SHQZQ3UpHjwqcTi6B5FTakggtCglc6+Qn0ZokHT2b3eVkDTUIA
SEhYvmT3KZdw/L/ELtQJCzjen4/qh1ct16zBKIjRNBrU36/anjRkBfJetu3L4i0dHwW0kcSfduDr
Trq5btpVjN9x+qyR+dEFBA+IRiYNXfNvO4O6U8aw0O1sC6H6LZ44fWKqX8a0eclmDcZQFbdwf85/
/rIfPf2ZPKF4V+c/3qvrX1YeVVQJgmTIhwmPkBxczVKg05of/VVuEcysXad5eZ7rkz+/70cr3i/v
e7l/jicz7XJLzTA2D56bco3Fbn3qde2pyrvTn99LaJywy9uEFigiMbalrAoXrfKmdwn0IJRpa8j4
biDqfhUhWw/oxupV2hDjUvywCHNj+jR5oxriZXdhZtA31DjRvl87C6veGsFrmkM/su3hOg6MW1iV
Q+YDODVSRH6K9kpu+MmvTWB5vvUlRiO51nVkeQOxezWMwTAGnGNND00L0mRK7lkbYfdCntqEckdN
iy0at0mNW5vktqd3c4ntxiqxT9juxCnJcSOVCvsNDfz1gp0XDeOcWl+RZ2I2aiwh9J19zQs6i4y7
piZNj2BIpFRrafVfusnsCYFj26M1lofc6+TbASTnHvglmSY8ghsYE8ky0GEIJ8Zwa6bhfq6by8p4
cqmIh5prg0iFdRAOT2YwEYPVnOO8PRH3UKydRDkMibXuwc9GSvhDmapxbYXNnozZ5mRVIWlRmF9J
6P3kEfPRTSPmAGoGD9ytl6LONC1qdJcFffWC3VVuPHXgKBrVfLIK68DA96khouyTlV7/6OIVaDJw
QziMii+vJ/aXAbmFLBB26px0gPfIbn19pdXLEhJuNKdDafMIro7E1vZjIg0z/zREcbwN4uy+ahlr
Fjpj34zUDj3+If3iGb094VbdNKMlkgMsXngJLUB1sFnrtMMCrFnQIP58X3zgFDDxWKDz0Flu6FVe
3BeBMqZoKlOYR362QT+Fw12l4z1U2snM+FbkbxWLCFOfMsJfT5SQsD0hEGaPOR3yACOiIhqva1mF
G3lPqh76LaxOHqkFOHHhtxPpkT52xsa3DeDxBcTLRiGAIlXnaGiV3NeoC7d//lJ/T/wG/YhoQJuL
KZf2z3zF/LKiCXt0s0Y30u2gx+uSpjooNffc5ERZVPqw0YRfrPIMdHima+cQvgJ7eIm9NyAbpJGJ
FyVsA6BWuqH7yTr0kRAD0Tajo7lKcP7WmA0Gayr8jsW2cMOrNkpflLS8DXOM0ZaJEbkh46SC411b
wxn443U4NEeL0dei89l5NrXz2G+yUL41CScKSj0yt+xtJK3A6XmJVroHQmtQ+5jKj0+OqfrBCoo2
AqkAAjcGO5dTTTX2A5u2UYY+uyJIKcHv144sG766J/kZjQhHd5jyaNeHe9GDHsjjZDoKFXZDH76q
Y6lfM0Bjup1CDDL8OZ+zLVG9aeNLMHG7jOk38iHlupfNNXRUuCckK4qCHoe0uVusqFNWMVxVcju5
2Uao45Yb3bFYAaiUubNNE2GStivZS7nGPtdJyDFC+sLz5AtuSrgHoAakL6VB0XUz19R/w6d491SX
RojWUChrtSxQnirGnWtFTxIZ0sJoTW3RF9RKruJeJeK707ME23H7GljqyreoZmS3Rci2Ku2vEEvf
Aj/YDwHspyC2VoGR387Pk855IAbz61wUNqnxVFfVWWvbV51ZH3Pzpy7SNab/vLChNueQmr/vu50o
Ggbk4QFqfbcKov7H0VeNk+BpEJhx4tEtxJJelUSmCOeWOGS2jxABWWI7mF9Fs53SmTs6ql9lPn7/
5Fr46FJAkGaoiFbY1F5O1UaGCWndGNl2iPMULKSxAO97lwX14LGf4/hE4rYzFUI85/ULn02SaZ8o
Sz4oWjAIuujMrfmJftngJe66LLO5QBM5p69Pi0fbATHciZJjg5x0K8ZyPeEjXUSwlj+7iz9Y/WmV
MNOhjUuFeNl9l8zY2z6L5DZpCZEsZLw1cxhmDqD7lVFir8oxI1251r3FPbDJ/BB4aL31i5zc57Bx
PV3GJ78t9Z0xzhGAnQBCSC6Xau26dvCP0DJXBCadI5fgUGoLj6qGmrCqfj7F/vP78H+Ct/zmZ/1T
/+u/+Pl7XhC8GoTNxY//8t7y00v2Vv/X/K/+57f+9fuP/KN/v+jqpXn57Ye1RA4z3rZv1Xj3Vrdp
8/52vP38m/+vf/kfb++vch6Lt3/+9fLKkQMijFv5e/PXv/9q9/rPvzjgs279P399h3//9fwV/vnX
FTlqdfQi6UP9fMFf/tXbS9388y/Fdf8xl4GCyTRieqylvGD/9v5XwvwHMzEcPZxaVWN0Sb9K5lUT
/vMvw/gH6j1caMi0dR4qggZPnbfzX+m8IBcAtwKtdRRVVJ7//fl+OwH/e0L+Q7bZTR7JpuYrqfPO
4pdClbkJ+QP0AWgXaSZiwYv9coR7p80jrYLM3bGUhaRDutV4JiOZxA40O+86eUnbluCzYWkNTFd0
kquXJcgsIJZHuOmb0SHjWNjJlatZoydLIsdaC3Vz9oDucSVkr61ykxAZMWeONI1LAlpRciEP4S7T
sImYjVe2ebu39epLivN9U1cAuqJCKVdtBQCrenKv65A7zanquTPSkGf5nNoEUcjYYL0GpxQTvc5T
t+3xKDlXk4AUPuDhdgvir9/TM9xW9eiiCMKs+RBl9lKmZoubojpXbPV+hrmgQIZkYsIg4HE0V7Xk
s4NaRuna4gPr1F0L9SgNwc853IeAbAFo0RpahDJ9eQ8lo5G/H8ox22B8yZfjUA4HzaXlDwiG0Mjr
aqy3UH7V5SAMZQ2tdRvbBJi4X0KtKlYCd/3SjGHkuLluwH/BnJ5FUHR6Dch5gDlcmDDZMjwIMH11
rJSKOwGj9ddu4NRsZsyvY2IZnxU3f79ATJNqjc3+rJpmxP57cROPJKYify52hSHOakOW6fsfKUOl
pWXXuApHUtamtL1WWz6UCf5hiujfvx/MX+6uf1+9v16tF4sw1yo1t6HiT0ZzQ2fzos7SFU0dgiQp
dr3CMyAq5BcDp0+1zZX2JtCzB0XIt8hMPzsC8y3w+y1iYi3SUFa51uzVvjgCE8omQkDslDFMdKXi
bFxwYfsMXdCsrZtGr7xRYacVk/GJMx0UmFJTX/joXvga9o7Z9uOfj8OlT3U+EGgpHHbt3LAokC6G
Xcif6j6TdQpeggMRS8jetWjgh/SNN+SEryjzs9kmXJr8vuTQSwJslDTZEyFCb4p6cRn04q0bCoFj
ddI8kafe+0vZfrIeDF1f1n58/+cPbVy0398/NLIYukP4ioj9vDh7AXcAGeAxH1pAV47qcdvE7rhu
5nCRKrZJ03KsaGX05RcUs/DlA+7DyMcdQPsiX1f6Kyxt6RmiIeCXLpGNXT6EA5f6xpoREaVpuPL1
hEDTMv7W5JgUUxrG+86fdxXK+E209am05gOhR6+DMjQb6inK4FC/0+nqECknPml0vF8YFxcOisu5
50DpMpexv986QxKQ2ZPAhJdND1kthZ9WRpkX9A+hO+lXaJnWQgLhR8gaw1UCkKgodLvSCXpzMUfb
kkqwqDq4DY4NP0edLROtga9Wh2U3iHNXgnmPfQLdEwD8BYuAKFqgWqn/IpgdLqwW8JiVaOpGWu1L
mQ/TtlLoTOeqXJe+s4wCE/W+/9n9cjF94ETPNvDZRU8t6PzNq5bCHx+z1oh3DbrOXLQ9h3y6rvz0
m9L6oIt+SPI6pA6NfKjHeo5PrtbV2qmDaSNqKLiDfWhq2I+ZZpmfVFLGR5+Nz0eXFosDc+KL/ScF
LMHWlR3vSiLKqsTZT2n+nLsUt2VtnwvFQVeqQEoLePTpnYpdGcaYDGxUwWnbLfuOFLT5Nm/1r7UT
fjOnEYJhYN9yWRKn1ZUuTUMrXmpT9QPDlLuQ+nkS496SB0wXN2WAk5aoZJWoXlCO7INvsPlARoXY
UWhFto/i6Gtk+vZnCom/L2GWSn8R8YhtY1m/tHYkQUwkmF3Eu8n20Wuk8Y1ZT2Kp2gBtnIksj5Kk
H9l4fWMchM8PE9XdQivDuzgzs62MgIn9eTl437/9cnOYGI5UOBOaSiljoVu6KDzMSOm1js3wLvQF
96o6XauhbQJqlTuZOuaOuhUZd6cedNAZJKdVJ6gYCoxc7bNPMt+Gl58EpQKXg+tg072UjxC2YiuV
wm3aRP7SMl/rEEtflgbtJopJaJtzEJOR6dakM00o1FWeh8W2IZJ5P/YpiNLGeUhd+slhO9kbBP/r
nI3fn4/W35zE89GyUG8Imycfq8n8lP6lxdCSeVjZ+cBSUlsn0WhkgtCzNkX+qBBJ+BUc8RSoEF+x
am6L8JvT0Uaxel09WVF2oqB8TWKM+G7xmlgivh80aGhVDyHczW50JQXsGyE/yYUpsUMByI915aEl
WmOZj3p9TAeqPbeKV4pTfHr0Lx4L83WgISU3eTLg0VEv78hu1JKotJpop5okc5XQGUNs2YfIdSGJ
1jDVjBn4THd+0WglZUXaxmsf5PneqnOSvJx+z2TJSWLlk3vGuqg25g+GYYwDjtGZWvxyktTRXM0n
36HBQBPJadA01DERx6Myni0VpPQQJz3Rt9MdHms4a7OAkHBUfWMSuaW3GUVowIPNAbtcD76ys0S0
ygvD2Zn6qLFdrjcTiFt0Vem12mXlhlHgnCzpgj1V7G2URu3ZGFTapFOsvOSAMC2jqwmcbV4HMvLW
5qS1S8z5+FKJfcmJdW0JoGTMONNfc7i4Jfv9pcj76ip0m1efSNpD0rYnqSfatew4j7gBSqtoXtwp
Pg76nkONNDVMt4Ko21YEwlOSKSZnxCZUMCInx+eD3P75sn533V3cehYXMxZ/dkgYEy6WY8pVv0cJ
qWxNyo8tiQs8vRmTTRNfPG0t+8bIultfzFNov5ObEiT/ZsrKYmNrM0Ut0Nl8IzcXyWDtMIUQf4zR
dHSJv+zyYlfl8o0sBVIVzeDJT0W95X52l4GorBUmQXNBxnq0cxuTljthGptSLa6LrjK/FP4ZwGfN
zolYsjTdVJN4joM53b0CfWpI39+NnZHvp3qmUgNBTxWAcoTLsz4Mhx6gS9H2P/qasbHV4+cMKOdW
NgaxRY8gRedefgnr8ZqeyQgikP2CgfGPoJ9g25A3MLezATn6Vbg1SoDALuP2wgbJQ771VytQ9Ft6
LNd84gZ9c05ecx7vTVK70J6K5Z9PkHbxvOQmmBuakF3YoLqI/i9OkCokQTMpR0mJmhZMTX2d+FLd
FgNd91EbPcIE1nkPL6d0CRNVB3m2U6b0uIxuQ0zD69TRj4lCipdBcN9C1rTRPvmEl72R+RPyHJ91
bfNA6XJTECk6F5FSRz9r4bLHtesHwTpXebbTUF8Qa8xwAtFdT+DyJq2of4Iy/zrOGYXOaNRgSIOt
OTkwDic2YJ98Orb3F8+WmYcDnsHFeIM48eL4jS5RoCay3J1b6aYXRSr03bb/msbAan29CJaIA0YU
CQ3OygxSrxVvswmS9s+HXggF+s8fiHnDRS0wn1JGNdgRcW4bfLSLqjSt4JZ1pe5vCXHRIXXXhMgg
hF1p7k52UnnmrzZNGMmrIIpCLyveRKoXWAvgVGMZyA0D1bQ7l6oh48rJDQ9m/kY50x58ID+ryLdT
EqUMgDdQh/uwdDfv2bBpx13RaVDDO3g5rQ+CMGzWXTIEN5UTsaXirt5xKo/xUL/mRR4fsUIV25q0
E1/Puc+Dzt87HMlNGATAVkVneHZF3mochleDhcYlIeQXaDtVMG6KvRE7Ny0Vxj4UfM6OTM/adL+r
AMUIsjGrYm8ag4AbERzalJeKRV5vEI6QVKAGd8Ke3F0e8vDPEHGgRM4i4K1+vzTIdvbCrv7B6Wb0
EjNo0Ef31WActE7Tii9FDkTjIoST5MJsMcQt9cy1DnlAaokTmvFZd79wsMOjIfs7XzX9jdOH0yog
ERKsc4sNXHO1K7torLVPtuyj76Qb/C3mTsxhf54d6LBAiurAA/Wr4vTTrQEJ0XRoSVjTmBLAFFr7
dO5cBGMceVpOWqKmDAcCM/EORMRMsm2StKbNL5k0LWq9aJUAei0SxT5Ogzsc8PQQx8XTdytaYKB5
C71chH7o5SS0Pk+6h4HOY7g27ppM/wHORL9r0/jFmeZUeQcKo1ubxNBhCmrpbnl2T5bNM4vgKdMU
OOCxtav7xj+lExjnRkLljYeeM+mSxiRifWv4WbGqQqIjC0f066EhssGclPCm0DNiW0y59XUSYNnd
6B55wCMP0VbZTSZYcEMBih3mDjQm1Sa1Vp7qfgDbziCI6coAldOyv7jNBI8zkPl+jES7snv3e2im
xUY6fXJF0c+ss0yrRRYP1Zltc7ax28ThX45MXRXi1/0O11wo82ZnV/1r7xDYGBBBvXStgsQGOZLh
kRfXNC+OpkVSdOTUB2NIaBuP/YM5lfhw5nvantpVV2oN81To5J3uWPTQ7YMpatpCfW0zlHU83ayO
apyGx8QWyUKPgaFDJltpWsPM1CL4yiyygUw781Y3OqjNkhlI0g4zurpldDFE4NIQCDIyLm+mdn4L
wn4cBsq3pIYdwo5tI97rn0V3JX3ki+20KjUI/cjniIoGbsAWR9/l6Wz7qLQ16bd03iqLGtFpiSZz
jMFz/MTd0HN58jU0pnXtJ0vYAtFNmjZwr2oeX4YLl6GMUF4p/qJNUm1DeFd3FNqoPRoECy9C/UFX
guFRr3VagXVGyikF00oJQ7ICukDf5HbtJX7gX7UKzeuCuKPUKNnXDvedHG3oBldFnME1V6zJI5Lr
Wih2cFSz753a24vJ9K3VkIjg6MwfOqrFNcGOxHTkBC/UjkYJxi6Z+DXwzSTclcDIQToWg8eYJjjp
43c701ZjWWrHpJuInonBnFcmsQxKLGddeQ5YtNUCL5q6s5mBPc7j+KobDFAXCo9yoYbbpnaXqcTL
02nDkcjLZq3LUL1VYE5o8xeHZNZ7WudWazNuh0e3aJK1H08PiYaBzpEK0G9ZXbs6H45kRP8pbCaY
/aoAfy604+SSHhpCzW/1yPJIYDMeCycmBDkPu0NnsMvlaRiFgFm5rTZFbckr2yDBzIkS8wnROXJk
CB2HUUclmyu1+qX0TcD0iX3D+N2ETUGob+3Sn9DMeotVnFRETSemZHC/573Rgc02Z/4Vzm6aPndV
oIl7WzFpdYyxftCs+GuRNoFHpdZQShI/Ga0pNNj6l9OzWbH0lG23IlKU1oT/lnV0Ddg1vuo5ke6l
ZbQ7o1a662gCpJxmTHlQC3P1DcDDCUtmJBlsWzFoKwJMMRjJreWE5wwl+LWa50CCI4OYl8YovKQ/
Ov41pzLdaX31zRGDRYNSK3ZpyzrUKZ1xok3yrFHIZFZT73uUY8dMQszH4TAxMrXguDJ1MpQVDLKB
tb5mtgu0dJ/2yL2i1jOq/kXm5mPT429IYmLOu8opGalhNCMPvqAzfnp/1aEmKFJl1LImWq5aq64x
R6F8NYeKtQrN5jJMVY/QPDI1pFocp5qpjZER/mFA50arsy90QYYMF7TaIRh0tV4SpniYYsZ9Jc4L
iG/GftKQZTRtR2CEHW/SAINsJipywjSIv1Nu3zG90a5D2uEOwNclU4p0308Y5qDJqTtN5JC9oTYs
FLWH1p/OIlDhL9NZIxgVy9ai6eqj4l62shyPfV6Bhi2ooY3uOW1fmozmDTsWou7c5DSEkDzjihMc
ZYDfMos8xYrMGdYL5C9pHFFVxtd5ZV1J246vIMPhS4h6feMbJi+TIG/IeAiWWW7chz8oI7WDIsa1
UMtqFys589vMvaoxb2uGs8Wh4pPuDGM81J8nxomY0tR8mYR71WnAzGSUgAYwmmUh4Pdgg2y2QiJ+
cM+CBC8Qj80+U2oNWSiPW5yfFqglgLhsQZ01OkZ9aZBcd1BtubSjSln7IaNUonkNjKgkJfSJo23E
5D4A3nl12lAehckcOKPJ1cYFIczwqmdu8GHqkZ4rXbxWkxDMaWzZ7GPaZW4Hw3VqSuEJwhKy7kdN
qvxNMinYpyuSUjJmKGMSlqsUwUDhdMm+qi19kQ1TvHTQdZupyD2HGQ55AS249Qy/kqb2xU7EFeTJ
/muvPA2ZPZAvAmipRXTg+tZ9Mg88WMd33AXuIhJUhlblPxT9stJWCnly29rgd/XAxDkKLsWN7qOW
NiO3HLJ2luR8DLJ5rEPWXV94dtK8qFG+H3gSDyN5erO3i50fbafZE5kihXUJbRgMBiS1/RgAUF6X
NSx8bfJvnVLskwyzo90oytIfSDMZh2DTNsXJcBB9VNROm0ozl7FpQRnSV3pk91etVBZBBNl27KaW
NgwE87Uv229FACx1nsKPtfElcJjvD366dc3kjBRRXahK+9z2eBY7HgO7PkWY3TXlHF4jCZce7XqJ
RV5b6cmhUotolU2Ol0QTmPOJjJdqRKI3JK2/ZipgbbGYRah61+ow4dRUu1Xx1HcFrGq6Gytc6LSy
A/3cT89628wBt20046m6BdGxxhKdWLPuy/G16A309qn9qpnFY9wTCmgNaJOJ29woLuUEMu7NSDAA
AMcvUWhgj6j7dVrVXhyBK6fDWqB9QK6oD1eqGGB398qzSahqZI8v7O0RM8LFJqB0a6bDzpU6musk
IbVc6qTDGvVDyAaOsoIEccr2rsMxGoTFN6BMB6ycNQIapA1E2h47Scsutr3YIHGgLsNsXUEkk4JU
vpzB3RSQsjAo14kknL1wlgpJXI6TRUTilhz2NrGW6NhueqJLGuSZy7hJSYad8GvFdP6RlYfXRuAN
zsIfSYYY2Di1oXOVzs0gUegvUVscy1EhpzbJryol/a7L8SCCK3DGkrvRmS96kL1UbqcmqBoe1xAn
oTUmbnpnO9l9YVdbuyseGvoNCyKf41Up2KSb8lQlBTiSTN2KgIUPYHJJpiW3S1/G35OGgHk0GtPU
PoQwwDFzgNc3fOb/gSJ2dhJoq691nsnbzBXbkKVgZSdQ+OO5G6h2eudVRXhfVGMIh9qqjowAuSXK
ASD7VH2lOOKR3VlkIIXiwY4I0rM0ie2mlPt6/qOriYl2JWC5KJOUKvOP73/x/ivvP/78Y5zkPnJo
ni5I3+Y/e5iNjWu9vP+enfU8x95/UTA+/PfvvP88liqGGbZx7z/9/MXZ8rYRuIl//vjLW80v3Sdu
MKE/8/2thny/zYFCFmXGqfj9lfWm0Kf1ry8L02VFIx7+zvw13j/n+3/9/Jc/3+yXVwmEfi8nxPi5
3kUTkhmOh2pFKoU8asn//ecXn++Xl7z4nYsDd3lofr7O/BVJDn4QNc2oMTgiOmQ+2xD+ZtV1d81U
eNvFqAN6Z3gRabulVm29QQnMJVqraa9UTuuNHZ39Sc1HRqUN6Xa1iRtC6/ob+CWeHmf9cxa2mzCJ
XrpEHtOKNmhdWOoyazaVmRgr1AKPEKfIuElad602RFFHZdCstaF7CkIpjk4GkVTt/R25zpJHm2nj
Hi8hJidFjU60u1GnpKK0wsJa+eG+dgt5lTN7t53iynaz7MYQ2IHcZC0NtmBsQMK1G/raAqP1jzoU
wV2sfqt6ID16QoyMrIjNIPl4IPhkIgQdWt/0AvvpNoGCFiDY09RiAEuAi5pu38pwWU3jdDimVtzv
Ug1OYtWTX1AZt9U4zyF8wurcAVgZhJ8oVbd5B4urJJl0hZm49ZDYeKFpn4m1NI4qcdOOFefr2uxC
PFY3rd6SlRFKYlQ73BaFw4DcIOlGUe6CdcWOjSAO01+WiuMw7eKg1b7CdLMdqVTTm1S9j2h1r6rJ
+e52rb5sDLE0apS4dr+zuXQWjv6aUrPpaM7sJuw3mlWU69hJA0ZuzRHhhLF0dCXyBtlW5GZF1D2d
j85POWVDKa4Vd1dm/ZG+xouqdV6utqsgcclwrNkHhb014k58iA3fvfq/3J1Hc9vMtq5/EXYhhykJ
ZlGisu0JynJADg10I/SvPw/47XPPqV11B3d6B2bZEiWTRKN7rXe9AVoRGcF8etjKfu+s6IYnKtbC
BWFdsjb24wT9m1Kx3yWqyMFoy+fOSXDZTKPgOCfLza3YUN0qvWSkg48+tvokjp+aZGKO5XzayNKh
/FCIiKBsebXA6U4xPPR01E9hO+1T8RiYSf7gLo63sVj1GMKEeAnW7nxOhzKe9VLws9HJZgPdk66O
rctivpc24qVQ46Km6xZCsWCS47vqXJIWYoE9JNYUHuDJorZY+lOogDwyJpkLJqBBU/ibWnEGLoYa
N6FJ5uO9XvQN8hYM7Kriym6T2NNpfuys/Hc5N82+Np3fyVJkh3mZrKMl/fAxc0rSonnF8Ex0bAco
MRfV3Xhrw7VmmtAwVyY9mczWPPgzVBBcjGRiLeeKNBnPU0eVFbuK0NwusuPEwO4AmtfJyudLE7Gw
QpEWr8H82zUH88QP4RCA1w2Rr+0OGdOPcSTTog++Cv3aa10dsYoCwHeG60LexEggtE4lx6mtf3ou
lWSTT09Vk7wRAfCbKZLbB3qbBcupxOk/yYj3EXWVHMeA+NTMzUntS0MGuonnbBu9hi2U7Td8cVn6
Tk74YeMnoEbiySlstSJH6E3KEufsdpf1TATgg3IQ9xE7l+jxXkN9VOiv0AQ6a8hBrCEx9HbZ7M0q
+LQHIpLmCiCJMd3bMJTP63hgURN+54Gf7x2UieWQkl3yZTpZAmpq3HoNryWrUzKP8ITBl71xMTrA
2TJPx6e+GpZtZUMGD/GVOgrh/WhUwKbhEopieSnizRzOiD3VZPZ28ptVZhcZWPNBOWRF4PdJyfxq
d9Mh/6sS9Drz7J9HZFM7P7D+sgCnLam61BCF+2EF0z6hzj8k0q13yggQVzs2fgx6ITbBZgFCRcmq
ats4APy0ydhBLBbwnI1jbfVFjTHLNL+0lXvWPkK0XEbwzulfUrt/iZqiJadk+ag8p96X+Udkwpi2
mw7NVlIc8sK6tsF8GLV9tt0IFNUdT96SYyZh9FtmimSDiYQUGsOtD/1vL592fhtShHoALU1hE8ZS
O8FO1eMbDgJPjij+1kb4HEoMI2Tikquq3V3+MtRCEKGK0U27VM91WRObY5s7hgVOYP2WcH53g5QP
dSo+o6VuN0UKGwC64FunzeRQ1EUYGxMYeJRIfzfrbj8FiHmDVlPP4LbZu4AJltyRXC2gfA3tDcZa
SsDtY24WH1gvMZ1wpp8JtAlEyRbJGWphdK3Tj6J0/9gClS7ZFB11kX8uGkqKgdjiF0dm+wC/Y6Rv
O08EzsPAHZD1xtdQsD9MwTejb2hYeru9jlISJ+xhF6HOpviBk4TYOnYysvktp3QwbqbIEdVa8H7L
BGhOExSeBMzOsqRXB6MJP7J0zi/CrL/7FHpCmmsEVUAJnwCXTbP/pjWhnonjbwbu0FILWC8E2Ld5
i/9gNNHP1sxJ22I+msUY+5WEUK8SNLeZiS5BjkdVtddceT8UAO4+kiWjjwCJbfJttGR+KfF792ee
q5xsq1uaxJxArKErBPU3uHCYszIzjLeI2iCfCEJed6ztPV78KQZ3i7mf1NDsx+AsE9HguZu1MWW+
CDvgPJjhD1OiJ4Js23SXCPli+2Aawq3eBrU3fFLOHHZPWtUcQd3Ynyo4zZc+W1u8YbDPspUYvNDX
h6qct6ojFdDxR/OQu1T8HFVnc4BcX+TwnA2y3qESBbFhjtXRk+lf4kxOEFWCA6UI2/LEZFsPPU0E
Cd5bEzSRUC6b+SNM/qjl4DSz5TIX9bFNx1PXjKR+1xs2TrirfozUdoi9Mn9PADLxAZrDrZ3PN9td
3ppmBBR28mnfmqB5bN8T1G5DjOU2SJ2zMWTE8CJR7/0IDjZC901JdPK43qRmlFQ7/sclIf+QeWsO
3kb0DIEVZZHVfLBIv5RlUNMsdr4zLTLwag8EBLCiZwwDlVZNDyL90+QVqWZkquwKu8t3YEIvBeT2
g7K6JQ7mV906zW9w8Uqg8IRm0Z01A9rPtEw/lUuyQ1EMFEeWuBgzY/SmOyV6jbjuq4NHGNZTJdl1
fANFuGH/9to0ZC5SOuelISFCODYi+zojmU2wNYz2t9TK9+E51bV7pNsBqMPBvx7mGYPt7jGPvOJR
BP6pL1CcUs0T0hiYxHsLZx8WR9mNxTmmccMyvDaDS2QX1wVD5ONiEpGYHGDPGTsI4Qe/6EfamYxD
4odNj7DBqadb+Hgs6PytwUhIRmPcO6rbVp37IaLpZWmHD5ExzhaZ/6lILdkb+km5CUFoOKibGSWJ
iyE9FL6LmTo3Y+j5BKYAY6rsyef2JynEf8SWAJGfR5xxuOKdw/CJ5yehxUsQu7NrbdlJzFjQj7FG
rHkrZ73zBkhrgYUfopU+tLN8Y06AnaQR1TG4/4u2brKvV8omjCchEdW6SxKPBS9HdQE+jrgNG8rd
jTNuB0Gk11JcPCZml129esJsbwT7bMEjmbxbxtNMFmQ9+PLc5IU6A90CSje5T0JaB5ryzxfVyHi9
hxxkBy2DpQopRG0YHUds57ynNjMqlRIKgC2ZzURmWjiN2iZWbku+eUQzf/QzYrR1ZJ7vD0FqzNDv
KJ0KOf3z4CcabWJAWqG3GncF6wM+A+dAm85xQMG4aRXy/NbBeqIJ7PNUkaomZWcRvjrkl8l/lzl2
f1uj0t9h5+5KRwVHq4zmczf3MNCc9oFcpf58fzCQ5P3zN44rouQAhEiG5mvEo3qzIJHRLvqzzAKg
zPVvSEMYolpTKg+t5Z3cYRHnFFjqPN3f4f/821F1EC8pFlwpoRnq4qki2YwdBs3IKdqzr5kCNjn9
w8aZJBF4Mkw/7bJKdkBCS9Elp/v/2TjZwPf+z3+fg74NdRJhO+1PZyDrot5Eje73Shuvrpqn8/Cd
QXN/ztbv3580zzDeZhwJietO2KDlYJDpW05oKwgk9Tv6jzQwO4wLe8boDXmsPT6gUO8W4vkyD7fn
vNk2gojkJmcxNuYoydykrGAFjB3YIg/lUFdn/Riub6p2E96OjkBeOvKLoiRYDsBBx3++ufbvXEgG
hfOXDp2OGZhXtmchHRJRZc07Ydj9PK/95/2h4KiIZ2CrDTJ5weBKiXNdFDFs38fCr+GgdqQlUsUh
20nbHkEIDyXeEeSNmiFhqoVGh77Y53yh2p6M0P5eelqecFcloSr0zohrfgpfkKHdsH6lRJm1lPJ8
fwDPji0VUCpPgjiPKglBNOS/v3n/W7X+sw87Jimr2K5RDD0zY+EQX7G1YJw/hqpjlCM2qbUiOHZG
5rp6b338Pkwtv3PGfWcH/NXgV+KHkGhGQpuZ9kMXKIONMZp/05Yv63F6rsJLmZgfboVvJ7gGKK/5
oelrN1BWb/bsfFq29eGNJC9Lchij2n9J8nG/6DkDOlcnauI/bUrd/CP11DdRMw51Kn41TsBPgTE9
w8D8GLBNga7zPvtUIMH40xxJp8UrTcaG+MJf+ifkS5IFfJrNzpy3cJZOddhcDED+bTgBmWOwXF8c
uSZMO9y/7sCor6ZkZFdqz22wPJSZpqlbv/Q/DwN4FEMHlZ0a4unvX68CIQ5GQc++fu8/nppX6+K7
/8r7t00lg10/u5//8bwxGuHX3794f54evJDYPfeKUSBToabGImJxqi2jhr/Cm65EiwG1RzkxltCV
1hiDuluM94AKAEV2JM9jb8ahcakLnEp6ZUA7rczrjJX/lrkgfiXhU9L7G0gWNqaQDjnYKReknrAY
ISTNddZJmEfybxnRw5rsbg7fGkJGG2MuGBvLLnjllrPMv2oktrqbt3kzT6jG+yu+fsmDH5xx9Cc7
Hev/JRqLF6duyR9fKG6atizO/lxc5oG0QQ8T9G2/Ynf4UzDH6OSXgOZ5aKF8Crs+AiTYRwOdMW1/
QE0nDp7nst1J3PThKMdIRvTOV9arVYj56KqUojvhLA6pMRaO64PjPzp9dJwzMeCiXh3EYMpzltin
3suCmHAFvGXC+ZjRslAqwrjOIJkfQCLp9aX1Nwhm7lF3iYeSSVLhFN+6GVPtxNW7gDN/mT5NKxzP
QVsSDFXJve37v4YqvAb+8CxFdfNl+tv1GuILMiNO04eOo/x9Ku2DWQ7eqQid7WRS/C7DQXrheKKd
fa/70GY2zKAOg7Lf7RB+CNtJ92IdBAxt8Mjd8Z5HGXwDKyVvzQn3ocy+imH6xm7PW2xPmKDSS2TZ
GzEKNwLYO8W8X2PtQ9Yh95mcuv3YiomZi1YHKF9/jN/0WdNDEfpvlp9OO0ioQYx24g3FiTx7LnEn
hsRGwE+Dv107JYdBX5NmgLbWO2fmmDUquWDoSY0s9SvKJIZztnWw6k/Hd38FDeJPD1yQNKF82a1c
aMk0dg54PU6Sr1yqDosRhkhqTLpD3tc3oF6qXJpzJ9tNhn1Ug3poEBHuPaNhiyAw3TXzm+FYPwIn
u03peCsgA3gVDeXkZlGcJGkPaUwAXZe4npmE+66d5k6U/mXp/CftMLwqYZLYnqJPtue31GII3PTZ
b2M1H3KEccFZAGKSus71/N0tKVczZ7ohtX7ufbAK6b2Y0/iZVeO3JsuugTcfCzB7r+gico/rH2EA
/0yPJKoY3Bbu1D5g4/+Tq4+80U2f/Sr7Ra1F1nGTneylfGCjx3Lb/+0P7YPypz+z5f5RjOTZoH/O
FYS2wZuYnaibbup+a0lcD5AHPAT18lUP4d8OonkHkSDqe5JdpXVzht9wYL5GC/3hm1RDAbzDRqlF
+2sxUYrP2Z85LAHPSFHapnPxmNXO91KvUIDNzGIYP5bInumJCsgCYcotivRdYMEMwf076zLfFWYA
yN46j0tqfsjQz+ICnjA4PEm36++BL7KGXRHevMwkMYf9qxWiehiYJgKd1FsPR8gNXJ2VBkgum4+c
3WxsZrfoBSob4/PAYUjPC8eir4tNd3orhOwOjW4Y9Qu8LuV3WZnYLiyfeViWO8WxWls1YN+YRJd+
tjGEJCXb8BDLOuJg4Wm6QXc8z3DIrWaK4smaH50RrSwEg2Ihf3LsxYM/M9iguX7KUptT/albZUOu
eO8Bef3Ue5AL2FWw7lk24tM0yU5mRlQbMymgNffXZELDsQsRL6GVxXaqqH1N9RYOxcuEZYUAeZ1J
wi3Ik8NOHegXJQ+7FQuwsChgeWNHow+P3KUrT/hUTMOzcoyfSRS+8AkTVbxGdY23JWXrwajIWPxY
ZSShKvmkyuSM4P7YYgFU4+DR1tMHABOBBn8hPzcqYkIQlC9tu7yOUn92hCxsIqs6j3n9gP8Gxl5c
ntGD/2gBYFlo8GjgKufZKZGoBDL6Qk0wbPNRZdsMG64hN2HUeOO2a/LhQCQDLNcBKsnPFC4dGZbJ
Dz2Z487idVTclZlxI4VwU5oaQg3zSuV8AU3gMYlOyU26X1JiHQCuU3SDT5fxB3Mvc9v7CbOrwDsY
cvjIcv+dqQUgmgJBzqvpj2wFZ6YVPpt5elDiOz7t85Yu65E0hGth6V9hHn3MKaNQJoUQ4naJ9DRF
Q/NhEApEAEv3K80KoMAu4eDpxX4ME2s/AOxvl4j21B2+MUxyt1MRdkekCsi8xhFem21SPcxr7Pv4
m5BTjFKUvvW+KTdJViP/RTgWzs1fE1h0dVzGISzhpoRNsBRiT5v8podfRo7sSJWYedtSXqwxYRFB
6N9X9WvdWwjHBKS2NqsUUgZK4Hok/DnIr3nUf6aNNWApaUZPKWjqhlnyl8VQ4Ij6Kd/ldVuf8Hfc
ungE7CAm1LGB0i3WBp9nkVgaNigQqLadh1aDs5rBImICcR+jlUZvdsk5Db3HcPbdV7G8OmMJU6+F
XmHBxvMSWTCn8He8y9WDAHhJBf6vhKLmIjRZ2e2EVkQl00GrVBwdGjHcH4gCrhwMAZIO+nqLyeOW
nBqL8fPwt7SmYxVBe8rLmv3Vtjvc1Xi+xusCO7OaiFm5xqeF6K89iyD2kOxXgtSAUNxhPFBu5rtI
KQBoWeaXxlueBfO8h8iVwYOfC3uPtgQbKOG1D1YddQSn2tfIrr7SMdAEGDbyNDMTmyKC79X6ELa5
3M0Wlxftnn+2V93JMlcXZPjhwex0c8kdGsSyXJEl2JLnvlLRfpVhLlVtHcHPnvD5iWBE8hDiQ2vY
dVwLLzqUXrCc88GBEwSsn/o44iyKQ9RyVQ0dYQAf4yh5vD9YC8w9I4JpTgBMyOCeSNhpVSVC+txY
MnpIyK/cV/6MsrAgdXaE9WuTm/IwcxhuO+TeG7edl+2sBvOVWnV8DU6ES+rX0CsbBByeffFVi9eY
ZPo11lP/Jq253qOKoEosCvsQFiy5VHrGs9O+p6oNbvd/+Km17K11ht8a6ORdb1otCaEUuDaM7nIY
9GOmM85Vn2qmMx1OOsnH49sNQT1j82dwZX5w7N5/qDTKKqvPjwj4iRMWg96aGeSfIEHJHszQ5lRi
ENKNLKICCd66weTu9GTLg23T7slC+5tp7F1KS4Phei35bSODYd0y5V9MMBcChebwMOFN+MpvwRNM
YrYomHQXword0cL3tBnnrT/5/M5DkufWA2aE8PzsEjIjtqlc5Bm5PuaRFyPTJ70o85iMzsmIkBhl
lBNVgUOZmjEv6X1iKMWL1OQ5lbm1z1adJSI6hhjauM69p+Iwo3b3Fcw76DEy5jZz2VKTozHjlkhI
1AJhdCcFJ1M+8MOOme59PrJD5wPEE3c6gVHgiT+NsC8gDyCidM9JDqFycAZqxeCcVu6tHYuTBfBH
BWUMqJc+QpPe4y7oVauNv5kO20nT+U2OQp/HAbpzQ1yH3RR3wam/prMIrhl2UQct+6dOuw96qJv9
HPTfy9H4HbmTC5e03qh0pbe0FQ1BzQcBX4fWNSkvVYP4mCKQcPCZHUarL3dZHvXYvLbNiLVDNCeb
dkjDOKOGc1qOzQZRSx6QnNWn+S6sl3RTje7fMiFQUILmQXGaH4Miuax/tMfpWwTTNhGR+MwgiTHW
zPqpuoSJ/dYt+fIUTsZqO2c+Ol24mZfsu1G1L+1gbAgLTSCyENddLhXXiDLFZXYW5zlbtdu6dgwB
amssjWZurNx4DNOvqhgg1Dpkh+dLq69F/qtqvOhEsw+A6g8Dm9RCzB/JkogfEaEZvnctG0FH3CPJ
xr2WRKryDPA6wNUq5Io1W+ygJjMy/xOVTHGT6fRNJJQfmVLHhrTNmDDLh6gY6t1Yu5dlVqtkGpvN
iJLJtzBtTkuHmIdZZkdnprMuahM5ZJ3ubTElZ8evuCvNSr44ln0s3N9JGWXU4DCuMZEA0yyym/JG
45Qwk5apJbbM9NEpZdZlKOYwxu8QAlY11rsajHBd4+ZOOUDDOirFZZHWXjQcGMscnjLV9ScT8VXh
uQx7Rv1cWdUtE7WP0+qQUnNY+QOBsMamnIMnzsN3c+6+cwuZp8yA6xnqPjoFFkEQLUiebbcfNlOo
g6/kF8kb01l5+Qus4lVtMj8shXv1VR7SBVNfDM300ZfYl/kTrBNmHrMPOOunHb9Ljlu/YEKi9Q8x
9gpY0XsYTOQDbkdHZeNRsGGKnCClLM6srxwsr7t5vd7OQiH+CTrMPhv3pDRUmvS56UYX/bh3CTtj
60FaZirhfVYwIhxvDFGYjAi6G/fL0paxb0p8ZAcmErt87uIkkl93afz9E6sbOe7K/ClDmJQMyEL1
e+cdcRqeNl0YXAY+2rjpsR9pXUrEysLupaSygmGO+hOGCDgwIEXoFg9D5D2PaqFiWuXEd7GfOUnv
4rPACbCY1SbwPH30YPQ/du7L/Vm97GFoRmhasSmA7N1Qg4zZAAMqW11WwiSnmYaIYIeHADPkAzIM
qoIifLScoY0jQfC52xRX7JU2SvgQR8rQ2kaQ465tNDj8LPYCUuzv0kwzNb7SpX6j12dmpjHbyJJL
aZUUm6hp2vIrIx/1aPmAwYO2dljQfzUuJFYoLdk/WntrxAd2YoDbrDY8CXdAl8Ou8rVsDhluRy6J
zquVAAJwRJrQ9AzXQ4v0w+kmZN7QRnftUm6oAyXXBvFcGnyvAOO2dJhv+A/hi+t04zYVyanC3DeG
F3XGMtPaDChglQ9nNq/eXEGCCRkOjNqgOrjdeMMFayD2mB+/Z6wkfbcbokSRGcgzg5KG9r6llp6o
cWFJvhdj8pZKkg0zZkjQ1+h21VLFeMn8dcYx2tZkZW9HzYSmREDdIw2BZ7XVUIwMYf9mP10lbOXN
6sDi7IlcQoxSIWUJEjIzqBCT3cZ5MT7knvMzsNiP8N97bDMqahPH0NRmn8+YH0Nn5F7wnozJ5SLZ
3otgkZBNGYeD8TZXaMq7YvkuFb2Y3zH1MXIuttuZu2wpKIwMWGbDEK+fDMPIYsN1ZyQxG5gnw/AA
4DwEkAuduiKy0cq+7ueJFsEJr6fTUtxG2/uVkXu56SJ+5A7f4XlDQ5h9zdSSczN+yzTXzmoNA6Vm
gxwaEkrO5Xu0iyfXcoh+7Ob6UkSFRW7Hsh+UnPd1RpNL1CdtajUZ734m5/NkuUdhmo968IdrL5S8
tszca2amp6Bs5tNaA/vVJG6Vw6aZL+53lU7ubaSMNGe7R/BX7QzHHm+lXCc8OmbW1sTTNBfHRvnf
h7SvLvcHY1Q/ssxIz4QEeLuqzR+MlHi3LcjcGFs0IZdGB5/ZZECf9Rb7usxmfkw0SnD20ReG7eNB
2+ZL50l/z17iXRyVXCCjUA/NQ9zR4h9FKH5ExPJsxWARzMISlYuxm3wOyXVRmautQ6bcb0bAMLGQ
6+cHvHb2FpRpeJJrFxCUd/kwRyeGPRFubnSzsww2EJzMkwyPgaiiAyA/fknw+7bw/OLVDvK0lCie
7rRbS43O1rJxR1BcPQqDcRNRJkxrp2b3drrD3BjlIqM/bsSUNMD8WzHCBC0D1AzUj89e2T0Gc4qk
TMc96h5cWWGb9jlraTIeWyoZKA4UTZVfvrrSa6Dh/Lm7EvkOBGyLbn0TwB3itXULztRiJyb/Q3bY
BTEj1/sUdk8ziI+eyngrZvag+0YEvNJiruBEm27gOE4qw+Nm/9LN2o2qgN4/J2JGcPcHzCWY3VPc
EjCI9doGZsSpDpj6g6yNu6B+qk0sS4jYE0cTlwgqRfgitgujI1+o9yJ2YzWMn5aB4DqhLHPxhaHU
Z2RMDrqs+jOqF9i2I4fq/XPy/W/GBDfNtdDM2yiG7i8Y20G9Sam2zCl91xSCMaUrZ73CyKSuiBIp
k33GEoCYYv3BsnaOuSdjo3VRYynIEmQAUrTOAJmo6kAUuFdz00OeSDbmfcOyLbaaErqPlKOi6mHo
kHXMTINTWzLGy7vs3AfZ1yr+l6Tw1A2rCSItZG/L+Cf9yQzH19SSHwvLCo0STir/XoJmz9C7QPOd
uurNiseSHatc2B+bfd+IxzJaOB/DU25l31DRD3EzIUTDFYKyhCe1MjgstUfrm/TRFmztj4mAHbQs
jM2eLT95rPXCnuxPV6DrZRtgB7PNYX56KSQT+AHDZoW9tyFSF6t+oY9/NFIEgoEFYW7dr8ZhP0KK
gLPP/jxgIAaOTdhUT8mHQASo0i6+omG53iF1ZCQOdujwMUq3BYIrlthw/YdgxSnZ2gk7XL3GRFnf
ukBdczYZokm/pKUEMmLeTWfWO924zPr1sU6GLPaAzzfGeh3/2RPVdDasctpHU/FVMbTaCgexTGXF
uT06+LJBoPAm7DBWi/RweaInyR4FU6hNDW77OY6ZQC3SpntSJpfPGs2hOREt3DrqTw6gc8Tt3LyF
rflnnl/TqLV/AFTAeMaX+SF3/eLoObrfpojVY9ILfrWmWZ1b0Z5yAh+uzjye6pHmL7Jc+zpS49SV
hmfdLskh8iPukzVt9B4sWQcs5w7Lg43ABBlfkirO+wEfP6P58hoLA4+K+3FdIb2lfpFi9m7bzRVP
gcepxQ4k6Ucstzh3zd49gX3T5CiLsR4487SuHs8UbFJUiebqTzZHpbNJ2FScysATvuKOc9Pwh1bL
OajQOftu+bnuh9wnsA6CXZflX1mQvLWleCZC4Ztcst9V5R+zqWFXKzy1AdXYQprBqtAPXgXltTOB
EDr5iuxXlLvuehOJmf9oaAH2tId8rKq7JwJ9t0h9Wd4dZQe6W7nRC+CbyY4c4U0aV8HxfmDjM03Q
3QXRXLFJU6+KCwYeqriMF7sPvzozPJVuhDrQPmVWjjxLdr+SIWTNsrhM5b3NIXNyt96iZ26ietms
SUQ+nvMEDHL4hiNL22WQwuFHOA5iavxuo+N679qEU+xrXs5shG+zZLvrzYL4XEM+4tHNVrWWE/jO
712BWjlsnxKShLZmg1p6AOr2UvexhYe3ub/ye2Bb4S9PIjReFV5tjOORv1FFdDp6tFdt8KI5CJwA
+aaM2OSwZ3Znck5Klv/diOp+u6RFtEEgcTXgToMtcn1TRAhKFcXW69iWEsjxCDY+/PXL3A/zZuyd
GGEJuwP62rjG+KO1ou2yuI+GqPgU3KBnAzOTv/lqI7l+3VygWlG6Ei43QhWCMtRj7w9sx8R0ubpT
ouL7/7U+d2CDwx5p06Ydnjlru9MFpr21He4klV9RRK0oPYdO1hDOHjp47dvAIY3BtMRns+0UiyJE
01T5PRev5gwjfPLLrp1zX4bIx1afrALjtyoAUUzW6Gg8Wwt6p2LZLfUaFkA1uPb2taGvZev98jo6
laTmfM6AoIOsiw6VYfo7Kp+PMUp2Rk9zx+rfVBWSgbs0N5QJA3R7RQrnZpcQliwGWvG6okQgzzEO
MD9iuIMgA8d0TGQ9rJxZspzi/QpXZBDcaAXWY5PF0aJJ1wckGsZOC9RnJaqNRvxouXK7oozesU6N
rdx4zgcMlIhPYGrqKlpGnLeS3jUPlsh5o8Pw6k7qQ65dVtUHFzk6CwoKjunQZFyeTbcCbXdc6fxr
srnpe9c/qEjTsZWUtQIVBwKk/phC8YdjqaGU6AjIeF2P090fqR1dXu3f+96Nlg6gwYLBPrfHUTYL
dSOXbHac11B0xWOwuH+q+gsbs/kbY1BzCR5Q0UHEr+D0omQ+OWW+nIXVl6if3Sj2gqLbQmsonwqw
h21VdIAwfoB1EWkRqdWGr4xzts2U2TG/Yo9QGHoQ6juLO+jkFiSURfN7qRYSyfsSEs4yMOInS2IL
eDjFUHp25mQlV0OzY9nB8hY6cKK4+VFrjIxWRKSP4zDcLF7jpQggsi1ef3JzTOj75WkA8dLwlsIi
wWXa6k8dshx4OP5hTFEN6g4/DTwjrDwvkZpG/V46ijM2pQBC3NDiUdro/SzkDdsjRC1LWb1YDsyb
lu0bIQ1BE66tiutAB791APEawyRmmm7xRUPgVPBJ/rH0+f/VVNC2vNUK5/9uKshRj9Vfn/9vT8F/
/9B/ewpG/0K8HxHF5P/jGvjfhoLev4LVLNAPA0xW/m0l6Jr/gpBmYawSMEY3nTXU8d9Wgo7/L1K5
bHM1BjJD3Kbc/xcrQZKiVzOD/+XmwaEb2ITweMDfTNG8/7Ri6OnAhRJpdrYlmkLGkR1d5KHEM/WM
Hk+eWSzegUySw/1f9wc/s3a9aRZHkuK702jBku3a8/0hbBcA3PtfTegl2M7pxzJHiuxm6BQlx3AR
tj+kiXAmShuWrPbizKn/MOrcpuj3rqYAIxthyC11RGeJuzk/XjwkM256M/pMxvtPSY2nzMxxgZQX
dKCHDdpEOMzgOs9+rfTr6k9z6LS+KAVz3EeLfYI05eF3UU+x1WIblQlKSsuL+6gi2t6eyyemhv4E
z4AQvU9zPqORnLYqqh7akh9ukq+hIwQobRMsYjYQH9XeH0D+fS3quM1LZ2uHC+RzyyYAYqUz2V4y
b5KkGzmK8UqWKTKH7DT2WIVNRPBtQ4Eno5FHUEHLbT4kcl9FGN+O6Xyw7ORpTjM4BCV0uB46JPy6
P479Fg2A7sXSwB02sLAaSJLf4L4A0AlTFHBX0GdBrNTd+E4hmsGnwaQrtJe9ai+d05UE5xR//SJ4
KYVtn2SJ1H10scJyghuRrLeQRCO5ak1Nv4MbJtotYsGLZavxEJLrEersKa2YKu0IoIWGvLQX0eRd
7C9Tcp0SlHeZnSa7QgS3wAiQWMJJwuRleOoNn03WonIhgJM8Hc3nUSblm24KtcmtaTxzSJzr9qWw
lP452OxUzLyjPDkRN9RuLF/CiegrajNz7bSrVyrkuAsFM/JmcGMhgYiidOX9Ru28A9STG3yPkn0t
aVdxrJoBGmF5zc9oGLMjYZyAJIH7FhHbBC3OOLljeK17rID5aC4BpcYl9Zw/o64xS07A4yaLy2t4
xi0HK6xReDE2O8wm766vSEXG39In8zYYQXDG4pi4QUP6LeNRnTYLju2Mx8veetaaSV5b2NlbaBDs
tMCYsAVWcaKijKylNJ5MRl4+Nvsnzxy/z8pb/ou7M+uOU9m29C/ijACCAF6T7NValmRJLwzbsul7
CJpffz/wrrN3nVuj7qjXekmnGkupBIIVa835zT0Z4Whv8J/QvgJ6PO/ZPwF1krQ8IvrZJ91M8bXs
yk/cPHOcc6PKBISakZtzbDgvuvJ59ZZDnuBYBBWThL2e+othmavMqX0CQGxz0DBh91xnXosjqXCc
+alWfTB48jMPzeKDrMWucW4GWaCGwlZr6uxWmhSLrvccLeW7CckTkFIiz3ESLseueopowB/pX559
u8QgwWzwYilajjbkmTgpjg46WtoOe8YiHL3YmHY9g529H2MDNmbrSA/8Ric0wwkkv6+Kta5rGfTM
nXEaq0C3p2GJHu1JIdhQUIIGlCz0AgFTcEcFoCROfZGea+boQVPN5F8KegSUGMGIDbXOabYNcqHa
8y9OHmd3lpk8WFNdHWSQJPZ4X8wvKA2Xk1O3xBF7Z6swoq82336Xeum9WIM/tQcPAx+TaZCGWMjH
qeBELgpf39QWdgvfoK1b0eboOMa3CepemP1MRD2oSpcoeQEWQT86a+NjVHRfQnPY94g/oigeDzZS
H8pxXQY54V3YefCOFc4jFtnlgfLgzdDxt1RmtJ9lNSPsZu/Wht6x4mfUTgVXRWEHgeWy5N7BihC5
RKVimO+L7xHGJBQPQFEE+5uRzk1f/GbMeB38munAHN5bCB2ZpDFJcTJ2W+3kqqCeF5QLwgAcPaPJ
aVqC4TsmC1jIAylpO22tmNwd73o8Rc6SukeZkxa5qAc7Qb9Tqbo+ZENHjqtRHSvf/0Vf8W1o0vZi
lQx3E6t+MGcbt8e0NHuG6TV25JY2h0yBDTr2fk7UJU4H4zjP8/cZt1OA3oLhmwuUtaj0QWD5tyP7
ZtSRzZ1ouq0SbGFNOfZHLyuY2upzBw7gsQV9YYfnFGP5iUCfetfNjErqaL4HHgOawZ0wxSJCMUGp
eZ8jW6WKHk5nhsNtTLewcZlhM/v+bHTyE8NEehNqTOCVUWpGfN/cPvMO7eylaMgmnlCbS2c12TF4
MBkn8YPopteI9HGiZM4O9ex4zsT4ewb8eTAzeTd2/ozGjOo4BZ6iy8U4lFPbXLi1fBGM36vK+XTH
V5Xkb72bZV9JWEDgA00tkCP6j1yggPDBbpWpfgodRV/XBypS2v4N+zojkKb4SNrb0cvu0pJ8UeKX
Jqr+dqLDOYTmFaFX0Nc4kfMwYu9gkhrh17xLvdY/C+dbVETRVwGqgYYdq0pxjx7IPgkaM3Tqxau9
ClPa/KAgjuFFH+rDFJFYjkrEW3amP7u0HEZ9mhP7q6gKerpxzMJM4G5fT+7RRXJDuiNykqShiVM1
H8Y8Lwc7txQhL2N4FHiygzxEsxGriTbv8pZIosxVQlDG6OBoSoePij4w+ChkQMoDNKQixciEASGz
tSP5F9haJogLOf0ax2QPY8bkXswJwinfTN5sekA3jjI+HQ+KR4a05dCm9oKfET+W4zcN8Y+43cYo
TO5GGsQO6HXCA+zHyhyLS4SyeOc2FlwFxUgMSNRe1RYT645erFwgfuu0pGUAL6Cg2MgbfBkRXqQT
99oHp4lBgLGNzEUF78DKL8Zgj/sp8utbUnzBihEpQvhHGWRDrjAAiddB6Dc7EdxCuvIgbNC9ZJeh
k8nsnzExXqp17o0OAKZnZaeyNvMAGWKPMse90JR9AtrzOHIaBU53I9aejUw64yc7OluOxrMv0oeI
Ti4Ei/5e9Pu8X/qrD4iLvDGPVWde3rKai1damqjMKJ1Rsndv3HWcYzm3IYJnbmauI+gbCsAr/ZJh
sDHbHcsmKWrIMDsC40K3K3HaYl0ThHKV+MiPAiQ/Lkjob1P3gYw+CVqgI9fWMX+xRbppQnIpU6NJ
Tw6A1cauTMTonrjgSsNqUBBF0qxhWy52gkdTwD4xnPxlMov6uLiZiaRKhPftiDi095Gvue6Cxi4F
xVhQKwS0JU37jVeJotJHmJjAd3ntHIJJXP8kIwSgA1ZVBZcOfINAlo8b5crlRVtWIEZ3quUisAgy
FoRg1BUFK5hn38qCYRqiOu6CdWQEQ5JRkY5W9oX9LBicEtOL8o8w74/FQiu4BWl4ItYN4Zpz7rSN
V9Ix71M/sW4E/IP9COKy9fzqrLp+vzBzvKNNxPmJtGsUqOqUACxZFVdDFwx7RuDa3Lw5M+x+31jY
aKGclZRmZ1uL+Ma3F1JfBgZ9rWH9YpDcYSFRH7KXDVkekHfLbLw0ZDNFuHx26SjnY52RqCah9eKV
dg52WjAd4/3EXoIEYF06c9cHPNI92LX8mCzOlUS2N2SfpPsiw0no5f1hdjv9jE8OCcbA7XH7sNGY
3DRjbm7yDEgc339MB4rT2XEuPRcHDI6hDNK8+kqvEDupmyy3o1jX79zHsMlA7uQqwDiIKp8amzkp
VoRjhsnzlaSB66SYzTjkFlIcdymZu+VdSpNo7zhxF6B1apovwFLqfV668SpXhU/NNqVTTXqjSvfR
ZI8RhHisDjaHvEhZuYs6CTkJq1fNgPtuCZMHu0A/Z8iOm7Ahb8yRmdu+WRN/vdEaD9DlDTAf8AZC
xD1+Faa3i5X9oMMPmSWmNaemsdjnvnUjzV7dUog8+KDKDiY6+L3yZzqj+dHDPHCnEni8XUOXXzWH
rEOWDJwRS7g+sufovqHopaouYL34CUWBqL5W9PkOZoyeux/Lm96s1O2YgXfrsvYkXX44FgnLs57g
Xr6TQHOxYvd9BpMawDexwZ44DFNQNacjy+hE+y3yU/uo63i/2EnMK71rjSW7FyZ/CJ7swIkWTrOu
w0D7EdfzfAXikNLa27FxeGuZWJ86i9uq1etV7vUTZa9EKVDctLSTGHDQkMGnG8BkU1fp1GdyCTs3
PMWR/unQtbgjwwhRIWPzdJbhV/LQP0FDNsfJSfp9YjxpmBGvsaOKUxJ/dsYkjkPTTrfLkt7khnVj
zYzDGKBmw7vvFPqBrYxY/OTObRDWaWw41K74R1q0Ts3yRsvG+T6n9KSmrPwdHXAY3nHMoUUKE410
szzUvcs1HdPss7RF/35akv3iHwfAHqUL1VKMDEiYj11ahRnaG3AiLXTLcfL+tBSddXTMchcqVsZG
dy9R3dGaXyVpXKRx2fpMXDiPFv/JjdE6R+BaUjR158YFcCcBOEqvezIEc3V/8uX3ImWKhMc+SY3y
EyNToDTd9LbGFe0QgcbB4UpmD4zZH7LPPN1GUfLQ9lb+3KuEBdrh769No70yAcgDw2IebtjY0EtB
rcz7Elhc3UhXa8Ab8ACQZgUO/daHWo1fhwQ3Gtv96CSEvg2zCacTDdFgxggwjcu7XRePk7CGWy21
dUzQN+6KTgZ5Va6FFTR6lHdcjuZyiEQy7QBsfmEQMuLWyV8LHAxHxeZ+kpY6tg4RR6WrL5Ou1TGR
Ds7jAnm6Uta33k6yQxyO48XIwWz75s/O8/DxucXvNGuOcZsmd6bWDxabbarMDBh5anUXHepnPzMB
oMh+2ccZ9/jJdglS6frb0sJDkxcNEEw7pLSsoru67n7VuN0P+CYPTu5C1OHNTmGEH5iHgy+t6QD4
Zd3cNTTlUDy/ti5aJp914DhJZR9p75t3XrtrewFWcU0b6EsDE7crD2tqLbEV31pmo8FiSCauwvoa
94raUSM8BBu4XwC8xalBieUyn4h4bRw2/atLzJduiuTFRWzTRjciRN/V12xhxAHNKUFK6HjUvvYH
5wTs/0kSHmnJuTmOCeoiehAkeoUz0siprG6YxlxdxDk7kWFPTyqUQUYGlaEGVK+c8sWqkl+LxY8r
bPKyBpuLf4Lc46XfLQuEdh/2t9HIuV2uQQiiQOYEtlEiKOXHU3+r2cWrRvHWuAOXAwNoON2M2+pG
fFP0B2KwnqGe68BpWmAMz8lIWBi2lSGYzeGxVJZ1bYRhXVmniMLZPl6Gyr5uz7YHhMwESg9XT5E6
MRtfgK2me9+Izev20DiNea3Wh+1DFm8zENaI1bzIrWu9PsT5KLkdtfG9UmhcmPU6VG3+I6jY8LL9
tm59CdtDbWMMINrh7xcheoHBAYr9YXJDJJXrw/bs//RhN2LoLY3u4q4vUBSOuHbud0jv5mX7YPv0
ZGEjzXT7S7RmuY0qMPMvFE7ri92e2Tp5yCnzj+TC2Pj0168aMFc47aNLvr5pRTRYf94ksHGSiT6W
cDmk3lX1AwIM33bT6xA/9r2kP9NbiCkN0Z+HFtERCw8zQh62ZxC8/nqGz67evqOnALAOVguVUo2I
zKlme3QYeNHsjgQ6LaoRfbBeIzzTcbja6/+bpo4NKIdJhj59fEJaq7LR1wVDzJ+HCcM2esV/f1Jz
R+EsYe7MXvcRyfZ4DXHwUUbyjI47Y9V/f66kWj+D6A/UFI7XXpl/PeSGbo+ZlzxjE6Pd5ppPUUPK
B90/EKDxaMIE1MnemuCM/v1g5qK+UmTX18bvxz0whnUaoRJ4a0x6eiOrz5u3Lx/yBstnzukdoaaR
LaY/nFol4s9y+PMhqmtz7w9Ns9sMj5vJMeNKvJgKFUo0XvE6l6cmTm7hbI1XWMWo39bPe1UGfgGp
ImpbbwGC15drBYwx8Oq7bOGRcQycz1l/wLQB8fVulC3G1MkhT6heHbGGC8FgHMcl6KK6v/79kFtT
f0WjOx2rqfyyfZ7fn159P0gFmn24NzbOF2PorqR1x3TxRpvIXLNGb+1ebdQdiPTjISg6zLd/P2yO
WyS+q/ln/cqjvf4EEwjONVl/YLO+ClRQaNC2j1tjxqCZu8Sot9Vz5XDepRLVvTEl+8hlmXRHHDSC
bVJZki3hRWTDxv2rP0IHS/yMNd2UH5oBB3P7kb7Ion5aDd1ZN7UvY2bchbqD5YtTwAjnabdkED4c
QNnBCLGQyOPw3XPJ7o7bkxbaOQ6p+bWx/W9zUY5M5Y5GAr+katJHFB+YB7EV3sW9hPej1GeKe9W3
msNEzlSgHO91dqJbO5UYsqjWgbCO/hHjVpGg7fC4jgtNly618vscsdoxjXbiPCKIBYczeggiSAdU
3hWleHqobJC7WAd2aOL8DKgp+umB/QUOctnmX6vas/dR0f+mpBsug0NVamSv4CGbnWKYGoiTzmdn
j90M7N3aLmcygEMn1EfSPYeHFOkII0CvoktZMfo3iFttxuyYtqXa5SMBzzjkp8H+7G1kiL3PfmIF
mqaW8S4F50U1K9gHiGdseG97PTLxVL4iqO4Vhc8CNU4ZOz9nw2UxcBpUZhyr0b10fupcPbiCmEla
deeW7SVLNSMtfafbinEcutMAgSbzw64ZHjvsJZ1hvzRAa5gbg3mEhYer/9kYquXkEXbX0is7geEC
p6t3+PfLQ/WufbKGmEkf82tRtt+ArA1Xevf0NgwLoan5PtjcVV1lYecukcxE42uKOfoZUdFOWeMp
83EL+/m4bjvzL1PkuPuuTI9kMYGk9c3pAPPiTWMWpMSkAdWr7wxs8h9KD++lO4mduepoFjfZ1YuB
NWDkYCANm2AxlD94w8mCTw9evvoXLRB+dnWKtPWpC/01gbhmMJeOovARhv28nwb6nr7pnHqfBght
id2kUKq2bkilj99bMt6gkqn8A+33h3I8h2JSe0eH4mRXbnZCpZ3CTGjjE57KX3YGzcOmIGe2sHbX
9JelMZazaWXB0gzs7ETtEpOd384Sz5Ld+S/sECZ0GGwxe2qEpPugV/CBFE7uI2eqgpEOI6MQbiVx
Uj3OpHfR5egE8FimIXP8olssXJ3b0qiivxp0ZXxTmI/MFPF2oCAc7yjB3xfb64+qRuJTwBTtVbNX
UzXe2ci/Do6lyZG649Li7CJWBC8d4g3HeZdFgtxqeKoKpqmTPb0Ks5DHSK/54EO+NxyBGdTlNOvS
mM5FSuFTGQioyveIA8M+3NlXUSyPAFBp27BjhJV6QawEYmYGNQxUhSFUET4vM680dLzqaLqkxJlO
fMfFtVtHGTlkQyTz4Jt14QL7BEecJwW6o2JIn+RjXWB4td2IbCXebnoxNpgU73uENuc2rHTJ9hwZ
BbHXOyfF9TzQ6puVEd006ccsPdhCNaRUE95PRBp2EufmFzMUb+QCfdDYLkmBR0YKI7L2zOiGtfUA
3PhEEXeIW3gxxsTWLlaABWLIXgP33hNZDc2ODMjnmMEKW5NPw+DfMGZCryf0xdy99p2w1dHLjZ+O
hOfr4uFux9UlMJmvBBQseJ38bE9t9KzGEdhjhgAc1uNwcMljIL9uErjR6D/7LMPU08gTaHTvVIxw
BvdEXs7XOlbYXXvrUZy75tBVnHlh3TiXCicAsaHqe9lVL+WU7zOXRImsgd8TeQ2BBxIjf+bofYJq
bFhY2K08Sg8lTA474nYKCuMdVpXG+zrfkoZ1z4JlocBgc2PZA7+b1iSby/s4f8VnDjugbV6tJcUq
Z2vk0BhnOzNZXjFXVfs+tOisLc6ltdR9Ndu0aK1jbbfzOUfHLjGRIR9uwYXjyzHhp9APKVCgJHca
liCbLqxiOTm38fwjMrrllIY4c3Ktnik8v4nYNmhjTSdQtkAQ4vYARkfv8iK6S9BPEZr6bQCWFTh9
DvlnGl9RGNNNdq9itNmM1L55cmf36yjNwzKLk7RmdCbMY9jwOTVb5ep7letvDZMDlJMZwB79PalG
i32t+dRNELd6y9gVTdgGRRWNt1oMD/APftEMlFoF8cou0JK+GHNLBOwVEIR0/dz2he0hWSF+iHzL
axrlr/Q1U4QQVCnbQ9NQnA4sul4R0xabwfwmSt5jZ97BpXgqim48RU7QNuMV6A2guIrKYHsIUfr9
eTZjoQNEYCbwiUJzX2/KCHgMFqOVwQD6EcroRPwocr/lMhANCxuaTvMQynDP+BPyIyO/SFbL1ZXd
dM7D7K7IufH4fo1Xgts4AmIk6+UIMqLO5SUTYqbCT6br5I8NyysI4A2NwE2y+8NSUEgkkFVVl+3z
zZJbKPBaNvUe5N6pOiwD48kkexohNR2FXfiYL3wKa7QoSHIB/w50CgtcOz6jrIvrUQiprsHdgtAP
TRHeT0tAsZhFDoFg8fKbxRyKGxmNdETYXkWwewHlQWlAblLBY1HMZpTVpQcZgZRQ68P2bHsY05wt
1fa0HCLQBcj7RXZTJjSGpsw2mQ+b2CllfZ3xJOGco4CbzWQ40C37jMRKDDEUmO4KEsf2IVs9oqwN
TD3zSP9jPWQuZqM/RwvhyHiSaXvbTG4D4t4HXtqm2R4SxkzDPskCn81fkKy/Sk4lvfMIlzBvRxqN
X0SRGCdbkmOehiBsZsrCvx/sklKxsxJaudvT7SuzaohfYL+QZXFxE/dwLHWZ3Jdx/Z6t5+Qs4FMH
WdLeGfAdj//4XI8YnBgDcmBmdn4YCKIj6j4Gqpzd5vpft2fMo/vLUL6OqbKvrJz2tdARVwL6uVXf
IP0EIMT6YK5bBDhf+EaB3u99u6A3s+4i/Jr9xPZse4BaZIFcqWrEzgBeLG2c0lWZnKQ4Nmz6eXCS
TmXYRVesnPTybAy9Vk1cCm09ynrZhxFaoZZzbC31t4eVwXa0Ive+WLd1feL9qma6pNzWL0C6E2hW
lOGUcGXCuVOttb8bdS7blom2warpYGAHumVaUS6QdtzAVGCkrBKwxd8PJGLkZzNiC7vhUnhfUbUm
CK80Jw50i+bPg//vZ/bK/rHxBWMBib3jlAz3mR32fwQkamgOeabq836OFxc5PLKXc68kwRLsEYt1
t+g7ZALOEX3c7UBEK1klX2bUHF3rQkVifE3nox8Z4lOS1xVoEK8tnZvGNm96RkA0KIsJqoHjFFf0
ZvRT/focuytPNSJP9TTM8jys1NKiDp9C3y+P2+8ZiwJ4y+isSx4UfAm9evwCEplxjjtQq4cVjV/Z
82K1PHsg+8ZtI2Q4cKUB+3WAW672emqIxKFu9WEDAnEor+sN/krCa3XdPpRl26Mj6y/9upnTfMc+
tLHQjItkobRXtYgfkzHHtpAdSLcwGYoZPHmaprA9/FDW/JQuKXyCdRfqOl59zbMIKtH28RRpep4t
KDVbV8ONm6PxrmkrbBKcibTO/M/Taj0/285uz0wP9ttLj5u3WeXtZXulVU5zOLCt/g7lIBxh8EGM
UbbzOYcm2fjHiF9SidmGGHnefvo8JJxK29PtQWTJn9/NqKq5bg9WN/FC//5Ya7sLSrl8MYbsI47I
kBhj79TpeaXyrGcXZ4gJYXExzuG0Li7r59AJNjtcn8gf1ndAugNEmu19SI3ubZEmBqxp2on1i/Ft
iRgHYfCg4EB1QTVm9p9rc3uJem4GlLToTNGCUFsW3o9wrl6IDaOh08zRSa2tlPWjcE4+EUNjAVjZ
QCHjQ4xWYReYKzZoe6nb9bJ9uD0s6xdwK0GO8em5b698ItwcEJ916xMAFskcdQlHFxP7elRm/Lkk
hiZsAvU4XHRRZFdlc8kXA/Pwen7jDmbsYAXl+KzaL+D/8qb+ag+effaz4d4sTbYPUbgr2dPsJ3ot
aHDbO7Tuj1QQNCNZuSxMaHtkvNgSm2je2Yr2dWPGXIPG1ap4V61a/6zpa2JkKJ682npLe/UOwOC+
AWkKLCOTJ78u8XU6zm2eLsuphprGNA8OSF3d4JJ7dwabeYcjngzEg7sCD0kwx2gMuuIDAjAeHw1+
PIfpUSKsplMidtr2slOTyJdhvrGb8K7K2U5azogEfrhPx/yD7CLWWXkHDrHcgT/9STu+e8KLaGmA
Cu0Uz095KM499ZgXNbgp5/LiNka/dz2s6G2u7mjTP6KVxDvyxXTD6VBL0JmTSh6mnMo4qXsAf7M8
2BYbY4pUCpV+vNRt9ZMrkuAsg6LMwsjJnRnfJ0CwNvA65A9MC8hcaBwMx7hE5rIZflTi0XFD+ROs
4cxoYh3xVNSouoj23iheI2k8+DQuDqmZZRc19r9Nn7q+ifWXqSHGvasM/7hdjDSdh3MKIGoqW8K9
SWHZVhG/tdIl2J6SumNdmvmCDIF1DaPgg5kDJYJ56hMX4orLJmD8/1aiKZh2/l8lmt/bOf9efv5v
Es0//+kviabrkO3sukKRcSiEzQD237HPrv8v2McgfB0iGRHx/S3VtP1/geUwzTWTicLOlOSg/y+p
pvsvDyuFyenpSle4wv5/kWqa/y3VS6D2YlBO4pjvW+o/sxdLMaRtEWfLuV6GcT9Qe+0G2V1nbqnZ
jG+vmoB9AGJzgg3Fpyd8wHnmejuvwV07q08/Lm7hHFB6uOn/FOj1n2nvvhAuuVTwAvgzPan+I5+q
z/24R9s8n41uuFogt3a2Nska7seHmUnTThYtziH3JAv6NQWduFphjPnH8Xz8o1n9Z9LwehT+KWXl
CBH2ztGQ0lHSpKHF1/+Rt9g7ndCNE0/nuW+Sk9Az6rMaAShroYOX4rkGiV1E9j20q18/UmyGB4fs
kp3xTWS8xDwccVWYXyvcDDACZCC8pAhqkX/k/Yc06jDA44qZJ/by/yFwzHKc//7STcqeNVLRs/g7
/P+MihyI7daz2+PQcbEMD9+0yzaSbHn2MFERpJNyAq9IbnAUiH0kyMITzU6r5T0R/JW9kT+OE7L5
7b1eMs38JkUbqqCi8vvOmYPbyR6LF22K58mKWwpOJGc6fOdNss+Ead64Jb+GBLEvICTHc63xC0yE
d0cCa1MxWERJNF5yTpBZ7OgZMZkjwYJoHmGjAZkrZqV1Toq9Vz/Bf7CY6pnZUS1yz8R2ZPBvILSJ
aIiIBb4qCd9ldjfBWg4FelzgirRcNKZOD0QkjHFNe6m8yKH+GkXGozFFNWxBvicvkO9YZUc16XhE
4VjnrOWPh26Hwz+vP1y6Kf3kNHuXkgg/PFy+BTa/449XRYITVu31nVy/uwV6pNLH2i9cvmdITqlB
EyCrWyfoJPw0M4tuatc+mIbwcWoo+gz5W1S6yTmOcSnkIWMSbUW//ahKL2MBHXPwnPhkhcNHNMo3
mvQW7FBOltCimM8TZJCGj2XIT+uPEYLtrshuXFX/zIXM9nbqZcxbIn8XOw/8d8KVpIPJDCP/HqRT
wGyZFi7EQZJNX4GaNQRUUR750AtkZd+6qUX1utSPjYqRYGBg2nmkPJQ+e6fQp0HefZhEfsTeA4K9
HZ2t+QTzC33X6GG/QXuV9QwXuhoerovOrzdCfi575DkkOG67Slean0H3FQ79Y8PlgH3quZFgPzx3
/Nap9ANu1X0N7tDws48WC5MNGwqlIS5qG690EwMdYzsOnrECyS/OOLy5JplUjppBLgYcWnjpN3pW
H9tXCpPDpMeR2b78Ojccc38ogmHJ66DLFotZK0OlWLeQU4x2V47dixTdiPBKvhpRBlIszI+61OdM
lhXMuTLA6Lkc3ZrLulni324d3U5p/mJJj42tA8BooERV3jpuahPmQ/6BBiWNvP4BVzEdOKhYQUu6
4w5a5n1ociLiYNyNJq1KQihtUqLEhanaxFgIlJEGHLD9BVHCPLYqZzwxGA8jnzM1bR0uTJ08Zutx
X8BbAM09y3ZkYjCSM1IwfTcbdGYcuipTARidk1mzLLUGeX8jOt0Q3Z4Ru5cSX/w+JFi+xOiBRal+
7PCrHQg13PtOSBHIT5g9Rusyaw5DtZ4Y2o0OZEOBB48KnG9tle8dBvSpRuduCQuReYwuIvG9XTfx
/dFhmJfmZLlOfQwbD/CEMT/oJX9NHdO5WqP9wzKBSzfzDOCiqF7aFrWeHn9FA4b4GgEBvKrxtZyd
LqgNB+7zQvNZVDXTXBoqlc3Zm/jlCJuzeOkLBrBJzn8syvncQpdDoe9zSD2aGdsyXgksVx3u/CPp
e2SIgFDDUbE6BTiVOMxuHI2URKzijY/IxAith8h4lcL7OThkAebSu20bXEUtYrA+Pzr+8Dqspk0v
ZUS1HZt64Pyo/PxjBsC9N7xTZafwAen/1gMXyZisJraIX0BflWF2bVJkyh8tjWg4GbN1YJaCr7/G
lwxKbZ8+aHdE/9Jz+5UZl/Z2RIaehZne6QF3/y9nip9ayvbdDM3Uk7zqCfF+kJw9k9ShfOXIl+EC
UReYzZTz0+MxOxVFCDGFY1RZ6e/NGeUieNypnjelRooMcGQ/VS/MUT/ljFFuzD5g2dFEXH8RVQpX
9HRdS/ZDw8l+ykXy2nkNPHpuL9tpwr3BQicS0aTvqNkXLg0NacP0v6djzBw4ettOkWVkNctF9Lur
kJtB9ETBEx09E0+imzwx9MLMWJe419vsyCj4tyW4AdUdN49h3aoxc+ASN/MHx6EdQkv20EWAF6b1
ANoKllm7zyqftFSN15ON6w6SFpBo5sjFvO9N62e07p+XJC6C9dwnf5CFQOYVfwN/J80OvtgzGxnl
ty430ZdP4WU7McOZm3cSZb9JbhFQEcvDTNLfsVq6H+RI13BO232jh6/bWWT7LCsyWr7bcfbQtt7B
JZACbjKHs1lP8C7DjCeX4nbGXY21kparqubVgELiZsu5De4ZCbmqPqzcz4Mpyo6tVu8lh468Jico
1iW6auG8FsrcibnEdOJ4vAa+VhfAaaPmZxm7PpGVOcMHTCJXwOweOjR0OLg2fd5TA48H8vempuPz
qtbfPFc1mp7sobDLD+Qh9PdR0q/+WC04Kk5hgIrGvromgrCTwxXEIs/17uvm2OcLLvSI+04KXsKE
FG3KEldcmn7KkO/RdYPSROxCz24Dd8jqQ+PwYW9FtxW3PhWTAinxSpDbKJjLuuhnWL1NyWI3+PGv
NO6OHVxROqwJW9TCPhLz98K+VwHZKT62OsCYOO+ZRH2MHBMiBSzW+xKq4EqUczED29O3vuGmkmbM
Jecu+53Vw3st3cfCAcxS9bczWUapyeqypNnvcnq2qgrOXxN+QPlmTXTrtXS+1RWdW2613AZR5UYT
IYc1C5m1FJdSzEFM1bJf3zMsE98JhThvf4iBlL3Bgp4b3IUWQSHdtOTpBROS5+Cvy4L3NLGsE8pd
pN6IkP4qQbDy7FAM4uZlHas7ToveA0JdI8py0weSQU7KshlQcZlHY7My+V6JQ524oAmeuLfJZEpq
CItSAPB0J8cJtN+cJZjFDQXVtpxIKyWrwowdOtlda9/PjfHJpkRzdXKp4GPJTuSd39Skj7NtmL5F
OSbUel1WzZiDlNW8O21Vf/gRq11j8x+te0xZUJTjhfWM96IbEE/VBdviygzTAEUSGiTqK9sBe5BO
13iiabVdshZo8ih1GgJwVi5hxA+T7vwZeUiKlGQh7dmKBBRiTgBY7JcvM5qsw3SG8g9cIVxL3UAs
tOYsM58O7KFfqzH/7XrcWh2f86dKDEh2/m/2G0en9uM9UjW249Zb357dGW2rcKMvXdzBDhPtfFrW
On5CoVn0+XMNXftoz/yRZRWdY7wpncWqTE9P7TNRHXtahX7B+5nFLKB6TiLONbTLStCoLzhhyq74
2Q3Dk9Xg928SLnPk4zd16nzD3uxpe7lf9ZTrepumJonolUvve5hPw/iaMXneNfp3mHPpLMwrdvYE
YBupGi6c/qGn0AOZGf/21t9faOZcsJSVGFEVquJxaPOPNC0fa+NHPiUNqjz/oUq3+2gFPyoWZxcD
s1TZB1oUb19W3IeMlg5rGoNSrIR1KAZIUgnJqBJ9ZGRyrnZ2QaumokTMqhVnwuqjZbXvjP1qrsDc
9r1YIuaJ3p27LqpbPVdNxeNWBiXWe46nNdgWY+Yqz1sNsi3iacfN1UzFl9Du+W8ZUmSRtR+rP2w9
lMPQvfgt09LS5BKxS++ZeenjVHYfKRY4ZZ20O5FB+GIzwowWygw/4u5crAFhYZf93GpfVxGEGhrc
w23QxpoavCZI8Mx6UJPQkP8WNef9WnDnXfbus73BuUQJqUR4TYbkd2LSgAwBpM6q+EJ6JmBHuoXy
as7tI0aYYzXM3P88dtp0vGok9jhf1hJ1WZf/JcvOaIdKskDWagPhwOSa73Ao2FrgOIk75yMruJHK
WX3F1ocrg/daJ/kHLJP/IuzMlttWsm37RYgAkGhf2XeSKImSLb4gLMtC3zcJ4OvvSLhO7HOrbtR9
2N6yLJEgCSRWrjXnmOC7mrUQau+O9Ex6tz72b2MhWCM759xN9n25O84aG1fT6R/hMJ9qSnA2FEhd
E/tqWdk9JpNqVbrzFwUKwQiczRnjajPkJavXPsro4gPCBcPAJ5rjiw5bLqoy+V6oBrSMMLinZJrx
ggx1C/AJZaPzQRFQXxqc7QindAiz9i+z+NNjQUA54pyLzLwiYtfSP8u5j6853scBFsblJzLC8aiV
cVdRxRR9+5rXDQoPdX9JEVcW8U9VL9iWf8s8Nt30KVcJQgzc/bw3npwfCAUfV/Y4fJbdPQVStV4+
5jl6xlUN9TAJZzSg0RWR7EGzMjInWXvqvribLcdKm2wfi8rdo2Qud1X7Ww8Yn8cGi3XyrbZIG3oq
LGivcma1W85jdR+uLQsTK4eVQ+ggpeU6SO8ijWdGHqj3E0qkyez/UGreLcfp6dSJXW5n350YYOIP
uPkbtc+VEbiVEEM4W75TrI0vkH2to+wuFUMuZKPpWav4ICyiiGuH1ram1R8itt863fsV+f4j+b5X
EI5UDYaCfjnZVwF9Zp9w5u6eUp0lph5u8cwkLo3ksLcAD3LZ62qXEpemvibjepYb04ZXiaiZkREd
W5I/HZ95/VJUqh6A0bJdL+0RMRp+g2XTCUfEUbqlYqYgNKr4PbWDn+icL72osBkiq8E7Erw53CBX
vqvBU025Sc4opTGVx/uaFMSyNqd9FRuXHn3pBukprnhDI0ovFE9F5n8P6FhWKXwQxPPpzv8kIxah
wsBV04fBbhwIYCQf6cLNmiBnKrGWGFAzlGQQNjMXu+2A3CtwMpXG9IspMXgHznMXFXA9JC7sPQjL
OHFeFyGfrWZznVsxSxgzkqjKEkGvjghPkbDdcpN4pNgsgrlUMOmU1yKLSn2LY4IAUM15dNQo558/
KjUx0ZcJijRn1IFhGROhwzRAhy9m5S543bggB7Ye3oR66uUgApNi5bBoCpdv9oFJ7i0MvK2ppoYZ
8wXmLUyK1UhvoBBjooMoOiQpk5QbNfLq1ZB9+UM3yD7OvOjwz7f+/gg2Zh9tg5pcLv8ER5Zf1M2Y
HbAC66Jb/18Ps/zIPz/8z4MtAXujGoIu31v+unz1z/fIlvufQ1q++c/P/POD//a9f3tUkg/pVNGp
+dfLA+fDIw7L0O2f51kOr3UBnnQd4KflH5Y/AhA1UTKVdA21pj0vD552vpX/7zfF/yr9eDwCcZpO
BpbhSDhaSnZ4boG0bAQoRySmzOoGGbTnVI3olr+HrvPcVx5TZSMvTn7QmnuZESKthKl6dO87t9vx
XiI17UNU6C1EYRD+zql3Lcb2jtc5J46b7Hb1zeWPus4YxoaJBuNEaCe6YCG7uBT3dDsqMCeK2+Ur
llP3FFcEzY8drFijvXZgQHeEspoIWStEyDRkmEENzyZILzKD2GG2Tf07pfStAjYcxxBwSjv27L7c
nBionJzcjBwpqSd7rlteoM5WJAdhhs0A354/HBD7ELVdkFmPfY7Bim+9ZZrjf/XTNplAlzQYYsLE
a9chgiTDrPItdgoYJGjnh5Kt/NG3QQkzYmF6Y6KtDgJVg2gV2V3ofaJHu8XUHxVQSngjT1yrgos+
poAA7U0/8Zakw3M1lGjM2uJR8zIGgY1Ppku5deO3UA/JQ+k09IR9woLm5ZuWbFm0ZFg/NRWnLi/o
41MQOzD1g/RaIR1YoeXo190ws6UB+W6m2OR6e/bIBw2f4K09iz68zpC1IWX1h7k3XwkJSs8yi0Nu
dB7Ri8L7Y07Wb69wIYvUGsGzMv/y235YkYL+u873BNCM27GGmKghsQEJfLWT/rGtDKrgHCdFhLpl
dFh4CWLYIKzwjowJHgqUwkNbsikVctzI/iszpuGlbVuxFcCF2N0Bf404ZNRkJ7SAhzIwsuNoS/hG
eAUbeIRPjHQw5xlUgMCeD3kTA1qrjPSQJ/4ePQMKVs8FdF7iNjeb6GVEjUrRklpn3W68FQziGCFM
T8RcC0BAgi/pUpNaYPppRgM36EEgwqcCjb2WtD9foA8OLXq++fQ45JpxcBMCkGUN6FNxeoAo83zh
R10P/hbc8tn3O/hYAF6OA8GPLch5ne4tebTD3bCagA7MAOLw1UTqgA4JA44cEJ+k8lJ1wiP7xEMn
WdSHSng40Rw2mVXQfXEE7FeMAESyqM42fIJicNiN4CunlRF5uMP3lh6dUl/3CLltOg4j2eZxeiRz
sLslvlk+prN7GbpNAWGaKJLyF/04WNeWtx30zj76tbsRQxfAbKt+szU8gAC6W9waCRv3bnC2wZwG
aGICNIFD0vBUNTDaxIl2UWicI93zHgd615xA+CUaveYtjHemPhxsZ964srR2dkswWm8bd8/OQuR7
1pOOhbVotY7zHlsOetp3kimvtBHenIC0KsFi4UT1tXT8h9xwb0FAS6TxmANjTG81Od3Id/9k40pL
xYEyrJU/MMiDz3D7a9WO9LIMiZCnwrEcY0wv/Pozk8nBkND/5kn0ADWdR6QZsPMlcsquQfwYEiQ8
CEjh9Wc0J0hjxFnLHE6G4tF5tPDT7sifF4+GgkmH1d5rgwu4AdYZLDrFqD23OQkXPTaOtg05bQM1
WX4skCKskEpwM3PkvCowgXrU5Yemdn9Mo5s9mcSYqO5c4cwtRKf6T+5Dt1WbjtkkYaWgi5DjTwt8
pIrJPDYbLFPXRlTNoe7FboKc0FX5g59gdJt61Xv0jSc5DA9Tgq0A/9seF1ADCWTmQs0ChJXe0WvD
7RwQZNNLeOg9/K52sMh74wAiu90H6L8uRZZED6ZksArPEqhxepWEULB2Gv22BLFxfhaDZb+CDCTH
wBl2QRRc9Q7zTh8iLOwm59227Df0AV7A7qVsh63Wg/4z5fs0+VcquY0/OCS8QlZYFd5+jttfwUyM
VXKD071nqcPlIiGA0vsrgx8uwz0iU/E0DfR7axvxiTj5A/FE8AzEoCGxQTyQlmG6CUX9WgGpqBgF
BdOhi8sdCShMONgjIsG7RDFQq2rAJupsZtO9En/YrlNuYp49Pmdt9FtYwzYOyscpZ2bQTysExlmN
Ca82kGAaABXxUMmaWsXqfyfRSG+iLslhyv1LX9ufluplaHQYaa0zKdE2eKeZkoHeNB+qssJcZtwh
Ij/1qnxvu2Mw5J8+E0JbndJEQewug6dFlw5ft9YGG9zV3KXzSweKoW0/QFvjoIG5UTVPAC8eojq9
TRrLBgP2BxL/sJN9RiZlsFk3h0I33mVoPrsoxELM97ZA7VA5Nk4LFUPRRvHj2NbnNAmZA/QHa8CH
wHueN+Uhns2fxDBcjSy8mIR9mg79A0b642YuzRMqeXBP+bOrZ5cmpFbDNI+mOsRVtpqNAsdlRJvK
UrzGzH0R7LnAKfVXGJ44Scdt0jTvmi7OOf0I4Lbv6qNRDxW78lCzshEPxeINWOIn4MM1O3bgTM3w
EXjOb/jbt3Zj+cAjx9F9Q3y67iHiTVxDcp63nvFmB9Gn3ToHLM2bAEYP+PeY+Ar3GBLqWGn5yYcK
YaSIPxxLPtCDh6pgAKg3eCAgION9nIZyI2idZh6O0ijcIFX+RT/lZXqZwow9o66U3khZEF2iYQ33
EY5ELWdCwbLU7bOsZqt6nrVi3kje+CljZYvd59bLfxVzSIzh1aOpk7VQVZP6riUw8EWk/WpZybqk
RBnt5QT4GQZIsil7EJq9bx66kXBCDXt0k+hKKJG+jPb0h57YD0qVTV1Vv1EheQmnYcHtilhU7ziV
Rrq18vOY5wcCUemLtgAo6mDnGDjt/dR7xqV8d6WNmbiTWJYssS1gv68zw71a5Plh5EQVUlb5JXCJ
89MtIMq01+BonchKgph77hIPZEv2SF0dbianxeAQB/d6rP9UI8z6TsHMjNDZgI+oc80+j5N+SCoi
VsuiU1OmatN542eb1p9Oy12/sDgJ9ZQRq01TubrkmAoMutxeNG2i0r2MrfyOhirfF8BfW9sMVkFR
sY2yww+pca7JGeJKRHmAaJVIHNxTuWeDqu07QlbcCIOSUx81N3kTE/ujOkexOlpsLyLAutrIlipv
sndLCvfsGHSOE+2FDvezowmB05obPZ5ksnxBj1iTPBmJ8TJRJKnOC3QxC7t2wHYwAmZD2ixyZrKh
R3RCrH6/DSN4t7Gr7rtq+OgLgoroLynJDoAGBqjRyEcaX8ty/iCznuy7gnt6NQ0XS+bYV7hjW9Ze
K8sfg8k5IpP8R+/TOE2FA14gxgLk0G7j5vqA8JlzXvYfUxTtehWz4pY1HDSED+si1t4g4POeZPWb
NkwYp6O3HJaBa7q4GeamwQ/dnxPTRmVD1N9kPhFPpq9c5SqXJVnNEXto0KTfPokoq43NrAvbVYSC
27/K3Huz6MmJ9NOaqa+p9RyXrtSUsxdO8/gZesdeBtbBMquPoX8yurXtGZ/1zOSV/yZ0EdTr616q
QBq5c+zhVWf6vvIqoqo7ElN2ykNQE36V28C2hQXfM92qXyPuem3+699iaJXwX6gTaaMnzJ28fN1y
gug8hcPDq0eLS3bilbEfol/NAML1X79KjhurEWIR9SM+s6sxX56utP2DegiyimEzBevJ7bcTD0cl
r/5qolkU8ds8X9XjhqR+mfxf/XDAc2CEdleBkbISclSjKN5neMpxekNP32BUqOid+UW6M7gh4QHY
VHwttARSJ1+rf+O/ym9WwKH3AkDE8n2KVKPuAXHQsNA/5aEptZUQ0fL/ivEuuwrkOPsGfJCvhSuf
31c/UhnuTn2tLkefx0/IW2+G9iBKgHn4Xp9Yh9YGHbuh07/VkxfdlDKipM0by+eK8EeBKaDjN4h0
ILQSe4dPC6fgwtlXAIbUT6jnqyLEhuR/qGO12zrbznlwF7F/UE9eNf22Ui+AwbVIxyOz5BGgtXo4
dVzqaTX1cgr0Yuq18xi1vQ/Zbanfjjz9qWGSbeR0TPhnuExr9faol6fewv95qSjzNuZINUffrJ7Z
TAgqOAZr5WhtWb93dcLZxvdaJmCTS/gIX6ufKZn3686nzraF7MeTzo+26d8fj0N9r8fBOuDhUj/A
t9KRL0XR3jHGR1LNt0L+mRwyWNa8zg7be88OBXyUZWS/1UPpuA9yjO0OTfepaT5lWVzVQ6qf8cvH
bH5SP6GOqSj/RI//c1DwrFbqgNG4H9VT8RQPcsDkweY5aY3l6dTDObI/8DCiwcKVTC9gE2VEyAT0
N6coL3nzUy8ZYnkF/EKTxmITzqeOnJENWQIrMt/JtzGZdIQi/nYptgVXVSI1YzVrjnJQEL8WZ9N1
GeCTz/jN7famgcOg61fv5ii/hYlJUmquH3om5ibeishJkDR29KL1glPRi7qHJAjGPXKE78pvcboy
zZ4BYxMLEKzIeqkPdmMgD0nIsP2V0NDjZmM+s1v4VPBdBu7u0yKDsGpO1CF/5CZJs0wNRaz6ZpUI
Es3cbTdNOyEkt9riWMyHyMyjowgJ1xiKWzB7qHU6g32TJFYTMWVbDs/qv9yvzW2lZGJKCtYiGlp4
sRAk3JYJFjcRUtmibz0Yyl3s/tb8rl5ju//R4apgUkOLWgdjcpip2GyB3EA07puYkw9RuB4mw2ad
sWGQEXeI6j7Z3WsaUg/NNk12B+7tRgACgtHJNk4/umNhHyd1w2oUjJQYXQWep/b0Qv22tLs9i266
VsZkG2+aPL9oal5pqAkMDbsMeCjzmFgcJs2KD34DtoIeK6c3TeEpn64drq4V2JCHMKOwddTITO9Q
ULRF+ttq4nZbhuweTcnxF39KD4tyI7IP9BNbXVNWd4b7R9kYQKYYIJkxjD492NZd9QOiTkF8cgrv
FB5CI6zdbDBo6bweFFOvv8IYYkpmZvegJHt4rgvQWQwpSLCMD+BWCeJUw0lq50Ph0jsoIhrdJro+
wsPFfg6Q0PsZt2GfpgqOi71wymJnjsNZV3aVqtHPEAst/ikmLFANM22TPCPVws+OeclhLsqrEqnY
Sq8w2nBdx8SskYJAL9tQY2hpoHuDpxIGFKnLie658MSBF20bw7e31hj0u5ydzOQO8b5oGfoVedVS
YTF37tUpX2mY+Gdk8zu7vjiTLY6TxqfaA8+QZIYwDyFX2Z7kAxGlG8Yq9pPunvxSe5+D8XfsEfYQ
+8lueep6RH+BOzQmZwcY9mCRF0DGKvqvGhashYgEK/TjF1tBta900TFysSJzU3KwApjLHMsNKTLn
nEhuel/OezZ6zbqSNE77zN4NPnXLHJM6Uk77eOI33cQGXkFFhSLsJpQyQ7JGE/7bjZqxKBn2hV3f
8oJWcyRdbWVOpKlYJgQekksxsm7iH3ZQequa7oYzNvOuMKJiL8ffVJwqAHcy92gazl2Ljng0f+oG
w4lIZiSgMF2ZRuJgellcRVT+Zt4doTA2/S3U8VMf1Ne+jS7gOL+97MH3KY3qrLHWk0bXWV0LQc+5
reXjG1qXfl3BmmL4gHcDhCOBA90Fj64R0iccI9RbANyJyWXO/HecqgaKi0oqLzkeirx1O8d3R4oH
g3of00C17STlEXRoNPWcSrRtIj8Cqaimx5YjGXVBeE+y+NRjJVfjomVo0GTM5Sg/7hCfGf4q5YL6
m26VV3u2X3IUhAx7GNxwAfeV+dj14p0UTyBkGqGX5T0dyssAz4bbwU5PHGY+sk93BMVf5rLHr1bu
0gB+CIi/xiMFD+vCuhBUZepJJJPoIjB+ZFV5bzP7NSWDna0oKh41d5cMywgKoTvEBZw7nGaZl+2C
XP+j5meLMGceWId50jNUdH1FrxgGfMCclj2aFeFiwodvc60uM/sxpP8mBg+DZno3jfwqKs4FEjpJ
wY0KNOJ4Envod5jNuJ7HbdT1+sYOuOF3s99f2o4dqD7+iML2g7wVdpgDSp44ssEuKo0MIpSbMdMj
KniFzUiEah+JdJ1ERD45IcJKYtK/EIiR/pHAnwxpkWkhFjMqcA/ilzzIHrSYBQjgkmverrLNC/Hv
LzOjb1qHnCA4BBkWqQ/JCgjtMgggBvzebr1SvFatr+waE4Eb2JQdA6VHmdjZ0XesJ1Ha98Qxf1d9
+6knzJDFTA1Q6KjuBz4ChSAiScSATLKMGes8UnmqDaK6AYJNSv0bpg0GBxxFq+WM6Rt2D1bv7Vxm
UjnDuSZs39PR3yc271zjMtN2u+8i8W5/xVOy/VVU35p8hmpUWP05zZQuVo38shgAkwk2Q8k6idBA
/EyIaxeDLImqAUFN2yAaCYu7mthBhUOBw/Bmi1fzWw0FHa96b035moI2wontMevn7KURjCWgcp45
b16KRlvpmkXhqmZnwDVWVen/bOT8U44sQGXC7LPG4r+xyenZDFmy/++CZoHg/N8EzYZjOGxMsKt7
At35/y1objDclmhgu8PCUSdKTA1Fmfx6XlJgFLBfiY3gA25pI1pQhZKZrDF1qSc9b1JBIu8iDdRV
UMjIjV1plTBepJuyKa+aUjK6IWVR4LvH5W8ga9Xpnt15T+pTFDp7M+qch0mww8Fbk2Q9+7eBcaSv
BnhQg5Vr8mUOed/++wu3/1NO/vdlC9c2eO2+emP+l5IbGVeZVwlZYmzTILaaj+NsPPgu4lGNWzNx
Ww9p9V0SP7UxDVtxfQ3ShwyluSgTLgh2cqgCKFdK9HdQI1mCUQJsmSx9U4T8qltVgM3+p1erNA9v
BwKJcbG6i9JgA/GvnYmzFhCx8tehCbgQkCAHWvytyqZInaepEjaNgs/jr9ZeCRyKglZQUE9XqqwP
2bBiqxUOnx5boghgoF7HhzQ6V3/qeIaJm1n/nzdN+P+Ps4UXagrHs32Gu//2pnmul7qDJtqDFgsE
cKQvzMwoYT6zlqlZ7ti8gkdD5aBUP4s8gqkLQCnacerWwobl4pY+3kFbeyNe8DEkNHERxwCURQEw
s3i4zoQXPs7OadfyzjmcQpEePdMm/firZrPE2wBNeTezRVLihlDGhxn3UjeM3FSjY1PuwoimtLoC
//s54/7nOSNsFg1cGB5Kxv+wIGCETU0/DgGD6jCEsd9rgYL9RdwmQLgy3xpIcVBiet1M6Al6uNmU
SE9TESIxnqt9otTkwRQ82RWJs7W7ZfE7zLAT43w4thUSy6VgGOvpeURpUKqbSmjl9wnHIG1n/1bg
5F67Bu0WNBCsP9o5yCUzIh/kuypc7YTMFRIYvrMKSFAu2610S5LfPZRUyYjCIxsPrg7pcJ4WHRLk
Pby4bXV0vBptobq3WZHh7+3YOpZKiOWFQ7U2MsZAgvZRzBZ87zeoP9O7HqA9Cqe3FGnC7LawltTd
lXFVRUGe1ujJ+cTNxN+g46YBZh1rlFib//6JKCj5f5ySrjAxrQiMGcJx/x0ubveaqLIJu3RS4oga
KFb3nQdh2rTQ7BTy0Zkdseogmm4wU50cpyZ9b4i+uSdXPcJmswvfJnXyVUpnRSbUOfLzB88OnbUG
4IKUquIHlDWaC8yv/i5KrXG0QN62Q51sNcP8pcv5y43DO9qzHSbcm+ln317KwpFrr/RZuKE2RIMq
VVnaEDtMpvZDYvX3OQdcO9UBn4fzUSsdpxXQG4K/GxOJlW3J2HhTmZkql0U++e64hZR51mqiyNPB
3Czu1AI66dlG7pqmIj80jEkiHvoy5OMp8IeG78B5CiSBAnn91NKrI8kvI86OAkGFIwIL6tHObipJ
uzEjWIalDfNGeVcafLd2aHay4Cll2CJnA5+HlVV8KUFsQwTfoulxmuw788Mdplb0vxa3hkVJtfy7
SSEnGu1ZH8JvWFIrLSFGzmy/loIyzKurozHBbPCRrxafhRJuNa59m4PmovbFYRX/dGGBAjV8Y6XE
tgfjxKnEelK9oSjrfkrf/hmQ15zaIGGJyMM64jd72pCXeqbi8jVqhLnEsD+XH0oYRMVPVC1h5mgY
MRuPz3Wen009Iqc+QUMfC6rw2f+CLPBODhf8UZSqXfSrDPtPzVSPFbGH8C0ygrBE2Hk+st0ktCTl
TJkjJnZ6X261lJ1oXBeXxnFvqYaCV6m6VMXZEuenxCAQPWjRe1l09EJ7BY5g0bf1at9RDFx0OuTM
NcP4Q4yG1KOJ4AK1xjJS3q2IsVOq0z0sOFyzzVVekIn23qpuvYGev26x9aqtMJXstkUYuWt78ewF
5c9ArULuzJPrXf0e1+bP5QKPGniLdjE+R8mAAqAKMcDU5rVKRvKdG/b4LY2HkIle7DU/vFBeocGz
2LDvWdkSWip7ck9rKOVylnzDZ1tkuPrLWJcvlUK2KN9Exyi5Y3vst9z89SDDh2kFN43m+SYwjHWD
t/vvtrvTaJwMBq2AmfLeUPLHUuMXE/jqsbz04S86/Zq2nLZRdDaMhrsHM6NMeOfKQeGfgOk7N7zJ
1kxWXFgUPyX41trDyJZKBtdMxt/6FPx6jzzN1gDMyDS+JqY8ElQnD6UJEcpzc9yX8wAVmKDwOe8J
sS4G7ieEL+ytObra7C2PWupkmyogZ8fz5AWv96edTuZrOtNLToeLFuEFmzGxdO6bF9UsR02uYwyg
4xSj99SjfNO4lcrlITYj7mJrV0StCe9GDFt26N4mxVjR99ne6UCnjA7B3iWBpnRJO3aqFoO7Tgl7
EGkWB7e1t4swSEWHT4Ac+SS2o8oLRlV2EmlV71KtgCYQO5tm1AVAkfnBpGu+j8B9RaIgjqybzNPs
zw9RAa0fC8xV6w0yLi2Sx/M53c8WWSki+VlNsFDYvYY7abffo8l3bY0eQ2ka4oQkDVu02/7rK8aG
RhrAizX159lwTOA50aHS8fJGjrg5PgQNv3tXSQX0l5CiSGyvAPfUlx3DoJ703jJKR/SKtXaGUXBG
8jAe4PRq59hN3FMzfy9/adV3lq9w1DEExcvNuzdBr/CgtSbCe5gRrx8sy/XPQQ+hwSvEj7j208sY
4vIXJBz6Rg7HipHKOWzLB+BcyFnk/Bi6bnLIkszAOdIjN8/qHNQnPMVyiKs1bUT7HA3mFREd/CR1
lMtRCBfUbCHa7zJAwxKURYP4IWak4sGyDtiG4hgX9j73hr0ZTtHRycjq7er0QsyyD+iSp9NL4qV1
vTtUGX16g+HhVhjoeFsUgmcvf6975HWmHR5Tt3HOlSpCAqNETze24x6z2bMVdt1B2t7eNWippNSd
DFrGdz/Rd3MM9ck0v4RM0i0g3OZs1V1zHiPjd404fZePePxBUxCi7pH1WjrTNh0H4+haBcMcuoRn
aVruOgkZG7IWvwah9w43LsZkpyNnCTAd5Q6gavaQQiRnOT3b3fRYtFwukW9cwcN4Hh0T9IMaSFIy
xApQgl58mjkAqPsAeIkN3yNyGvYtcfFhP3V7PXfYJS90QFtT1JRArIaZIco6mYxroQhzCOwTfMsB
2mOcC/QIFfmBbWGKyeTksVJz40lccLxzewqR8h4ktoy16UKUyuLoMUYhTrFCC5TNGIwmSrOiNU6L
AhgSLusQ1PwsgmHWtCFtdTc6LBausuvoAKfDd+ig10GwdllWrUKVfcirv7LIeQN19LZUF/kwlRvm
ZPslmyjs2p9DiNrRY9yHkju7e/AuYa2Rnqn8DHZJoz0Bc7QKtos0Ohshc0UYqia73Mkm/ZzC8LzI
swszwzpOIc24DtyjiWlNOtoj+qjdcpSLYFq1iOYAVmq0QdR4MiLj0SCji4uUHAmQH0Xc3pY6qZm4
fUiYQ1GC3CoL/Gat9X+reYOG99ou5md1+1w05JhfUPU3rP28CpUj+jIHdH/zNr1LJQ3WkZ1Tpje3
uc7vSg+r1OeOQIGOsYlR4rhpsQTEmCCDcgZMRtdchtOGuz6ltMMjVRJpDsiwNqC67DAhipQ5XFWv
0zo7JfQVV33P83RIn9Ma0ZnW12yt+M5ikpmJyVjdF20/+Q9d7MY7N0OKmqdyb/TyNnfxcCzyFMu+
iB4akGw7vd0tnq1FIDw22Aganb3ogM5+66o0I4SU36IK0ZS09Dlzwf62HmdvFTv5yehwvial8qD6
5mHU6sdG92+hPTOrNK/sbvGGOPJmo9zNs/h7rjOuVUZQvXZLRzoOjoN3oJnug4dCpSNWwpxqogGs
QzE5GE3sw7KBdpXauG/dJ9QSTzJvgSa3qLg6tzlmSzdN+QF9jeCG5roE3OXhhCUCJl1fnlqS6edM
vGaqoVkpdw28FX+l1/5ZwgJuHHGxTXRT7PSHFucL/48lvcrJLQIIGCPYxjrd1QFdNHM8Qa5NGcjg
ogqDPyAuqYvVGTFHgl4kZSQ8P+IS1VB1abaMAfsTd8h+uH63T+LmJ9Y08Hi8yVOXSoKAJU4iDro9
5j1yFQvAJGN46iIHw4Do5xmLbn5vNW3XZtqP5QlCO0DQw/ogihE6o93elGnHYn1gtYWIRe259A8C
i0qktsONqs/bunlNGV1jkqH2VRgWwAj0Y7XyQpx5Rdql+5JN4rHWuofYRQVNdGS6acm/08MYUS3z
W1LRKDD1CuNM8mibDv1xDk3v7Zsk9WMdjj9gREAtVeEDneTjCe0YUNbEDxp0n9fkhX3R3ELPL5UJ
LC/VJ+T88Qa/3A5O7F86ZUWNlRUp0AWHZjGnW7aIGg/hu9GDN4RfWvhQ4jmnW/2mi+AbJi/gBvST
JfadzegCT8eCeZUFxwr3K2R65HawuMqnjHkrqw9Wl5EUaS38NAreQ1WlcsPeQtG9z7K+H8rJ/9Dz
/NuAYMvsI/rujOjZ8XIC0ao/ROwcDdUAyen84uvVj+nUfA10ToU6xpH6F14XybH+3HGIBDwmBbuP
HEjkaW6qYy4g3sDp0dloHKTGpeMHlr3RNLmJBoG5sa+tPVkuCS6W5HvpiHgoHUINSopLI3BjMXRf
vq1FEyGdxquXer+80X+kB7VV9VI09Ft9gBWP1op3QLn9yvBe2BYOyT4lfXE+p2rD/nctC/mgZZnc
/TH95YXRnyKCVNV7FU7qHqKOGxBPb+ymiJ08InH0hXBGcWuVIzhpzFr7quzZ4CjPXashaRxqd6dM
K2o/rrYk9sT2mpqMJ0mJ5UQ/M5XkIy/++kT8Ii0ew6ByeCz7oyrirk2EKuaZDhjN4N8W49TiwDDU
SVVP2lthIk3CTr004Ja+tamqZrfFlNJJ3DcAFdCVgi2TFH650lNZskjXgguVhKL40I9gEUl3+DsA
WPw5Oj5H8H+0/N0BKa3adVimR4LUTurQxsmaVJX9AIse7/Oz4z/2c7fPS5iBBtqTY9waiLEcjylO
nJ3iKSq4tbz1Fvi3wT4nVng0LBOWU+tmu8QB0gTVSMOkqz0Os/PSVSrnQLnKQKTQ9Ra/yaDAFcce
VHYN6T0NwnP2a/jJnIqLqDhY466KkLTqseNuLbExOz7FxRGrE0O3yQt/i512zAzIOgUb/Vyy21sO
wUpYcWVQf1iRjj+di1sbraeWGA+plv0kZ7NYAzHljWKNaykOUmlt62C6GpOBAAPXRT/7xVFUursq
J4xEmDVOi0FUhgfL7tkadRusnlrxtAw4l02uOeDbE+6l14CX+XTfm7z8EJ22C8v5sZVcqIvrNnCZ
V9r12O/EZ++PN19rx01nYVCLR1LjE13iW3S+SmwQuy53L1WhYpddGvnVpItjGXySpUDvAfxkFgaH
BdMx9dr0YFrvWWjDlpUDxhLV8SGTE89f6xUXetMn18d7MLKEwmP7LlMN/aebctGVyTrLrkmMSsij
aiqVxXDxLC/Ok2iuj6xoN9+qP5aR2zRxr4OW+EHC4gXS7/OQz6Rze1QcrZ8qlUKxqf3kY2lbLS3n
MOo/YVk/jei2Zeneunp8t7JiS+L5TQbDQ1PapISxf+1pVaAaw7OluA5BqJWES9BZVeNmp8Ysy8Ev
Y1xNh9cgtTBZRWVKyycuEZzDVG653y13vqRqrm3P9Jhp5k45EJerKxXTziKXzCtMpEvpmxXyUsqk
Pvo9GjqyvzJV3tUdy/NyyeVqIrMMNdSgqB8+SdYr6YDr9T6b3jOLvXvHySWSa2zrX0XPdalp0W5w
WDn9HNqB6hx7LlpXHYr5cmBeGn5q0PeXEebfkbTRkCHgrh3liepn7RJo9usy6V0+Q6QWzOoTms4N
w/ymao69y2yidW8MmrizqBqpVLklvYddDv31cRzJvVLDeE3X/gzW8LML5DPtMAYOaUj0O2hFLo+K
BsZyNpBRUW2X62LpIWgMWBj58ID0J/fk076omhnRJvxONblYBlid/SvwutfFS+RjbV5piBqJcILq
6YUTjcT5PRo1JA1BtAPHp3qPHKtF01DFkAImVDoKskNoW0K00KMA9wDXB41EMAaqnTHOl1CdkBWJ
TJSNTD4FPAX2oEetKa6+p7y9LLxGxuLbUjPFoYbiAbU3hdB4EOqO5yH5xMqdXVU9JkgtykHXKL8g
bAjV+1KVlkHpubzLSfR/uDuP5di1LD2/iqLnaMGbDrUGsGmZJJN+guChgfceT68PeVtVpYoaSFNF
3DiXZJJpsDfWXuY36utE3mnONHxuFC/p2ViRld/8aUB8C5xiCMKR7WDrdFzU6Heb9SUx+JS1uavH
NLg9l7ZNddeaSWraNk8U/r+lQKNpFoyDycqjYg6xuNjiOFGftl2Qd0lw6wHNoE5u/eY5kgCcMpPY
pi7gz3RHJNtjglv7KdzDZupX9KFpmW3T/9ZkWYr2HnrzW0dxi9baM9QHBhf0MkDUy+csj99u91Aj
SZNvzC2EFaPCKmnxTFz8AADnHxslDuVctr8Z3d+ItOZGwN/YvIbwndOksCfZCuCWkGZsd6Y55h80
jsSVOvgWKQYG2hJqvxmJ0pzK28V4uY041gJRglq/Iuk7/GgLbjuzytkTGgjyVh8lJbVt0bpAn4Hx
Upn/Kkb5kRTTfYJ9iS5G0m3+rRr49oA9vvEnBZPsVq45ORErPC2bmEBhZBg0zYEKH6BSqRu2zbqg
uO30W3dqS1uYkSXu0vX+jVW45XPJJoWgFNBfN47iDTaiIRqbqykt44ahNvAp2JrCTkFEXIcV5JVJ
SNs4ZdduNxZjn4M2qw9yxLxMFJbJVyE7T7W6U6Lq9wYYAGLPzLRE41OJevejbQXEVynUknUgQYn0
D7gwu+2SEeneREy8tnIm2bi1alfcxwbZ8Tb83qJeWg8eaH+snDCOtac5/956kNNADnljcHN+vERo
6aDkwL42M6jBIlyfLU+vaf0O8ETXUNujDYZp7/YR4nGm7V2udlNhAKXF19sE47Y3ZzN8uulaZNCs
OSNB//bRDu3sj6wWByfT5A98uRiKc18lFf10M1of0bKt7Qb1Ih5HW4AypJbhq0adoAMGhtOidsBZ
u7zBELd5XHK9oeKl+BtYFgvHqXnQGKBBJGZb3JIVmFD3ZWnCo41/tyu6vVqstFRkG6OjkxmJbD3p
QpVdpme1rWnZqaSDjJA3rjdbm1+kMJXcsi2+hzxBmrD+WDNSNHJbP08TWMUle4exCgrQtGFCOKKF
NE34Nb82AwRcg0aHviUSmqxK6Hesx1vM6DZeepoCaMrgT9rwWI5hO/u0xT3eLoUew/S/aPFkNvNg
UDqb9HKxqnRanTZpNa+LQ7aRQamg2sUxd1O+oE3EeGdjOCBq+SMy8BCQMXEQGk3b4hfoKM3d0NgP
kkU/hQpM3Qi3Wj+6YMlSOCDZChpj/NLTNNi2+y0mZmnCyw2pf5uH6CKs/9xgpEQKdkszxdgEyq99
mRUUiKE4pWocO6aJxxszTWdqBN3deuA3yQIzQXE+Ne9uUgXSRoqP8Ul1Kw2yVEEOebt/YsWAwEGb
F/f3QvHaNTptuZdqMA+to/VunrIQ5+cWFJ/xjJBiDYz7+dZMuPUxBHz1QALJ15s4RpsvoG2zDrQn
fKAxI4yaVkwNrRjYbFQPSszOWTlsdNmM/O5pVTm6swxmVmEO0DV+FxUBpEyAetpo2jVmAm6XaJbP
m7N5WXKwi9Yo+VW2GzaZl8KozsKAdwpjyk9z+rmx1MMGp1TJ4prjPIa73+podXKKYeqa5shRsMLr
wqKlwU8h+e2piGjD104+EuCrkDZkTBxSwobjGqd29EVjaWCOVrrb9F006D6O21E31S89IXnrrBQV
/Rip3jVURoYF6A/w8O+tgO7X7qoow8s4zaojsz5ZlqNGDmsY2n//JjC1nQbFnac5pjwHfDtRYBh6
9pPV1X7JRVJA9M5VY4P6bo160GXvS1J84nkJDwI7DMS6kV83gGzJBuAMAZJO0nhqDZBryvVjEooL
kDr1odgQH6j83zUtEo2LnNypJhisFi1nt9jAU3VE8q5xV9Kc9UaOlmjRVTtf6b41dEld0QrdG+Si
100qTzwPkEgFEmARj8P1xyCxBZsD66U0ynIzFWTquhZvRQMbQ2tRAWoNnm9ONZc7FGBXpns38FCs
g6VbIsrTLuTuV/P8bdaUG4qhk8bPtO+cAd1cx2g/FFyJWEqS4+0k32ZiN+WdRGcA0mg8qaAKv4Iq
ercGCkuNk43yehNXSbLmLFTjdTs3GzDoNO5RTlVBFN9K+JTpkCFxm3dR/lUNr7cQeotnZfqR6BQF
Sg2WUn3NrSQIE/oDOt4T9ty2Z4PZq0+Z/yHEmof/3EPc/Izm8Fk3zNXNlDXLZVK2BFSdMxsQMJXs
1KkbOIlAc1MrIxmvbdT86L9+bNVdGVk7M5nsEaCOUuo0eaKgWU/yGG/yAB39GvDLvlpbR0EIg0LK
/txEOQqBCFdsrWk4BPhN0rKMQvPJ6snAQoUMDPcEd+t+GYgC3DAd0xofJjN5A3FIc2+2b23OmlGP
A58wsEYj2d2EoW5IL7SylYhz4AYc2IZ/mQ6I1oyyHyBPZEbhgANmk/3chIU0nRPFqhSXE/h1SNWf
tMufNwGj7dgUqxSSRtV+m1V3BkT5fRvXgfYLlq5+XU3yIFR3MASiK4F6KDgtkANjD9qyY7Ibbzdf
21dPUDT3twEwep84n5M4qVjJoQV4CYH7eZAyCLURmPc+vG7l0zyT3lcIMjGSpJk3GpuCFdlhsUH8
BrU465klO2sp/NyawzKWZcjajLSnsNbVkTerNNZdQjMW/2kTjPUmrjNG4GSYz0EqGvwR8Bt6umxS
BqN4ZI06Lin41zCIfxxi0LPb1WdzA+JiAFn09Yk24WnDKsFe2N1yv1vtVgl3WBF4K3aO7JJEgzNi
wP9qAT4CzFYQaAKimwSzmgV9qr9KMiEZtOmfeIPUxlLrWZ3MiJQ8RGnNR5Oa9pCM9WsvmfjfYURt
6f0dWDOA8JuU2FalYaiQ+fD9VFtN3ree74jTkEcTC3df2utV99RtwsW38qbflMZuY9RhkL8R6i/d
QfvOtRlG4SYnsVU2W3cUu7ffskOPAY1raImUbDkPI5NPFs+CqkBD0tG8LIN4jqsVqIBCfaZqzQG1
TsJoaXxuN0RaAE2T4dVsWfQNAJd1ZFrGmrw3l7SloCi2DxpvGUA/XISd3halF874tJlS93DT78pW
juvE9MHNm1SAMtp9jFs9PAFodisx93IoYGYJcVpmZOXUA8RNWX/auuNrZXyXQvu5KVptNSODj2c4
Lbsmb+43TZEq0U4rTQ+ayOSMs8r01LoiW/oGixAeJpGccEdcuS9W8emmfZhvb98STrMoiF6TwSHu
NjU6lESKIFSA6XZHmpifty6LhE+DE+Ou3ontc0WfH+JpAgwwUdztEi5rVvOWx0dzA/NUVYgJhwEI
hlJLycuXXLxN1W8Qyq3wvN2566aut9Vgt94TPYqDQvaSq8WXsvVPt6ts1uu5qM2DUTOuw1enmBpo
MkB0xeJ32dTiDPVbTuaHbXkUTc/8mPEm4Z5hAJ6k22oINJmY2TQG+SFrqjaPUPg40BnjbQ/LpGgz
LA272TKr7TLfMuKtnX6rr2eDm/6mVrT99oI6HGhxUuZbBdgjrwDzODsuW6DYTnA4R1mP8t4wp4Ak
MOoYFmHjbdLZVgS8QqmHqRo+4CW/ax2BV2h1Em50argS65Zqm1v7Hq3Liz7DV9tQnusA4rptzMfb
STKC8kHuSCSVZ76f1mQibNF3PDFw8sQjO4zQbCNEDeesHN63WHM7+7VwvVMAHnngRPHT3KTYBuA4
thwlvyE6GLYmJkepRtswKeu3vrouivZ0U5Dakl5dWT/y0jrCwNvkBxWc+KLotb8Tu/i9FpTv+kH1
M7XCzx4t51tWcTtsBBM26LL4QCLNcEtVt4GCfNchloBA9bhPy2kPTeoCRP+lm6zZhl3/VE6PccEk
GUrEUyPLCoPElNCVfdzyW6FUBafA3rPTnqsWE/tb10GSaAZoGsxGGVHvG4zo/1chYkk1TXCa//1/
/o+v+T+in8r97D//2w/mNwxSP4uf//y3PXbsn+XnP+oQ/9ff/JcOsan+O+ILG5iNdEkEyIaY7vTT
9f/5byDn/x35X0NVRcnUtL8eKgF6xP/5b6r074ZmcTMYFHOqrprqPwoRGzwAIlCxTEvWDPP/RYhY
sVSe6v/ApYIylEyeztIURiey/E9qv4MMo3alObRfOJjUIcg5ERlUJcUFDxqQapbIOHYw7tD2TDw9
nWEHLWjPLVLxQG0uo+KmBjQPGSSI4C2EHs/PYcqBzbHTuvaz7woBjSX5j06q66ql9NDqsnoYUZNo
DBh/SCgmQHvM/lhVDNvzYpjBVVS4B+ixCK8l2fRiSyJM1+37+a0nIJ7EDPHyQcFCZOIABITDaKJh
8mCUw9ZBOFk5Ui74J5/GxaKfXCGhn5viGaCl7AoyTfmmSf8sMowYQYXz2QEGxrmhwRhxeBRofbcb
PcWgGHDDQoNiu430FMUEEw//JKY5tmjGRyXMsb8U9KLrNj82AirJitkEmLEQx0Ni1ShVZwn36bY6
1KlafpM6vadY1hsFFiHZWv+Or5Yo+TS/8uOwQV1J7HALJdm00sIIcKnG9U5oaDVFUCnVWYdTIWk7
mCxebk2KF2r4S8F03YvjZzxYPxn5eCMbjDuzACfeixhhb4JGERCfqXnR4KyhXrQb8j4+h9Lc36kp
M8gB0lSSxPcAy3NPrtQ/kRr3l1jFXopEviGsi1fhWsRShLor1j1KUZOjoalixpK3yKV1Z2EW9NAM
v2l/sWQ5ep1mmILFBL8ULbWvQTWMw6QP6Mj2sY1f0XqnFkNQrMbjghWMA9lSvzCbzVJecJRSV8/y
yetWI7rv8t4ALyM8CuS9TlNl33rDAG5c6fZbOHk7qTBFQWIUjxWOnnYsSZCnklSxU8oaRirKA7jQ
itk2KstjnX+FKIIyx67RTcFnm86C7HaG0KGDLDwnZehZZas8xHE+sHQFBu5LVB5HnTddNmi+vKAy
qO/lfHlEMEpylWrq9qGBGq+s1ydMREjNOLUEBU+CudMQcFqm44K40F1pSRZCFMvg9aJ+nbKqfgXe
SQ/JNTEncGtyMz8USVfHSEUitM/hOsTIeBiYXyElqpLZTrteQNCprq5oAzMem6NpL3cdeZ3Rofeq
6TvdWmj0Z2XjJ0DjNBpvJTZ9h7jAvC6N1ztd+zAmdX7CPopefgt4L5IRSYCnZw4CbqeyEHQRgpRF
1VwMk+pvLkHRD8h+kXgYJ6nKfA1eBio8lD2TWMSnROw+kbF6HbpFdASSCMMaPkhZLujPwDVEZxIx
4vpRAHd3ypsHY6JZkaXxsOEvAPSNYuqOxk8WJTfRZTdcRzyYVENBBZOGfB77Wbdg8bMWX0KWkdQK
S1DO7U5mvT15iIk0VD+KhiGZyMSsBHuT1SOZoYTsjJSieraoq6tPS3XUBh1DMzHeVRyq1F5Y+0yJ
M21yrmvTv6VLc0wHhJnyDjVFc/0qc1N1k0E/R2kduuVc1/4U9Q+DNvxkYmRhqksqyUzfNTR6GaEx
IAQCjzjXDfWxOYOAP6l9haQYDEV7pWtm9yfUve4iXGXLaLnrkYxyccDyxWLdZUbILLxaM6jjm3+7
hg2WZK7MfNOzoMixo+h17OXjcJBEEXKpVAno1IGWG6aTxO7Y4wqyS0Fv2mTQyNuVzUMMF40WK12v
Ae2lQVPOak5oTyxFgBIUuwiEPOIO965tdV0EKBMfvlweEh/83aug4veqbT7AENZKZ83UB8FCWaZX
lugtw0YQ9zfw5n1JjNCrp1i03uJp1rxSGsE6yKMZzG3zCdj8bkziaXNWeTGX2th1I4jkOCt37ZT8
SFU1PWDcEiO4aj4VoxD6qtCbV4zJYKQWE4Z30X24Do9zgndZpKMqJLUYxljEcWkoGzfDts5mFmpb
5m+Ev9ShkofnuseEWkt+zH7uA32T0pi0xsOhCzUFdXhbASZ1q/6Giva5EvNHbKUfgX18q9SpSA8X
dKKRiwMzA0BlGfrDMl+kDaAiQZaI6jlyZKEePdPEKy8egmgV8VeUFVQ370Ai15dBMp7LWFrP1CYL
eP0YP6TmvRTV5JhKwknJLMHPqvVzbtI6WKX4R1mr+ZQav9Ia6fvc2pcCkk2mDv+upnGZSsODoSCC
iz+1EqbroxoSQ+UshLky4EM0pGgrr1ui3SVVkEzaJbUWykkDS0wxzydYFWbnIfaroBvkUCBfI0RR
ZEEUL+gLM+TXCuwFBiQEBjRkY2YmJ7qinxg4p4eszl6Af093Vg1iBDFHW6vn+rGYoTxkqIioKtFA
pzI3k0g7t035MMlMRYoOkZjBYg4I1Sb3OrH+qa1SPLUZ0AMMksJNAfFTxxT5sOC+aBZyem5CCsIQ
N55AA4KJrxwW5X3YwaVXEG4PreqoiNOfVdHuxLQRXhS99QbV+oP8NRjtxtQC8Dm1TyEAHxhqsqDp
BynivE2s9Tsbhz/pMqhBt00Q0AFbjgQlzM4UzvEiPpamdl1Sa4ZaAKxZHTgqhlVCqLpvnsSMFEco
9BFu7OrVEpX6jEaDK5frU8OgzhsYY9UFZyGYTN2XK2SmI+kprukzWEuB92E9p+eWjkSKx/R+bgts
TdN4cWpqXIZOfeHO0q88t+jx1Hhn9uIuGhAtXRgzxWuPNmDBAd3srFVadpkS4aFd62RfimgE6cBB
GsXgGvLevJQodjjS8ta1VMIb7gib4OysdbFbkD8dMZS4jxZKDBmF8rseG9G9McqfYdPBRTMG4xyN
Ysx0Q5Aw2M4s9DL6bzAz86lBqhKkOlxWjU+SPlWNBTuB1s5sDJVfSdWzrjYfGzR2l9FnYDbJQKa3
wFn0+TXpW8UlGpoSjLZaKF7jpFF9Y6wRRsZbMR7BJMKgI2bXs4Br9fon6eLKkdLyjtEzbQytlxwp
UV9gPsu+jEefjYST1b7U6N4IAYxY0Kc9bAipllTf7JFKTcfcQ4VwtaGMf8UT41mZTM/OgVhSA0Zu
bRRE+Bp3sDprAgb3tIdW6V0Y+o4kriWwZREaRzkKK4scOVbCuKtHFC2UiGtSQ/kLVqkaRvGSz42f
VwootEHH6UdLJkfHG3MeQDZEAjlItaYvptKIl7Q4x4J1TbJe2CsJswFGcp7aAO9Zu2ORmrDZl2Rj
Qo5gFXGCs5aXlUA/a9h6WtXkm7npj5JEDSqkso/3teCbsHMQDW72fdvI+z6kwVLUd5kqfsSb4OFC
lk9fe8LxV9WT5RjGWhPMgnjIjPIKM63y53KzDFNosx2MBflDS4Y85KGJQKVfxN+Ad5BNzFuEkIfw
KVHjp4SC1l7GdnTzaHMuNlU8zPoqjpk8bt5x2z/aZiXnC+Lm/Pe3H5JjS/usfVQmJu92q5q4LmcE
U/429SJskzZCuEIHXwUWZU5zxDSch8sE2oU2iJdmgEnLKdIcbl/9q2//1c/mUTbgtCYGqqT8bd4i
o1wXOgJp2/P9q7+4/V7YSLSi9XlgmDoIGyHuf/+2lm2ik3//vieHd/ENWe1/eOQfvvz7S0RU+tDZ
WhTw//ZsggAuN4rQvBFNkqm/nvf/9lNKUUzlVU+6wy2AwYKORM3frtJfn+D2VEzp2d6KgMjO3x6G
H6Uz5s1Mp1NxZLPAxTXINSFgsG2Flg6wfXug2nbA7Stmg4A/Qo6zvz/QtoQbY9tluRpClOh7zGSl
lS0VW1nKMt+cybZ/wrQ8ViTzENVZ1S3U/cM/t59ZCgDZqMxkuyjTNeiHfCf/TQUzy4EYYmHSk6PL
+coEo4n9vMDqYVvQGLUnp99M4KxiLmCNMsu5ffVPP1NVcyem4xAsBnnLUWaWEKhWeVAXNNcnrV4Q
HERL8qYTKkOl4nUYZ9lxCWwqLjY1+2RAHSUC47m9zt//WbZXrCbpH3+G6BtG5KsW3BQomUmUh2gd
BT+cslNiblZymzLl7efjOFv+UskngL8FEpSY9QoFr3l7EKWTx1gqK9+CRwPGIWrQ2Lw9sumKKjJs
o9sbrrfL/E8Sp399EtzE/VU9sqNPNx3V7R3k0JYDZpjtATe49nD7yuSW/etbSLYyiMUU2/duaQ4t
h92hVesGe0u+/etn7Ds3HOwg298v/nq4rxL7PkW6o+gPguq/ipYd5HRaO6wQvMln+Gsb59f5AMN5
v/g0ZF0tQGW3M3YTOh2af78eXic/6D1mTmiEejWK7unJCj3cQMNrMGaH4pSbThBeW097AE7jn3Qb
9QwXFMFiB+uhc3W79d63FzsRnJvKvs9a9zU1ndPsZPvX0nBfUZzUL8sXPxhcXpBu7BUQ61p9SwXs
oSs3dlCcXsNrD9mHRCdhIGA66yHZkwU/8N7Q3OHFA56bvf3buaXduNIBs3G3tyEp4dZYtW5tXaFu
YEgBIBQlB6wF35LmrJYXLstaBN16X2lfXJ4lE7EzR3rzDerWJtl1KdF8WpMezY9D03k9gtoLEF+I
RIiFeNZyadZ73diHEVrAe1FmAlfd8drhOe8jLydTn+4nnyWRQg+1SVRI8myHl8r4y5iengUdYyl2
4PCY0yvvIzsNZsDbUAewsYAFbDSLOBT2yOPj5NnaWJgxkjUjjy/41lL9et0zG2eAmSR2X3jqBXUE
cToCBUGdlEUgJdAtBj328AUBRKbVjnKxvpM+RoazA5HKYTYQRm6bXSeUFBvFweMqycF8YPR5e7H5
Dnk6VqHC+s8nfiA1xKvDZWfWnex1BLro6OSueFk5184DrifJnm1hR1jMLx6uLREgMcwtzat5aSAI
XfLwnhPL43/qa+XJAfFOfkA+BCehEO2WPshQ8nOSF+WiALR3EONJbfWxPMuSM57jA8KA9gEzmemJ
CpNO62T+Eb/EYYeA02QG8R/xPgf5PLnjD9D48oOrUywv4SNREauHuzz+HDy8lZ9wN86c5c+uexJ9
j054d6r2SXvuBc8qfurKlYU9YkKPGIH/KYtzOmG5nL3AsWojCIbNWXwcbMtNXFDPv+EXyaLGeq3O
XX2O5WN/Vz7n9UnY/6rcOM30Pu7n/KGXd+jsFHuNiIG7lYEBCSVoPLtN2IOcV1xSHC0/KL/zr8I7
t6tT+skWAFjgi8ZelVY39YbreFd8Y+/Xvkjp3gRqqjj14rEp0he9frA61qd+koogah668p0/7zHu
QXYBMMmlw2amdVl1iRq78Ob5QwC+ulzYjyzZ4LyuB/Er4MHhjV7Jh5TuQPpTvMO/7jw2Ur7uyl8L
e0qcch6lGtGLC6+dYsFBU/CX5a8hrnPf1A4tRLU+s7mi2EUkYNtorKx5LSFVvfDheEpuiJiFNbrH
fvEaddvRWFksgs/GX9dzqY5ohtg8aQmvbTqqgk8wWORfAeX5fvhkJ0N/kyV8ck5xdGZT5kiNMrdU
fX44gIOoy6PZHfLbVSqzQ2Y+N/WTVX8NynfcOAFamE27r9o9JgkGja3W5ymT9CS0fzD+UHkCzbwq
rV/Ip5HkfsxBQEiBNC07afhUwvtRIQVc90XzkC2NQ6wAHCCi04C2uFyfzStEngbCIOoe9pSjNTe9
gimns7IfqcVjKeAp4ur7tWQY+9J1XtSSiAH4IXDxmZk2griBMAJ8RXEYbn2Zkr34GUDG9d76MC+s
MGBnruvofCaOeentuyR+1ILlizsYdxPCE7cJYQEucE/XdVdYFwA0n8oDwGzUah1CeXZaC6InX7Ec
RoA8trfFbmLsO1uJ1wjA734RV2eKIrTXc6Ju+avxjcdbOTHjohLDJdWBT8UnjaxP9D7lq/DT0qj7
2OiICLV9iT7+RHbX7oAN52hf+upVvxhnRjHsk2QIgCcR6JUDm5B3Mh+WN5h7d1wD+m50MYJVfRsk
JAa88LL4k2xHT0TO5MTClfbI1TKGZ96Cyi9ryAl7PZvXnP3FR3t8+SL6EEpn7jXk+EyOxXAnHaRg
OzlQrEON06m3qFm+ECwHl+J+AJVpp6C7+AxGgCSJfjFh1x/Y9cKz2gflr/BRcbgLPn7BHfm5I190
Cdcar9hbBnmpXaQf7+pVOP/MoSd+cekGl3cBHpo7idtxe/r0lU4KYVdL9mvIne/wKKH69vJKESCL
XJ0AwH4aH9gG2cKz8dDb0xvw2A/jgeOPdTTw3rXjz+mLLwKEP9rtFAEsgowumiacwxzsIgu9nYQq
ZjC2dEBjAKSSzd5QyvtaZkdeoIBxmK0PKyvK1uK9lnbiFCcKe7YDUiksh8LlIpXM9ttHdsSvT3Ye
xwV+Y3Z/aE6cX+aFVbIeWM2Vk7jzsYQ+GQ8Fz8d5ELwaH5RhJ4Q2GRO7/DpBQQnEi3AWnqUDi8R/
r+nL7HxxEfTr7LAuXCbtzBXnSz4/H4vNzxGKHCj3qXasvZjBpS09cLxoqMFVL/mLfGUZqxPHc3g1
zr3HjlaIUfiPE7K4VsaZ00974C7DkzFy08+4PMqsnyNjt7HseEW0uiN3k0fkTU8We4bNQk3KXxIq
6bP6RNHu7Z0/Jkcp2NJWcSRURnv0wJITC0/wyV8Ig9KBO495yYlPRgxAksjVzu98CuWDTwNkgTOU
K6vZvdcJPi9lfLy3HWrbnoDPBC/FiUVAjaAwu8V+iTzjYUCUm9uIdYFHqPrxJ17MHefkHkU5lyjJ
ZmXmwxswAq5w0brKA/Gfv5q3TarPeAh4oCSh8sE27jxK8RVdzl0d3ndf3NahEbAq5Ypnk7NkpA0e
L22d0eKEOuj2wom/XOC/m9dtl6peLgUyG/2kiEHY7GkazyQLqj/do/tCzUm2Fz0amCYFyzpf6R/E
NF6HZ85NAF1m89Giz6Vp0z2XAILRfboALQkGUHz7Efsdr4SYut96+uz6HsEEFAJBlzISNVp0iM/C
o0EzcIfgq6NJByTfcJc7j/RK4q7j99rBV0f9mMfoYCiU8PvegAPgNqJTd/dtC8HmqWZ8kMuml0qO
dv40rxTp4MxtQsO8BTlZsi1nmiG8Pt8vzVtZBGg5JR8TCy/SDXAiFNcz2NIJsM2+3wPSP20XXwKi
RormJ9P1NS/oLPqkTWCCBpC/R/kqSye9uBCiDNoS09d8kBY6GFsToHaYiLxznE48DchgRwWh03Kq
zY2HLwpqiNWLdtatQ80iMhCRghCB6/LOmj113LaBWZ1rnPR4peeoQ6zFvItbf1nuyczFKZCrc8x2
JSOG8e2KCqZFFNseOcj6GJ01LLfxdi9+TGr9F45W4zmlomQDR57CfRq5jH7IabYNdtqY6eT6X+xZ
jnPybPYuGrCWO923qt+9j4uDlH2PfZkYoAaG3fWwF/fYThDMMdtV/RlmNwAeZCXMu55vH2bzTsJO
FbiV5eqKFwQBQa5vHwXQQT47rXojXrEDZtEBcCzO/oBoN+lQ5Cb1WYVm60Huwo2DKEBYWRyQhJK8
ZyhIhUG2Mjvit4nGJaA08Wkaj7xhKg72VoB2VUe9w/FK7gY02kaNHJAFpQEJMLS9YSfdoRxLbpCT
p5AIYySOjcx5XnYyUqen7mvufgt8IoUHpnuIf62PPTZ9T9IHLoUexqshup6ItbRHGDMmqTEBWUXY
DP4qXfZcnO8bOtI9yqXGH6uVKPjj90bWvfQTCT98G/PEuubpQetfsoA/jChR/aR4XOEm09TdFx8g
FHE4gB+Wtl6M6nzvoGedH9fskjwIHrmlp7G5oJJRf7EB+xa4ZnJCy0dQzt07AC/2NQcpWWv/qO8Y
WUCaHQQHjsMdYMAvbrkqhWxi4/rBdBnyDQAk7kfGDCRyFvDhPZ2v2bZe6Tct9OMjB6XL5qv/5Zgy
jlbpATYXzgQTFjdWgz47VylctR2E7uI84ZjlMuzsHvAjWYG/h3ZzYNKySXP6Ig1EUpdCcFa0AUZP
1T3gmS2IIegrtGt15O/QF7cFBHYY1N6Zyr34DnqTLTRzKxf2OHyDerXvGyGIVb8QaMd+m/F9j+Lz
8DIx6dYOqfCWsW1aZ1bOQnPkJ0C6NtsrW7tbSnzpXZXIj07NDB4SVe/e6ZD79TrrR9eJQu+D5kh1
kFYHk0eYHqVwvH04Zerw0McXS/xkoM5H0UGblruI7Fl3QavqiJU45tMjThJ+fHdLTJBVpzj6wJcB
FN8jmgrFT/S83HPgIWKDZI6KCBydXRmTkWg30gjg1C2EBCnYU6qQhgSCg9EXTfrHQXWzY8kxaJev
wuCj3RA+hTuKbkhTiJtBwdHzg5gagAhRZe7GB+2xozGs4j0XFD13EkyYrvkwiD/Nxwhxso+onGKX
9F7YCAeO9hg+6IWtfKOXWLyEHyiH0BGxWyQWr9GZ/q72aKFdUv8x8ZQq9zXCvAwjrxKonhG9hrP0
EZ6sx76RnKo3M7bliP/2xKnIMqvjPglM+RRiVnOdD8QftoKBTK/NWufKrjFOWn/XMmhvj5h0JNp9
BF05f0NQvYqXII7fFd4AHV2M14G3g5bUAR2cpM5pL/nXqrjDQ/k+fWyysYnLCUyUPCK95ianxV1C
2zp0J05lJEZRPWz/8P/4gn7+c3/PIAZIOX5pNKP18WKNd8AeQtVVJwcuQITmzblAUKb3GjptAA8+
iRh4CqVg2idoAg7QhRIhEUc7oSoULAeu3dT0dvix+vNJO8VEN68/RRKRcMRCzI4+zeAc7dYnhCeA
0Vs4R0VcEfSQDBfyA+gFWPteYhzQuyZXpt5z1vizE8x7kQahW+9Vp/qwfMknZnKYe81LZLrmWX+m
yeKBvQNiAYKX/Y55RI/mPSB7H7dcicYdc1QLUUC7pr7axT4M/jl0dcFu83MCFNLP0IOAZXYRjsel
2DPG0B+iYxNEz/Kww74wC9Do1GjMXYim6juGw9ApbGVXZJ6yU9zi0UKQNj7FhDMXCXLhqF0gGlxl
ogKmd7v5VMGojj4VG5bBiLLAG0qrDH/c8L0JxIYOQIBOPULrgXoa9hvh8/4a3mlufDIuAi0F27hU
XnUEcD1fIXIKXkwWKp+K35ny7oLmyPyUeLmvT060vunv0cfw3Isu5hap28Bp2xF9zixWup5E8Ai9
08w2x+qr9Kgh4HtesrtKPlam13ZXFrqDEu2gRQSDFx9In9HWJCCUDBKDZCuozsB1t5hYIY5zUO5Q
NpH3hte9pa9EUfGdCVkU3Kwp9gl04PZYqeAwMKqDMfZRJ0964nIXS4+Neo98lAR+U92b0i9Zl9nu
yBHEdp8ixU7WXeAmRzdUtN8pnTj+yBAEhC/IzSpAH+0MFjB62/5faeCzSYrc9GR6qJ94IAa7PWKw
GFbJR2QDcvoqvJdoj3Qj5by96k7vDKfpzQCCQE5rvhanJCjwgR6SJWhfwShUkadu2j1Y19bCkWEW
VRUjHUZt6JLqNkjT4UGFKX+WLSdiMINeIrJYpYcYfjns0FBujWCCb/u/uDuT5la1NGv/lYyacwPY
wIZBTSTUW5L75kwI+9im75sN/PrvwXkzb2Z+UYOa1sTh42PLtow2b7PWs6zkiXKTDn16TU1/njaU
+sisvdvZuGPUrx+KpWdHSbKJ+SbA1LUt0wztPG3fuQrMFUeczHesbabkFx5ZuAib6BLt1SerP7qm
AjcOe5NV+AQs2XqQm+6FqEckFqv4uZfbEM/suVyRzM3pHT51rIZWYju+pt/xS/8BGL9k/O4bv22m
J763T5Fze+tgOujtTTr9ar+zqlrBV0s4x70zmuwc1tdd+I26kTMOdQEVBxQMn7U4CyizhXrEnm9f
RJt6lR1YM6EPYnyAAogKgVMeRUel+bBlHqJ03e7I9bD37oEi/2Guj+06v4+5MhIwR+/lXRMR+ooY
54T+ieGQd4muuIdwtGUvuDlaRe4EqSWr4DMpjE16yF24mMIWa57GovfHY/zWwzfdhWLpXqLnAbC4
6dvzOrnXkDHRPnv1W/XMSPV3l9xRaWm73LrtOz+0Ll55NICcoXfvypnIdD8lMwPwLjbvg7oYL+5b
r6129Y72/oaXJEiGh+7FeYs4RVmJb8sQqTIUwHGPYSntUa/ZO6QCPUF3K7rA7/xill82vP7OuhH3
I/XEE8RLczin7yZ9LxkjXCLlytjGvAaDZsOSoGS9/FJ9VB+AXs/2saGzZ65xRS6AWkDUDwRtoFFd
DysCLtfiK4HjEFNt33oXQZIBDQUuSndnX8fqLmS+cOyOuvEd3HQf8VP1Um2WquwaPBZiH3aAJtD0
r4wRzGfwVbcAXLCJ5GtuSRnYafPJxbny1a1gpM378MRoQAI+2Gj4sVe06MufhZZxN3x0q3kFjQvf
7D5i6XYa991+RIuA22w97DlJwjvK2zMG/nr1WG0J25GvM2M0AkL8ucBGuBke7r1L+It9VSTZq77p
D8zYnomDwAjIafscvVBCJfyV+bYkstVP7m3mbUtqAHKyOGdf5MUufebiV8FJnq48hp+rZIuFqt3l
Z/tl/ERnWv4S9+VTcOiJO36Jj+MjV+JXndwOBXk8RKSHR3n/aGn8br/rdfxkrOSFDO25XWuX9Ah4
hTsyl0Jwm/nd7Ne7AbvpOvyVI1lcXdNoD2jL1F/nk7N2jhRni83LvOtUsE/VoVsME9pNp4W34bI8
DfOR3v/nXQX6BEztRA2pS28bqpIg3G5I2Rmx98HcLRF4Daw+FBugn495dXyq0PHs0mWFFS05bEgk
GMiYDSPJZFZYn/75P/ny3l//tMIB3YP+2JFvt+6W7dzP1/+8+fnUzkp4pCkl9UKMNefAv399ajYG
aI9jrLPY6TRICj9viPxo/v6xoFKU6JFrv3tohjYO7bDso3/51P/4yp8vt0t2RX89WtkE5TZL2wfb
JuYqaqINi9o9iMz6+PMGfhvf4+ddPFloFH/eJdaqNYDqFMUOw8npr08f/vlj/vUxL9TqPx/i54M/
n5NnTbznVkNw+T++1c/H//rn39+L8khf/8f/pBa+/Lrl1vTXf7ii45v8/LtU1GVGVUHEWR77X779
z6+NIhRkgDbxsmpDCkhe03nlDRuUUQy/lhluXEzbocIN1NQ5lod6b9syAqvk6jtT1OcwZ+cVJ8yu
ZvFopBr1qHrAvrbvK9q/VFgHbehsv0c+0YA86Dpu7U7k3uOd/nDT7txaGDsl5pkCHWWnM0bTPHS1
4gXbpcKOYkCeAS0eLRwl0OnpGi0voAYPRnOcuLshN4jMLAdrOwzAzxtkBWkgvb2wkclG6QvJUuPa
ae1DNzUHleuP1Y/WJx1GHnIkBtHgFCyTB6XmUx5QngHJKYbJT4w9vvHNaFFb1ultkr+GIXUKUw6A
fr7tegcACpSKi2VFZc3Wa2L6lfgatfnWMnAkCkGS27vuQkDoa9RFCeF6eQO5SXvXnfmuIFwyCD/U
INgFFfTNHDieeZ0bsrTQqLhsSW08Hn13lj2pOM7MUCeQv0bkouvRLW6RmoXrsqlsmiPUkXQAbF+5
i9jeWxgi1qssBjqlGrRzlF1UIL+mbjR9QpM/UZKc9VC+hikSVrOfd2NKDMoxVNnvQjX5ShUzRUDU
ol/tv6PC/WCNXJx6XQw7HP/RLopjDGOYvpEm2jbtdGci0+2KFzkl7MqNY7NkGtbOIc/Zs8zBzRib
920z3E6TuYpVgzqqOE4pG6GmQJTVbfMuXTfKoRbjuA8aVI2W+dR7WEofHQvIQylBGdvzznDcU8jM
s7N/8TR9tIj+DC+7GmZCtImDAww7wGyEG5No3IqpR85zJhLjq0r6jzYkXnWc8TDo3OMbRC48Y5Mj
bzqJcVRr7AinAsatzgBVj3R25dWC2AuAjmFl/cZFuG4C6ODd9JpXDXNQr2eaKjJ0RsUX6Il8FfXa
SbWlPxK0uE9rucOgaqxskOCuteypKSyTRJsOUZ18lpCITKn7Ya6eKpe769TZxKEP7XgY0uSGgEVE
uzYoK4IVV7meVRfsd2+Q7LB5mK6G1Yh+Mjefx94oDzAb8bLNHCmmgVamJaRbjpqPNvCNXp/tE7Br
eKsybhJyD60vrqSNYXTPxHi9EwV2DdhKkzWKdUwfn0a4/UOGr9KpUe4OGIIN/TzJ8EFGxTE3BKEa
HuMPocz78bnJGehk3mACSms3FaCUdRhbT6J3Sfewzff6ty687zqFRZuWPF0jCeORnE6mbQRbVfPg
3jRx8xqCU2fHw0oDe7WJ7KMRaZdZh5doW8EF8SuhJt0X6XCmH9A8ZJXzhJocbKGJ+naqQ3h89jvk
eOS8JXU0G7GZ2IiN1uhsLabyM5nyzRSInlza0l2n8wXx85WcJuqPZvK2Vhh8B9DrblT/ahscc7U+
Hu3McTaGYLuN4dhFjQ5rKMu/l7TgzlPcxV33rglaigxAMcXwbbXzA2pnAgzDJVMwiMFalcnJcdqX
uKe7yE1FZA6KXjbWLDuIr0o31XMGJ3DX2fOl0rTniNcmz679GjtetTU0JjKxDtBzYlfpgDbrk1+T
Ml6GCPmX2XThTtfomAGyY06YBOOhaQFUqYNonTMJPicnhlsjJv2SRxmVqgpvy6+hqT6DbnGts4DM
jwSl635twbiLJBhgk5BBR7Ybc8iYtdnmUhKycQmm+Oi55CHNbD9tjbGnxtmzb7KAidkY30akatlV
+1RDx+U5v8yNib8s8Mc+YWuq6S+hy9Ar9R4DVeMjm3daVd3GlmD2UXBjaOQMSSmPv63xAV6GBQ/N
wRxRRremBVBeOBkTecyniQcHyERhutbsAUWXgwHJSru1PmS/NQzLiKu7b8thvIW57RBa6UfK4b3u
RPThNnNyQBo8nkhJO06c31ldlrBIQDtyJk2ye4AI8N3FJiiebnEVh6jVLU8xguAuiOyBnDoXGDPc
xmSTtPVrOlZq3XbFVdwKJiFahYIl/7Jz01x/Ohbrgjp6y7oPJ5p5qeumAuejF2sDeChC/aOZ32lB
cwnHur2grl5UpQzUjRJ8iBk0+0BlbGu6/FmL+g/bFORlm8uqa5nVWY2Pt5FMjBImfj2pp9iZCQtl
N4ns0yQ5FZYde89qQsBubrSsOmqjlDu9tFgDp9oSF+XhAGEI4qLtHavyVhTsvpDiEsQeqBd99Cao
+y7Y6yBdF6PZoqm2X3TgM2DDCq7aHrSQ06SPYDh+l0O0Kdv+6EXrMWRYW0ESzDLEJRJc4iqZHPuG
3OLt1NF9RkzENmUOhGYIMiB5VmmsVbsW4qj1N1IsrGqdNQNBAWhN4HcZRDufQ0aOXo7oU4rpNzEj
NYxqRkY5uVXawEA/dS95T3AyXC5ytEb2JAXZy1Q6BoP2qrjv27rdDpY+r5yWEYBrHvVg5kCMx9GP
A9JXGiNZx4jDNm1f/SacYv9/2glmGtZC7P+fnWDnuCi+AIT9mxfsz6/6hxfM+wMSKhh8dFvCcCwd
wvafXjBP/mEK19Md19GFbdiO+K+//cML5v0h3MVBZnFB/93w9bcWN/NiExN/4HwWpILC5LY9Hvl/
4wXj2/y7FUz3DCBlpnSlyc+nm4bO//8LqZ/gOC/vrEIHiaqVEZiESg6NYIQ0ELM3tW4XnJyqE1/B
SNKoX7mS9Hf2g30kH+vEzENimISyP4GGlSy0A6d2n1XVdO13OFlZ+T5LMWifQ+KCz0lmuotZzESr
jCANUnSSrmPU0Dgks6KycrL2oUHObvoA7tvn2CwGIKptFfX7sca8SCh5YyCRc7Mh+G1HPQJ9aCCh
eaqiIbummsvZEAC6k9uh1Jh4WXo/Rje959XlqS5iAkB0Evqqa9jXZPU4JD+b7B2HgB1kgo2TgXxW
/CIiVsM0IcMUnm9GfjkGa9sjy23JK2QNpXUGkcMjdvK21aYRpRSo7RUQ4s7hpWz1xAnGfevcTBkE
vOjaF5aJ3ll1mde2fLcEZvMhglAIJifJ7Nh4z4euiw6RkTaEnbeZzuAOIxUOmShXDWsf695SDhtW
MbPtLUtJJIeYzApdC2fSB0kaPQ5Py8uicxcOOeOcTBLgsdeJScnxXEXjuMLX6wVvRd628VYP8BOt
qBYXmUBsTDgsRoEvB8L0EhQjJ++2nyOpnoRya/EwzqC3fidWaf0OPWpincSKdtemNV6mpGmqeNvZ
FjMgUoS6XyBQ+mAjPBVc8iVf2DQD8VgYNmIywy7CTZ3g9GazsVQefFui6bCe3BVOJths6yTKrjG7
YNVr60A+oZAM1LYYqm6883qTPU+EOy7xTXPSqaoBnOa4hEWaEpLZmlYFlbpzqtsZJ1a8iQncJoMS
vAn3NDiIHNdtgjaB4N255UjXBgBWWa2537ZU7KY0D/BDtRq71CuWYWdOImHcSHZRQxzGsO7R9U5+
zm2W5Piqmt3KL5wB2GPvtQrZsSktd5e4qkazlGWavQn0Ng8vYdVP5j6J29zcOqbT6peqgqPIjtZM
dgq7eI2srw3DswYtWT4T3ADXdKo91z0GnCjCWveh03OniPWKvwpei7QFuq/6cUGXEplmDvERQ7z2
WgFaeRikEPcGDN2NFrBNblNLMcafwhteAZik4TBdjQojF79nFn9mlpk+ksmudqowo51tqvijHpwQ
8bhpn3LdrfZlayG9cfNiZ1Zjt5GA0AEZOCUhBHrBnjDrxMlqjPochyzE56IQVy2dNd+LtfExw/S5
U4BdCSxk3zIyrNt5gWIbbEiHAYKVHxqQDg9OHQZ+06EDyhMkYmEvzIMehPazDr8fEL0X25d2Fl9W
rqb3nvzNi6UN1h0WueBODTNJooZR3FXFEPJ8tCiUoqG9cxeo/JAZ1aHXY8HwU6ccTfuF65mNfGJW
O0wnlPGaQzXYC1KBDs7ESyXrI9J8vLjcp26S01eA4tm3+Cv2mtdMm0ZzwpsQEDLhTqWR3GeckFfq
qeJXMZJVX/deeMtGT+76JkHwYxNAHxexu5knfGxtY7Z7q6+KO09wusSya86CS3E3aO28kKvs2wGG
+rsZQ/Gq+7J6HuKquyUbjzxnvEIojfHazUmYHfA3ZpwNYOmYalq3ut2ZuDYiK7+krlbgO0n071xP
ioemz9uLMbow+RyDu9MKy4J5oEDXXvRqbs/dIBcg4DQ5A71gWt1GIpN33hDkbPxHcK4iZ1EkGIHk
TD02BLeyctYG0W6Ezm7LTHiZ90Y33s9O3eMQEsbaUcGkIxWtpn0QMrs3M+XtUqI2N25rL9FFtUhQ
3UrJZG0ufvd0rFwhOset3kcPQ9k4l2a02wuJoOUm4O+DARBXUpATxGhW1FuEt2nbKqJWqmNj3GMe
tX2sReMZy0TG3WoqdtTYPV/rSYLEbfm7UZaG/bZmYS2SaZs3FSttSsmdwlxBMCbGUlc6zcVtOtOn
yI2egjabzlHvThvT1JNtPY8jeA4yL70yF0fbzTuOIyJgaC5R1WQx4LPYkucsn9xnt+2T3egm9qlD
c3Hu0oHZ0KzGO9KrmgvPgeRIJs+QzPKy3Hm6HvtJZThAs2dz42GN2k0NyoLSnCsMg+izi8aKtlpo
FIfaLCffcILuIqdqEUFOGD5T7PxRZqttx7kJvAFDpV4y/plBYZx7Ixy2k5AkjloZVj1e0TR5c7Cr
q6pk86inZ2ZB5mcWquZiJy26Fmkrgq7LfOfq+LSrlBRhLWf8Cot/BM0P/DWZezbUiag3yNP5i0/T
cIg0RSZezt5aCGHcaLrU0YAm3osE+f9EaoN51TBO+tww2dN4Scako7OOAVZPn5c3h2iHZTHruFtU
doR63BLud2Tp4ckgvm+rzVpz70LzxuraG5tEtaz9BjYhYc46Np2htOeT46zy3EuOoIwbHw+AuroU
/Rutz4eLwclBQB9cdiAJwXoehxCToMhAyklixnSQL7YWJYyJRDzu4xCwS1yEyXFoq/ZceVns0/H3
PvMeBKseG32B6Wfj9QMS8DljXhayEF9uuIBAJBYznGQAMQ1nPvSJCjbODJtedlniSw+JxWjwysgt
holJ3kBsJKSMwDJEKl2SoAIpFJmmid7DZ8uXG4gqT4CimD+EkBDHiomIyhOEbSOUkJTYKFYPdkcz
NujcQxsdjsPU42vXEg2hxQyT0MDIjPOo22o2bsagnoN12HDMtMLT9tIj5MDG1L2JC6ffzakzIBmf
0vadkVrtJ/pg7Qo4vBCkxl7JtVZX0d3gZBWaDTci3dhtm5eqL+etUHN1sbJEsd6FayvZAOK53rZp
2wbnMUbWSQQlkY7biPGVvR+NUc03Lk8SMR717HSPI9kS0Zb6sul8q6nUmZs6lkhhRBRxDh4OQnvr
xbmaWJ7Bsq5ohskO8KeH0Ff1mx4j8wcODMuci7+n4fxfxVgImhdq+f+5eXlY+om/rd+bkoHlv3Uw
f37pnx2MdP+weSjpOCRz2Y5JA/FnA+OKP2hRXMcSkorEBCrxzwZG2H+YOs2GawrhWD/Ein80MML8
Q7dc3aYlcgzaG+AU/0Bt3JbZFJZF+x///lvR5zhLiq797/8yhfn/xWZJW7d1iwpLdwRd0X90MPDE
0qJJuGM3JXMgIxjkTVz3j0AJ6bzHl0YN7f3Q1kShjsPgR5Zh3yTTaSDvFym84+6uMvcIF3aD/CLr
u0Bqge/N3rzDFXXElTz6VhQgA50uE+DX/aB7v7GzY96Z0Sc4oxavhUUeVRy3YKAhePohka9Z8uDh
/NCbQjxNQeZi9hPa1ph7BkHE9tpTyoxKD0sf8zfKsgZ6Hld7SazuMG90SWVrF0WyN0u2axW+IVmE
9sljHY4Dk9QFw9gY/KArwCLlxmuqAiIxQQwjfXyjq3otmtDbFVW8SSfL2wZdiBJCOZfWIim4rbIH
ANfwAQfhALljdaiRI8+ttDpByGK3qdCDxZNNeNz4RIwlU4QsaW6Id+9HFETkzzrM7VT7pgkKprYR
O0LoPMAEsXUJOoKzAq6XI5GTn006oWcou8kfyDCha4AvqS1B6YbDNN+K29esRDEzaNFzlxGblQAy
EHEtdl7tHUyuKhgZElGvEh9Ni7vCbeuCjMyDpJ149FiUbsq4PkDpRgaYE+1GTMUeoFB4NCy2ayih
y3F6n4f2JhdPNviIk9BKbh2BuhfURvs5s6KVo2fuWbI1BZDme05+H8AiBVnYWlcFvfDQerjk0iiw
QCFLHbCAdkrJy+CuSyRkMiCa1L3qCWZEtxU9du6ZGeRNVpGjHWHip7u8YQg9AcLGaSoiRSFnNXdz
aRBEiwFbb+TzSGDimjivHuUQpF+Vdn4GhZNDup8OTonChJtMwgoK+4lDuTXHgf0c9IjnaK8OZhPe
k0sjtjVh4i4HM8ohgLiBE5yEU8fr0Ywh8kXOfJrgj1D523eNFOk9T6ivec5+Vq16rDQvW7ee3jEj
IxMrGxLHnysFeDRFDamlULDD5tPg112Z0pG3VGDUJ+Ktyg3gVmuBCykYCoZQYMUsvYWyaQ4ODmDI
JclEVVDphV/K7CqdbAk8IWwRNijkhno655HUbtvh0Qn1CuFIfg8XehP33YPlmfNxYufoEv10oj66
gbYhjvFSZtRSyLugavcVE4iDUYT73qqbG+ZY7Ns6Ymej2TgkWQ1/w3V1RFOYVqTdt6dOm+/qciAD
2UuR6X0mGkE5Eq4FF1BOHmx3MaE83MFf+8wB/PrsJXT+roQAtyGVTVQTnpnkTkyO98IcUUjJ6e99
rSrUHga+cTKDk6H9oot+rOOmJpnez5PahgV2iH5iHhKXIORWbUqjJaulbxnaNemTDgtdsz2PqUFx
ZXFaHV0m9KM5ZtdiF16kdE6lMyanUbjamoxvfQOF59jD+NlALh92XkQcvE0WeDBW/S4dwFS1o9lc
1Tyuva5m01FEj435XDRMV1139AvdiC9hCP4ywb4+Gpq8DUrnkSNI3irFoqsV6BUB5KzjMkdoSGl1
oxdk3g2VoObpEd8DPtoldVOs3bRkmOvUFzJW5U3ZecEuczXFdCGDiNP12tly+/u8qtUxiZ0IZxqU
CUWbB9mxFj45EVAYhfnLAJu0zurU2+lR/9mCIgsBvgHWweEGLZeUK6v5kj3hbTBMMTjoWrSBMJLf
+tOQuifVaE9ZEpAcKJiD51VJ3ewYoNQnFDhRqN3OUcJuhyjHTURlaXnBM2v6nJFDgYxCc9CDvUxa
H18mF0IkPJmAn3u88tSip57y+7r4yrOuf2p6g4kVMsclA1oHqLOxGOYYxMmMiLi6MBkO5INjNSSp
hapMH/1hAMeouAlELmJXOX0F+Jp2bU0b0BjQVDuCNBLbSEGRNo6v8zke2VpN2kC9kyE8CDazhdRL
fxo7yegmQOa3xFnpxe/ZrUHiG52vFer3D27NTLsDzeewkVOUrMssI9wI4WmO2ovxn2BiAjs6RrwS
GIv4NsRwA6UZkLf+XE0I1koCtlbxnMIbEGa95UdHkB0dajeFcWJpI1LSiMH5DODA0bGxEhVXzBwc
orGpakOF95FNA/yhHN+n9mLFyE9bKFJ25cG58FqcP+rDHnPW0MIdd57T5gdGW29mOH+45K/dNc3B
gU9932IDRP5wB2ErRqxh4CDoBqjMDtDRn/zo1oqRLMUccRMvzYYgeh9yO4Hz1hlQtY3oDxmHkSIV
a+hKNXAcx8zoLEyOXruZMzSquk7Khz1fO0nNHVaFvneL5APEHrHXBq3qbGEYTTwWvSQ8Sva4YWsX
l9yyCAjLF0xJkeQbAkLNIxQqPCZFYm+maOqOzozUXlrT3ktZ0c+ieRGdE+1Nwm3RU8UF7UvxPqGx
HjvSzmY6f9JJ5oUgRLBhxAWW1SYHrGy9Q1kxUEjCJ/TL+xwFP0F4876drc9JMsyYE9QOmbA5fLrv
KXeNR9plvcxfDanAdwzhS1lDtwGsvJk7rpl8gvAA+vKKMizTiOeOGclo2tHomzfXSWtWVSHxsJUa
/MCGRSVb6ew8OecPhtkd0oBNa8z5va3twLwN+AVE4xp3HuvBpNDi1ykl8LsN9iDH0iWbRd+SpAei
2wm7l3SwHlxAgy2B268DQgaSzkixSIh0gWf+xLGEVybqXggJ/4ysgTlqmrYXGfdYB6lg1mFX6qyS
HeRF2MYfLHoiaEq0CTWzMRSdAvVk1AavozP9MqeuuxhxYflecuOEpvU+6OhWlVQsVx3j4rJMPEUR
gtjW6eS7HbmvQRW8w0RRB93KrceiJ9WiDEE1R81sPQ4ShSKt6KpbumnXrcN7Rqpq1URRvp8nsNNd
rMGalGN67O3x3sqH4SyGpvBNtmF7J9zTcUdftVYjCHea5CENsp6NvkF+ZC8AuSieD9sqHYQTZsQ4
KjpUpGF8l2HC0ZjdKHP6ilz9RkayOtRjhN8FithcV+FORSkyo9gIds1kYDU3Zl75fXfjFPdp3qAZ
RgnmTV4DOpaLmIXC8Buo1bpy6vvYpduvmVQeqqXzLssHnip9zeKWqVknlnEOgcMia8KTWyfvcSid
dVK7PX8UGw80vbc9xtGjk9wuddYATdHMAgeUfoFOMK+fuPeyGwvTg6zj3u91+77HM2OqQ1A27i83
QL7WGrP3QL6p2ABEKs4x5SpndUcQ0Ux0SRx8mdz817CVNL8qxOxry4XDLCHZEKysrTSZS1524jtp
mQFFneXs80K/dQGLzO2LpezmU/TeWwBO5JWAAxcVYsUNjoFGOjMvERHEj7B8ZlaDzTsETaZrDI9b
1nL+aM/RW3BbiPgcSDV+hVV5iqyIfLBWPIBG/Wi9oryHXn6YrP4MXJUTxBXZLrPqGwcOLyQhBjS0
y4CJ1KutkD/nNlUp+4RqU85G80X8aI0nIMYROFinOcq1ja59C1Yrp9pFUJnobAc1Z1SbsXXajSFT
a4vkR+E1Uh3uqiC+dSw/Zzz97PbWkTouIgav0q8lwfQHQ6WflbvMVhQ8mTIYX5a48LoiUcdj5/uW
Ds05qPnxEyl1JKnjivb8Gdh8t5a6Ce28Q99YuJ0ve70/ihi6P23CJzFQZMOY/alooQfoFfsG04yf
h4XLQOuxsFgGvMvL1/x8obIAhDCXZOe77Cao0DEqamTalmRR0GMl2Xxq9eiZnYBcExn66dpxv0lM
RsxZ3REV6QbPjq4hLaxIZOxDJG8/bzifD5Fe3WmdqftlNifHKD6QoOxuzcS5lMYw7CjAzqOJfzyo
kM1Y/aiOP28U9EwQuurNYMKIEwvYitBtlvmeJRdfyOCU6piGjrfOBjPHNDIzDpvC2dflIiNrFk5C
oAjwTqsKqVmVvBiwW7d9V1+0Vsb4nUf0/mlorWMTzahq+1Mo2QsxnkXCbNcMHPV+OppuNh0VtSWG
KbWUzc4HmSwaBq8EmEk2x6sh6B7rEck6TDt6ujnEMojzN58ksKEpuqtt6WztsHcPlCdzLWHi9RsZ
fTjpkN50n9HghfQPyTW3sZd0MYSYwGhPJFKFB+JNrJtxOE4FOy0YXx7QJys6G9qSFZIm+9l2k6uL
hg/vKuSWPME74UosfHP2XEboPcfUiu9TBeqjZu/VexTIJEndG0AMK7v+8vRIf9ASEmMVMsZNVuCR
SoOEiPp5eNMUfGxGv7hXQve1MLFYlJ2yFltor3hJtkmLjL6IVp0S3cOcePDXQvctGcv9RLrwXi+y
1z6Tb1bi7LrKuJEq+ohsNClpbr1ozRklG+wnj0a0Xvi0CTetgeSbnrgc9jvbWcf5pbKQ9kMTmCCC
o7ucbBG6Yk8fDjQmpxQklpVdshgXX87yMDN9y9annaIrbqJh2BcEp2MKMHct4NojTEBK49mm3KUH
JLEwcfZ9jX0zwuQajvoVDYRko0N0sELA39fvAxNUlO/2vdaqhG8Lj8dmwH2Ko+cUJZIzilteu7dF
n74EonKOXkf63ahfWND1pJ1efx6onEdjD5qK2M4GX2bFjaMSiDBR6tpyfjHD3DwFJa/jqHFpC4cu
QChRpWt7ufz6NFd0QYwPyDA5BZ5nHgKieso8n3ZTLvZZnTnHRnnZLk21K8R7fHgkI0G6qjcyX4yn
Jr9TOyATNjIT+IHnYmma+gcOnjtUPtQ4OUVkHpixPzS0Ixtmg8FK5VeQl80pTNCpXyFmGYeqFdqx
r4lbZB0UHLTuUwPAvG482a9zANQ0gUzmx8ndxqkc/QlMFrQBnkjARcxsS/eRzso+WqLGh0Xxhv6i
Fzubx6sqy8X/ixJbN5AsT8uZ5vXqwZrzt8zprswR2eApNfmlRh1FLfNo1GW+LzyptnqIzyKIwt9U
Q9g80TuurMje6ab9pBi7+t6g3ZOmlRj9veEa2GuIoVsNkAoJUbroc4cnYsZlyu31WXcm5D1OdA5l
9kmMBKR1cFjAk3aaviQJQGWjP4iAF1hpdUx7lgkD9GVdD56kQl3fG9OXKt7aeswfTBPNmveM1Cjc
minWzwHFasoeFHUTm4MsuuaIVbFNyCXypjz0WesH0WicEtl9GLWBVYCSaTblrjPd2yQ0fmGWaIve
Pli9/tYxAzyWLr7aaZZgEfqErNbVHLQhOyWm38J495hIgNbodl07EY0LtAe0SD2uQ/Or0mrvfAGd
6v1iAz24LUilfIntJnDEDU9O66IkbCc0SWa3LW22RNEUWoRN1Sw2hbp2xO2s0SUT6B2wqojz5Mak
1CffiZWmnvWc2m11LK2NDVPAmhZitG18EsQCF61ZegAmI1yXzinQQrlCD4ubSxj1VfFZiV0+6RUz
8tlByZvbs9+Opb1WSF/XmeEhp7fC6CrZ1DKnUak/9GYPMwEBcFqiBNfQs608OmCo7Clqr3FTzdkt
8E0AteVXTa8LHCHcx3JAq5qN1+opQsWrxhrLW/PsaRY4syi7bb0MRF/8y4w0SPI2VEzkVDs7l09R
x4FWMgqZzQuv620yVUf4Q/+Pu/PYjV3Jtu0XsUATdN30RjaVsh1C2tJm0JugCfLr76BOAVXAw2vc
7u0kdKQqaUtJBpeZc8yfuuNyQFlMunIzrd12hC+GWrcgBkfbE3mwyKREXX6abQzi1ntqzBSbKEDR
LEJpZwtTIwzrPyeYkQOqklXoqDubZ8mqoI3zPXdrdPOtjwse1ik1C/Sqiv4jEd9BKr+ZG4YyfYIH
3m8zx+ENat8yL3sfvWVEfBQt75zV1DvhQ/OL3EeJiGvdDvlnJa3bQXewA/BC5BGhINI4+l10iM3y
O2ibo650uSx7TlEJmD/FliaolJF3IlQfOvMouqi+oak6m6nxUIPWZNpzH7fpNRnqp0ACv+SE36XU
NxRHF+6RLq4fy2T48WyCt5TlvcaDvmMjsxKMKNq0vjBgOiW28ZWACl+JHNJNlp7MoEf1wDEfk64T
mQSNNMWOQ40QWuE8tJ2nIHFw4g5CUrW+En/+B0PBD0qWZyC22xkmIVv/F+JTD2Gp/xBOBCGhnW6N
xPkydPM0j8V6SJPvwbQuZEtszHA4zln5zmYaX0TF/Mgli7rv809t1NjzRv1tdbiH7I7bh/eBRuVO
2IxNaROOYeJVKze2nh3PBRmZHeOk4n7CMll371XjXke6gLFKdzmHeU6oihoELlqHvFCsNuxxJZ5R
ftmDhGzn8IZKLu4ayZdhEjsvww3T0RnpCxw1WIcvaF/4N0bq4tOFmEPDlwKjIQBDbaag/mIM/CCP
oviuGgQoZGc47ciD1cSiO48IY3Ix3VZd89XZ4hy507Eacb6lunzRbgwSwAoBnVOXdSZzzyr/mQQ4
zIgrPF+6m6A4TGKvreC7jcZ3MbhEnVrUj1UZbEkmBJJUnw3nIcfsaDQvJb97lXUPIdcUZpuiSdC8
Ic6dR97YDMK8u+w8bX4BhzmuPbA4VYmz9Xyc/1pgG2laRQxFT20tXeOplHRBUSpeMucZ+iXcNOYf
bGNXMzPorjQshqH6by0y2qgsfG4NwVIqmN9lUAz8KGc+Oqm5TjOmLeEo/6rSuetcf+L2DI89Tiqi
DdKNI0vztql+JuZgHhmMJOQ6+7IPyDzoL81ciCNsQcmMgwVeBkIQBdGL219UqPN1HgwRVhaYzpmS
dOX5Lp+jErpCcl8MEYUpw5wSP/guMTh6LZaQ7JvHfTsQXWhJZMpzpL/iTH6UDZuzRJ59SZjQb6qY
VWDzmmCFMTw9Y/jP5UHUDRIFMwIeB8ACUQTO5paxlCDavjPIhmNBDlgn5IkXKHrMVi501alnVBVV
0w2oza2dN6CuC9gOuYUuxa8F+CEHgGLRL7RR9Ddl+ulJEMfaJHWjIHva4NJfuTrDne5j3LIT17vR
2d7R8CxsA+CvS6hG4Z+KJKAGIi67H9znGAhCg0DGtT7L/E8TDc4z+fDHslUg3SIzPasJf8TMghuR
NmnYeQzXw8CvYLHGXUWJTY1hMZd0xBakbk98TurslJ1c5rSvGJeL7hg3DD+bZKBTjzGFRlKS31Ef
2qHt79z7uf9j1sh2xrlCIcL5LFyJd9Ygmnochutkw+IyjMtcOw1/BkYSWI3kFrnGKivDZbFDRnUO
2DqpM9xaXSPwNfbGRpDBtAldGC5OVL5MTOHaOL6ylMa8liav2eLGd0dxj2bvYVmL7lFNP5iNuFoS
36gdyOTWayV+gxi/cDe4l1ql7XHCRbJDpfbVyvjaeWhtcElw7sTMVSu73ZpKPQUARzkNEFL4yITL
Fc0ke2SYrQEToFVa84QAgEoi1MzdCXIerwSSAuweMnwQpdq5UMdXUwzEgOvgpg3nYRvDrcpAs/Lv
Cv6WaVisS84q9uPldmi8A4veidDf13Yy6gcRe+jSuQw75GMkiKmtWWDHHKBlhOYLBS4q4NrPwAzK
hgok/9NXho1y4jnO/OaYhTRhblg4cNHnD+UWGMJyp7ob4FkQm/BcRD7RVu6SQzTBzy1H2LhF9InU
KmcAiKJmQPjCVCrf2znfNhvot5vhhWl/vxn7n1RNJ+0U3xgLNsqukAEY3rvwynuyHbaIpPbNwnRK
h/mtVNh1vLB80j7/KPMx8BFca6b6rTtSD3/Y/vgUlIwwQmuEzOkyUIgxWcB5bXZ0FUi4V0WtPdhD
I3/qGIBuO5nQjJY1eIk4WKuD5ROimyFdFN0E2omMr/YpYqSTsFdf+SkNnGlj9UczhQrjSTnRPWUB
o/853DLGJPU1Bd/KPU7aDD6jGdVJmDFQYA9xmVrSh0KfWboy80+5ZN6T2FRM3+7U3vpmBEKkZu3n
JPXFTrZWmFJ8i30xpXd10X60Y8cVm7+7lLue1jeJjNfMf9e1UU8Mw3xMmc5A4iG9Adxdypnbrnj1
NJtDmeF6Dc3mZ84H2pSCLoVxl7PPzP7R1uMr28VtocCc2f7JCPu/M3+SwRU/gc7bjVnzXQiKLbj2
EgfAFkr+rPiG3a/j8LGaPL22bJy+4Xhjmx7b14WZNniPrYurUBEeG+MS8SAhJOpD+dm2rdQLVZ7Y
JX1w12v/llQNOEl0rYSF5deh795qNzot36t1s9uyEmcq1n3nvDWwDthY0GwBaeHZmoiR1KnyHBf3
jV++hcjsR9ODdaA2XbT35uHNhujPO4necmMjZnJTwrpwwouE0wdRLtgwmyNypalMYOducw4pLBCU
xCYMv2qm1amnW6fmqEwK6ymY5muiyjfNoKND6qn94QY46tkZq+dcXPmrbbhLj4kJaJl9SKvDe3fs
75f3ixTdY1qk9/zIO0wHZuU9Rp36GGumWnM6LEQ1em09LpGPyMIixPrjwZmSdGXnmHXagiejYLZe
O23DmL559PL+FToqf27FE8C+LMHeBoCX1IN6iCymBVfLOvs9dRFlEgr7qMLH0vLumkke22DaeTLf
l5TFK5SWL0mPqtI1T1Ff3jYtMlgozVddtjDCx0dkNJr5YMiyRrbpPs/TF23ob7aKWFdUhxoyfnD6
7GIGMFLrfDjorj2LnL2BInpZZhHAiEHcN3ZM5Kf8rnIWrrLBTq2TF2bPkpOwHVa+jc3HM2F23UXi
g8HWOZ8GYtc0Q+shPZA4uy9H+1DRJRfzZuR4FP1D7OltxzViWNNtIqx9kko0QvJqpxTehrObu2mf
qfoQEWTkZu068ti6gDGOas1WydpEAWGvuds/RQyBO4OeNizJj6rY24TmjV0l2yIpn5YLvzPSzypn
6sEzrRruIOOvB6fZwDt9yzN5xlt4l2fuVnXBM4v2N4IKNqmrz3TYHFeN+QrLGVzf9Ld0sPDrQj1O
3PIry4t5c4aRfEKrPFN63DSDONpmuy+UlWGcuBLfaCM0ZZpg3+kkuSvT+pP19bvSwcFKO3bjdrH3
xz+lAHLE2lMY86alcCF9EAKK8TVb6rsvxPNkB89KMndnGPFdglqaCJoDp3v0uuaFPebHTK3YRx+m
Gz2KWf3NGvlcltkuc7NHds44HIGHQfwI0FeEZXpvDnujaq6ehN4GOygJ8y/bZA/sOU9ljGrY7f8w
hjnMHQzK7LM1zEubq/eCu94o65tepm92vRjJIKoBvyYQ0T+QgfYws4J1KnbfsQ1lCKYKO9N1UIQn
6cOb8NUx8KBaONZDxXviBME3/1ZU3pI0qHZfFc8mmzSP52djFQ+pvrJf+omm4K6JifrJs4+8Zhnn
p4dcxjfJrO8CDFCOUd7Ojji3Tv2TYFJus+HsGv2bw03lQWb2yGrZJOxMM/ORfFvE3zZcZDTRKQ1u
z2HCDfbqGu6NmyB8Z9hY+80KnvSdXNyiA8sUsxvvnbm+H20swbNzZxQW42eel0F8UgQr9tZ4Zbj0
1PJMWc1sRCoLJ/U04+Dn0ub0dC1zNQXcnoX90Nf0T5fSHZHWrzH6hWuv785etXRfbbsFJDP79+6E
XX9wEb+EJfat5WKB2v4QxQ9W1O5kjZEuYX7FOWMsnMcW0FjJ0Ap7YlSgzp4iLO3AilfxvRjyQ9iV
V0sE22Ghz1Wus+qqBiZNfZ/Dh+z9Jycdj+7kIE5gwh/bb+5UOvtCMwLypyffW6YxI7wFt71HTnab
TvZDaDRfjpaHGIS7LOabiC2qmue7IlMfRZ9cquIakhSzIg7idQo+opCoBlf/gSLOJsWy7zqVXaJ1
MOvn0Wo+RyLmwLSNSr1JMb2jo9wWWfgiA245WOm5UN0fkh1vBVNw1iL72sQiZNiUU04LqwmhaoLv
LENdyWqMzQa6mAShxBgyiytYRmfVLSkg+win+JoTY+sR0TGPwFh87SG2NCQ2UqvckXMPu0k8Wfit
N4NvPbPdug1hS6AOONHjHBKRv4iB236cY777fDYZP9SOOpRWy+XH4MkVD9S8PwSBniMr2IaE6Grr
nqzwa4XkMnYe9Zy8qrF98lx3F1JGsB1gXC7XVY35Pq135HUzoHbDLRLlv8vPzSbv0XSIy2rkrbSY
C7c2Up3lBxbCevILF+iODG903F8g2pxoOw6RTJ5tZPbdUL3465ZUBteC5xppQR8iB/hhwdmQ7J+X
/5Eumtfej2n3kh9bSQIsCw8oUv3Yy51PAMe4yavyKUBSIvp5kxXhl60iIECOezHnmSd5uJlp4FZR
RRiS0Io14vzizP0+dRVuYAwSSbD2BEMRo2XITbHTYVNkwKwy4xZ+AK7siceBHg+tDwQo8hgTimM0
qvvJ8G+n2DnGstuns3MUb0O/xKZdB0BDOpkOQdDfL7F+yyhzrH7SMfhi2nr0SnagEkpQ7H814TMr
mkMc5T+RCG4jGaXryQOVS3zLHHmXqEi3Yy+PQckEBy8aPwDqicqJcuWIrItszwhv3U/+R8k2beOy
Ic9zAB0ZTgc0XALmEdF4ZPoZG5+16jrtcF4OyAbYQJVrbIrUtoX9vhyZsdJvXtGU0FqIKjTUvRd0
zjpMzeaUVYcQWE+EauLWneSho544YeP71TT+n1VtOsyPf3/D/0/42PVnsZypn5//jh9z/vl//Vuw
GVj/8lyWdj5ONAeXiIdg8t+KzdD8l2O5ju8h1oQLyOt/FJvevzyCTTz0SiZyT5Se/4kfE/8KA8cL
Q2SebkAE2f9OsWn+P4rNgGA0zwoJQXM8Us2WfLT/9pz5U+sYcnRLXE8+VLaFE0+aUn0ahdMdO/Ol
b9z2VDmUENiwEdUYDYxBtXzy9yu/L0YxDcCIrfHfn9SGVP/15d8v/H6u7Hk8wviH6ASHwF2oH2oB
wJtxzOnz+9//fBg4LVlPIUxWj3EerHsaQlAf/kJw//3o96VPTB8QD0aundE49+kCebewgkG2Wz4c
SZyamQnyYbP8lEyQMri2HNzM1XIYIMljHzoax0Z45MvgE92KIHtx8xJWNj0eHRF7r/k8OtlWF+xO
UebmhJxSWK+0DXfH98pzQjrFqiC7lK1Ls0KIZO8yGX/SaperSdfPLZY8nvz+H+PeEeY74i15N9nQ
/4h8Q5c9RweJk4fliuC0qvP7zhweRiHZ001jBTwWYNJktOQhMbTu48WsGptbREUsP2LANgLESKyT
cwcKMxyRtJqlfKsxDWIYSRHS4gEWFUPlOE8Y0vWPOlf7RHQEZu9pRlEJjM+ZHIBmYPPviVJmG1fv
bHZ3ppdf1cgcyYugKSU5epVS+2urKB4RJeAL47G8Fkbt7oLwKYitYZfOBM1Ak3orZ7QkdQulMKKR
nUykdIMJh6xgoGZOoAcThK9wDkJrB9WBJCncUx1HLAyHZ0Nexi59z5kelslMQDNoZmQR1iZzCKcO
5x7ObChQl1BtjoFhrXqfpjF2nwrfEgczaZlkJEj9evJOrJyoBxIMcou9ix1Q8KcyuGU5pw9CWH+N
Esh5mdjhqcnrBweJ16Odndyh9SGFGh3HdL2KTZ+AE8x/VFO22OBuwpRpzBdU+lRBijnfFBj7JA/P
ceeDcWipHHtHv+OSiddZlVg8fXE0E9/8NS7fxZtus1S/lYxED3VC0+YE80fCXg4k27z+vVHmJ5VX
Be5v/WCWNdBeGnicDiPsSonxr/MmRiF+RuYrl02U1kc0TLhUinaveqYnnU0GD/m1bZGzqjXHBc1G
W0gkG2ADmHtlPC2N+k5L+KteFmSHeMAN1BELZA7JjqXGcWbjV7ce4wED2WX0GNrZ0V0QdsEwrL3W
fbKT4Svv8YlOc/XYgc0BUUWD16Mj5ljb1S3ZZhKFiIXs2opq9uWGnaz9RF3KdmTErCHo6gy4hQvi
kjLW469ReqVapT3ynWUVlNWNdaZwvbYm28vEsM7mfGiE+E7wD66LrHAPXmXeIJv7HXJJOkGgVoFT
fXF1UHX2Y7I1E3BnaNwhYjUTUDr0sg5Ufq7iTZK0b4PbxzSZeP49nqf4RqOsJLNhCVHqpnFndYz8
yVZdBS7r4XKpeeyA9HODyLs5POQOkV8VLQOa5RC9b/1YoSyuJ5KAyFtZtcKxt5Mg26dh+rDunXhJ
lYvVET1TYXkf5I5BUtglrrkBN/HhqRANliVHwuGGAKTWeIuP+YfeoDtgWYbhvHRkwhYVLH/1CpKn
OGDmVWCpGKSTqcrQ1mQkQ+SXYh1XA2QUoKGmYhUOS3FC7EZqMgSTYYgl39bpPmzhk/mj9d1Mx7hg
kxT/Yi8d+uRSIpzh1kBPhWKpvPeWH1I1xX6mzdxL3+s2kXm7bHEJIG7dh94U3zlyeFx+uz7RD3pI
uruJlcN6aNsY0fZTpMP4Rfku88kJPw/TxWPLNWb2k7ebczgG0gYbPCWE1w8Mx0CoIAAhi3EczD92
xn8VZvwZG+s2ETHFNBuFRepa5Ajj5GWKiSSyJSfnYLIEcJGOd/k2VjVXo8TM2kQJqD7vxdGs33RC
gK2OYywuaJuZGYFrhknDdM+PEfazk5nHho4WuwJWgQTiJCo1hrVDSb3ljpO3HcbgR2iOlwHl+WEK
uc/rYz8NtIYeYMyIJ1XQFm+u+GsUTbe2QEKscXiysQKjWtV/g6rEaxsNB6O1+gNom6suSKvUbG32
ZTbkmxSlwoPL8Cct1YYaNTrOFudm/103qA2j2XkJF9GJziwDMNKImLsM7S1X9bCzOaZqYW3jJWbK
v6SBXLdGBKTYgmo4st3iEjbGYzmx1iqsYriZUVjW5NJlTueeqUzRT34MQ/PhtMQ4CospWNPTspls
DFdhWn6htPjU0w5OUQFQVrPhqNlDm+EplY06O+G96QMtmsoM/IwdvbeVOR4D2fOUkajrCoytLggc
0ZX+Onfm/GCQjLdv2WuMrgCnEM/Fg1GTcm26AqaDvSwVKnWUk4fXq2tPoT4ri1vS0R4uVZk+Tjod
1mrBvcQ7gxpkU89QNkZn2kPc0ag8GvJQXJpoEk25hEGsOO19uWgNq0xem4Jn0WyPaKTNQq2zkkNj
zP668cAsc3Ry1HeTDxist48KyWF9CIfptu4ZlQbTxHAQFJ8JcLNu+k0u/KV+Kf+WoWeQn0UfXUr2
LCUPlVhN9+j9r62nul3mpdMNiXvggHDBsOAQFxL0tqkxu+dMzmfO6bvEq+Od6zQvbVjDFTW9OyPd
DSrXe0OZ0DRayd6ATEwMMcZa4ZndA/bAYOYeQrfJMHnYu6V8OVUTjM+4ADpn3vml+8Sd82YuSifs
hnrfZvIUUs/885JRSGQqDbBiXmo32ICzQlIoYTiKwUXCIysFTJaooGasjsUcmqdqeXGk/VHwSN9g
1b/Vfelv3YxDfc7yR1nXXHky/MCIAKOaFkPHrgNf3tScdaJZBqLu1RxKhsvR9G4G+CpGweIzkGwY
mVjZ7A/LzzpJ+1O/KNeGzCBjuiuKi5ml+Chh3MSpR6cNaapBJgEqqNlF4Xc0qYaBR4Q8lgaXcS9q
VuqJw2gYX5z5asfs4D5m87KLUbCePEOQqjACCslgOm3gNqEaagJ2ahPirxzGPx7gpZlkpZ0RSGvk
IMVb0x0IK1rO7xQdDz0xWUAwEppdo9oLnmUKaHJ+4DIPOHOjBBvo6FBVZ84FzXS8MTwfcgPbvBNS
yPhY8jOVWZqnoqvQn6GlUXtvWUeYCr5IbmGApojFjHCFGgVPqk1uf5VzPmlE2EjTU+xJdzdqea8d
BHOTYM5gTeTryjRn4on8qVuUcqLPG3ShwaVUHYvR5GmSL+zxGTr1bHF+/zleiBA6S+TRD4tkB9xh
ERXojdRRdkpb/N2LwpqJEFEChkVNGNr5zujqa/obPzVRSe96bdzOYebiOP3Vl5KgutTucc16zpxA
xlqQrxrX6LYZGXnHxmOZ6QOZ9RorQp/AhKFLhgZvIlhcGfVggpO+OUkU8KcCMrGKntOZYlkJPJjc
JKYTQL9y2sPIptXB2L9DSz9Iu0KFCeunn3oAib7oDqiDtvPQyV3Xem9BrMyTKhHmyFCAZM/j+VSZ
prf1SfYqklbt5xyWqtGTI0Ad1aG0cuPyoxmewMv9jAnnhTQrhqkWeXh2fgLK9axjggOb7Jo0hr3+
RyOpFi1Q6n1iwmdl7coIXhHvvDlFbEJGWLoVt5MV5y9z2DM/ZkUWF+EbdaDc0ZCDzfUSYivNHaqu
nwHJ9xauYRSDt55M+bfT+dnqK+dUm9ca998x7pzpJJYmAvXKTnrKZT1dt+u+Iomeb+OvyxC9IJcR
+ybQlCY1mFnXGLN19mg0ZNW5BXlLgdkcDDNsT1Fe4TQeBnKESjUdi/DSAiY71cvLGP/J/WAi5GIu
dnZTvjj4ASHgzla4R3CJkc1BMRvLFiOUq/YOjZtgYbTz8/qdigKJZ8Fh44sNxuMW5SYgnLaYg02s
y2dG2IzpnI2sp+GcJM3TMLJrqHp/OBuBXk9zYB2n/uDPuXFSSfdJ9fACNwkTlafObojPpgdIXxA9
jYTxZBOhvcpCzLO9dMWpRzeYNFgplAu6gc3yQkXO7ZORVf7Rr16xn5BfxFn+z00txuLRbmyWcTpk
QLZchXZrkMlFCude5z7M2Liydv4AXbtBTl3D8ihMo13HfX5DiBpHh0cQnBWSyhEXmrs7QJ5PR4jG
pQO/FE4szdsQ7nxfYERJstskGpPT9FC4OXEgHd/Od+JrNcUefuROnvtixj4MVY09PQNdLy12ofRf
cJpD5ViYHnqBX7rN2StR4jLuKfOEn93XAg3ZlB5jQuhWlQpfcBlSL1gOsTTLZT5JFKYcPNk29N79
xP6AQMCKYqpvUhtml+P0+Ermcx7DmEPExVp88XUvGr/WpKT2XejF9XjTZCCUpPgoSkQldkUWZxP8
/ZUO/r6YpqQCi1znkX0A1+jSu4q4+vdLXvcvQ6X0bkT7/c/nG4/dhSMHEjKWl8jzoe0S3HxjmvZv
kb6dHeuRB6mC7Bd3JydjeGt0zSfJoSisEkZd7JoAKsxutynKZjglDANP+UyEIOrp6jAykvAK0e2g
haGUMZph170mHEanaDbFKUGf9s9H2eit46zhtOY5BHnYVbCeSzNZlQYiC4bRBsKnsT8osg06uGyn
RjQPyNTk3vQa/zAjNvabMDwNy9f+8/L7uTwlpSQ2YO5it+T/WRXRyUvTC/s2f6enKkP1/WgvPp64
jKY/grHLelqUlmmV8QAl+u6uMeJ4Lz2TJ3PoR5uugQjO/q07iTYItlBN30bQVzwbQojWFQRirPw/
NTkhWAd7ZgVFFjBFzVs0Eki3H2nFmhMjKOxvy0u0PCUtSbWbNt18+n0h2Q/aMVxhwG4FxwaYXk1i
xun3ZTH3OWSv/j7W/vNpaPu1yz00gbg5mcvL3NfXshMwiIOeLJ1EfEYqi3dWZI/n2eeiSmcO35lr
9BAX1WLQGc/wXopq15dpuQXI1dCq5+yU0AsjRonscMcZAK6zIOoHV5l4+H0pDPPL7Ksnt/MVqDzr
uQmdngcn0cxtiLspTc5V6wKZsbt63yr7pClK9yoF8mY0RFtx5a0FQMWNk1niBti+WrHHzCYnftfl
hS1I2S/5r2WFPJP9/KcYWKiQ2a3O0Rw9yrL1n+qa0sAM1jWaub2ChvEQhQnnqsy/u9bYR+EQnJK6
17jM5go/Mx45jDckLVJFXHvpnF0fjUeGlgO9YYVG1/6YzeIYZGH/XiqSRVg7VnXqvKoa4ppAZbPS
TlKdM7PhjwWNc0whR/eBqY+Agn6w7pAgXYQHLAKsCRwfwgHtWSQrECIJ+UVl+RkVhfWnbKoTQ4HX
yS4ctnBk6bgpfh47tuVpDAZyN2J9VyfNtxkGM7JyWsuKSG5mhelwHqvw6HY2UTtmBzCqICG5CMbw
Jqm/rDF3zvW9zgtxoQOx2aAXuHKTEJs3J2I1zfUxtel849paxP89gpW4+sVgksc6InSku920Tdkc
sqhtb8ZIRzexSC/u+DlpmX3Yglwas8MRpZ2rF3qfwWseWyxaA2yvYG6sKxozAhTR6Okl36yW5XTT
5TNBR0ZIuvGkwhtZEV2RKhJxsbVtwhhVPblup7p2iX2qs2nvO39bScCO56bjfqYcoQEJjG2uoms1
T1SxJgVG6gt92yg1bXGf4XwPxq/cSNS9W6pXWQVizWqFB+4SCAm3BlZDwMP09yFsUFGSYJEV6DUV
6RUwPiKkKWt2qOTKDt58CtoeCa+RXn8/RS00nR6aPOyZa/EyTf1wSkcHJrkNVJFVYXsalvltt7zA
J9wsxIksCFkn4p1YVxYXYG6ZFXqW+DlbRN/tgMI+duCeLKGa4fIy2e0DXf34z6fs36FrbXvPnW7Q
QvsDaaPLi7m8BF6zQ32I1XF54jTyQSUVYdjLlxye9CdFe0bok6RWKExNpqGtKK69mXhcTKf/frE1
UkcokmvTxHnYexIe7K94/rfoiRS/9O9HuQXNJCutl99Op6KtIXnY2msNO11zoXiW9W01gdxjlzki
MgkPhleHZzvGblkNDAxDxipsCBm3TLj+65g3b9C5R5Ub9gd+PYYi/Z4bplyh0uL8MB60RbgdBhEL
wzmmMqG9n2FC5T2J4BwEKfz7aF7MJz2+rosEYyKtcbF7oNRLo+zqzTB4Zp/pcbLoZZ3IyjZ11dyn
DT9raITFi/sQ23G0HSIP78pEAiVXa73Jp4ojsrI3Em8kcMhglvdBt63HEiAuMuU4ANcRMGRnfLQ4
CZejJn7oHf8hHUS27cllxtxIfkHqX7I4/ctQi32Tccq0humDBgXnC1zQenjOUpT4oom3U0C0LWsN
eAe8BSvwzACxJmzigbKmXZs+54nz008lHOSE3dMYy0/6+Ps+1vsshOqFK7DbtWG6thkucjwOO93w
iPYVMTG8S5nlHEKDoAqmi8MWOZj+xywUWjZneTCVmzrhj+3PROP6CttS5yQ9srGVGIObDN8OtlP/
q8xCJJn5TQGGkpUGv344v7qjfwI409g6u2/CnBkdSIxNrZC4YuetGfJu+MkUNxkOnK5fzrB5PveT
RUhPPz9pixRYilfALgnTa0UiTt449Q1CJkabRmrdV4ScFTYxO2aQ3Dj8cdigcpR7NknSDpVWFja3
HrPS3Eh/NJR3OYbNjWYfsHba4gNLkHuwCwB45MdvsCwAyTHOkwPhr+mMJwb9T9smYv9SW2+DYuy7
lLHl+GnSXa9S21SXYk7esKPbF1Xza6smZXreFQycKQeTPH6iEUgdAEP4v+JEPoGeM9Yi4ok3uy75
5sUVfh9IZ70dVCdv9fJGNxMOOlJjdIX2T3j2H78J5p3fvZRh7q1ypPKsfl5cAWNc9kLsYercjj6j
kNBDE8+4Gd1EANoDkxGPDCuln/OPSlr2oYys2zzlaVYaGXBXcxe0+rVPE/+IEucaBPnO8qZwU3Nm
8VRrUbW4G7zFI2nsumOYb9W7nlg8MHTRATLgxbZZCCQD8bVmTKar5d16jOKUwn+Tw0U+FQS3lAWW
5gwME9ZyhKsw0k22JmaEwXbyUL9MBmEN44gM382IwwPuJ2JWPUXohBvb+THC7tux5Z1dVmRfGlVO
YfweywdJ7jlRbsOKqSFEfsoD6F+QeIFdMTz2QKmp8cYqHJtskRG/DkJzCumGP5bJoYLjyWg/3Fb8
1X9KtoSrPC5vwee4N0UsX8v0D50qHDW3y7ZdxtWNI930gPmU9QOkCfTkIVMrAjRRBNVXRXSN4c9P
jWsG9EskHcUCQHbyUfXEwehxYS15b6k1jowHHMzuE+SEDMpqj8GohoNm1oD5hpGRgJBoQGPTQeLE
mGWxv7tFirzvrUrTYZMixxad/ZU4yKWb0YRuP1cvZcGo3OqhSSYWiqa+rXad1pTKTBPLybrOi7p7
2sUR91zdi2uUhDBlFwlclV0z0Qu20bCCgDVtvCIMdjJFemJDzIktjenQJQkMC/DaYXOytpqLz2Bk
pOpRnUOUbokdD4N7JlgPJfVhLivSUnzjgnOne5LCfq2m8L3Mas3UTYb7jiNdSe/OjpK/cSrYyo+o
85F2LQ1ays6o5GkkqaDSmFgPtcjJ/ZzaQ03ytBDtSySMxrEfmRuHU2ptPadCJFq5aDOsMF7xYEsJ
+jK+FAoEN4o2taVQryU16SfaEtugFcnKH/bUH3+42TeyNXkbS4i70rRprqWx9u174tsGizutSZ9R
3aEoAAqBA55lhYqtFz/vEiBXwREE4k1c4hpK9DLAQzkmqvYmC2dcL/mOmuZeEYnXAgFc/w9357Ec
t5Kt61fpuHPsgDeDO2FZFkmJkig7QUja2vDe4+nvl6skgc2jvhFn2gNBmYlEsqrgMtf6jW7FHcM8
rKzu+CGyd01t/WO24ChImXDtgKjyEDYI42C4LZr8IX7KcIsapjvXKckANS4/Q8AQY1w3DyGS+p2W
f9EzTJS0pP9IEsHZNZb5GhksHVi3dtc4wNfsFSaOhVpOnvev4RWhrYPkDxTByjuuQGyhTtS2qUEh
P7ZtjDuNV1qHGSkIrWkqZA+C730ITzpea/chStfbUd1QHTGiUAPZGKAn0tQsBxwcSzLeE51LqLfk
fXnjmBF2qTNr0GXoWAPp3sF34Z6XIbxWl5xDXe5gL34huokXKma0doIsy3TrGYH+lFQe6SDUhSw1
SYys78nS32VLpd/yrNmvMz5JOjmiwIsO/t/eySgLvE5KDzWiVIWMMH8p4BPGuv46N9OvZNiaY9KD
tyN67+xtLX3XVhmmwF72dly4xPSZhF3JLQ3mFTBtXpdge0uUaNwOGJpXXYoCnXS/QVcI+de3Xlzr
e8CTGBmkMQ9Vz6+ODmqawI9W8kaXqPXQKAxbuFnMK3Wm681cnJn9fmpyYMy5CXC5GY2HhATnlJdf
7e+pk1uvzBpO6IBjAHYF9q2DzM06ee4BSIKLLXuHitrsI1zod//wjPF2je75u3Ie7/qI7MLMM+Nk
jERe43U4ALr7BsH1zltJBadTS7QHHF0IKNdQocNqtCtE8HroPDhNMsfdNp6aBqdm+j/ati7aamBC
x3IMplXZGRg2YttR9laUkzClmOgViAKiCNiYTGG9W4qCXbzZqoul3Due9W9Dk/w31va1HC59nhWv
w6kxKxVMcE1uD0MNoWRhjNXA7EH+oNrIsVv1+iG2v/dsaOm0db/+vWWCexoZK4/qMAX5rf4KQoT4
2KvBJ4wamHupRsONjXOx6phBReZ7fbWSkwebC2JN/52g2HIe+jrDNd2vziWz60Odut/dBXPy8WPS
VLwNLURjlrhCzaa9QCX4rAxSvsQ5j+nY8+6Rg0fFwlyJWKlVSTCBfv4fxbIpukvjs8CBmvglVPFC
5k8/N6nvggiROqiDwEAah12xGSBNKsVO99JLoTTcgatWxd3L/TKeVxKxvo6Sq78mnWTjmumvka6N
SNXdIHvMzJl38NZv+1jXsbb6n/r8qc3Wev/W606NCqA7HT4lE6FG2KGLtZdqrK7T7vdeKUmb7JWq
bGSArfqnY/80FCLiE/M2zkWrkiMk2ogrkTeI+LZc4Kr+x0arbllzbPsrdVCyHSR12e02rH4grk8q
dYCizmqQr6YYVt7ysyi7ZAPajxCZdrsd/uJPSNXSJ+u/GzwWIH73/8OO7RMezcn3/l/VP/9C+Wco
viX/pvt3Pf4nisxz/wr0wAXs5bsWc9tnun+e95eBanjg6Yj7BUo1dkOR+X8FAfrkfmAZvm977jMU
mf+XrwfI9wU+8DTTZNcLnb//r+7fC91yG1lUR7dBs5nISxMJfqH6h9ZJBrlp1tHlVcgfHkr/OCyd
ouiI8jK4n+kGbSZCGv4+NH44Xczr/90ANkJf/zaJBnc6Mbg5IjyenqfpcarB8bzum08GM4Y+eXz2
M/8ULfw3kUL/T5+W15VhWfw8ZmC8QLxVjuvWgND5tLOOo4cPYrSo0WZmpRHan8jo33donZOL5t18
1gr9rYfbW72iRTWeG63/ZsKRG23zvBY8rCcwY3n4kFT+cbJc9Efsm4kYf4IU04BqQvDas36wHrvJ
4EnE4WuG4XWF/AKTambwarjFxeZMtdEja6ej3VTfVR90tG76Go1t/lxFDnsKwp2+4sTFn0JRF9jv
vT8O0qS6qCGb2jipT+CjQKaGmhyCK5Ac9fq7zei/PlTDWkd9JvUB5QM307HSHTiYYEf54CS3bqKG
xMbk7pHH2neVhjEeyKrE3KkyJBrgpeEuRMDJJMvSAZxLfP216hMX7qF1eFpyKLuVHFdUc4jqGtGW
mrsFc1i/f20rCWGgF83IvxaFYI62k+Csk+RzO9w81RhJVe6bWIWfFdvbJDAKi3RBL7fcT0XwoIZD
sXgY0XK2xqPqkSXTG0LhBCCXbKf+7NTr/5i+Wn8PzEFfE4+1K2jF3RmWH3hclzAmn4s/3hje8ddX
VX+vg80BZ+WEd2pTjme1y7Zi+X8+O/q3Lh12JrJ28gUYx0ZjJtSSk/p51HdXf1x9B6Z6hwYihCqr
nzBUZfZ1UHoDSB4YVvDRFqv8YINQMVtm1yZ4An4v/YSQ1s1gc2uYOJpSHqvH1HwK3YL0KJdDf0kQ
wXMdPNGpqs4dK6UKCPbCwlfH2KrJsfkgWz6kIDaG8k61hzCTxjEkefMF/bqTGrfLRhQdmJIznBqC
qAZidR4x7WSnPpWL1M+vQ31i+E1qY/4Lki9hnUtZ7WvUsIfa5psxGpokPcvA/p1OjAfDISSKOc90
ZUXiBp8NCxFoNzyPDevNAIx9OlZf0RwncgDQjVB7gepyT3glitSaZf91hKbWwhGatfAJp7Aepa36
S9YVGJa7JNGsx7DIcTuACJbALyh95xR1HhxTDzoSNNNo2PUpPnmx+TDMKCCVitG9NKepZxoJ+fEp
Kz+ZHSJ5WhKCE0l95um6IsWQmIvLFCw3N4xmxI85nFQwq1xn5MOm/k2ukx1FEkgp7hKaes1DLNrJ
I+u/FTftuRZvmv8sdsvrrmq//l09R01fj/n5ukP7Dlla7DgC3iZQjxUy+ido2tCDv2Dg6ACmHdMh
WbK97mzjL4VhdjlSJ4li6ijg/vTpsHh/EiHkZec5IK4Z5H/zuuNjgIm+yuHe/v1//w+xExJgXgAG
m6Q6XiL2izcIqv21HmorpqstOC0PDwuFNWB6+Lt0batnpmjpkqjgr5Sl1//YN4cEANplAdGqRtnG
k6psKkPlnX3i7aTOH3uA/ysmoIBsRlTtS7UkgH1OgLLrunlXRD4WsqoxUYsH2YBMZPe1UwvHdN1J
s/TK/73rs+G2PttIUpo1AFXtMH0eIWJBMP/1Z1781UmME7fdUnrR5/rJOs3DiyqYIZOowaRPaXQf
yTEGCKH2t7XXjqcuLNtLuZLB0G0XOvqUhdy+0iobz+3+rZ4Rj4EgxUFIgd+AxSN5q46WpnwElWI8
SXnrKFXZbD2v3dWBz/7An3a/aItK3tVd5j4o2tzg6vXtNpKUrMB78PTGPcL2quAvK9dLKcqGaBFW
lL835oxU+A7gxs/GwcJCYA0673oqt7MoP96Lainn30d4gVinV99gzwGstLVJ7RJ8aC6pjbYw5i9A
0eKIq1YuwqqoQRAaQP+lo7RJ6XqcXNKmA0vS6I1Xcp0u0ia7cT+8a6wYJLL6I/nkKnth+FPPjpWi
OdmPLijuo9S2i1+q10HVB8SUaza0V6JhZicmYiJSlE0yGSPiOl9LhRVbotYEd9VBvMvUpoSmRfiX
ku0hqLYoXEqi4AJelcftWYr90gNfJbVvxEW5730lrKYQV7IZOmymUSNs94DxkzOgF7Jl7MTV8GcP
PQtPZtnqJ4GBhQpQfMVDbXV4YhYOW+VnU5ErZOOqvLqULF4iF0NtpJqvy8d1qf3DNf0eYRfCG/I8
y/qfFCFRAD+BRhW03ll3MEQVxbfIU87rz4ogBma49EQs52afEWvJECgIi0shRV9RKaYG93GneHSj
wDkS0HmQL1auAX9Cij6AuZwIOkoUVQBAtDQ9s3itKU+2FGGt1F4C/bB9fM9Ivb3ZEA521WVbK1Rc
r6gXUpUNEbaf1axoHvwu9snWA5frPcxasE+2MxUK4zcqFCZjxQJWfoUNjiB/TR8IcsykmFOjVVbp
yYzcFIpAxDobJGk9YPi2EpmLkoaiQ/R8X2cl4YYMfrq/Nt6uTpiWLuR1yTSqj2QbK7pBccoVWpmB
h1QBH0rOiQ2YZwg78yxNcoa2cxUe15p0aC4ZviwvPtRdGeG3rhJ+uYJQLCmiSXi3MivSgU8moP0E
cxN6zodAJUsne71N0UE+CQpnw+NAyT6Ydp6fJSl8xWNJfGWuCa1IVriJNbQIreFvH7wJ0EgVhLAy
7ZcwntQBAb0z/Kw+OirVilsIFE0phip0ICUfzDgXU3Qv2VZDSR5nfTT/TMH6Kg8bYUSG5RyARieI
PqH2C15IbaS0Vf0VQUV7jf+RpmGIPvvj7KInOXBJeJrXXfy8CI9WtOKFARhFmmJEKBDJAB+a+R9r
O+d5L+Az9WV9iQBt9VlPmJyizwP8ly8r3/D6NYlrc9Wp+EzdG5jWoECe8QW3bylV+b61CoXYI1E2
vw0hbyBUQoo+2ck3l6/raSOXoSNbaVAQSlS8sH9QCWkkB3iem2QTn12vcnVUGU7iFqG2G6tTL/8N
QBMM6P7ElnHammwsYpqYO08AZQIt2zbRmpNXdBLkN9WfrHwWaY0+PqYSClRxTFu9tqUKtp9gp9Qd
g9VCtYKlDWRCMGhNeZGN7pM2IKA+HpHuSHYuehr72uyx8FPXvDuH06XwAJukxYjgW13OF2kLy+WL
V/XpkZhgeicbN89gHVSQcibQNXsLZNWNwArmiNiilDw/4iIts3a+bT1k6BYfBWvf3aGA213qopi5
HPSGiJ7ajDOL/0CfC/JNKqoLcBZgggoJX+t2g1peGcTc3hEO4hLYktMviFXZrKggsdhZkEk3carc
RatnrLsrxEBdz72mAzEAoIQVFuA69fMJvkBKWxVkqHEAtE7wGmqst6zGRTZRZHx0RrJOq8I+6OrR
KRsv4Xm6tUkV7dSATLHaI31k91aVNisFFWYu7p3UkA3h2Sz9rkVpfTbOtegD+nB7nnsuKv3Htmvu
TWzELjOCshezm51bvXtTmYBLhgFYpQ0oAdtllk8ED3Ssc4tsbyIKh+4yU8lezYk6clxKsIzGa1H2
81B5HRaoQenki25Al/OaUC8ZJHb4lFKURtnUareUNGbNvDTU5bYdI9XxjTU4yXUQ2SWtMtDiqndW
Zq4ou3RuzdRE1RM1yDYSlNlGaQ6V6JaqG092VzKfkWIss091TKpKUkVQkZOw1aXjVr3uvtp4S085
KJc7ZhtT+m/V6+4Xfw15TObV0skJ0urUD/X1E0jTs0957Xgdw2taTCAwF0IqgJc+CuY8bSBl1xep
h6Y94jbZE5hSbbIZfpekuvq8naSzlLZjpTqsTXxBj0gqNkKH+bWoO+667qQznENapXht3cbZ/hRv
RH0XYZu5k73y97Y/L6Wt87MRt7FefMQXh2z95oQnhZ+cTXWzGh7IINmsv0svqtZSwIoGoXcjO9CE
qy8gO6pnG9sp2kPoLH9Luz7AYbyBT/G8y4uqdPyPbRWYSWiYGdEg9YcsmS9sf1OOu/6VP+5HEosA
ndvYPz/x7y8qn12+RScPKSlev5XqI7tbSyGktq+69XGMyLkdmzPCmNZ5Itslv6Bs5MebkBRcMT2d
iqOWuSAQVWQRK4w99A0meUobOwbSRkCMWZoQcPFmYMon9W1zbWxLEPpB05i8mP69E3pDvKNkSBlE
6nL4tVHq+oJUo1GuEDc97SZWvgT1pGssZAHE9oCZiFgRympa8sF+m0YH22mRIWpq7MlsS0NFXl57
s71O75BZ2ntL051HRXQbDORSdTWBttW0bZC5pHCZzTjm+/stGc0FTNshHAL7Eihgr5RiQfeqNjsZ
vRNL/fOWhAlkVpWWbr0jlt7uljxK9J12Z5g8/wuZ4hFKgppQItB6kyhouNLpv0ijq3XabjQ72A+e
8daMg/aY6+jP4ovsX3SFCx8VfndWm8Gu6tukD2/aqO4vqVqrSKkYu9s0Zc7QKm4IPEv9MimALT4v
kLwq5xsyofBihBzzeyNt7tT1ewD5mJ34mO1pa4PNRWdpvCjWGAQSdvdGk35aFTQYM3Rex4D+mZ2p
Tbc6421VfdR5BHMhqHnWlqyS0pbZymvMrXt07nZJ4U6X68aE0NWt/jGUZyOigDyZVxV+kFzmtSit
epm8Wmz8ahZ8Ai+Kps6kOeH7Ru2iHNh+HSedJfEpJdkjJScmDM7JqFpwztum+Peq7JC2pIGepgWz
sy8VEhxVkBGYtQ2434qnnbRtO6Q0q58K6D+CcGo2L+dXSttmVNeAnHNpk2pvqKDPVr+W1uFNvC7D
MbuuFtSAskMOluPQdX/VuzZ68uqVO4iSt/r9tqomr8hYFnt4iEJtN9SLd+saI7UPeQ7ViGedcjLE
SaLU2liqBmsVdmfQVOMFC1l+eNPzmRwZtZITT8AW1yOIIwQZsXOvh3vZDM2EY9rgnz19Rqk+Unlh
2Qygm5hE2P5+1If6+gBvUA779bhSz7DC0NFoHZUwYOkvF8ySYUORYbTUEg246XTZqsNqx0hK/d4t
JekjvaVah3r+322HrGzBiDr+5yDrOxBd8b/2X7MXjsg/D/wZaQ3cvzgzODyRI1TqFEr94Xek1SbS
ikCA7aC1brpKg+KXI7LzV2DbzOcC3zQ8z7Ps35FW28Ri2UHQ2LUwPRfliv9FYtGwPJU6fB5qDRjD
1HXD4OY3dcfw2P/MEjnQu7IPw0a7SwnM7+s4rA+l76PXbYKEnbvstotQ+dG67hMiiKzjlvCC68Wn
tdAe4ZYSH2j0ZZfCvLdHmBTmCATNOINZhZ8MNDaaHiPIm16y7kNmEGHrAwzUwxuSMfgbsPg+VnF0
iI0UBeQAdM0Q8MCpiredi7rT2p0iwkKEQctX8VyemsZ/NJTgil6tzq1F1iF0h1AJGn/WWQQFQQVx
bSWCNX8HZgZ81IYvXSx3GA9e/HDGn6S8dzIDTEfsPWSkNHa6mb2t+uSbleIMDtWi1oCCgfTMkBRn
nZN4eJ7HNmo9kPfS/JCbs3NvqKk0OlLgWUuUhcp/4jw/6fZ8l1THsh4Pazc8DvCWyDF1tyMr4H1Y
/TPFdE5ywE+9bb8fJhtJxewDYR4yKRbf2Qk90j0dXlnIxWYDMvNBZH5fwbEt/YQJWmO+bfIMoLfz
rp9IF1k1YsTpEOz9VvvSO+NT3ZRf+z1cyGLfwUEy0rbdmZaKSFfrQZvb96ih4AEzgX1i4eUMY0pU
BqpC5D5oHlIhxvyBSPDDWDXDjTYVD07B1834FToEILFxGR+xUKl2NWQBIjvxOdOxZa3f9igt+ytk
bmPIIDs7886fQoInZvIVPN14oy0JtDw/Q1LuMYuc1wTw3xFgPbqMccyGGi1spALwq9cBgNYpxmQR
qwpNexWCeANzNH9ri+xeU5SmJs8T9Cne5snb2v2uz+7DVOfTpedHWGoIFQsM1BSa+CH45mdocdQt
7p5D+OTM62PMuQaHWOHQSzgONN2NPzfeLTIOqExl6aE1FqiQefx+sCYmKG3/kNVmfVd74xPUgQ7v
3+FsrE52JBvAr9dBjuRkMl3KuJRT42ORz9betUT6O7sHHZcejXZX2xjAMHc5k5F/hbpGjVgW6kfx
WH4q/PpThpnJTal/sL3sY53V+S4bgcJjJPMBxtH3ZXzQg/JBpX/9jLcHjBUTMToPtRKw4331rprc
t2vh31YxQMelBlkS6Xt4QiRho/DRxVPWLF95GlbfRuK8BcUOVLo6OxBHkUMjHayj0mRV2V0/T8bO
6q3sYdt0bmJDe+crFn4UkG7MSm7oafmE7n13gyFf6Pc/UDFXUdzSwBEU77WlKd7XWGQHuKEdUJBH
ssL+3ChN0T6GUFDilALaGIu80XqTA0qDbaEh4ocaczO26b5cxn3QIpzm9Gibq5mYleCJJtMxKW1t
WmMgOgfWkfCMbAbIV9dSp0rqYXyYbf/Tz50K1UWalkn3IOmSa1lbawdOICyHa/3ZcAXyTnat94Rv
YLLNU2+cuTCvtazlZzoYCfYOlllhCjyHhMqbAlhi6fTBzu6YaflD8t3ToTnWg9605y5CB2Zh0laU
MSodYXCO0woBOdTl+0sdVP0lWomhS2mywB0vGbLLv5ukHW7wq2ROvOPWH3m8n0cuvEv2qwNQXatY
gKHQUl9qawW76pmnNlE8aWkDOE+IUnWRTRmFzi0J6q1l65V4GUfBIyl5uBkXOfI6Ui/jScOYpG/h
c7SAy7m6nbF61w3IT2dlYj9NBej65VRPWfoVJUkPKW0eN771GSXOcFW4zibxgdB5zaOh9Mamfrbv
WC6dhqZP76axesKouX0YzNiEU1K+knASviPRDbGz5DbtdiVKXljmrF+xOXsLdRxpXpRnkVo9WgVS
iXOTvsL3EuuPZXwqEq06lGPl3oQent3mmvuX1jObsxlV7zu1UvIs/V6DUn/o09o75AmSOXF/N6yf
ZgNhG3/psL5YP7UgwgdH+7xavn6DS+8K8SXtXxGWvM1MnYj82n1tOgNcS4lqHMz9bzYMsZseoOc5
7kb/PXgCVCC87IyJknuoEYC51fzoM/jZH2U8dG9dPawezdHbWQj6e1o/PK1gBIiBlY9DOGvEEfsK
xdjsUCzx2yKNw6PWue2hjt300Hn6J/jX6ymLGv8CI/cSdgbKDn8P9dy+MuM3LVfXEVwHkH+Wdhej
xG9lKWEFhhEBfNRpuY3r6WaMMBq05yY+uVj8bWHQmJhYeZa6P4KZG4NbyP96cZakiGzwa3w9jiSb
mE0UTNqVflTfdxNy2faAaKlapNtCZvK80bjNU4KggRKuVLmedUhAoCsasOR1tuTOy2TPUuvmqR6W
UzwjVY6y1K+UT4/3ArENrtD2IrHqGTCUq2kIh6iYtISoJZ4pJWnbqt5af9BKXGl0FRWx1MR6KXm7
o7cxYUpvZmcDwC+xKMC1steucZpPTIuMcJ9YhPONDsDzktxKYkI2joEA0U6K17i05Xx03dE/COfe
YVZALAqfT8WsRVcSvMlvoq1UkawBvRR5I1aGCvE5KybxtSiENqlrkz0e0gwQUrSqID1cSSXKxRXJ
z5CHJUGmfPFY8a3+VaegUnHcIB2dnYS3V8Huxirw7dSFe2rc4ChnOU7XPb9wfR7VWnE7yxLv7tS6
SUqyI1+yH7hc4LGCZO1FFAlkIxfCVpXSitvnrq9nJCHUeRfWm2y2lF9deMxewtaNjoXbvJdr4ZpC
kiIkCMJNkdZ9AtrlgHwm96sn3zq1vg/1EM8rcsM38hNK2kc2PV6gh6FE+3trk987Sjvj5Mz9NRUk
+aAXSaEXbav7uanS/vZZXkguN0mVYEXmAhfD61ausm2zXYPbhejliN9zY51GCU5Fuf86K4G6SFZE
NpKeeJYqmRTHIU+aH4QgoI3Kubveo1uWAn9hHm0ZXrS/T5wn4eU/nUPww8zgvQH3ExL2o9yz1zv3
WnbS+ruXmt3LrKycMTmB22nzymDcNXmJSKsK4kmq9pqblHCe1GWPqcUhCDT9w5bq69tOBeFUlKlL
VUyViFFxy7TvJpEAkNwyciuJVoWUtjYjMk5eZyK7ppIkuKcyjy53DsS3U6combYSFZB91w6qrYp6
GIDO4O0lTyJJNUmbSOlFm9Y26Iowd7+xfR95gISVA2oLCWLB8dreBcl62iiXUiKlYhyw0fiy5f22
M1rYIS9Yqdc4kZ+7lJCdugXllqy6GG910iLMXZzMh0o4RudWIhHX5+yrYGqUXzsBCktpnUxrigy6
uiXdDiktDODjg9ycrsTfpWMNkR8Xx/YoJxquCXRquVtlE/q881FmCbl4h4wViHBRgecgQvublhpI
vfNddPpzqPlYrcQ/k9FymiUjrUtjMfYadlvpUbLN8oyWFJ5UpbTle6UtrLD+KBu0v1TgRh6X1zzv
syLjfy6DCLfPrLOPgXrJFOqqJSOIl5EvX2FGvogvJvvMqF3RGqLHbDA/OktRdknGaKtGpo5rhelq
38YaIZVvYZ8Vp0hFXUdMnMlzU9o2f2orNdxbYf797lion+ZPQ8ysVQ4FWVwZJpfjkO25A1uVnNCw
+HXYn4590YakEe7FncXl+PsPQ6n56k3OdJC+1dzv3K6q90bb/21M6nVUqgyVrbBUskH5qLlsbSSh
CUuaunbUW9M7zVN+V2hDcbJclXOXI6JFRd/kEDn4T8PIjmfHIKp1cFLrvlRfPm6tj0YMZ0p6XYe7
9h0F4AJ6+M6wxuwk+2Xjqs973TuuyCiCXzw/S4nUhq4j8BcjEUKiazmMQ1W251ElwV2VF1dR4YSw
/WlLeczycq8l9N9XRnZZ322o+2ccgCgsPrUIUR1CIWbHfXgEAAxjkoh+WJsQXUEdlPeLBhmIh0xJ
MvTXRqq+PHmlEQMIg8cF9L+XJBap10KQ8Zf+Df7vPYDn4e/CrtuDpBvEKtlTYAGp2pI8T8v3vgeT
HQcrSGkqS4P5Z8nPFmIdJVl4BUr4TWKIUsM9jUV+6gNnrs8Se5Z4PAJK2cEPEN8WjoZEHq/EEmF0
4LOUkQ4ql13sJzz7YjVLWdRcREpdX8SXgQtRQRacXP/sTNjJoqHBg/i3kqnhjHs76eB4q0evyJVK
qXVtMFDhegZ4hdimCvBnk8klaKgnttQnGyYifiIomzl6dU7U88FT6J7CdGyekuGnflynFe4uSxtJ
S1xLuhNdUFabCmvFCl3NhnyV9ZYSRCk8ldbhIW0c5KFNpYvNLf477uoOCKcjIQEQXE0qEAfme+tq
ilaxlsdLNEZxyB/CYi/5hClGbIUIILJGEwKikqRZtOixcar5KBdOoLLaOAHyPJUi6jTkYm0E5dFl
u5UAtE48a9ltsegSGeVTiS/ZxlSSEueI98LWqI9oowxtg7OK+hLbpvBT77R2HrrMv9oddQUh64g/
QhcSIiEHdJw17Y2MJgkgKW0b4Ub1QAUHcI8HGQi9WN5dUnTngh/eBvprtaNz7m0WY3fhGA3nmCi0
o/AishF2TuzEeytFGuia+pAdWkUKykdP5so9U8gUPyigJUkdGz6KcW8NnFzrqzmad2URLczJ1cUn
m4QYoY54avQPwb7mYBLmBFpi4riJLdAtSPb5go7CfNF1GxblVsczALZzDWeizXDrTvsJEIgydTea
GEyTtCZJwodzyu9b1iIKyWm8yGT8bEvbnRZM3a6Y7kdIzK8Brk+vhrAFmmQemNcQKBqTG2ySATXB
Ut71rvZu9BERSvTQO8awSHZ+UJUnr8Tup0aV5bigVn9odX99NIq3i156ZztAlqBu3tUkgO5wiXxa
7TA8d4iY3vSW+9k0lvh+glXYVqv+OAxGBegIDRr/gel2+jAsunU3I6gLjowbQpnfIGN2SAzMyH3r
MSCa+8HHs/A2GxUvYUTjEBVbojC9dTPqiFJlBCrRBAzPbbhC9V6Sc9N5/V09jaQxgJtP6ONpuF8d
Ab7P+9XVHgaP5cfSpc3Z9XBD0Sac2oK5Q+27y1/BUtcOeMSXJ3vhinYbd0AaYDgHEQKIUeM4ryJv
vU8TsD2RvnycrMAicTItO4TFLPCmc3U0Hd24RejpNZGt5g5dRSwOVGnImh+dVYxHp+lq5AJkkovY
U6bN8T4izrlba+WgNLSjcmc2LmXkOTstxDTLye3kVZ4XBD5ZjR+LdLfmePXqll2dUY+MziUmjevo
oU3eTU/WkPjHxYQHYHhI/9ilPp2iHO9HZM93MdAjwiBRt3dSHbs4bz4iaDPcm36pI2FGntiyTfCH
VYLlEhJ/VtmWR68xFJkFvnGKf4dfv3Fq7SkPrP7kgx9Fk9V5XVi4N6A8YwXmdCDUehoQVblBwL2D
GhEXe2sODnY4/l0ZCObAMvNRw983ofXk4CjyECL6d7ad5f2sm5hlpmV/I3nSOl79QwrbsLLnllyS
ke9aIutLqn9zO4K45fg3JkgGZB2dCH9wXmfgU5Y7PJSdjRGJNaEaY+lEgvP0beMa7Qlz5540pYUs
rjPrb5CUu2mnEvkFHXHQAh3Bo8+bYpc10M/7yLzJA+cwEgTfzQ3yC46GxKiGNaHnoPxW6TDqoTSv
99ECPcdl6n8EpjDd1quJBgAQp3XCfC4/9yO2AUxh71eEIHQjginEPG+nG6VHthVqt1dUD5alpYSa
+MO1EtvIFyN+BextAVjp4U1uIdvSDyQzEr/50TtqvmnFPfhuPgiGRvsh63jZK/bzjP4NEYjilFh9
f47wqwkdJPOtCh/VMDEOVgNiDQcD0p+d/zrUFRXTze4RVDzreV3cZlnzrcbQBF0Yq9//VxMbcAVR
+af/nHR79WP61+VH2/1YnnMbfh72i8tnweUjQUYGDYuCwPIgF/xMuXnOXw7JNts3bZOlEjt+JdyM
vyBCQI82HXKx5Nu2hJsFyY/RIODx3lBa8f8rJp9hegz1POEGlw/etuMbKMGz0/BfcPnMpi25eR2i
wvO8a+MFLce+Q1E5IBpC1gZhkQjOT0mY+dAU8ZPWIsWqYXJx6Yqeyy5snqKgfztEDcqYMG7uy25C
aACazU2Gf8vN7Hes5nOMEbu5xlNxcL/YxRzehYn+qq1m54h/s4Vwq3tr6GT3msCtT9andCpYwXbV
QmAdLfgKh4+90Y/F0R4CHiYm8s5BYi3veEsb6bfWr1LuZWzv7c57hSjFdF+12QezaqrdpAXNXd7B
fuq6AFdgkjlHJOBtHlD1o19iVe+P+ZNfrw+LM3andkazOcqxZND1D4Fj4jKXYYgXz8s/Sdnu4QEN
zRDdmPUc7RASvfQ2SZYGtPApmovXI9HUp6G0v2tT+oVcg9Ju8MfHJgWN3PTVbZ8j9qyRoBiW7OJl
CB7oZpLuHlqlVmta6UPaaskeDZNu73fVCkWwKo4Lqq+3rV0+pSuEtYZJw4GECdTFZkWdKi1ObTS9
X0gcnLEZ9MOpPJkTI9curmoRZkRIrC0jWkf6BXTgp4j3+E3XBqjTmuZN7D2RHMJBcUruC6R6Lk2D
zGCMwGyNS9sA3hrRwIDXwdofeMs+ka/FL3BqSMoOBOsMk1qrAzPgkT4GYIFLfsR9O+KciKwJMgyd
+cVOoFOh6o2pRXrGapoCEXVEPHrkYnNUmFL08r25OHq1klgLs7uciQPiS+XJsnbV1FdvKz3hdytG
a9e1Y39QSTm70Hk2qiMm19MOaUiqFOkl1CGUUFsxI1/bO90j+gtn3eTnQFo3wNVGS3YjFK+1/aBr
Myclvl16Pqelnq9zYKOKsX4oYxaTzpofmKyit7J47bseF8QpCR+M1XPv/ay/nyajOtqLOe0XB0Mo
yxiDXca0zcywiZq98oQTFSrSxXvTm98GbesqT1nrJskui088mRl7j/I0t0bNRUfM756ASHKwwnO2
oiI8OJcqXj9gP0h2QUmWB82MjqsJBfOGPJl/6Yu0h7Ha3CoYSzoH/ikian1cUcbjJXljo0e3N6EF
YiDfInFjaa8RFEOn/3Vl+94d6bEZcEf+ynLWeed03s00EypGrwiJiCnhmh+nb677qU4NeLvaR8dY
UYIZ7RVBWY2T6mqntE39+xlVykO2xp8GgkUXLKaR9ES28ta20FkuzOoU4yX/ofGyoxd1Lp7CE5Jc
FafAbRAvqYz2HWvo/t4PodTpvY8EYNq+QcRuV7TGeHKLHo31wTyFZjhiFdphClTgl5vnEGXRPdy3
rVafwhalaiLeRpJlpyqsrFNAtnqquXiKA5jveaeZxnpuixozTOiqY4yhIbMRBCLaBCUDF+kt9KIx
HXR984vRO29aiwdJ0ubvFkx37vko+E09LoQcdrVfdu982JOYaATMrsYceNlSHX1O6V7vhh9uFQbQ
nolDTQ7deMk6x0xzg1OIe+Q6T095hOFpMo/jTZjH2NsmAY/FzgKLM5YnwrFvZm/CwKWcgh2r4m/J
iDgKXn5/40iYIk7UPGUd6ezQyXvMOTi9aYu0NWeBKUmX4dRDtgAh6d2IoPAZNx+/So7hxHn2g/WM
Qtll9VrEirDeul/6ztrVXkw61xvf5Tkm6hAs8QBs8dbKK/+D5k5cor7BtLo8TJP2I9Oz9xG4672h
jbdMZLFk6zodQdVThJUqMudM60vnjkDNAc9LHHiZr2IZd+7JXd+66HijDpp9azvtkEywIMbE2uvg
7rmg8dhxam6g1sxeoxsHAzVGwx0CaLV3Bv+YJf+PuzNrb5NLs/Yvoi7GDRx+mmePiWOfcMVOzDzP
/Pq+2U6/crnfqv7qtE8UBAgRWYK9n2etew0Y7wj3FvNOg++kfELZDsM2/B6Qd9sYMh9JcuPK6iNz
HdH+WWQvukGDzw9aY0H2HZFOfvrotNlEEWM8uQZfhSxfK/vMg39chqazqOyyPcewAp2Unl7fexFQ
ncKDo0gfKg97hr55Xa/60P8dKcWuBQG/zMNfftCdfUJal4qiditFy9c19ZJ1Bidr1YuwhUZjzswT
3K8+gC1TIbYcZOQlntOeRUYokwid99BWdPr0wJ2nTDzXhSpOpVbrG7rE8GkMTyXJrdwaZlqvgRLG
C/iX2skLkfa1Rpdgt23KW30MgYMnyhyRdQcAubixOyU8wU7dBnXKLEdHIuhO9t3Qqt2+Z+PJ8UEs
a1V8V9WFvYi4qyi5Um5NX/Huuma8uEZUwqAM400WOr8GxTj4iu6dxyYYtmWrv096ZJ28lP9EpmOl
1cOyhnk4u+9iLk0NP09yFGD7hwT+lk57rPPhWfWJqIona/4a7NKgUZdD5KFLpURvzvet1sk2blRf
zHFoSNxjv7HkWmcfCKrid5+LSyBA+EL3V6EWvXK3p/U3H25Iu4eh+tmptNC7mJBtrCj0RMm03bQV
CHI7D+8hJMUHv2Xe6Vdbhmb8h8PgW11WAGEapAq+SudV/hinlgTSgqCvqvdIqAiGleX4UM3NaWd2
A6KQ2S4zaM+J7rtbkbgX2wOU71bfdZyNyx4dE1EU6TIn0XGpcli+xUj+w+HSUrjZacJ7c5BcQcnC
uonIY867mdEJpr1z+TwXqR2pO6ML7xvFQcnRPtiDvTUFqSxNH8Ipc62fyFweuQ0BaQKHRdhbH2IE
GAYam7jZmrjrVnGptKuSDMQZ1vfOjdnUtPESgUPbVKK94L7ejbJU2zRoOdLq2SACCIVDR7cIKIIW
jwTKMB2dRu2VzPOnnLCbk8ewcL6VEcHVHHTcOUrBAMnqS3tF1gzKY2h2Nu3QjOk3tAUTJmCTrTww
C5jYlE0YPdehWq6ziJz1pg0eXbO+kFoZbHp35D/Gh7tkHk+vLFdGKgvmU6F0AGwhbTH3saz94NxU
U1Odc83ajIEOT520Oi5yjE2U+dJJMdfVIS8We01fCbosq2BUj9wLwyXweBtchchPyij4g5J/s1QF
qZ6m4/Z7boqw45j43gCDBUw+je796DRvzmQ+iMLrbjUrwoURQR/PHqAN0PvWw/oYa2F/7OdCZWud
cu7NKffG+2yiMW/Ejbur1MQgTXgTqpGLHcwObwuzhEMbT1xRifI1q2KlC69/rEh/OsWl8Svysukh
zk8jwsuHFqNb7XeP8qEvom/jQLZrb9fdozlkYskNt9t5PvgEoRIF7E+eui2qCMtjQLQoSOiHhoT6
O0XhRp+b+ioXFik8BlGoSLQM8NUEgIK44qZteY/cEvML9Rt143dBuQ6swX5UfZ3cXOIOlk6EBiqb
GntveLp1bsrpWQwEx9G2R9Pd9to9Y2UaOKn1qFqj9YhmaqPi6b37WEWYPV9yFSTBiDYjaMzH2OfH
UWOF2+UEcq/qviTXRlFApiaki7ZBM3zTFH6+WuJFGyvlvxAM5ht5ZTEsRf64eqPwv3irC5cZ8qBn
50wt8FkUIry4qX6oiDbtKNfEVNunHugznPtlrwLV8y0y0+bkBHXP5BlBGn+3BVPgwLnXNBR+pui+
JQmaudyoRvBzpPro5t1oxzd2CwcDJ/ih6Cvckb7mgxUH+Tf1zaOBD8kF+fpdoIvB6UEunNutyWii
9NcW3srLwu+JP1Y7U+9R4itIMLjFhZu+T6Br59pTD1TBDPpym+jMALw2/yHIF18r5Cuil9Z32Oaq
CUIeCeiI7cpt7lJ8LGeIprtHFPKtXyhQNwX0iCLYWa3YptiHFhrDBSpEenthwnGXEdqSajY3PbcD
DsvNboEDSzVRd0RFS9UvdExAsAPuws5+TIcs2fRhZS8nEhyhxfszrXfEdaG9oj3oVng2tUVq1Pki
Eeax5XfTZERF+tlUbLKlYjp8Ihro6mmKfoQthMoqb2e0X1PSDVKVxYBLeBzaZhX1IznIQ/creqnF
lN4xFiEokS+zE1cnC5iv5dZH27aiVTOPUDqlONENesxStySQnpzewHplcN7gRnRV/tQtepP+tY4L
447LzbEqwW7GOqFKhOBlFLz96sRsatCEyrhHN3adAuUihZHm2vF7GlA1HQQ/AVHGD2qkb3Vr3DuM
TYjZtpgcG85v0pMfVZXZZFoP+qoui52jOBsl7e/oVae7QeenCwoxDNDkmz98yzwbfkhbXYh81dQV
IQCkEFaM4lZWFj2QVP7DKfiLpDEpq10KhM7xkXV3/jmbBoaLXUKidHdSKu/FEUxWwqF+6DKvQl7Z
/PK57049ZLYmzYplZ+s/wMaBrCiEv54Gikh0bwmT7OwX2K7MYgedsmbnT2vL9G8Fop4VfFSy5xva
rKFgFqEmjgqKoyr43/kEculRS/opJqVeAT3nkN3uG/clYxNug/oC9QZjWT98L3zqn/XUbcvQK9Cx
gVkNftn0/rZNkueUdPVhFwmz29mc8UojbnnpxYQgpU2mLpZDMkdkBExvc9tewyADSdJ632LfsZdd
XO2HCcBmGPfusRoiNlE607lJkM7obD3VSFZQk7Sd16WrvnCLo+sXJ6GlzU2fm8+AHaikBfrFzHNy
Y3P/BsW6sq/r5uwRhrEUAsWlaRJKTdx6etNP4qYcmPS5Wv6T4cFbDGWRBtAicMXOHvKJLILiqNr1
I1HhuPRCZLU94Wj4jVsyVi2Nn7ypfLcyS9n2/LjI4+JyEepACbI05TZXCUYtJU2gWOMiWVObU3yC
r8lDjbdanLakcc6JQKAZz5Oun+spjE9W9YresjmaQXs2EFRhfmfYoIvgkultv2Z0WO7BizMmLGFE
tn07rCgtoSTzGFI7pbJDOYOstzkLpTwH3I/2fCPRDwUaYEcCS2xN7FvNc2ik9h0NjYLfaOt+00wa
JwywfhMk/DopQ0x2Pd8TnV/sKugYhfUo8KC9oAZKoSha5RusywjoTJvt0rJcCYSADBI4OTqG2xx1
GE6YdimYyJgTQlp/Up/1THMPg0swu9Ubc6Aet3K/ZdRoeqZxzMwaHDIc7LJKnvNwSx4FURNVnm8g
k+vOPaxHsTNVwpySWdBdBAMUxgCPRI7qopvqBpUz4+zJp83XrYuSYOyRsOiYSzmjME19HAuKsjqh
e13frEoMtXZSu9sJByrjFJTbea2d4zLR7i5467dMXL9z53rvSIyie+LelQaSS2KDoIbz4/b8lhIV
oWArIqegByH+bHpQkYpqPqSVh5PeZEg+qYFGmfYpgRe5bZthq2lU0KomY8Aw/Tb1TOGXGL5ghTxm
SuZuGY787BriOSyDG/tdlHsvVhc3CyfziUsgXAkZsMNVYzLfOubhbdRWa0MU9VINXk2NLq/uDPTk
FIZoDpDGtVGHZF0zNGTqt85TP9107Y1ltw9NlR9FMkQ7be4BRGZNNLtm3aLt5NdO9vwyKKPvtE35
eBkaUJSPvYMVp0RM2C+TrVbP8U1mqtbSy6tglZA0vJmUt6ChLFX7L8Qf+YRz8SRT8pXWF/7aNaZb
O+uwk6BLnDpmrwLVwzqE+wn8khJ5RDlrXY0ukVeWOYeQ10h5GTQZ2FJ6OoWkX5FqBVx5qauUYsY8
Ii4A5WtKL3Sur1FGK7zH0aKuP4bpk5zFRWVL5JFxAUg7bid/bFeERSQmn7OcSji1x1EZMQblt6ZS
h82Q2+6694dDMN31OmUbJW+JYkocrn2IkmtasX5E9AajiWprYq8u5nF/ARV1O5XekemZtfEafr4l
o8K5hkZYvEEkFz8ZOyt2uYqoyOfWv65LEphEKrp93ZivkdIxve/VA3BeukI6KmP0mXbyoGjWjwqe
4xJpIBDRkjghQbrZXKocO+KiBlI14ZWJB7eJlVXco0z1kxLZsFk+jo7tH4Ez3XojXMMkoLOdA0Rb
hYV3kzBxQnSPyNb3/Lc+aQMkmwkS+TE56lF014j+1JK1c6rqGbDExHtNlWQiY2+2CMTBeA9p8qkt
yTmcpxpJXRxrGLXHnO71csyxtLdae/A81OVBqgULsxgeQno8Pd+ROnIzWinEsDiadfw/3XhAGwLM
6F/3Hf5f8vP1Z/pP/MCPl/zpOTjmPxzggSoEwb9aC396Do7zD6p/OlAkR6fFACjwr66DYf0D0JKF
y4fOoaBjQe/jv4FK6j903YSfBytPWCpen/8EqKTBc/rnnoMl8BlxGipVGAISOIfPJh/KtLpZG6ay
a4hi2HBlipaEtxyVsM8B8G+0tODCWfrqwq/RkGNeCZdTB2D802d2+2Eq+kwG/NvTsOnIuJwNACn9
y2lMWl2N3dQpO2jCpE4lunNsvPbVrtVfbtas/DLSF7DfFdRuDEEalQDMQB+M3f9yGl/oUszVATlC
JzR18D8CouI/fxrcgaLa7aj9qmh/V15iJutRU/S94i2Nzt73ff4DctqtCN0fyUi5M8jJVNFSHUFB
pmxro+sufZiV6//ltEwTx9eXP5NtYMKkYW06s1Vr/jN+8mINcW3ByKu8nd3xs0wJU9maUXmj5YFz
Sm3LXQyDOazyICAxYtJVyqKDthoi3WTsN98guk7ADxaIULzWRyuVuydtSKqTbW/jwXNOtZ5NO8tN
b/tcN0/jXw8J7KdVYPV0TUbgO1lPQChOrOFmKsPxECrjk1emxXHwmAcZCOnPvmzW5+pvpXTEwbyz
/PsSaw8+zn4LYiDDD9srYFiyd9cjT8qcbx2lh0C9qXc20GuPwFjmz0ZAgiXjI8IBf3UDiVU0qUmo
aLOzGk0PTl4hbh/f0KYvjTrKN9SnbP/gMWbYYqvMVzHhVX68J4U9J+kVNUVqbEqlvNjRL3eMb82o
Dxh0UK90SdRZGFy0j5neP3p+B+a5bcW6do8qIZuRrmenBODVRnOJjABKCcOallYYR3uCR8ClI6qO
R+ZpYOFzLyFxUdvB1m8AbL+PJQExqI1KCjTu72b+g2TBcO7Dp5R56nZoGJxMPhVSEfkrmg3Jsq8x
SDv0ekFJb/tO87blGP7OUoiIAyRoJljvdjbd5i7iIRoykenpi6Er76IHVLCvvZ1Wy7oDnh7lLnku
bXMT1+NiKkIykzt3VfvWyJilaJbwvE5+SsIO9qmFaCfweqa5MSr9dvKqnZ3F/oK0+YcZ+bbVtWjf
QRrb+l3VM6CjtJv233AnTli4QDAqg58ciqF8FcTPevYtfZkXlBnKhuY5vbvAe4IsRjokUsmlYqh3
zdBc7Dj5rZkjqVgp+Rtkj9nL2hhAlfYddHf7WSseQi0dFi6K+RsUBj6JbsvYWtnOtCB0gRm7Oqhb
I+5/D3lMwXoGjxHjus2gqCwi6ArEKLXL1MsGyotavSFn1Lg1U4yFUOP4ViCKGKqKQVQq3kZ/nhRH
JA4gfX9PBCGZsTZSdGoJydAELda6JYBVSygcGXiEGYcV1pnpHobB3ltRZyWGUtOrnZsYB7j/1ioQ
WIMUiwdTsS0sb/OiGvWfH9ImsFYllLGF3KBY5esYJuhR9dntQ5ig8Gtr8+FEn1d1kqwln8uHps2+
4doE2i4VaPMucimel+RBrhvkuutTuVThfdtGxFZK83Kmd6g1iKB+Ih9ArOW6dpaHyyVTn+y1OSZP
epBp0/rDBx6aeX287qjNfKK8ssXqqnDMXS1AdzkrHvnKoG3jI62WmaLRdpzFyR8rPx7lXqFLO2nq
DWyV84ukQvJ6uEm0DtVV+dJPZzKqarDzRm3d1JDezFLDnTO/+npuHyLLj/eRawm64uTl4YmE4MTk
YilPl0tItow8wPkiURdW5P5uDZOvl8LXU/G1157UqYVu8uPxrWZcVn55bALf2XSRd4tobtv3EHUp
aa+qoeoPwdA9hmb9K21vOm+Mvguhn7JUkKOedXd2OX03jfYdm92hIHea7FKooV4RNASQtymdsBqT
JdX1vcKFHeC671ySqtp5qn9vKkJHSUgdr7Oj+8jwFpEwbrxYdXfU6O9033G3Xda+JCCdbOKrFqKu
iD1xcdkhmBFbzTEvALu8U5a9aKpzHgonXjURxV6u3z3I2eI3RSeEvKLaZQbzak+vSG+wIkaLqvbg
kr22zbviogwE8UxBsjexEzyijdl6Sv1W2+N6Ck19XWXUdVMrj7k8l3cULJl+ezXd3sBsoTYUlGHd
yKL5RAk3ZOpHqjUla53A2iakU92r9boOwJzlSdrSgq+JIR6JWQhTncvvdKNY2u+S3+9z2d6IoM1X
JB9Om+ZXbPviJMhyXVUiA+MbDO2aiR03LTdftgKAY+X4G6du200J2AY9bYoGGURJOEJrG76NAg6r
kenVplMcc8ENrh4C69ae/F2vk+yqm/RZwvZX1ae/zWl6pdHxzVKq7F7pbMwViouhmFud34fFDRYb
ZoU+qEC1jfKj+c54z0WJhZ6iKbEJB2OyLOPuZz1Q8bJhgC8NO8zXQiB6Q2V9DOKWi7F6IGoU85MV
L1FD5UylNe6kzCWpk6F66HTqUu2qTm4dNcc4pNnEOhTBe5h3h5Q4b6sqf2kzmnhEp1lQphuCH6Gr
GyvdjsgbpQie2u3a7kPjSbQ/sy7UjxqhI/iSy2FHI+pBaw1qBSZSby2ETKSJVz0tf4th0PH8luV6
nBATKG7SrPLiqInhnDgm2s98ukwK+MDJqtFdUmHo8WMtVbpMrso3QC+NTW0beJKt3WjppzhB08rA
UwUSsuKLfSP0YNyoPuNNEwrsTs83mq4fy7Yb1v4Y2KuaOdVtzmgGO/XvCTAD7RIclZFH+b3pX0Ji
7clhYUrmB3dJmL7xE993lrgLY3qYdmGdpipdxXb2zWtQRgR5RXHzknf3DpJuZ2juU4/+llLpP6uu
2NFmSddKAawxdIIfYFWWQnXipUpVcO0W5G4khPV2CO+oT6GrWdLEd+j/6skprPxbNbD57U33nTDu
x7T70XuGs7SdYTgCWdoonW9jMbhl5LePLb+mRZ3vaIhhoPCH+0ozU5LaW265k/HuOuQ9+PpxQG3M
3TJ11/gStk6qvgwljavAxe2VUY/o7bJZpK0Dvhn/fh2HD72rQ/vqOmPVbjP7LAwC4CIwKdx+UMKh
C9T8lkIwBDf6Salz6+DArAWu8EExAf3Gz5DKzqppf69iLk0uUplOIYegK7hqj7cDIeIQop07r6oJ
AZ4N0oh0sHMj4vYT/N+Ke297DleXIDCWgd+uB9viJlyNFF5zfYen+ilScZ45Pi41owJpjPEah/um
yehdlUZ4EiKF0bryRRfuEAKdRIO2z1JUWqvGapi69lhN9/qEaNvRe4rvXvFSGDFWclP7HjWUZ3rT
eLSnoxMy4w294KyqyeMYid/OoBJbhwLU+6YE4kAk88ViSIsZ9wE5BxIfoqNN1/mV9elTXuCpUMOd
exxbgm5EaiNd9t3kgjFJ9hGH9JKUwliHmCixXLMFZ0P6Z7OWCMZSApBlXjyW3GR2Saf/kHt5Bdik
osWVMXL7vygMYrZ4T7I53Qj7IoLYDX2f7IJQfDzpg7mYgnQkNsRaN7oCjblM4AEI1Ceoa3F9VAW/
Rn3yV8RcIm8i3nphxtXSc9R3e4edfzwZfmmvgZbcV6a3T4vaxuhNWmCvMdLLJ23YoFlZ4OfQl3PF
juj5YjhrymNo2/wP5zMxkcCsRe0BuBY2H1+H+NOlKd5XVKgLEmn4nN79ZsrmcGQehgoVbNf97AN6
mXqMVsPKx2IVOwPRUPZonDv+3hP/Uhrmf92kZ7fQf+tuH9DUH17Qea+Q3iyYInmnqBmcfarmt8h1
xDbLzHNmEXylTy26ASLZVKN4VxRxE9vGcJga/6bXDYObXmNcNBKjbC9Jzq9qFFJSn/K9mou9nnft
obeqs9lr9QVg0J2V6OreTuv0VIwpyYFKzWupGQXzHxGWXrRBRYIQSKekPtbauHbKziNls9uPlb1G
8gXyZhDH1izJNSsL+j6kxl+GYEEMTnypMV/stLF8DXP/YJhec3SjPiZqfbr32n68mINjHjQYQH4a
vweCc3TjrVF3vA1KFBLVrfzSW/FZg/nCoNF6okZH2bZWd5pervLGfnYs/ipJRbYpM47uolfqvotV
YFXFeAic7CaJNW+fMRZemlbmraapxGflKutSG0cSbvLy6I7BPmuc/pLMD0iKf9NhIOCXYnMmpu+J
O8L43EU94ZyiYeQCsgAUiOch5jPCV9cf+l3oOfHJrvJVin9v7+nTL8qet5b7KsKVzMyWD92MnVFk
7oVcrGUahtyEKpocEDL1Zqrk1SkZyUSN63O52ZSIQrkYyO1M5P+4e/92ZU2yRzxHfGQtYR/SpHm1
a17NwnLDl6dynYQhyqXra+V+16dy6fpaZ44vITkVqOdsgZAH4PptzWEn/95aenWaXvf7oHRen1/3
Kbnwg/YkN30OaLmut2V+y/V5Ose7yKdfiZ+hzIyRm8zgmHrExVA0beb4GLny03YfNSjsh5kbGks3
slyUD5Ig2qIcr+bAGoZK6Ezy+T1j6a6Riwm0LZyQ35I5V0f3ohuwHnRKDSN5Ela6bXJfu+mVGix9
PNb0O4pkTzZYs8zQVsCPcLxV2SaEmvvpbRD5d+EAq7Ca+Fa3SYtADfVSZebpeWxJMDabtN6Ujpec
nbSuNviS6KrNTztfS86hgs1Dod2+6YveJOrK+B6phNFOBlPpxPKQnSdkO6yEaHfIULW94zjGyU4q
5C3VA5HUfWBGu7ariKgLwuRUBNSAVYN7mIaADJ1ht3cq9YaYKmS5kzVWJ0Io6LCgtt8gm7ebCbVB
d/jGRHw6dZkyneSSU+kMEnKUG/KpNm/NDOcA5iva12X4ZzefTKSTIcZqE2vIyDKDuAbOZLKewYNl
5yjMUb6MzAlqcmnhd3krB+rLWm38ZWUI/dAlnk8IKw8atYs6AnAXlTA1yNQTq+RiKspZZ6Zy8LPS
ILnmNuHGxmfEAZnOc3uZ8uHE1XQ4WWi8St2yuS6zB/zK/hQrBPqNOIPWNTDmhWIX6EydhArDEH63
9ao4T3P2YORh7nbN7A06q76ZM+hrty53TgACYlKto9LhxS6Z4E0JVs7cRXVLkx+LEIaPJgp/VK7A
Kenk6kl2TuWSfDD6UT25FlZAPcmYL1nhhtoPHf3q1E2xnq/kXsXoZohhZrcx/eVjmWbiaBkaXXs4
GqNmv7lM50+2VQFD91FFzc/a+ZvC/II6pUkz8bqOTPBxMcCS7Pr7ImPUG02peZJfLLnkdMjvImuO
CNf0kYFjc6JXKHZWOhknt2+MbRxFTxNRKsUK4wM1/pM9b5LbRT/HkDS7KiBQMyBBhZotxk4ISHsL
5ksx5s1RwT27sC3FZqjleCddTZWTXEp8x2ECFmZ48otzmJ6g19S45yylXBmWQgZaUj5NLcoNAaBB
L/sRr3EHwEZP4pNhN88V6k4T3ZBc6ytjhTQqpcKTO9HJ/mtPubt8sLEkifaRCiwasBHrpdGlZA3P
2Y3h/MeCZtvQ9eYzbOYvvXzAyZ8vJ00jQqwumAgCwaW59OdBCX1i3uTzj0VFQT3NrD0jwHT6Lje0
80vyqCUj/NOOclEeTW6XT201DBAJwfb7suH6rnLn61O3Kcl4bBnyXtdd37Qw6vQwtk9G5EBvroIw
/nTqhS+YApguupq/zu96KtfTK+WZJx2VM49ewFJu6fnCuWakbq/7Xd/2eipfzlbu8uU05M5yv64J
35K2PFcwyrc+7u3lgGZWsYr4IW7JJOvxO84Qv5WJiP02p+C8MwrjR56YygX6TIYMhvIko/QQakNg
nV20rOiipouHLsZQhzcVffByAqy1GCoL76SVaAdcMAgt2+nWtyY6+UR3j81040dPsEq2tLuMtV7F
bzrjXIIDXZeLFDNdM0efZ/DrNH3qsYWKlpK5ZfDiZNswRyXkTDUtrH5AHx3qZLg0Bd9gXduarfMM
Tlk9izb5ETCv2VLdYDpqDHQWHVvfcxLNwq4ZDsKSRTyi3SKw9c+Tl70gb3eeuuBn0QQbmonaDSrU
tOqqnVJ1d1nHdbZpQlJkmDwBa+2qNdGBz4GCORHjaX8ySwpJfWu8tWb9BnPQ3M+VjnUXwYtqhujS
mN1z7Tm3BLKTdGwilI3rI+Qo5mnWMRmTNfpHQqI1zcNlrFFSdfr8WDqkjbaB++BZKnl+pJUrSurQ
AIA3743+kXE/8itRbCYPQVDpmq9WMctr1X6f8RO8R/9rUUFH2ND4Vbx11Zw83r6+GeZUjSxveqrB
KLnNOtxOrYiXeq2+9mX90qho1syRicVkGpuw+AHZy39I63jr4JXZ8CU59z3yg9yMbrtSh4JQDTdK
5126kYIOP2XzkOANM2OmYMqibUR1p7rNuorDYt12SrbzEq8/WvQx+/BGaUS9jVT8yq4pToODSifP
9YACdFtcmpfIE86p78bisXHDQ0P5cp93pNyA8aiXFL+sTaBo0VIrcnEDkR4aaIoC1qynTdcV1r0W
+ZusokEM+ufcKz3SC9XbRkVqHJIsG1aJFzjHMux/6xmxRzwYa8bZoO8bGNXUzgBNu9O09VJdIQaj
he1q4Q5hQALpNEBjzJR4raY4wCJb0TaB2ZULamTKXTEGl9bpWzRpELy7VoCiaAt9l4/Ruxk48Y1q
5i4CzXautBkU+fptgqtt4ypdvwkSxVq3Sf/KrA/Fj5ggb1j6voT2FWtg3GTj6f9q+o3mmjT0/k2v
tgqBIf1zr1a+5E+vVpsTbkxabJZjm/RDZ6/Xn16tptHH1UyhWrRKHbJv6Az+cYgZNr1aRxWOStCb
9s+9WsxjBBiprm3QKHfBRv4nREZhfGlPqi7zNUPaw6AyYmKbu4SfuoBpadf1ENP4d5BlrkN6Vwf5
MAzxdNBmKJpO3QjpEmRYada/Gqc/lmaLOyb9p6wBntM3TMBRTUAlkzRWuQTWlelu8AEqkD2AawVe
wl/luo+yudyCKrTdunqwV4eI6XA+PgY5eralNLKjOfWrH6hhT/rMRpjRQ4frgyZpT/J5KvnFFBif
ZLdBlullVT6QtFUhOQlWybjRpx+7MmfUsHzQywb5tzT2w6r/70Wd3Nowhkvj1xl8b7m5kxwAuRil
GQbcJIbUFnWUOD5FWjpjUu7Q1qw/xWh+bO7L9Fhnh0EFkwX/yRpns7wAB3V9Cq4bNk2mBNEB4wJ8
UCJQpthSl3LR7yfSUeSifFBcrTlAGzTVpZe16gy4D5b53Bm5PvCbhgTgS7oLpuGZEoAjiq68vWrp
qB2CGWtgdxHhpcCG4R5ZPkS0nVwtd7ju1Vf6dyRdynqiM7gZy/J+nPH1xgyyl0uk6P5ZCqn24sz+
583EP3h4VmFibJRBe/QcXPZxMwdiyB3lc72bs0E/bboe/dMx0aPPr2pwuCVjqq2+vHvxsXl+d3lK
8hgf7yQXr+cpX5gWqNDgJ8RKPE9gHO1jSSEj+2BYCb5uuSg3y4dySl5QbHjr6yq5lM4HkEtWqYy7
DOfUl/XXF1g13Ji82KbYTA5D5vDJ137F48eyXH19sOfvysd2ufJvn386lFwMyz7axOhtry+RSx/H
+XqIT+/7PxYj95eR9vn+6zt8OlIiRrHQOt1efnr1p+3/5uQ/veDT4vWkP730b7fLPb+e2tc9QxHl
pGwYGxsO0lKyCK9fb7n0L9d9/C6+bg4TI9t9WSlhh/KnM9pJOy2/vENR55W6VqY5rMasBiauXNKu
r7nu/eWwcoOY7oKwsPZXypNckrknkgEln35Zl0uYhsQb/o9FuavcdH3l38GkPuHBPnGlrL6hnfTv
3/16XPk2lonluCVCUK7X41J0P+RiF6E9XUf1pG3V3t7KkCBhgWAZJ5eRuowPkivlg5PodIY+Nsm9
5Nom7C1Y+VPJZLmM+pXZKFF3lJsmNRLTg1wE2pLmN58OowtfXWBmjhFrz9FZH8dSDDINj3Dn4U2G
DGzHRDu7Chj6QgyvYWU+wwCnM4KGOAtSfTlU7WucAFSoGjw7XfJrnKEhtFzXqVKnYA8zfdk74ZEe
LXS1IQsRbMANOBi2/2ZMZNlk3HcWfayB46soqH86y4//xjgHfI1h9Qe7dQWvSQqXfPi7dVeK3scu
851B7vcvn37kzkig1/XQ/x+HIfGv3WKO38lXEfHIPUe+08eiXCsPA9mYdrl8g395JqkaHgI6ydvP
Z0Miz6bQx/tC3slUC8K6JIvJpWb+n13Xfd3nuvm6z3VdIVll1+d/d1i9qxCGyFdfD/GfvY087PVd
roeR69wofk4B3hKHRQX0Ixbmr4AYuU7mxXAHv9UiddzIPeT6LpgZ7p8W5aZI3lfla74cUT5N5R1S
bv7YU74Il9Sf9/7Yfn3+cczAVFajYoHY0BomL7lysZhFHDX1JRiU9BhM6Snv1Y7RxYjeCEfWtlZ7
RLKMSCkn1qvcidXV5MHbSUxyGaKgeI07Ma0cMsCW3J+btQhsDCdW7G6rND3VYLd3XaNt3ULtsGQ7
L0iOEZKFhMO9CMXZazGQi94h0yInB35p2vdjhkUDi14AVrx8i6aOCRIjjHVoXBzhUyoovW1dDBBM
K4w6kA4f8a2a2yCvfySh8halzFdHrXXXYMAvfq86KLgmTABPtYugGI+vu7Z6AsbigIoAUoBEBWma
ZN1CNCOC3+At9nK4zb3YGbXSLC2vXwdmvEmLoV53Q9JvMtvcFXF5S9jse5z1SPanXEV7IU5MEQJi
e10xM5F/jokDZ5ZG7REUb75yhH2glfSEYXS4pGFxUscaaVrZzImAD12fR3ur3LiwzyAxly5KL2VY
m3OMbteH/8XdeSw3zmzZ+onQAW+mJEjQi5QrlSaIsvDIhE/g6fuDTp/++3bEHdzpHRQjRFIqGiCx
c++1vvXsGnBp3aQsNj/GWjCHGkTKN6mzExdZfsmmhVZM9oPeMfjh6bvevQwJAcc2WUzNQVR6tZPe
us45aYTWmbYJLOxNkWG/cnyE2UOcOxsP+7n3oH12ALRDqJHZQjLtBVIdX3yKCfWL3ycayyI6/jm1
Hqb1uxwDiyyOFIMWiGP/S3Lcu5c6a747TqzCgVbNMD8gxoLVkudcqr+yMmB6rhE8jkQ75kyy3xvA
ptA+z0RAgzs49jOPFuB92WGf4CuTXAuxYA8ZFhl50DH6MoctE81fOeJHjLSmf5mtKgxcEIxOILJj
6pnfx5QhdFsxfGYb3ditH0rZRwb6HDtxvB3CdjrXIS1guR8y3pa7TCuv9nsN8expHOTyGD78F10N
Y+Rl88RMTfujITNqarnHJvAuyHGIWpzLZZLW226x7hY+cFHvEwdfh1oBB72j7K1BSvQIOgf0T1tv
maA1m5q+CeTv7tjAC9pkeZaGjd/CGG/wLGeZF8ZxspucqjlYQf89KYa/cGNVaDU9dPriadT7ajfP
nfPkGGdU52MRxDdp9e7ZT+LtHJBcpuRvzU1iXJwlrmUywRuhoxAfjFPQyb91Y9+dITb26EOiZZe2
Sbezl0xGQQEdA7GkQ4YjWMAcuiSd5a1VySCsYrD2neAS7ZbsbGwX5QkxY5w8i/EsmWpsbIMgXjvG
ZZ1P3/tFPVx6O7suI8xqMFHCrb8xQ08MU32+1qK713EimU+WpEAu597zcE7r3zoAqcyrCFNF4T5Q
7QPUL/0zDpwpjDGbF/pQ3QPTPjWQi1YZPA5uTCI7OzF+KacFAgAPbusks7zjyDzOKpgPbRnoofSt
rVLl8JCcVYRhViNXe5FuHSOr7ijv0L9bgY3B339bppFreIshFEZ8v/cs6KGNY7+ag2ouTd6/tFbq
H5blVC0Z3aa5lfPWEA4bMkropki6q47zNE2dSFnlnZwkaE6FPe+EcN7oCoIwX+bDOBXiSJrOZhw6
Y+3BdTvp48/Ixx92K2C1THhdkF4sW4G7Zo9KsurNdudocTQ4CQQKQPD8rnyDdeZtnN6yL3EDuT+Y
Py2KEdfqatZTtP2aL1jdWv5ANrYOQLxx09nN3vDPBUfj0WkxqEDfg7jC991KuqFD+Q2eEk5ouuaS
VwaGCiv5FNgbd8R1p6+Bqktt1BvdUB99T4S4k08HyZe7Mcf0D+rwP7VIr9m4HNxcvYDtRBgnncjv
g3OpNWDKcZKGvQZaSYn+VYB7DVMsKhsys9Oot6yX0TLscMmCI1Z3BhSamu9TjrIFgXE0IrrcpGlZ
7PvK8UmEsNOt68l9H5vDXlQLfC3oOI26xZb7gbjM2MJ9p18bVBshlu8wrc3nxpPvnH05zWjGSxjE
67Dkpz6I92Ky2Y8WGS3tJTnnJpZOLMgbfa7HraqSt4zTNBqsH4ZAHQGXvCHLh5k7jacXFQeAsleo
Bab8I+1dDwqZeykS49UYmGn1wXjRnc8A6nIkzfQQ9PaqUcW4YrTVi0Xu24ZWLBi0umho/ZWRG/TO
S4mJcPTNMwK3hiiOiROMM425Xp7NOCChwsxkn3dVcDbhnKBQJlUocR/jgtw4k5yTU8x8s24QsSvn
7g/9rVFFGzYex95UDD66fpBu/bcW4iv8NEb3LHd9X3yyQUDTgDo56INgL2JE5I4rEWIVKMH6Ns8A
c9jHdk2AMufuXvjZbs7t/EGWQ8hqlzNnnG2SL9I45MTD6OvhEVrb1naWXwHQw7EhRmwc1HbwbBgt
8fvizmJrq+B9NvWFMSuuYHCv236Of7SDc4abR/I8lC+mvu6fqi210FOAFjhTaBuzE9gk0nypVWYg
AsvaXemdMeTpSEJx/fYqwOOeNsUuNzLAOq75HQqCsQ3aCouZz12t1Ilu9zAOqlp8p6NWHZeRimhw
s73muG9qnPd4GN9Qe6Fbxk6GINhjYgDaJw0WHMtEphZO91oPoAwGazHXYKNb4YuJtrFDzIBBTHzn
16vCNdlZdf7UPuu9qW4MiPZejmxXcG54RYwxB6F82I8/SO3ZJTG6/gzPgeWVcEES0+GA1k8N+kK6
5uZpKrKZuZ1dRMwu3uMqL09Lrt28wf6Jf3+fGksCoT9dj4xgY5t6u19m9yZarYxs/FjCnS/x+klL
Y7yJGr7ZLFn5pp62eT/tar/1sb9mvyWxBlvyopwN8Rb4lOlRozCX7QZRl7Y1RxkNef3q0yAaWI9P
hNruU9jK1zrPUCY6UABwmt2GVHd3iSVNAu0JBKByaBq3Dfu+vwdW024SsEJlb8onxzXfEaucRRwp
dzBZzwjm8HLZhQNR1RiBh8K48CS+NoukXWB0S5VcMnP8KWnOE0vm72sdIQoWm1M7xs3FMNNnnNQj
xyjw1Dz9Xah3F63NbKq/5aQB+wP7scFEfuxWyaplF7jdbMyfFcLZrfprzSwgOjbajenZb36QQuHX
01s8+hrzI83YNBgzNnUNWGCowepkRR0fG0povRUXKZcaT4PdHcS4LT1fkMdqHQeiQzag6Dz+x+0y
rKZUvA+h3Vj6sQEGuAjbOrDG4fkL4is6VlSJ468BAw7ZJOQe4nPtU4JPclTVVD7DuUld9xQ37hkD
dF3Cmg8sPYShVTiTce4DnNkdnMEyh2tnFhoQZ2lFbB+2pv05icZ66ox16QTQzUBdhdUw/oJXyGKS
bvnEEQcl/iv4dsm2DuuojGaG3Wxcqmdl1zj4anlNLP3ZnKohtPT6xRmG30k3oo+U+ga6zUeZo17w
FY41zW52embCAa3UbmkUS3Oap3h4nVsxnma1aBucOB9tlgbkmDbuCrC/cB2k3MKjnvoy3w6CWDBo
lBtpp3J1kdhkAAECcjr0As3EMF//BJvyqTnjPrEGUmws8VwFfhaVfRUzgEwOYBHnUEd3wJq3eKTN
5MtOH82n3G3vjMf7fWppx6Hw8qvMx5uT/W5989ZOpvvNqr1tmZ0kYsydKuh1L/kf0GmCNLaW4ihw
UsCgC8coA2oNi+neL+0NJRq4WR9mRypIXljNhcIlKEbLCiqTh2FO5L/G5o10GlyufUunOyaTItdc
jLN5vOuNkk7DlEvMnsU564ck8gBYT8l8jdtU39dJ+S0dliSq2wVDKPsflBryrUdybNogWFfXc2AM
TlhOtDvgRaEITX8McwZWQrjgbKe/Zo++ICB7wZjHv27yRjueOW43/50qZb07KWDMQoPDMwXKgg5K
BFAuuuHqhtDHAgyN8Vnrkovsx2UX4EiNfO1a4fwP5q640jnaZ46Fnk11V7SoAC8X4pjpCh/o0f9w
BPKaqV8IGiQ+KI2XyAuGP9KXgEfiXapnv0azaDeN7dK0CTLUqAzQ0rL/3VZxsG9Q0fozVBImjnjZ
uShIL/jlalXI8B/9bnB1vC6yYe/7SJSZ1iUPHyqdMKGSGv6b3Y3BZmSTvLG8+bWNibEuhjcjUfyx
GHGrpxe3Ue8urNLZFnjcyW9zEp/EOxSPH6mYLsjWMLuO5Xb2640ssuUmcPfi7zbSw4gtMGoDvjLN
eLSrXlnPnfgu8fvc8aPaWkAg49ddE4HgrSqL67/uMzxM/YuYquM/v5WYccokXjGIXv/S1wPjYv3o
F0+FTQ89LV1euualK+3pPhlT1HutuWGjiuJwKUYAbXnOC0neNDkmGsbw5YT/1tuRDqU2Kjs7sEwz
WgQ38OPJo19v5jImHGTr15U4e8mECn69oR25bAlppRIV3n/dB/apYVqccsr/933D4gMjYhYfNb62
EQSFPVXrzcDBKFEXc1KYLPk9oOHKxH603tCaheBAKsXm68euT6173nrZ08SQ9euuf+7vXPtbRvl7
+rrL1xrzXkq1hNXUid0/z7XM2CSuzIFEtD7lfzwAt8qifPnnHtQ46N5nUWP75T/+eiBOpw3VmBWy
OZXh111fD2YFDBWUlS9fdzmVzG6ep4UTEPoHvUKBFvLeG0b2mBr1F2xUfJwM66rPeXlRyrHvXzdE
og9b0bvO/p/7yhkIGXBUkp+wOoJWoe1ysTRIGk7h3LP15uvJQ+YyzokhrqY9qTe1j58rLhMXUYT0
0V6tP4P7bfYtWo2t/Po5lY5JZaTuOdBRIggAjRFRybkz2PcgKLQnJzsn6w8W25t/3bC1+j7k6XKa
7ZK/WJIlgpfN4uLw389TxQidH8TTv/6Qh572jP71XslquElB3MTXEYUZDSETuFQoF92ToPp62ITc
PEyE1jJO1PnraV83biPMTezjyf768eu5ho8Z1GkmHfgrv/V1nwlgN9REcS2hfGwDoFbI0qzgjtxz
OVnW8JnEbXD/ut/0qvGJKHXk3D7Ek6+ngY07Ss9Mr1/PYBd414EA0rbh+BNz1h+0JHDv2FK9u6zB
kBipv4Tssbz71wNGn3dHXa42r/V5Xw8khW7fEGNvrbyA+tIHkG7BfgGDwzOJ18O5/PPctGkwnhSd
B2mGbDB/xgu4aHH6kLUDB9EmL49oMJDcXt/EeyDHA5ieJnsM643dd/2RnlK9SZXSN/9fD/9Ny11d
xf/36T9FLbGM2x8c6tn/KQL4r1/9NyXW+Q/bgetq+67jmeZX+uK/Hds283zDtXU0Aq7t29b/cGy7
/+H46M4JnNAtk19jNv9vx7b1HzwVuSCmYgy8Aa7i/wcZgIWj5X+bgQ38yRiUKXB9Q7e8/+VS9grV
sP3p8kO2KlNdJd8cf44jPR93tTSHR2556SPJp1MN1iBC3GmEFlKp53oghr6olgHrndwWU+0+S41u
44L7d58BALlM6y4e7LJzH1HZJ3K8u0TyJQlYHOovn47rRF93kPKb1V4Do9jSRVw+44GdWR1Mzc3s
a3kulpqRdc4Fvc8M79EEC4hHJ65evGIgfMdNkErF1rNvavO+Nw3z7IgsONNcGPZGg9/STEE0SFXl
nH+d+tUH2jX1DY1X7pYkNtKiXBQ6tdGYpw+9pV8E1+B75suN1vTODr1rH2HsFN9mivsNcHkQiSVD
2ioZ3hTGik2qzfI69Ev/1lUwSgTcLfpD0t24upG+UUeFlVNGZbUw71fiNi+POU7t4+g3PwIvqMMc
vKXRKFh/meNfGE6lUTtosKN2UvTGzQK7QFqC2nkurb2lGi9BdRn9Yj53MdxnPqx3vW/hqbnWMQ+W
V4E5eUedioLStf9oE55lwX+ndyyyuILBxJR0X+kOAkNND/UyPVNY4uozXybP3GYJ1qBax+Sq2Z0g
r+2Sd0Pwrp9zhFVOTcam+oinatoTNMzup8qn7dwO4gCqcUrGfTcBGA5QDCg1Gndbjc91Oxq3amCX
4Fb0YwLeguleNJ9Mcxrfu15oNDJbsEpz75unzsvY8dht/h6D8WBHWd81v6Wb1hjwA+zfnEfIKfLK
Pnizqz8B5S0JvbReO5w27c7rdspPuyffpD3tObE8BnAlcbmZihZJr/YOX86e9TOy9XncuwxXjqVq
tG2SF9qmrmYWfuoXuJa0gjXppGdj0v4KtGpS0+fDnDTWQ9dOyRjjMTPr4OIMgTwq/ui2jEHa9LqL
8cIkHJcOQLliT7S9FudB1Ls+LlD623eLiyaWqarbxlb5+YUwlyvH3Fv6c1ysNqR6AD9UlBz3CL2D
bm2JE9XjBc9L6ZlXP1PmFRo14ZulTYi5nb+gddtnHFkkj4LwnHIiSJnz3jOLPjSm+Yey5nljpGBn
XJTd27Zqhw0vo9wFegYMpemwYYNkvOdJVYUVGZ0n2CR8/UATNUEDOSXCKuzF/F7PphaOfOQkCy5N
lMfrdzrRoY3zJTIrS2ys2R0x+cidISmUXydVD2ckgD+tuC+PbYMtwnFR2ft5GQq99Vd0UQS4tD3M
yzPww3PTSA/PWlVvK2N9+7OZIjoX7UFpIJF72+8j8IfBTuLnJDXStcPOkFQrY+Gfs6n4pqd2ew+E
+eImxSmLLeuKc/U91WJxLqc07Dq2MqObiI9KEOHU0tRE9O5cOXe+OX2SsXJBDjPK5bEocz6ygeTg
zoDOYKLdWxgP0ekJPEZD7AL2KWSY5yk7PX3ERs6EBsBDwYlms0zQy3DDqVTmzcqy5ppbKVzd+tO2
oSYJmNYnds6desPhuOvtbLgKM6ef3bb+MRjynaZbPX4a3KNOALRY1QA/wbZ7htC3HWX9SV+CDz/o
EVPi10N6Xn034jgULnEP1MXie5YzVdG9/dBYbKNhcN3cQKlnmTH+KD2ZXrx5obnsp/CqfCi40Erd
ra1hK14L/AcdoSeEUPWTP3mPZWFzT9FHrZu4460JQHr6jfcTb/2uEaQ6yvw9mSCO+ZX0d3WIZjI/
kmHobAajyI6j53VhVwHZKduM5Oo0JWTL1PJDLrWfTi6mF3apT6J09nZqsfmDfAJUvMWxqqS40Gl+
1OiedaTyD+OP7qXmk+ToX7dw+q0LHMCDawJ9osYBUDJdsmRoa2hPdnyi0bq1G+8HJKzg3Yrn+Ga3
xqktrIlY7Hg6DLmGqTGv1MWtNJMADCeAJJXvK09X9yVlTpU7k/3kWdrbmmVB1NrwJrwdBEmbQAjP
D0EZjHu9H/7mWTDsNd3EU9yJ9OLUDRcP8jQOFY16tLUF00TjJcmUdmbDHo5FWby28y85snFJTf8N
cvkHhtmzlF4eLoWbngqTGYiZDubWdPhoq8rjSrs0LdGKuCVmMJ7IQT/JNvicyYeHRl2loFBxhSVO
HWyTBFeLyHo8hRzxYR8H7SPQjpZt/U5EGrw35F0cFj25Zz79YBAo6Us+F6gS5uxZ6UXDnp9/dc5+
O7VCNutxaMhgPNsdfeasqT/i1Gm2a+/0JIt03I7+UkW0WfJojOWwd1uwei5hmsTPi1csMxaBBJWK
XEMET741HnQA+Sh5QRU6o4OJokE+IfArRf7iTjtPVcsxoVcUYtIw4E7XyW3SAvtaCPfTNPTQGF3z
DUq3gpNm3Jeswm1iu84zJDA7maa9C+b11MdGvB0ck7EJpN3QLLUghEL515znHxXtvncGPvpY0x0u
p2cKox9LzeitmTvSLIruLRkDIHS9PnSXpdF2svB/pPZMbos2fcjupBlWELpU8VvQ88XVtI3zvy4k
HpHIqU9bes49Y2c3rX5oO66JwwDisax6IyxaGOup3TF4Klebj/nDbHTnUUxYdUu9sS5mYdGFW+v4
1F6HY13tH9qeRmVrpOKVCS3tEJ/L+mCuoCkBdbKE0nhuocwfwX0ZNAHnk84ggFFYtaER88stn4k3
i8+NivOoN9hCt01hPBclXs5+RFLfiGic2uDUOVN78qynZLD1ZwD6qpPJ2TayUzsLcZRFD8RXaOdR
YYjGf4QJu5Pdowvic8ACdGGYi8oYYljUtZ2L3Sg9uc2qWCZiEfBa+adZGqoCMPTbYXo0FUe2TDr1
nOjAyTrNeW2NflP2rk5uWKPvmRBHmif6S5V/lvQAyUCcf7e6Q7xqEEOm740tTMv8qhamGH3XSl4P
YYwRzeBhM/ols63CABicVJ+T7fp7xgBbOSX+1iVA9ZaVHPu0nFE3zogw+aatHfGofpB0LI1i6HZW
ryVH0u4MZPhBOAof6oI7UDzm0wXCFkDCCSpZ1zp2aPsNnOnRTC+uI/4MrWL0g5vFTVeUiG2z+Z/8
9m5p2rdJpO3Zbl56TxMvefRVRhTsbjGmPKMjNfZ60xTMJYb6Y2x2EDUTpaHycAqCESk7bLMLCQzz
rj51YUheVBulC25rL/heO89aak9PgPV+IK4ayOQ96H4DJw4KEQ1Bd6P63jv74EzA2hkX5m69Xdbn
cpz/WrDnLj3pn/SsFy4KXmaBMO+TTV5XBDcbMhyyGF6PIVOqtby/g6sGEcTkAd/EnZq1ulR8iozO
mBbaWOQPKS32LcqLeTMy8dyXnvtemYyOtGLRD9U6+jW9wgEko/fnwim3mDTpRJciOQAGooU2ZBFd
llcPndWhb8BDMBV8SqndCKxYjjWzVMClnPM9r8g1tdd8OJmx3354dKspgyTK0Sdp1zsrmR6BmTXH
Qp4MiAkHnVCkMDBm/eSYJ7FW2E3uGnR4BqCdBP5uYndUz4Shvad0r4rBkUd/rLh2yuW5WMeUWTpf
RdZuVKLUXSRIGqyMPr+yraOG5x0kFX0zjSK8nQQyD6xxyOzr33XNJTfWcJ0X9YydepaCtCnPvvX+
CBQS7X3ErgsMnGZBYEg1b9/5Cz3c9YrSFeO3qs3t41cxxOtlUKmItOvlS5cNkKXiwXxaErmNpyXA
L4UzbihlFrWmBC8NmDBj3rJv0vJRVHZ+5fETrW8jdAvBSLcw1wD0pUXsMZISb8/N9qsom7xJ4ToE
DxGvoxHZ51CMpuozF2RZtjgqL82QN8exZuDp0Xe+EDILym92d4E3S1w2zbwLzMA6DEi5mfYyLGsA
Z2eqdBh6+/AjBew/navlDvXzzmTsPT1bwWzcsP9svh7MRj/lZdG4rCQshxgWeOBUz0mA/we+zil1
9f4oEjAcMxFHG8hPuKCceqHEaEqqyuCoWRS+Q0ZNraGG8bNKHFTFUdlodhaR7nlAEH6tA1qS/GXI
pfq482m77sTwOZpUWA77gI3rIEi01V/PJ8SrC7imln3xi/EXJ6QlMX9LyakC23Jb2y5s+s5awmlp
sygIGKtwuSepVKtOZTAezQSrddb15k1IA2quaNL4YBE9hNoJl3WZ5B95AY887nwATusywFeHxfE9
d5vlqVtMJyQmoj32TYGBK4FOI6bp4IJ0CE0zIauzrl8NWX8ELRWwoImWUDDCUGatj2eVnm2lXird
HSPR635UxhYB5JQrjJ4JOgDPdSCQ5XXpGHZlBUoBx4M3NQTKD70Xxr/D1pQLq2gxYLZsaZ6PbtxG
nqaNUZnP30j1Mm5xD1G6BNwdButh2WJHNCYLcEhRXBnrf2MM43L41QOESwsZZD1/76pxIb1jFmfo
ly4kFQUXfIn5Qsm2GODhbUZsmGFB6NR+9N3ryv44OUyZ+MaFt8c9n5xsVQDdshsSjp3fht+OOxVD
5BcJIv86A56vEmahedNZ4TyCeSIo62vDnfnIouK+epnngk98NP4K6hf8VGm+S5Px14xtjXk+zLDG
9i89m89t2tm8uapB4Ai67aJPnGoZNLHNRA7fHs0mApECAEhRAL8UKbCw2YSjm7b+oesA4NlGkIaZ
p4OrlSaFneEST5CJq2ZbJ5c2PRtfQN0GbsB00zm/MkIwYr0ROxgUYLTjvj24UWB00P9RAzBdj5M9
mTE/XGf+1S3gf63ssHQquMoRLLao6+DaxNpRQn07wNeF1gHC4Nkwlct3OE/nWZIbRa+j3KKOATu7
xFcVj5/sXHlCOcanxe+/+d7oHqXp9PdW3GtMRFzF+6eY61Fk08oJG8nnQtMKNUNI5kZwWXUv2x5M
+cZx+nKvt4UR6sBVw6xb/vgk3oSqUTmlOJuwfPYvpakZr27iWpeMzNso82RD8uoE68aon9O4PVqO
2T+VJeNOkDVp5EIYCrBcH1sICCtgzpy88phh1mq2Xq2hRvY6f9PNS7eDbOVuIGFmURXnWaTZkFWK
rsI+7NTGTe/lXgtUSLJk/J4aXTTostgneTCETPm0syD2ectIHvVxlBWyuLEj6KMhIEpIlgQwElMJ
W3j2iWMBibg11kugak39Egf5m9v26kI6EuP+4rDM7X2u+vlclYxo87h7dWfsMRYENdzJV/YdDFBr
/94r/VmWzHTz4J3RGrAN13ePAwM8aqKKRTU1yhCNaPMNdaFkprTlcrlEDRGSO9GRZ5G15njw2GZW
dTodtcV/GFVn3IX/OXYMifVJ3MEM7o2uX6WNlRNqXA6OgAy37WCf7aXWDnM9T9uKvv6+kDSpPIZI
nMbZcTauA9vhK7Tmj7LXuvfGX2gY1D97Tcte7DL7iPOxOgP++vy6YuW4ieOu9nZQcOu9WLQ3ZkP7
xXDbl7RgfbFa61qYi75Jh36MWOTMI8sKJfvDSvryPbUstIleOFkB762dQdUmVVRlDFahL5PowPAt
ItGsZgyvg3NwRXfwYTK+Lhjq2Ijoh0DjoOZafTPXd0vSBVZXnKVH2Bh9ZKVeg38y8hT1XjIZJJfH
YPPJY/E3MCLpNRnJX5fe/b0s3YNuad0zAoIryuMKk933HNSt3zNQqa0CAJQq6U3Z4gz2+29ut/rV
wWnpVCk+U1q8x9yoGTQqkyZGx7Df3dkBIIpGYfl1c5IOmgg6OeTqbGG6p4hVgvra7xPVeCjcBCxL
f3gRwcTrbwvAG1V7cEyLBNY0iGki5qSyzml2BSdAYj00Qtg5agaUaNs/hxFoj32UztR9GGAPbIOu
JlOg5cmuVAphMKbE77zQF1pw1cVvWEWRIhhv23a9j8QuwH/Kp+XTnyFqgVYA3qP23lXGs74U2cYa
2M1Q2Uz3BifMIkghaJuwxZxF4oC4VJXmPKdo9fJO/5aOvfWZaB9xrA3nzHJOAYkZR9eEXJv75Yk3
Mz25nX2kkQtvl7nKocxY57mKa6GGJxsuvv7QcnxlMvPAYxrjMUdxsSksv3ipQecjTBCsmhLpfcwx
K9ZmrTV1z06GdCInEoyaNvV2S47PWNg1i4Vev3fFQ7lIRnPH/WVa6XQaNa9+slfn5DC9ZknhPdnT
MaGHfgm4LpvGFB+cTlXbDro4xTdG0IX5MBtxRT6S78f0G8kEr2qP/yQvh5OKiR9JpoLQoiTRDplG
bV2TVbIHsuxv5YgKzey7ZE9ajkGSMx2LEco26V1eFWmZwGxakj3DkLXaN21b7GUmgsjjVMehuEKb
0ju89GdhsRsH138bkJq+o99ejlyfb5Pt/xodEbwUuRG8SJsOgaI34dv3yUWrYhgaCutBI8itco8a
o3ZkfnHzkjr9RqO4u05J8a0r2fayXGZEODXBg/7IVkBLhO+rqqOi1qOtj9BAzNahLqZQY0Bwmg2U
35pVoUsFeehP5neTrjkODpiAZZ99cz0Gs0X73ji/Vjfd2uEAFq3rf92CeEtjbX/4CZVzqoKj5xYN
Dqnm5roThS1xOI9ciReX0IqI6ksdy9m+UeogAtAL1HApLLt0FB1yJE0j4IfIoLgx3SMALXRiiFcd
MoDpBROZGo855usROrFXUx9xrchNZhFd3f0cZbZGTsEsH2fjriqr2vta/cNH3JMuRRJlZN1yxZkp
h1mSzRLJfq+8+VAidy5Krkcudtwm8aYoT7ybpzfdaUT/M+gWklTaxkX5jOoDUkCgTsZ6o/9mrrvt
qmI+mB5mwD5zXnRaKAgS40+tUdrOFiyTpK2SCSnRz7Z0XDWepNW5fvKH9DBXvr5tMXuBidCfqECs
/WS3w8lDp7n1V2QiNklxcAYiEHouX15HHg7uToC4eUDl7w5PQ0JVrVJ/D69wpm2U7b64OUOSTCeF
zdznY6N326KhatM724qwbRwtsir7xrjU2eOwuXXYvKNpaR5ARdnwlrhptCohmGl9navOn/frsMcu
+xKeCZ9/IN68QVxztLdbmNMhgXrqQEnN4ipQqRmZs6pwALn++geFg2JgiqqZcMFm6U5fNwnleiE8
/Tg3NAenqeh2Fe54ibcKTeo30Za/pRAZaxEJYJ2LoxLY/glj319PDMtuSBAF0Gj26NMwG057aF/F
7EWTalAEc7FmcCS04pK3wfcl/kghHGCSRcWPggFyGPHf3nqTFKAPk3Q2Q6vG3KlrPkakSg1E2XOI
fN3Q8mVszfwl1AIILTZUQ2C646VYw6NnRdiqSKeffRq0+8QsXlbd8JZyj/CheZ1L2OJo40dI6mpi
0zCyIwREvJ/q4rleFe9uVjshcTwbd3BPdAfFngxx0pvwUcy+AgRSbi1FqngNOIxN1kaZxbTLCGze
g6T/mTTlb2EvUS+91yUv/8RrRDs2XIY3DDK4SrocK8cZ1s3JsJJ0b6JhjwGWn0zUxpt5nD+dlCYl
Sm+qwDLqlHbvlG8cZzltFlivNG4q7TQjiN8wpO9ou/FFNPUbyVl2OOh6B2kIyKmv7hy5XAKFc/0y
Dbk2blG7i89igjpu5HKB0Vpw8CTJ+2iP5hsqUOgyhXdwWARgPHnDPpGCEGQ5vwFUtcKvGcnSifZs
1ev/dbsY2azfNH8ovpMCEqKPatE2dsTA/Cd359EdN5pm6f8ye8yB+QywmE14w2CQQa8NjiRK8N7j
1/cDZk9ldVZNVfd2FskjpkSJASI+vObe51ryOTRGe2eSoHAy8+nVHkaF0IwV/OhKwRoj2AOh4czu
AvE+KUgClkmsty82TsKUm4nVROo16xN6GYRmIvTQCmWwGiw5ZtuuCJwV/KMpIm0eHW51gkpS72g1
b3/clwt6dWLOCExXvYiov9STfs68T9m+ImW7QVvwSZ+pvmvPGphceB16QXWF2wfZo0t+j+aEr7md
NsqA92vgQUc44x4ZC8MXaFqFddhHFrqoAstc2yeDLw7BEjBw5Ges8lYvD+O1ExUURdyUmBSZIe5U
R9/+kzLFg0jnNQ2yYAMGTSpuTBzXCGyrkyG8765dfjOjnjdvfu4TCmD1NDYPczB+Ex5sfGg9NDhD
/47O76356Yb3maWA//p3JpSgRYlOU22/1HhPhFYnY2AsM/W30gUcYo+bkEfC2mcWpLpuY1pYrqvM
e0lwxPmG+xIuudk6tLYDgomDXLzdo18Oh2HGcDLeB1XlHNluAKkMbS6xyhcga8dGqKPinZmQVdUe
NuN+ZMm8VoBsVnAhWtrBCrjaSk7Fo5uQOmazSco20oY7Q8OKjjTZhXMQMLtDslREwS2xK6YRuYUs
u0mAHa1ssjb7KQIBaE2UL4HAVd8TOTPMm9DpWR0TcLOMNEwi5xF+QXLaNt34GeNRPZHBF7Ybt0Zg
z8qUVx8GMLQd1FyzOIS19IAUJYjV2uHggADtwkAc/vRjmrE4dVU5MkWzjQNy0XUA7FfB5cc6wHO7
rCraJMf7zEKj2doIcsgvQHu504y+mA+sDRXTVHreJVL6nYI42Ix+df3ya3blYlcepXUI6sBcIi+b
U+pPH2wmaDFishbkFPDe8E1MlOz/t02BrIfAcuDUZZUhIDbvel8ANsosZniduQ+c4jTL0Ic1Slk9
amI7kJC+IVztd447vZbLl/lBwwOv4qfTGI9UCB0TZv+KPhYoI4+7rw+ET+MVieJ8G0v3oTLD82iH
vD4fS8QXyA1J1FMlyaUPfIeCuAitDSGiW866il7Fpi9M+xOupXb5biuf6x4GM2/tPLuiWqjQ21P0
FV1wbxKs5XsBOLnuWrYzmteEN3pSTN/doSQQiT1am9c0zctTevnOv341pN/7COi2JmhoTX7mOwtM
kh/y7HV8dHJsM1zYsiS7eqLwLSlnGM+6/trOm31a1etS9Ks40zeeV8O2bqubV8RiR1M6n6TZsQRA
K8bkTF+80RrXfdy/oVj63gUK9C7hDmsjpfxFIifokJ0f3lKdSHiLHM9IUhfRrLcxKE9PSWG5J1/3
+bEmi0PYlrPvrOFVQqzecpxDQ/IT5vEeiso6JXg7KyuxTV03Xkvg5ZvU83l0oUFbh0bvnVLL/l0J
Isclc8xxxnuwPLwZYHVHo/numMaziMZruNwpruOfg0AdKkvcGnQ4e91oeIhtAiWSM2Ct++naNem4
B3k6morlJCxi4VSvUw+NRcX1fdKOZ4eJ0FmY4XZyanFz6qxiI+FzFKvxjp9kixBgeMZ9dKWyfaRb
czcuPC5Mc8rAXZD/lhYHBL3yBsisxFScvrm8k6qO9CW/ny6DKA/tG1Yi+zg3k17nAzo7FfQ5wvFf
zVBRPRVRgw+j9PdRzzBv8P2nmhZwlbhNfWUiWvuAHZvGxXaARclDcXgi4mcPM4tTcBnMOboIdslz
FRNVmofhI+eEz1iRMYZks4012irRAGcW6uxuSTVsEhzLrSZUMSgyAEsmGTXK2NcOfkeZNOkhsMgx
Y2In1jY5V10mzaPpNoh+G8YFmfsRpW5yNC2KGD1de1Yi5zrChZSjuOmi4doGiAAoTNK6++7H+Q+T
H/FKuRM8eKtDc16zfx766luu7G8G8ZpOK89miUPHjH/kFhKWYgJj5bgGNjmJ3IyGHbkhnfU6T0Fz
9rfCHo50PMj/i1Xsmf1ORA6gN7Y1Gy8ZESVOGnvb7Lx6g5gOVvdpWsahsWz/6JRoYWDf5x7RNnHM
xWt1Uu8tYhdXxD48axa2h2bqDknvW6dB/sKhSfCCCI7I2nFxKYx3XvG7hr7/7sF1K5vsaDdh8s3b
V14awMKv0wNRx2I3O/KXVzbIyRs8UwCYmd77ZxjaGLrnEVRvVB4dwlG3vIBgZyoGZALjBsNle8MC
NFmTRwU/aDRHEp/VKzfBWswMhMKmtOmPEAYEMQlibOZ9L7tGQxoc7PZm9ouxD/cfriIKvCW1h6mz
GXx3KFiXdcpPRXDRxuSTIdbkUgIbgrXJgetjTkpM8oqNYOANnh1JrxjYEFk+l3MImDQ91XUcHJFg
TcBMCG8k+ekh0M2uTOxV5lmfjO8Xz4/GmF5dWmy/mz4oicGKGNd1EHxZqV0tGmyZKUU8QLDngIoP
blFiMhGILrpjmZqffo1DOXDGeI9/Fk2SCffCl+hTGQxxWlGlYAJK54sLU9f3dL+FencG9UoBgoYS
2T4Bboux1BHIxmyMI6Q35FhPFXB4qduD7ehf/WXejhHzP/TcBF4JYa0LFbMsnzfj1mSBtvNj8c2u
nx3t1ARqoVGIxlgs+yuUP6g/tmajCO1kyFU4yFyS/BFxhYufJq1ZKCNhyFywLgaPo2TL8JEOSs7E
CBcjbXzH0rGdBvaNMN6TXJxHc+nWUOiQcBXrNDgrs3jXo9pkqvNw+640XjtK9jik67DJDHY4NAzB
sgkD4w9vqKeVuXxjMLeyVTUB6819cYgQbpIFaX+6zIMr82zIMd9C+3pOSxDdE8kaTmXQ3/UJQEqD
IpnHHCElMK/CmphZwj7jGnZaUN3o8nhImyhMy2he0IubNELGKlJ0QHVjYRPElJQN+Toivi9jULBx
ov6HruXT3ALeZcy/Kcv46F9JY8kYmrI2Yu64Tr3uaJK/6oqxhkFjb9VkJgeiBjyUMjZkRgS/sSRZ
TTjNbgSUDphmuBl14JEGCQ83kScWo+DM/XIfC8Pa+1Z+lCOR0ugsk02gbczdjfWT1S8O3JKcsyYm
mXi2RzTxMSFdNzqc+iTJIkBjEu2EO3+ryO9YFX7VMvQa3xUBI14D0rAUP9KBMDR30CYWXt7nWdF/
IP4BhdhqQIupd2YRbOzTOtu6fMkudeFo5yNS62hEhrT8LQOenF1F3kwlUDm18OMYBR1jxygfVZY/
xGnrndjfqI3wp9+FGY4HJ1cXEpwBeXesI+hVN46NINpNChJAgvCaYPCFfSsOHfK8LO3vgty1Vs7C
/sq5W8uqHDamUbBoZm+xCWaevwxSVuWQbQMj+Kjtx7zN55cyI6sqwjJFaT3YtrWL4qJcN5pnkcxM
Zr16AHthenfoxhyI6/W4zQj/63P1jvGHLPemQ+gyPgVZTHMv8daPDTYTM1vuBkj0gEltzO0o7bBc
bE0zfu6U9eayPspEy3wFmaiLu5r33EuKDnGHRIM2nfsDEZnTPOJ/Dc+sqS4DwkOyBXHIebZ1dpX/
FnqFv+lavYtxT5yVqE9JJjFOM8VvG2hlWReQW0L9P2Nami02RtmE8WUUYbJFl4XOOr36emx2lsVt
4woSb+jojV2VRaesHsJ73LYf8f3YiZ+wPlgIlPlLuXD0zd77FhGKuwu9apWFKYF4s7WMIbNzOtNa
5H3LewI1WE+KV0ToqxMDwj+3rOIjm+eyxyqMeh4LnVQxhYcdrNOAOacp29OQL+/EkRqasw8kexQw
RarMrm/PpXpxtW6XPL3ypGnH//jwx6cE8K7UBDkVn3lxIi2FvD4ivoYsCxZUCYOFrw/W33713/1/
GVOMVUvjOXspqQ4ug1sSKaGDxCYOzpE+c1KdtcO892TSEiaFP6E2akloT4ZTHLfD6etX4d9+9fXp
P/t/X3/kz6/4Z39EiJFmIQLr2AhALE5U2aTv1eE1BKS4DSzAAmbRosyb/HkD1mGFLj/e5mH9Igbx
GXRBfcUFP2x9hedOVO4ZlwLTEWVi+keOvFb8KdEjM21JpaNWQkNUnly7ZyA4sXbtWqaFQx/fceft
OWJt4BrUJF8hRYOBVRGyKH6vCROa3bKpZMxBPB/Ppg6bA7+Pc6LboWNZdzP4EzI9v1mEuF5E+psz
c1wXJsdc10xyq6p2L4U3rGzrexA73Wbym2CTAweAMsgp6WhKKGjDpgfb0rc/XI6Oo4+zanS+lbb/
MAW+3mta+GWJjR3qh10q6+xH7cZqWYIqzVxoGiYuz7X2Yqx5HSD1vkdRZCsX2yEVpfKN1y77bTZe
9jRYH601/WK4Gm5m038JKlCGiTPtnQboZZEkGO9HdDVzbcPfd/dJ2QkS6Onsh7H4nKf4Qu3CY9Bs
XtFDM5eeOQomN72nXNhCBU5WoaWTbWR1pCCs3d64oSJyNryol6FWJHZHEX/CrNe2Hf1sGFCs4iki
ns/rs4Ndu89Q0GBFDyRTgnFt1/TLV2fOPtxueBozCgdTRlQ8mZei6SGbVgTB2SUifh/Ns8S2UclT
37nyJAr3OTWsjpqXjm7MRrLuE8xOWH/dHeDy+7TryCDwdLf2O0VOSftJ3pTPup2/sGgc41SMMYOs
x4AJbKXb+lyMV5td9YpDk2DGlAfNJsoSAD2FR2D1mD3OU/cUem7Det3uNzW5xSvDGvVJZTC73Smr
to3MBWDkCfk741Q4C/uEU5Dvjll6lk17rzY5UDybOCgvPU9esW2TbDiIpcfrizJhf9D666BGK+EV
XAsryOyz0PMbjeIKX7S1DUDeH0q/PpVlguZ7tA5fr9+qr47SjFBGYuj9nEnmpOi8szedJA9yxCc1
oHsLX4WPCsjFeYksgcEyQ+kbib+IARg/ff1FngQTzWsyBkbOoTJ2LTODPqzVAd0GoOuZWSwRrlC0
J9cHBmjvs9EbDlXY9wfszHtHmhNLK5utenFOIslxdh/n8anIOv7dnpn+tNKBVmtD+iddGdw41MNo
XOn+E29HkfdRh/SCAph+5g49lCXKtzQhTTm6uNJ6a0eZrx3P/96U1p0TK2Jr9cecp+9j3aNpJB1D
D/6H44c+W+y4gxkQrogNCU8dmQhrycpMOALJM2blpvPfraozQTnEDPej6SMp8RWWCfOoPjaSrR/7
/GABGzwVsvplZnpfh0l86xAyrEzSFOMh3Q+JiG55yGarm9NX7WrvYqTU67QPW81GitW0G1+zJD6Y
uHfAgonwErfKO8KLMvdeduoWSHQxesahi2o2jrXHSKiSaLzDq9VZtDPfv0DJ+fw9R180Vfo2MsoJ
2DiWiDp2zUSEydJFDZpsVmIddrXL5oG9Y7xhofbspsw50i4mSmvZOhSl9yPGfYCaq8u3lptOJ3u5
/Vogihuv4bITDA0mtenOoQ1SMEiYbplUpGufOmPv5819GCj2VmX8FpeEzHtDnG9wU1QnclZ4igEJ
mjn9bM4/S5GUFqAD7lQxMArfpphX1uCHPFoaGXD885QN++Gj96Lx5HTkHX198EroIIPN3KCM4L1Y
fb+32ES4DqKgtDrm6QxovrUxMZvlY2/JY7ssNL4+dCUCFWkaJrpB/3VMRrXCd4BVU0bd1unHT4Ih
9Nr1kDoTm3KmZCqS5QmSwDC2A7KqKRRxTgAwWWZPqjMZOy0fYDAyImzZLH4hKC07esWyxoSkAa4Q
K7s72/nS9NSfNhZvhqt8DQoAGqvlTFOmTTqL266HSLwK8kNIymChXTnsPPv64qJv+ihLNnglQrPc
H9/qZYMNVynZmEPyiVwKcIRbmte+Qf2Oh/+UBhHZxWKTzX70gMi4XY+GIChNJwJnLngHX43sAUxY
DaWbdxvGceF5Nn5D9jXoJMRZNZG6epAPVvls1b/ccpuvU0kuCxkXPFWc96FjUWyaiLHk4EbXRFR3
zM9TUmHTnLqsu2R897WXFzdfyx9j4zyRjjp/GEVx9vQw/sqc6OI9QG8LP+qMnfZsyIgNDh7/wY0J
dgmKV0J81vEsB0KymOBPWAbmkCWqZ5fRu915H84g68+pedPwbNLcfAhaoeiWhgUk4fz2NWLUuMCu
GtduvPV7m94wR7AFnsjYWGEQMvP2fyUz6OSgndfhhAwwKOb8MmkkorU1e096kYB7Re1+s4ZjWzYP
cIxvqooIm63JCWxcd+dm1QszKhZX6eIWyOYdyrjvMn4QYxQ+Q/pnjB5J8t7cjncGJ5uu4u92Wgdn
6aOmbFun21Fll0cZICpJiuKpQCNX+maDvrgh8kBVtwHZqPCc/qfbugCV2Pc+l2F5iqlsVzK/qalr
73wi1qoJTFIckf/Xhwi7pqoMcMCA7Bn5OQLZKo+BywzWnn55TnqXB/G+SAbx267Co1sj+aZ5V7to
4EJ5nSOvnWtZR45CGG8oLJ7wfNHn4mn6hQsetFR5mKlwNzqYu3MQShwznfVQS6TaY81aUQO3ssmb
nIqhIp+FjOBOdeE+sUNGwIzbLq4i1Q+5NPLlJr8EVcJ2NV4I17XpcqZ31kdjz9EOHqs+6WVN8fUh
oyc8JW9D2JaXPInLS1ZjZnVLpqt/fMogf9+0AhINtcok5uHBbcN3IOGSLo0ND8zkW+z6cuN4PXqq
CoI0eJnFJgKRIgnbtW9IzXk3Jls5tvU68VV7bHXzrvWc3AVyueYlkxtoCuKuSowX2dneljlAvm3D
35ZWyyNyemUd1NOjwtTpBWppyTq481k3UbKCGigTRK7pTA6DhHGNHsBJh1MUkjHpPg0qQUIkc7KI
iw6BhDem6zqHMD8gx8S8QUlsC2ZJwGBWBYfxwchyd+v6Rrr+O5/jP0lXleY/GgYlfkac5o6tMQ/+
JV21C/00KklUOyi7wcQzN/alb81TZLfeI5drAfIDZRNO3pIjWm8VWQ48xdn8zzmmFEopxOwAJWCD
ufFr34BYLbLUPkVJZByQr2TZ2lWkMg6l859WKCcNgbrVOt0EZXMgnyE+TZTwKAZS9dymXoP3o7PO
ToIOH6Y56bIWyBfmSeHBLv0PjLnDpfGq+Gh3zrX05+Dy5wc3yxvgK91zYFXstQR1Uo8Czpy0mtmv
kRRQmtat057/by7jApP+ryGslnBBD3mW0K7DpQQP/ff45SHEEDHbbXBoB/2Jgd76gNoB2Q7I/wrT
jWLC0Ufv83s5NWh+9BJJZY3ODbWjRA6SFscOgumN/WtzBb+zQ7OAgUVk2F8Ydj/xxsWM0+lnc2rg
iHv1Cn1J8DAmsdpw7eHFKfUztermhDg4xDENEsUKw29pnaIpGufs1YrGfCNAr/NoA1CC/NO/11Z3
dMeJIJ8RnZqNT0801ZEMcLQAzGJeXcH+/F/fbs4/ZApzjRyXEtAmUFZovfhX/w5TnTudD9BDgNiw
gf/kWb9VfrMvh4KXG9sTpaQkF6uu2nNvImUN+x0ACaITnS46Mh6+93OPQAg2FHpK68OXgS2WbXWQ
gQSNx75x/SnLLLi622qcp5dsjO5HMxs3foKW0fCzDyOO+ydjEGc0PP/6tfHv/uNNwItTy3/IhS2x
/P7fv7gJF2vekwQ4qTQ9Ii9lfLobCif6FpYNFsigqHgr8YNge0WmatWAWzEi44dbkY/TFxTBdVoe
IOmk0HVYtrI/JcJm6syX2pPDRtcZo25uq1UzF4hX2NheA9g/f/erRIb32nba+wnmzsqwk/ZnzxGp
gFS9qdavd+4e8c94wpVr3c9Fk2+CwNQfPrDFTLCNy0fz1WzjD3A50QvVTbdPccAchO7sW4oQfIUW
CSHmMCkk6sYbUx/1hFUCqEgciW1Nz7EuyPZcV+xNDlOqjsrZ8M6BxxY+wEiZV0Qyuk889ABhsiEY
qjS8Kz0V3tPMciD4eCnrePTPTZW/9Y3qf+HvX/ui/VZ004TGHSmoLW9tj44h0bJaWbIVTyWz/H2Z
jfnJpaHeGBZG0qxCzqe7Xr0T/nK16ln+4mg9MP30z0qNGGoj31+1nRs8xz5Rzp0l1T02OxwXRnbA
dAm2EpNhHO54bgNGMrCoDLtmLpsPbG8IxwklUjH+3cFr7+wYlwspl2tnqMv3XCuPvMjpBS2WOMWh
zA6tU097SXDJoY9tjbKqdbYpZQZsM+vjX9+FfwXBcwRJrfnP8Wxywq2/vsNY8ETw09z04DEwPZhI
lx1GmxcC9NLefog0uDER1Eskx2yfUwtkMgkkwQEJPR2/OxC4sOwcI9P+kUnmvILd3R5kw6NrQlHp
M8K/ZlCKa1IfcvBei2+RaEXdQsMleGwrm9rdOjAQ160ffiBsQ7TBdHQtsvlitvzJ1B3kIWNX+W9e
9vKcYmsUANv4/D//i+GKhZoC15tyhHYs0/rLwUJMoUEmjQ4Psy6uUTLZV3uCJ6FSI7oPZHfOcjs7
gAMDKuchk+/N7pmO5moMHQ1m3XQPjcBj2Wub7Y8MLoafqmVY6SCTwbNc9qi/AwgRoKoQQs7jdwv3
38qBT9cHcfzCm6jceOzEkrq5V054sgt5YByd7FJCTVe1roDr2JncVXLfsP/azKyz/s0l4AX/k2ug
hPQUfg+mj9ZfMgB0b5Y4gqsFLFP21wlS0aUjjIcQ8nel2/ZxBtgEfT76qQXaDRGVbwPpj7UGGqi0
yUAu88qPNLm2vfWUTgkq5syGMa4DsarylLlvNJ5lVfdvXvThI1N46If+RzWa5sEmjHoXG8J8deIl
elPxTmti/CpTcW0dH/k+a+ywSF9zFm/XOarfjKAFheUn8akx6u7J0yffz8vnjonQpsrG8kAyD7wW
c7jWrJDvxmD65ppNj8w02zXlhDpcqtdmiuW1tYW4cl6+pyIyN8q2uE3bqL2hH3LuYA3c21UnaQ0z
7CGDQZYg44w5EHILHLW8NqxqNu1kX760JZzZxyal5e/N0UUeUs23Ulo3tyuLc1fVN8dp3TtgqWiG
aQZLb0ZxjF5yz671bBQwyKw2j/ZuJ3FTzO6+m71za1asCgbIx4ylHqXVJXtDkXMWtoHYDiQmBtgU
g1KgQNele2fLxkC0hPxlRFq2Y/7xqQH7bnFTgyl2q3w9dKn/kGbWlYlDuo/7lGBIFyVxkwf1NqJ9
35pWVm1GVyO+s4xkF0GEfDCj7oDkFPleRF/uzwy7pRUQ+bWkJqHpJmrcYGguQ9ffWpVl70WbcBS8
UlxR/6VM9IwQ43PzQ1olk695Qso19x+mdhrihhCh4Iyk9uswOJY5JIU+pm+o5/B3ldoP6DYvFpKt
65AxHBU4TF2EOSsid+uHOoXJq7SEl0W+8DaarITVeo4WUKO2mCLzGZ958ZiGAJYGxVeGvqJWn91X
lGIrR9P3oTBVd1k3seApfePlX58s8Kj+8W2lQbcpyxWWUJ74S4kcwqSMpl4be7ap43oxEV5T7S8h
rq29It32s6eJvuVl7JMC1qTbUov8NITWtz7XAfQEBnfkT5UXuGTjQ2OQh0EgHtnHofcswY4dapAF
u14P1sFx1FubE7FEasFFFrK5tpOBdK/qG4Li0/be84GzSbegwXsYwyR8WNZ9jxSkeCssWxMriurX
Zznvmna8d3uC5LK25+sCximjzlOeQk5yUQXih14O3WbAKn2RImNtXlhEBnvFd9bmTKrd4tKFISFB
FvdjJC0NM6wFW6OiZhcOMBwnC+t2NrVv2WDrB1iDWwe32eLT25ERkgEf/amn5khw9xqh5YNt/2B8
0ZMYzLa8iHczRcS9psLlSTIQBAmHYjureDNwIG+Hnn8lsMm1MjN/PjgqeCCEF8kNLRiruekI90Ju
vnzwUp8dxVgv9cv5kDGxAQQ3eK/YaC/JVEGnEGRLo7mi8HZOofSwA7YEMWOfJ80k8JytwIa9mqvc
uSY5pTnCJGK4h7VllBQbGL3qFGXMgDXprPLA3CFjX0RtixJi4ZhVlXyOcd4w+XKzTe+jxYyTYj4Q
xFvdR+hBZrAVMGgx46GSjIOYoOEEYYAX27A9fWhLGq/i1x37/2s0D35URbv0/6bzvJKBHOXRfwnn
+c8v+pPLY+MKJ4ZQCteFfOP8LZ3Hdf630lpogZ5fupLa/M90Hg+ajxSWaZqO4rlg8sb/v1wekD2U
Eq6plXb/QPb8D7g8+CD/Wp6gr9KO1vydfBum6f6lP3R7VaCnD6xDi4xaeawfBa6yrb6TiyaxDZg+
e12+18gVU2SL7bBORG/tVSbRK2UwN05TPKCEsybnaGtyqIMNpq/hYI01G52yTg59YkMBQbeblcZL
U4Nc7Y2XedFTglvceAy0U4ek5Q4paar6jW+NN8LEVwyR2Vc2T8p+md2G1iJfqKfFJbXQcGoopb/n
uX4rfVAxGp2nsyg+J6SfQ/MQvdaywdQ/nOdFHaqRiaLE/jEu+lcOtzVh8rcIQIy7KEtdJKa9cZx+
R029QQfq72D7YWzR6L4O2vWwKDIDGgAOImdEueojYQU6CkZmUbW6LDYS6XMyiRDJEC3FcRYwJpWm
ag1KaI0eCWBGnv/Wi2aWZMZrtahoudLDZmKzEY+pj308vtUmwbSfjvSe2eGReum9jIsuFyVqe0oX
DTk/vlvk98gIHbs6IVXixSAWN5BBMQPPtvWi+kUm2K1IcMA4sWiC7S95sL0ohQ0TzfDonWh+Q5S8
uXiPF13xvGy5Z1+wFuL7tznotzW3/Qtz/ndiKOj+8zMzyd+jp8s7jArntOJlZ8sCy8ZNIQsRPdgd
vFHp58W5lwas35DZVu4FaESD6JqZ7WfJknGP3AIJ6uI6mcQEGmG2jiWtE2ACIMxDZh2mweeROaN3
FYmyDm786CSUveAYd1BExLVHc35EBtrQhyPYTryHr/SnznBYQC2i7mWvvoi8SfBt1iq0+FZEcO6h
2dD4McipF3l4jU58WgTjBVGOi4Ccm/9b56MB+1oUZ439ypYv3KlFqRiNNdsQBruaH7+bmsEmQ5AN
C++XHLxnHqX7IWAx6Ro/wkXWPiwCd2jESILENk5ZoDfkQObS2VMG3tUW4APbyotdFLpsg01A/I3c
ZIuUvkdTz3PO2SWLzN7IENw7KO/NRYI/osVPagGBgwABZrLZEzuIZldY049xkfDHi5jfQ9UPOiWh
JeKtBsd92OSL+P/P9Xy9WAPmxSQAlLg8GQHGgQDk0aq3iLZslw+CJPWM9cfhKwhrTD8iHAjCzO4o
qhcm3Epk7c/EdffBYlkANtOyP8fGAN0RXnPNOMzG45AtgtivWzbC/8DxEnGhi89UZ291Zvo7P90G
HVLgcTFPxIuNYgDkohZLw9cHhonY5TBdyCVruFnWN8kSIo8iJPNpng0ev3GIZwPfyXjwiJVylgtj
ZDBwsvolidtDDJNybS7ej3hxgfiLItZfnCFDjsQL3XRzLszmsV78I/OyvlHYUNtE3vPYNPaKjG+j
jB/04j5pZNishyX3cFnkDEviM2zILZYSXLBMh7C3tEdmBtdwcbaUzDNXPTNvAhkyc5sO9bZenDB6
8cSoxR3ztbyJF8dMjXWmWjw0kcJ2obHV/PF9YrSJgpDNA14RVHfEyDvYcQiLpdcfwu/Apzqaf/lk
Ld6denHxDCzV5k9z8fYQUD6e/BlE5HBLhpa1zuIDQiqQLwJYqtL7cnEKSSxDSRHjqkqpkEfcRF+K
jmpxGGWL16jryhOiMFpsbEgaOxIVcsbQlYxJkrhX3eJZqjEvTRrRE6DBadN0Ng2OVdFKcNIYzKLZ
WyZMzp0l/ciOpxtq3SU8cwlDXIpHPPWqfmDyS1CGydA9JeTeireKmxebY61Pcxk81+GY71MPILw/
AApyEncTD5N1qgQUubDhhyGTTxtp4VYp8rzlgL+7bVJ6NQUSAdfO14NorMWlCeJyMwX5AMcSF1/i
+9Aqk8ekYCE/WmZxqz307VZdv051wblVNR9fnzH6jFnDRsvy5m3IbetiW424n/H6ravUwBmK+IKu
MAjW5ANw1X0YaoFnGht7mdJblf2r7Sk866J+TBD5098Cs2nn73ZY3Id1Uq6yzGH3PtTNxif1/o1L
u3K7qT1PZonILWN/xryMqjdydsxGulXtlSQkpE7E9s63AnuF6KpaBx4egcku927cC2zhLXcdWIZN
LoxhZ6aGf2icDARIofSJG7/ZeY2Jf2sugocg/MHsQJ6LCvAvuFALTUH3UM+zy5GPqCsc2K9L3lOX
Ygx+lJAoYZ4nA8ZV9yhloU+2Z6iTCqO7Wngu2wxgxvmIn68V5p30C7kzVO7cFS0jQuz1ycZ1RQT/
0hBbsjNJHwlaBPNN/KqYDayQa42bQfodts202iCMck9eFb6Rqp3fBR1ApTICzZKURJ7QutqntmB+
M9LsPMkJ3VvaXOnYkfKAk+m0qfZJazPxRlu19i18Gln6mTs8RVqPn2kF1YvNZ3e0Mu85GiyC5qnI
OCe64jwTkHhIDRTxFoS9i8nftfn6DS5hvtVlt+dQAlMbJQ9hZD8gVuifcuR2+6IJbp3ht7jd2gks
Vp5fyprP2HneqM6jnW96z0EAy8NwXv028b810h7WESaWS22t+z5OEAfgXtOix6A0YxIfLXL3dNR+
Z2CHiMw4hXOTbR1mAsgWXSz4GasyZuY+Jvj43PbCgNNcqvE2OM1RawOVReE9isFF4NJX9bk5e04A
k5r9D/2XA+Z74qcK0psyzvIOg9s+w6LJtn2GHNud0u9G590cQ2XXRLFNkn11F7h6usvLO5pGh07M
t0+dHi+67dUmrD2xKwJxnXUDQzm5dqMTHGGBB1u0KSMynv/g7kyWG1eyLfsrZTWHGeCAO4AakgAb
kRRF9aEJTIpQoO97fP1bUNYgK/NV5bwmsntvRNxg43A/fs7ea1OXwcf61S9O+EBvYl/gY/Fl52wJ
ggTsPJhPfEV3S6SQcYcdRqRqAWWvvQ8xADnDLfKXPLQuWZLswzRpzgGGmC2n0HLS8XwvDYRzMRL+
HUS6R1xfeRKt9URYLfHyeaNdI32OLppia3U+QD+FDxQRDEDTYDr0Ft2EhFjminQu2uB2D1M6zreM
Tco7AxLKS++kkj1zFOiPakg0PG2zU9YvufG+9EYDDIOvBzdtHjX2xSilZMw/83VwlSehFV3IIYG0
3cWxAekhTvedXoo3aMOO2auT2y2Y3+xJnhl+nTRXcPj2XX5OkuUSFAOWsVasqhd32fVLyrmPsWFt
9xEoSPuOaNlIHoIJXsSkYxHjUv1Ss762ritnP1LhZ8NlBO0aA0O3qeQhCUv8YuZY7McyLo8YK5zb
NDRXN5nJY2DWu0Ri8msbalpqa+FdtEvA8J+qZE52okrsl8YUH2x9wP7i7iWeup0Z0u7II1YcVVju
L1O4ahtJlbfr/HeSlNoWrSqzp6SX7ylR3OEHXaDhGlEi+sygALc3FvIyTsjr3JuP7uxKnw3f9rWy
TTx4iWqHNBHreAYURGtt1HA0ze7CSXZraGJzMEICm5bUBGvWzsYTSq3OS4s2uE1l99a1UbnRQ7t6
0cXECxus6I8cKh69ynlpFpAwebrVJrt5KRKjwck1savXS/ULJy2ID0MLT4A2xZZeOlzMofyySVUG
lgbhRJWF3BVt/VKkW6cyoq9kbK6S6KN4ZqO3SqGAo1QZskOmV72jiMHIKigO9PrvEtW/RjmG+wBH
jidlVR5AGO0Vux3bFDhsRvLLJe6/8ZMQcjmSjV7jizS7lIJ4UKwOPldNi9xdkVMkB83bHBjN2Qph
t1B6DLsBJPtR5rN1oFXhiSRSp2ZFzIQ5DiC3t533aPUVZEre5pl4FNNpzmmJtj0hDm+f2oSTlG7y
yf8lOBU1RkPbLuUnPX1xxQ7e+sxJwz33Pn8JJuMd5NOmXsLHcMJ+uAxFcSjzqOVNICwwDD73hBZj
1a3EgwIxola0IfCLKPfwbwyEFdnGXmbdXwzB0VOakklk2uMbkM/Ry02KQx1Nn8Xjf1wWc1Xwd7u8
tljGKKgWGscPA/hv8qclT472t6hAlimo+FV5DBNaej9mzrYrlx0LbdhiVRTbPBwt8N0V8rVWuwB5
PSccny2b/RUiVrVJnGj2CgDppyimhdnyica60i5UX1eYzdyMBG6YxgGrjP/6TuvJdCqk/IrGxdi1
ibI3uotgCQG2TQ9xjLdan5eXKVO3uO+eR/BuB8pfx58G7KyZAkhfAwHqhCCIgTCwHLk6oDv+z3Zt
/pWB3e9roTceSIDkynZDvVEZ7SMTqgptKPb8PAFDwS7ZbTqEYneFyRTAZkyw1agwPBWE9xMY2fvg
Fy0IBtxu2xzIXxMbLIaIbnIoU91s32LyxNY2oU3IBcJHW1V4lQALnkV2WWQdY6zqMcyQ7HUMIvt9
BkCZMz9/KQL9qlmQ//MoP0MO6/l+0r1Fpy9y+daSKuG9SYhB5VjUvkyZ/NiNLu6KujxpIUlG2siR
P+bp2V2s6NSnRKyngU2zMu1vms3CTAw6irrwzar7XnqrJmgF+0hbqE+kMfl2RLzuodjAAbcgvhyd
0T0aJA2FSVBsoMb1t3SqfhmRoD2HRZKqz6TrVVrZXkvCEfskcr0ceCzAC/MwBxJLbzVM+H2dGGtE
/hBHg+Pj8BY7QzndXbU4vzsUkyc5453qC3EKpIGCsU7Hsx2MV6vo/NFe3JubJf0FLtCzlj9Ks4+e
lBPGl9oyHnSN2VY1lDgT1iBtN4QP12jWZcLHlCcUepFln8tIuddIougshh1ooHg/dxYDY/sPYuX5
JNKQOPik5rvEIEtYyQhuDhs8vxSI0O9VFhKnmsVHR4xcu0V4akNN7eg/Bs8WUOHIRvQ5LdVHx7Qz
R0pTNHb0Cw0ZXZx6N0Xivh3AsRolMBxR6ozD9SbfuZJoHmc9ce3AUOyY+XTooOMhRe9vk92yekcI
KSExFq0FtypSNqbCpocCZ4kTwLvulDB3IpyIAtFpn2eM6n7YaXi90Fx4+hAJXyC89Ys0JzKJ8W1L
KkzSyeSDo1qQNFLMiOHwKEQh8QqtBTA1b440zF/IOev3mOS1jcLz5jW6Ju7US6aRXVFSudRA6iYX
oiwkc7V10+hVNRllzUpxRShk7zgCNtXXmIbTbUKwuiU3848xDYRF98g0U3kwx1oyCbC+a939lpBY
97mR/5YqbY7R0u3cKlEXLsPFhhBofjRKvJrWMTJc90W4xSexUIRyuQvFq1GBdoEutyhMT4XZcNNu
i1NvFNUGuWP1GRntE5/EO0hHTGvxiVIwon98KFuOH1oJ2XtESpIo5rcgXOSRZw4CVW3lj7kJ7rUM
56NmJ+dh6F8xRGfYb1yOg6i8MtTpTpo2ik3TGIXPyNS5lUQZtgiBQ9l2v/nhLah/U+Y8TxHODWBN
O22MqH/thhU/jEzGcaVPlEvXOG7JucZ9vAtxpSut3adEIp3nkbZhoJpfys4ZhaxJ1RFxp6GdLI8E
zzxNA6Xn3Kw5Ye8z0gKu7/1ubAAC8t/gkpXWj7MRkzwUrnjchamkP9gB9Ow6vERaWh4iMXS4TI3C
I5Nq3kI8AClT9vl2UjT8BuMTWWnpPwh7eiO5kP1mKjkKe9Ec+kXf8pXP9/3oWA9s/ZIZliJRMltt
7X11C9qSNDcdsbbQHCoySWpFU8W/RASkG7z3B6pS37LJ0+njOiI9xIyp1FumC1MdbuEmmny2dGJa
8D9XQ6f/4vC2PAJD/uC5JgWoQYpqQR26m7U8OQ5JdyucxWQgAyqpdjQ8RiZtDzDN/WGB54GHS9O9
Sc7Y2grCOhqWXL1GkdnWZjSr7zzk1m+ENfqGdvBqGqwPKHLH/Zg1BAN0TGR0N5YXVxkVYhWCNGBi
f2YLxpo6vGQFRlcStPxesis7DOmVyMt7kQbnONNBpzkk8ph9/iyXgecfF03fW0/xCDCr7gQGzt4f
XPlc1kvg5XcTMTGqjh6H9Uekig/E7PlN5ixQbn34c3bZOHUI9V3Oxta4usRj9XdtAspuqgOMV5jc
hzm8CNIWIXAQ8qUMfdOWYIs0VBBCufham8omcI4VVlbxlzaMCKnrN6MnzaCfP6dYfDRhT+6hJKCu
Ka4Nih2vIgB0cXE1ZIP5wqeMPm7sr1JUv6bAOoCq32d5fFs4B6lzyM4tHPMiF9ThZvolyUrMqRWZ
MldO9KzEaG6wENJ9DlX714rJx8H85iNF44pOxYNORlwnBapFyH0/9ifa1kRQsRI3hd55PMcv4Thf
iqx+iTIr9MpYeymywaXsBD8h0grpboQ4e+x/mbMZeoO82DFFUxmPaKdNIjhQKKebKcnfRkFhDYri
TdIb0ag35Jjv63k490VEYtvEn6rIkxPxQxRRKVTZO2vyw8oxhw6FGe4QX/3qIiveCyN4dYPkdzql
FvgJ/VTN/XjgjN+OHACAaIk6Rf+7iNnaAJV+lFASc3oUGxQsI55haEXr4sUgdUu1R9tAMCVH0z7R
fHsNZ1USnVlUdAis3mtyJrpzhfrVSV6ssj2KjBQaGtpcMktt8Sw+SM8gWbQnzBcco8CJydeHfORX
T39wk1oKQgUZXNg28n2XL38zzSHAbvHwQlKwT8gzz8rxAcHwxVhVfyD+DJlaWn/1zvRFdhptY9oH
acVWO8+QdAFJnQwUj0aoINe27ramm9xM9TfKnI9FtRA8p5TvCddJ4th+OFn4ynzhArV164NhyZOw
8gSbbXrugaowrGdwmhv2Q5nSpRkai3kDAAXkJphgyvYjSJ2bbRB0oy/c3g23Pc2MQ/CxHCz3rh4h
WuKMp1dG28hNSrFt41NTVb9Dm0JuieNdUw/FxbBP7rjgkc41TLGdCx6nP8kx/gqtkTQtWMH07x4S
ENegCx0b5mHiWT17FKpU0NTmg6kM4I1RaW7Tqv0OajleF4ap2L1/j8Ia3qlUEraY4iJjQDXB+GpT
c4PzDiMa3lR2pclH21Tga8aqrz/SQEeOrtloNmZaDmhgkAzw3kjmgwgr6XjPLk8AXxzcyKo5TgvB
KTKx6g3sXHML3/weHlZ6Lph3aGb/ihLtTg3AVvr8Qzcxh+baXy0hpLNfWHHZ2l2QJn5wLYk9vctn
NirwuAsJppvZNpAUDP1LBJ58XyOkdm37x0F37tAj3YlswK05UJmR6QORDWv/s6SkRaLAyVFwm0U/
8WANJXyBduhxw3L7LKz6jStZ8ytRFffWadAOgVxMD3UJzuGg5pOj5YU8Z+oP0GhBsuUdOF3IXkV1
o7oztv2DtgSuJ7Sx3kMRhPGrw7CqXWdGLV0f24iL5zQU90U1P6qpYzIgaiIpsK8UrXVT48rByp/1
peG2zbCeM8xCljg6mi/QCPl1qT2Y5b3RsvEKKLCoVq7YWR4XSIR+MsLNTe5zKAUb8G7Y8RTuSERl
17AO1bEdyMcQ+lcvqpGVzyWJe8wX243RBcQ16MQHmu0XJLtsN6yhmf16qBM1aIcSVnWLOiJr69Cv
A7PZoaGz9y3rL8lCZN96VhwL6gOnb92dNb5FMwjPrEV43S/J0RzxCIOwYLmTbyya4G8QL3/n1LJu
hJT0DKenW9pzk0QYdhFr18oif3Fjx+wBOsA9lPHas11/THiYt3IJ3yOcHIp4NSiQN2N2cEEJ8ama
UJ7yWHso0vbYTRAMMx2buVUwvwtq894V1RcrIgeDBGq8ItoKS4qjGykIVyoKBktg1UjiQAzAyLFf
urOZVcexg/3dEa1Hx5Qsp7J5TdwOvT7yeQcxMnIHONkSAIitss8iw7xFZ/51LhEATxCrQR7MYjc0
szrbVectnf3S1jhVCXcmo1qHONjE4mTqyOY12mWm5n65ZQ4eUf8oMTgh2ozaw1wX/a6eNYOoV8j5
NGCCQ33ssZhlFVbx1H4z6/zZpufsB247vY2w3SaSTuIAtVwuiNQL5LZaohdjwP2CFTk9NDbe/DgW
4YeBgE5NeX618/DAWHLDF+F4c0O+R/w+UFZeEpe8RY0e7ELoCT14LPy0EZZcP0KhxTsByyKH3u3X
JlNCYuX4G8Sjxh7J/dBA7hhwHlXFXRiouzmqDWa6U7OrJnoJFn9TRcTktprK70JaxKaqP2OF5zev
rMgrU0SVBhbppIaZUvOJQUowQ9Te00xZyCzp0Je4YyVWaoIUJl5GpTG96R9x6nzMvLhdMNir93/8
k6uoudNyfb6pzr4hHN859VTvrAYTuVTkOtraiIOPQANnPumR6G+zKGlVNXdBwu9r0qNi9HqwCudI
S33x1Cj2IbO37Rjm81G21Y5ovvzOGPs3t0GEbYnXth3InZns52EpX7D2P6kExQwi9DBVhzAnTS0c
9PShGrSUACzNxETkPoXVoJ9QQl+wwhH1x7Zamkq7MvtSFb6EDikOwTaebsdHO1o9owAETugRivdC
Y2My2LzT1gE3Vz9QatfeGJlHRwuNey3VETpVnFV5/JpKU6Bgcv1GBjru8pACuF7Nm6Qst1ZFdQFz
DVfeeqGfgZM1Hds5aYqjTq9cVvdOMV4xLuJ1PjRzNR2JYr4NZJHg0qnf+98AbQesgupDujLeFzp6
GUB0TzMAYkyi5KByT/e1VePY04Z0SloUBnSBafHTEa1APbvcfhb8+DlK10DO4tYY6P2KOPTcIWVK
kQ8k+vH1IOgP3Gc0zv0FUe6GeBJ9ByKFvkOGMTfVgIBgxgM4FhEPw9g/gZJcMR6pI+sldBF4VT17
RmqeEpvSS5/PWIY06J0wfqjkPIaQ2b4z2OoiuV46oNRcZkIe2vDWoYgngDRa9vpUXxZXNJ4x42TH
XcKYDhhDwcKMuq8EtppnR+BLJ4zyi8EOXRrteD+6XwMAez9Z5mdVslBCc8QCxqXSSsV3NlPGpgvj
yUhTrzL52yfmN9zMcwWFwZ+wUPjQDcHjVDT1nJh48YWUHIIc7RtWx+OMqTtf6NC69Sv9tfyuM7tX
uyLaYJLyGnMrZdaSm1c3X3xzDP6ktujIBZfascZw5U1jijUzLf1aPhoG+2g7Bi/O4jxOATiJOdTF
uXKmo8AOzc14oPfZlL8XiB9bE7DhYbAdY1uAKq1GqHK4wLatC0En7qfPwVCeMVRIGe3Pye7pt2ef
AK0Ok1Nj0IuWfGuX+uQNvVkD3l4w0fWGuQVXL71SS+6HPNq6ol2YNlwdPbjxCWJEDh5kRDrykHaH
oUdfOi4daDgDENkE1gr25QPUEiZX0pkpqgmtcFMiO5rxaCzm/TyXWKGd/ltL3/A20QF2ql2jzPsl
nWK/X0oPzQczF/NG7xfvJqxVm8slbi5nijXPzRR/q3zAdxe9T0sz+mrAv9bhhKDaaZEPwlfZ5nLa
dXF1n0zLH61EKa/P4x/ekNzoZq/to+ax1ItHyJhLOL4w8NpJ5VQX1cl7yQgRZewAf4ALrQyCxzS3
iUrh1ruO9jZRUtP0IXaD5XNRdXNlWlt7AfpAIw4vTq21G8Ocqq25+o8ilDB5kvgidrNjH7dvAQnN
zDlGECx8QQs1CZNWd98NNLCjgvl8hNmoJAEzBy1NdOiwcWc75OKPxzHJ2V1LvCCGqh2fHtAmsZVD
d6wZD9q4UHSL+jqU0TsjP+XH8QeuR+A7hX3NAnlD8XkmquaxrzGH06G7yBAZgyHoBfV5+OxOvyET
kJ05C3QZAINIHB23Sh86LFaq8CqD5434rRMGxr4zq/c0muVp1TZRu5KM27fj4JdDkGy0udn1rIh9
o+ukwUJe8iKkj/vJgWKrIjK+bHsExBAB2AeStaNp4hByDJE+iOb31ukuZTFmpzqHwxp22YaIibsw
Ng4AeUcAPBMSlKw8GaprYX/g4zIMCKo5km/Ue8QLJuDlo6L96CMuT5EL+z5juIKiFJk2dPeZk8Xp
OTUnd6NXxef6qzE0C6uxr7XmrtYBn9YenqTXhFeu4MlUio7EqHaWhTgnGm9T177qjDYRxT6X3TCe
s0o86wfoL5zkzQUMNXlPqVsc+6QlEUA9unE+PaOQJT4wTTzET9D962gXOjk8ubCsSYZYiTIDgQ5a
Z2hekfAC8WJcFtyy/loCC/ATzPKIUapiEE8K910eftZcrjHIQQQFt5710tl10/A0GRRJoWsRkwgk
ZmPoijyzVjZbI00IY7KQNLVpCFQmb9evTYcnNsaaT1NleUjD/mKPNEWDOIo9IZ4ksg+0yxxrZVBc
gqiNmBcJ4xhTduWrhxSpBoYYoIlpecWY6nKkkOUaZstZBNMp5TvZSmfcOSEdbLMYP4GudxuJAc5r
nanE8Foe6X17qen4pulWO4uIzq1JJlmLKtOjraQ5qe3F7gKX7VeQTm89uU2+CWGGmogQcdXcZVGv
OOVO4FYu0exCF7CjYL8+tVvL7pAETTpIuSS4doX81Fu+BhlrmPq4NMygfLaN3JVDi95VB5re+Gna
9PckbkTknKH9bj4nI9VhT0yZn1ppcxJ6SIIpnV0nyL6tmQwiS5/+RBXPNVc1MxncfRZyRzarob8p
7VAhkjqUAj9oYmSHhCHMUDY9xBkIPUDwSNUlS9NWOqqjectk0n4EXLaPqbi8iFxifjdybMBP8XaR
3RUxY3wUQUzx7cxe11wLk74YT/4TpiBaN1FxMLvu1JsOPiCGCsMU8ZyICpJQkSV+UvLKbKGlqHgW
wpzaeq/ql34pZg8P3YaTN6HR2170FgRnLl/gLlc7YrP3CAq8waZpRAAJrnr7k+AubAhf3azecU2S
/Gkh3xlj4zHLE0VEBH0RN1ZfkZMBnYzh4fdl/Rcx0aStw9vVxpNJSvaa24hd5i/txCGbXITj147B
rC5s9UPvLscMX2jBeJlKq1jkZ5pMs69xSNwlTLyw7EwW7a/iAjqd6yXPE0FtxXuaVtuqSP4UEnXv
GK4CYqZOyHIPE8dVSx/U5058LCkXX+f60jbzAANVjiiddGSWR2oxl38m5mCS5aUm8c2iJ0+H+alw
y5vZi/YsSAIOGt4Anq9064Yml093gvdq286h7FlOlF0NGWsVemstrjdlI7CiTsZRi1fs/l9UxtZJ
/11wP/X0XpNHWSHcVDm8nhgJApsAWi5Y6ztcuc05IqV9MYy/8RTE6+Dz2dABiozKfu+tnjgDZTwY
q3OX7hw8q5DGsMlYmNHesg0Yye3przf+NIJLmwb5DusT9NFGx+VJeGzBITXKX7kBKy4Tt8m9j7tC
vHFO8L4ThZHdBN4AMYueiiP8ED0zIkei7a2u3mSgIIBBkUZAqJ9ngCcGX8FGhu5s2WSJ+doNRERi
rlj0JtvPU39jFZHfSCSc3QbnTIOWYdlrs5ZBU1s9xMOCEbjpBngdK/W0id/sCq12l780U37t6BPv
ijHYFRwzfrTSp0LV4SlICCCv6yeUUQ8zcT9bN4uoTrPHWTmXoS5+dbYD5w8SciqBS3cp9C0SoXxN
KMZRM4rYrspAuwOdDSoEV3lgp57d/G4JvwMbuKUMv5OtlGwMEZ3URbsNE1bnsHIZdkepN5XmTnao
ymGdYZ0C+klMX4uRPnUpsEg6Bxhvc6ZCu2PKQynkbvFdXJYcuaZOri5PHvkrms6+N0sQT4RqEXBA
sSokzeWePXVAcLjt7PJr4MAn5AGjlebG2PJo71qieEvZF+ltB1fUKFA19Wg+0DVom/yQRXVxUCue
KFX0M5TrUNgnR6NE++J2Vx1EBiEQJHwAYWa0FuQ7lFdfeTTU+LwB2zT5wL7Mx202tJsEF3USZ7TW
qyIVISBO7HuXAgpjMXQf9FTe7FQ0WCIewdm1LkVSHUvblV44ENwTS+3S1vl3gEkTspSY9F9NtDCd
Wya0tI+yn4dTY+M81zLj0JQD9X2+qC17mx+b2YI2y7EOGcKYmQZuMoCTk7C0yJDZDiqR91E3IGKk
j8aRygUObN7EsttkE8sy7zKfERC3Mfxfp4W52Twlj1WRc+9qgxfRfhqN9r/1wFmGE3LBagO0jwlo
ZFGszJUEMIjx36tWzV8Rx8fYynpfT4zvZc5TPzRXqfLKmMYywnhTQWesOnnMm4hAYAaECLgxjDZ6
85y5AF0h24hto7NefgZqAwLCcArSO72ePHiH8KtQruzgSkZH6Xbb2qrAb/RDudVqmnMToJf4yTaM
hYl88GjC8t39SDxJ6MEr0YqDdKaa66GgJ7+KLTkJruD+5Q7nwh3hF8P+h8jBE3ah9UxzpaueW7jT
d8PcGYdIb5FPjFdbkbERBDTAN2036neNJJk7CsLjz8sJlE1Pkn/10uRpbHQ0YXMIsMKeO2Bvq/p7
WeXr8dA90uyud1qlYGEJWB36EOjeypFftsAZmKYyyUg9TfY3AiuwUlIEEMq2rWsHxKq7Ppr4RDyg
RfFWwT+FpIAALSyEBPFeXwlfQcerx78rpzyMIw+HgkSxzaIYavfc1r7r/hlaMLEzkCZlqMOYxDQm
W8hHKQuxzXNyVTUz23T4SwD/obslUuCz1HPhB05EwPMAXnVxhsQPgeWuSgzGNOC29d5BdYiac2s0
obW3ZXmAQQMJeNE+DDoQjFcKotQBFYw9sRo8thd06AljUfFRrABh5kX8qMfyGIPOqqISIGdIDeOK
xYA0mVJ4EQWtxGOqV46fwFRzGBz+40edRnc8cNN+WQkvGHTeiYZ8ig39XnXpaZzpa/fhtLIkdgB1
mNWtgFb+k4/g8Qp/6GWxP00nHFB1IBnOXGtvrpTXypLHFOxruPJfk5UEm65MWGulw6JZxhdTQYyt
V3ZsyP0ckiZubeSD5QZi5uh3xvhKkDKkWDY5iJDFMfkh0q5sWkwcnvih1Zpwa+lJrVraaFZfmYBr
G6yE22hl3XYh1FvRVZ9ccd+clYc7A8blAIw3lt7Pdziplztn5efWgHSRToNBAa3rrlgHbiT52O3z
lb2bFXQ15zk70XmukTvx9AFYMJ4IYH1dVnrvCMZXtfB8SUxDb5x9/iiHMccjc161zvPKAbYS98bF
geIJJshKCi5XZnAJPFhzoQgv+q4AKoxam+TABQsV/qBruJKHq5VBzKDZuoMDEax0YmSnO3yd9a7n
iGa8ZcCTX1nGEshcY2ZPP0+VsRKPRwH7uAKCrFnBGsROyNW6LH9Uzz8/FuDJCogyKT1cf7WbvdKV
6Yjra/BCvhOYvbOVwUzR8TauVGaOnnA3r6RmDYQd+D1c9yvFuQfnzMDmzLaNMHl9tc3KfK7XlaIH
cKCtlQitr2zoaaVEpzwBkQE3WqshSI+gpLsfqPQPAW8ENC1X4nRdBu+FqV2ClUVtsicp4NQZ/oSd
8QOsJkue9zeE324xcs7BMt3MCJxRjea7QdFUW9nXgKlY3eCw05W69wPW61ZWtgCarSuGP6MFMhbk
175eoPrPELZd6ikac3Dngn7ZED3ouYd4ZXI3wLlpkHPug+sOV273zwMYmmwJGlAwz9FoVq+c73BY
Nzkw/nhVfax2GUDw3pCEr88TwjBg4cNKDXcHYrpEvYMHjep4jWVCB4n2iohu4z85f/8t9Vs3pYP1
xqQrZ+B7+ReHIkSwnov51KBQT74XSSgejOx0gw+Te0skAQgPrF/hSDBpSyVooTA1m9WnSxtv/0/W
rP8GKMIf+le7pG6ZhiOFZdpcRYT8Fyd2Fg0zVu2WdD4d+bQtLQCbMygwGp4XUdVP3Eg8MqAgp6G+
ohUEwdTozMJrDWdBt1yGrwByUh6tsw1HCefvV0Wr+bGK0vRe0SkrhtZLiMeh+zQF/hg5JBpB2rxa
lJOJndIWj2PzriOg08NYQGiIZSOi7Jh0GjGsl85JSFUuKJzGlBAow0ofuw4OnrvcV0EQ/2Vy/6UP
unMwRBWhy0VqxJHT88Azj9VzYsg6rbdeZrnDEhBu0QTrN62K2d3HQR6zlKmBJBCZ3Y76J8w4NkOL
ePQxMXYsR+1XiYbXrI8QgEgoq7V7MTEszHG3In7S47fFpbRUGcBp18ShEoXHhBBC8CDdMdArdcW1
/S4aotbDSCtxQ3OxmYPiUasa5442BLaCZjDu4SSClG9itkk5tf5A3ha9QMe86ut8sZiCs5to4StN
lCxkZs6t29w5MrkfbZsuTMtUAsmtCbU6QNBWJs6RpE5YpFx89oKt1Kfx0+0RPxi7UtPfM7nkj5p0
oMvD+i1pRntdZQm/jqvhgX2phW04rr3o5isNivA0ofbFIwEf2xCZdqZz+IejwrhLZ14mvJ9wNxq5
c7ICkH82AFq7YBMEM71SRVFq5pa86mNdfuGAJcn4xilBjMtCuSuj6MDUUn66iB49R1SvcTClZ40p
Jao2i3UfpOcIvgoJg+G2BJf+LDR8TtDEfmE7OdhV5vio2joUgtbyhhu22cYVuMdKiL2es5jwo8zo
p9Pm1bW7DyMzgLUPtMLGOdMvIJTyI3y9h379t0QNIBt/fqFgQV1MQXSaU5X6JnDqrGa92ICRwaaB
5ewx5IU2aQg/f/Lnz8QFk6x+LqJ//EadLBJPDfN8INMy2SI/S++srqLEx8u2khwpSQGcMdWR5jFa
fa4tCMSDZSBzmwgKIzvbStAPFAyiI8e2CNOzFzSzGSyqssabrHRPTxOdp5Je6kIlhQoEnDfPZPGE
ux3tUP4A/y48VMrcMpKfzy7wC9y2iMeiDtKHUTc7oTXftQbgx7VbToCSLkaTEvggysZ6pN5EVR1c
s5ql3/cBut9IWCSCAO3O+WCv3RhkGDRS5wLyOqESt2zMi+PyiP68hAXowiW2YFP3Aa69oSBkskqq
ayr/1uEwvjgoaaTRkUmQ0qVDmSlPcaLvsgDjS+qQJaJI8mEsmNALnO0vZ8VjwAq1zkHYP7VaWF2m
QTHHNKZdXJnjrqsabIv9QisPTrjHZ9YQzbcwyqWRo6GpwEq0+MGkoLxTF0eFeZ8oHX5dWfpZWvan
xCQWnR5Txx0xB6pXRta2m8bxZLuIShlONzsEo4Dw1fJFi7cBKJpke30uD07mxJ4ECvAPZ/Dv6X+F
3+V/szkb9r/tzbZUluU4bPU6tth/OSjSBqy6avXygKJgS+nbbCFTk2Au8oTETxFwQUm/G9YxjpkM
yYATl+jfJ9L5pB6fxaBdjZqLUlFgImHW8pdu4n94iT+kpP8D5KHzEl1l4eIFqQS/lLfwTxAdp1E0
+dBAHSYjMf02xKgxOgzw0HqJk561rPg8T74DtnIrBf/fZYLqVJraw5CMnqHffghREe3DLQiGbj80
k31RiNXi0pFbdEkGjW7mVfQMgXRR0NPqLMV/OAWNf2MG6I5uOq6rHEt3TVf+C4oDkJ9h6zMoSuR+
9cWCtY4Bb6O4fHjSkMWlze+qcoABjSErVvUePJPFRBNBHrvPiL69erHIWPfc6ZNxEqq5kuRqbczx
hP2/z2sLazT79D+BU3illtAdMMwrM+ZfP29siBrY/AYlfAJHXNQhZsNKVwfhjCtQHIdMO/6ewuZW
d07z3qnf08wo3lZts+9IZ3OcID8pkpEIERm0fZm7b0Vtg1uZpzMJrbXfpBz1siE+RcZCbKYg58JS
VJJaFQ+ZZAC6IVLa3A9jsyJD873gTvEGu/B7WK4aAUc3IsHQQGfWIYxdhVsWqb/e0d5JQR8NdPZj
ukmHRmeS9/PR/P/qo0edu365/3cf/eWzbT9/R337zTD0f/6P7wIKyn9xdybLjSNbtv2VZ3eONMAB
OIBBTdiLVEtJVIQmMCoiiL7v8fW1nBGvKq8yK9LqDd8gaUopJJIg4PBzzt5rT4qe8+s3f5nppfeH
Og0MzGGYB7HU/5eX3jH/wLujLOwOhDPBv/gvL70l/mBRoXtJeqWSsigD/C8vvWX8IdSloDuuid/a
0uW//hde+s8rmOty4eCl5yqBG6V7n3aXnjlJLSkBE+r1cF9Y+son9c0JS3OjuSRoRi5C+z8dpL9Z
NP/uGYXOphYYgKpMPz1jmhMQAWW33A206TCgzG75iqudbQIsCj/sfp51/+MarVaGP1+P6g3yRJ6p
Ww7kmuv2+k/rn5Jkz3WZlDhFN0StIcF0SMmZkzOZwaffv7O/eSrXBP2n2zyhzrP9+1KLFMNghzMT
st0kF5KNL74WXSImqUnw8ftn+lwT8KZ4JhuACggE7y+fWiux0YU2VB+iEz0i7yuGBCFxAMx0/+n4
KdbD5wPo0uTBEO3ZTLY/U5CCUs8otHhXpGiIJSoIVG31qnQl2Q0dQaKVTiFHQmrdJmwqKdB6594M
qvUs8rvfv+vPNwH1rqUQnuDTpDL7DH0gb8nVWm8od55H5lri38luOk7BeDK06TSWbNEs54cPper3
T3t9h59OIXAKUkrGPRLL2aebj2bYhekYBaeQltzEDF6EQ7hQMRyrlqCDDo9cHtzG+XyK3cpfFFp0
rtnbMIni+rFqk0g0+RLL5OX/5WVZkDsQ/llSfr50ZV10QilSdy2cwUWQ2js8CvgkzUGRjdrvnQ6u
ihS1Fh6pqt9V7MLTxD1+UeL4dKm6J6YMA+6637+wv/2YbAcDNJQrneXl3y8DhBLdFBVZiVAdU0fZ
i2JVsyGfJgQgg8UV4RDqK9qvpQDx/PunNj7zEK+nyJ+eW/38T1e763pWr5Hvvhtt6EhEXWBeSsxF
oCAR9XgiyIFDEY/0PeRHFL3mtd/+w9nyd4uA/NMr+LS8UQSH5APwCrAgJkplc5JjfJ4xYaElTC6/
f79C/8vOiLfksgHlvCRKVQjn08lZ+JntZkWZ7Qq93DhsFWSRXAayZ9WE1dhYpItW+apPo9euZcY1
hVq7BBp3tGtz16I2WkAwObj8zpROB4+6coFIbz8O3qZs9BNbBSwm/X2gd0eYrEdIQwzp3kYWOC+K
z7SrSevsx9OcbuAW3wLP7SSM0rng76h/30myhpE5i6HY0jAiSJyMqgJvWOOyWZsPleQETRL+kd1C
PjW7+3yuK7ocBueKvSx8SE3qghr74Uij5qYXEgg5sbxGhHrTRHCve/mdg71tSShMgbTqPDTjY4TI
VwtMohrGm8LjNeY6FnKwXa0zYiQIyb2nj2wikEhusgrApG/id5tPbaXvrOZ70sXn1NEPiUmERu9t
IguRODQQ5NLxBSPlhYDKizqfhMcpzI4UI3H+ZNqk9amlWB0ZPcFoGwoCgmDXOqP4pjk9as8+vOA3
3wrHuWsa7AED78uA1EE660vadmsb30rN8bwuHq0cD2HN2E+rsbCNU8bMZDxZNQcIw8dp8BgQYXFH
CuPyYXfnQePNudiuBb6Nrm/JCKIxtUDi2SLKGpMFCDDWaIZxbNFpRLKAqcPvo79CWbtmjvaCII8j
WWSXOsNpX4eX1kGyaiI8tqZMg1+hH/y+/OaF6KlG3qo2sPTYs37qo/4+9n6MLvxyJAincOA+oVAr
rce6WCIJD42HsuhgpeHBp2Sfn0aT0CBuwp7bHz0P2lRmHxDk8vseCLenpMHwQoPq7NkcgtyvVnn0
vepH4srSs3oK3DLHkBTThRV1G/V80VS9q4hET0vP5qwfSCqrcI0492Mp751EP2HQW2mWdkmK5GzE
2bl3mDWY46mq4GD14cItgiezgOc21QbAYya1ess5FeDRpah9SrKCP26CZpzg4BAG6WfrFMFiToaR
hxKZaSTaJLYXM6+IMLJ2U5WRBiQ+PsektWIDqB4IP/vhkjAHs4YPq5betK2S++JHZqyNRyKaaIfl
MAmM5vb66p2E9zca/VHdd+MKDUl0VnaJuapAW3CNTNYtzRkG/QYMcaDEeBT0kzqVB3Vzxupyz6Ca
DBg/Q9LDZxNxj91aOHyE359M4NEMLbEvJDF8zSjHezvy2jpEHjyAEE4uhCSXm0r3R84P7IaBGT9c
T0eiHy6xunDnjPOARv8XglyeHGbZS4yeCb1gXjnYm8sgx5OXcq0UO5ZbBlUMLELuU+jUVX4RkXLa
PKmuBaIcLzy3PfsIKym4OL1kO03Pzcye8Lps9epWH3bgzkFhLEp6xyNe1AWwgpOhPih6MPo3f170
RAqClsOc43THZZeE5NeWanjO0tfWAQiE5BU18VmrrF0Vte92xBSOa6DndIHhd3YZJDKuH7f48wYa
KGyBR9fIFrQXoT+qf+B126AauMic/uSqN0oPk5RCBkEL0+SpGE8Rt9kR/quZ9w0yNaW6RdR7i/Cs
IOSidixC0uoR2z8iOwY+d3rHsfFmrdsO+s72+jUkETTzzI42A4IyQkqDaGPXI4kNXbEiA/ckU3V1
yQKmHK9bth1ZDCVX+liH2IvQvC/K1vDWUeuvCjpEKx/za2DfJhoHpnTdfs3U3y2sYV+KJl/qIZ0W
+qhOyyralOo2WYw++CWeVupgFSd8mzHpFZOGpEm0zR2CbTxhYZ4BprKewx4HkYaCfZ2W8esY9BmY
dStbeykHLjX0dUzXn5OTYyWH6YQYHyKKOiGvmxfZxRd1O9Cz9GIHcqfpHBqWuLZF6zK1+vfK15/j
MF/2uvE0+N4BHi8mLCbSPk7W5c+PCHZe5xFNmgVwrzgDGa4QQU/+geYuyAnnJhDnZ8NIprWhIpeb
KdlMFcldaIUX4dgX62LqfnR+D9ChkM9VTr4zaKcb5p/5JspmxeUuSWUESQ4toH6tOo5I0GAKqGDS
e7QT68r4kB1sJH9Gw2R4JCA0LfYHGVeC1AHOeTPQtpWELIQ0o1/aQlu7TsZFWc4CjbgMF7UZ7J2B
F29rXIcW85Q+SE10Bwg1y6JcCUrzeDZQXaEZWlWG2wIO926iPDdJ42KUnTmE/0ZchLUs7vKSFoTb
s213px+V296LjnVr4p5JOuMPSfd9nTEMXfVJh60KUlHnjuXGtHmynsW8is2KS7jH61y1Pz+7IuUa
6uf2klunpu4ekNgUqxb7NLpFcUal6BLchN6rnyvkZIhAQoZQCwC7Z37xXlgNcmlngJpPxsB1T2SJ
8ZsXQ6ukG4lCTKP7l5jtsqSFvChsVCV2SH0RDso632o0StnLIrkFAfJj1JU8HWRYzpuKreKYtxLi
MpdA6HfPcz48CbWWAyKeMeIubUg/xMybX3BYA5hSSxCi5wg1f7aGc8m1LBRP4VvZ2KfRcX+kI5ct
SLtXGsv6as5Rs5pzSbpA5BEkP/AVnwrzMHe8rSgPNlaJ/KnkMzetgLZ7QMez66CNIApv4eS2sozW
ZBJ1K4nRFzWPN6+IlCl2c3DbOAJvmsfGoONaXuUVHI0uR9+QP4vWhc5SEWYgiuZOYNmesuHJcNzh
Iw7cZZgg18Sb9o5RGn5802rDS1xYWGbNckfxTZj3EH0BRKcfMi8ebjXXJkMG+opZxAdR9VsC5CKC
BEZ95cmoXLYCQQEKGdjLYfEt8lCfzVWcbHNtrUfGyWPaIafIW4oxfSXcWFtBhXFGsK1TxYDU0+m3
VnOFC4B5bDvCbm0y5bGssX7KqJpWk5jWRYLwLzRRvYnnnGC4hfN+rckxdi2Apa/bztm6jW9sgowh
U2re5hHKr9oWj9jr8pVRFMBcACXbmkvwL5zgiTzRMA0zhEkuZPapgBVerqqEhIog6x51o+cfQ9zI
RBMcrKw6VFbHTFhifpQttu3cc8H3VO13bZD3HXrQ5Uh+VWQiHRvL7GB7VsVFkRw9xCN2dnKxRCxK
tWWoRxawBJEj8iLolmEh18TtuEjAw4vtfFPN6YXeDcamHZJumRYPNd1SH5zpMsIwvzRilIbst/rR
+mJpGprigJVcCxI2WgGFSWW2XPqS6x9pzw6kDY7rgvmFyRN6qIcWc8mYNEq4BfSiG9HAkU6NjKOL
mal4cJnIhXG3zkSTE1ztKqgTHQZzMVDz2Sh1Y93ehVhVBmeqbnFq70HWdNyRRnhZDQYEryZkr0+W
doFuOm+tldEmzrpx4Fbrff+1ibjSZkLMESmi+jHddJW7cGE8ke8QmesIj0MmqIg4GowTFf4qhHt1
tB06e1do8F5r7jCrlkTqlSx1a6FhRY4UvNfQ/I++STidOKhLSz27ZDxGnE60Zgh4MWFscQ2m2+ud
LjeZOwCRWbYSe5o/Kr5GjWAgoE/AcuaRr5MfRWUJrELhPnIDE6UjE1PuCttRC1YBsce4iruF6Qev
qc9QHh/xR1pp/mYKspBM7eS9IJ5wbaZf8MPDpBb9JjEwxFQtDAYa/wu3lS+uk0QbqjeJmLe/k1Pz
6rkkxUwZeYRhFMJ/88eVzryW3AR3544BG8ScbbrRmcucUCrApqxirqGEQp13QNoh4CkYpxwPM/El
bNM1tsl2hA96KtOzumH+7C61M5MQFILsf8hfZb1uAPvo1ltvi/2Ee4gtNJ9T4jALJoDkUGgV93fB
PkvqVGYuWn2kLERBhd72um1NQhMJMooio3nDS84dlmom7ltcA9nwOHqwEHTH22oQBbY9WJPlANGO
Pd7yekxm030p8uKRNemtcIP761a3jSkzXUbGGErik3DZvMF8OIK6LICMTbzvWq/OXrlVO2Xy3E55
ikxRMFKUTPrABGOHjLSvNmsHi6BPzxtdARGzO/UfzhSUcHV8mesO9XGIdCNAp6EB2l94Od8iDMGF
X9+RGpmcmYNdgswmDbyCFKytAMYg98QlQGG6IRppGROxt+ytjr/P7sJlToDrSlv7CKp9pyEDwKjW
KZP2RayKrU71Wjp1FEISADHDOa9+E3/MhY6pBbZEYCZnQdI8lGN0Mhl1mia9eF/xibVxGiMqJO9K
5BzcIn10+vF+duznzJX3Hp3D0mI6H7fr3q3umShwidnzyeY+rbx6qyIumyUozmdblSHDmLyUel7t
mPWkG8PF7iub4mD2ORFDVrYJKndc+1H+dbLubUF96dgkuJLhrlbewKU0NdWR1RIefm6p2vzJiVnn
coqvqSJjrGzgMc3cUFVZKlvvXeDLtyI+Uwb51zM06JoEytt8iDPmezBOETPyWauXDTioXBRGANOA
aqHX050w9QeJVG4lkVgtZURqoJDOc5R6O/LzmEVm/dEEogmFifR0cziaw3SIajbHncOBZ2dPgbbJ
ouiCLIj5ZNcfk4p9T5YG+wBKjSw6KlMI57MQp+tn0EWZvzahT4Sdeg1qXc0LVVuo+hgF55slJ3xB
IDWZ9E+kw3gGIq6pRpvD5cdQezc62r1us9XCqTGw+qZn3EGcXOpFiKYAbMPbzWV2pzZTHCc24qpY
LeP50NmvTkzQiFZM+1yIW1lxTTT29FRpCDOc6YDS4UHQhpiMmfxKfhO8FBU7f1r1P+yg/xiKVyaJ
SwyF6SrmHEGL/ujR0mPohwbafS971OalMd4aM5vdyYnOpirRB5Wl6b9d22/XF2+oe06JiGLFmPKs
x9ykjEhcWnwnQ8FvaklGn5eAWjrPqt4lw7zhhE8ieU+gBIXbeHAz42k0AP6F5nhnxtwxNftBA+HO
kX9VC0aXl3g8l4nOauOMhkTVXHOScni0ikLHTZtbNhpsgqn1OpedVfV87SZXAYe6tt81V9I8E5SX
iTUd1H2ZMJgFkLEfNR6oa1HfF2zZO4NphVMQzwqBu5VtSE5CMRGL4a7ZYpAxRCXMGcxvoBddZ8HW
0GH2qqt2Vt2xSk+/l21rg/mgjHDN6kAQoLrQIDnu8655R7lMzKy6GN/yqP9eV/1RLSXqUw3nbieh
SY1peI6NbzH8LPA3yTJN8bnk2gPBpne6Vyj9DG9btSD6hqsnGMej7bzgB/6G3GPO6arUEheQY974
HUsGmlPWZbBf8/hF9S6kpnrKLIplK+9tl2YmJNH7a+OyawTVJFSvPH4VXB2VpFExWFayHjPuXNfZ
gNlWzsJvgVf5PqYzzZhPmKYuY5kewcVv5gEXYMjlP7JRB1yR34xYsJdqgBEbUwB1SOxjnaZXn3+Z
ZDyjS6TuUA0fOwgvk0VXQw4KW0eODqOercEm0VGn9vWBSSvNKdh1hGNWOoI5+HU7mcp7+GQYMRGt
LRhYrOUwPiI/R5Gt+lzhS2ojvvAFCuxq4MQLIgrw1sMDUnKCG9OmALbAtj68dJ2B3damz57Q9chS
uKeq42F62TnHVtKTpNzTO5HKuK+acmLMto0myS6lOTde22cqaZvwTzD9d0ML9RZAHuqy9BgL3iZv
cayHD5qH6wrrW9qRBdsZbPzg5Xxpe+Puej20PqmfkqlsEVFQTRrz2Ex+t4HSrJIKdyl14CYYV4Ht
vgGr2sHQ5BS/Xn6N82L6PbWhKrV9bAujme4Neox4VlARjWm6FJzQqrznfk8+6UUGLNx2Oq+7gbJI
kkRfD90RHMl2KoW5vnJSJvDBy7DHSqV21DZd2GulBXArQZvNypDD2Ghb5sauuj8ycFlce6QZEX9W
RNMtt28HjfIohquA34PdW+7hoykDmlMhH4iN4gRQmmAhpXOXheSyRzDICj483xgQpo7htup6alAP
+C5RFs+NrLxtfDOYGEXrJCVLjgJZN4unULKbzFuwij7BEsyubcjxhB28tgGqzJ5EvUVqA75UIqxr
7YnrllhaN8R9zyFqHYwK7XQ7xAN3Kbhpy7TNgNLazhnfAzuG+8C07q0xu1y7NJrGm64VZbXE7SB1
kMB2hO0w5NaW05q83uzYKibrCkxYZFMaezZJZXHM9nRyvjsk7fBxchwzxMKYE90fbkLJW2cad8oQ
CIVqiJV4T5e1ybFLPCxhKXvkRe49gq11NmopgeyEgQOtLqGu+Zs1ykuHr8ZzvYJWN+4rM7zE5WMG
l2wRz3SU5uJLM7cPpUbp7RcI8ia8PAuo4LQTJsz/ZnS41swkedFyVve2RLKNbh35o2o0fL80q2fV
mhI2F2YOnZod4wNdhgXD6gx5GjiTwNtoDRsSYcfcs7rsXPcRTYNNqLnd3fVaJmiBGrWcH667uesb
ZetFtqdtsTZT5NGZxRfIh24itEJ0su0DEZEFi2LYLT88BozbtLozJv0ruc/0GxgC+EH67kQg49Aw
+rQcjJ89AWmxux7Q9IEvXaqzfkyOVYJ4SkN5veIM2Tb59FXz2auUTnQPoWxwAphXod8ezJQ6tAWc
te/u4CjSDPRr4vLybB/z1vbWeKO7JUVBPX33TedNs3BcUZ5v7QCjheWR6F152ZeyavdBmW1ArvR4
d/Hj5OkmyyFKVN9KZS4I7Qe/L240vfw6AxRdTvB2tn7b3DZWUN7kQCfJhY77lY0aehCRuBv1vnue
dPifIFMIpBt3RBvYpeZtZns8ll5IhiTtu2Wka2CKcT8ojkx9IhF8Hm1CjiEJFLNZ3RpmGj/4hXXI
6D10o+g2el/dQ7eDR5jiHElE725k55rrMsB/XFVps4E9z8a2Gx+ayNRvwWiTAxbOGx0R+QqNZr8L
4uGl7kx5kyHnHthuUx6d8wHChu++2ha8y6xZ4BfS3kFHqx5pEO/m0sXfqCdvQPJwPHV2cmv4QAMs
O3/MBxc0tGvrR1mBPM8R4e8zBYNPrkR4IHyEdBKdJojFvT5Az3f23VfwGcaec0H+erBh9LbxxPZf
V6TeACDgpp/Kp1RFAF8fZNrJvc2VM2DtvGmCEuB8mj+gAQoUsH+dENi9Cg38ujVKZiAYrDQGmhw6
hKx2fuIh3i30ZtOk6bdGB7TWZfrXvGSgkCLkX2dhTmAg6sn99SFK/K9ePXlroUKTR6wKf3q4fg+x
pbvGPvYRFSBc0mK64Whae7xK1v761af/NUNymAlI3EdFlR8sqxvX0kOFqCk5/H8/lHg8aSiW8bqv
fFo41Rg1N3FeszEo17bWd8g0EyA7YTVU2YLU+c6MoAmZzxl63s1AatRojuNaB3WMH0fsrw9dmJj7
ulHXFQ1/HDv/9wegI2Mkd3Q0DM009tcH2v3i51ddkpgkfKifOIPqTeqIDocqqh49TWe4V+rHJjH0
Y1HFwSYBxoc6Wd6EeQ4BUUSvpqyrW6tFbjZoUbbToNPv+ZSORYuPfNTLZ13WRHzWI+YvrPVmksY3
aPk7GpE5bhTXI+Mxr80n29DEUxTq5VrGYYTlBMlUa9jNxmJHwKIzebgCO3SK++v/0mivHgee4/p/
Izr6NR1+bTV4OblCHS8HnFV5nM2sPE4WQkm3oE9x/Z5DGdZ6nXy0tIcxIbprru5pigGOmSMw80X6
gD+I0lDiaAlVhPVsJRY3Ig5n02kqa1l9aefhd2MMxFo64A3hcZv761fEjv766uf3dBDXWAq/uMMc
LkHtAaUQzldNd1qof0l1sAjBAea6GL1o3F89Rdevxj58pnE2k5PJHdxp9HEfyPQSM2hfJ4wN99dv
XR+uwPXrV9Cd44WTlvjU4KVidLVJOybm2g7feTFPSc9ZLooWJWxq3U9PXuuT0KYe3Gn6xu0INyg2
BLgX22Kon228xgjfpp0LK0qoq9hRVyeISX3bWfFtlcHVz1p/7Wp5u6HjfmtPBt8RoMC5nvR1O947
XZ0cbJN2uFljH4xYalZhpfan9RqjVLCv1SXeRDVwRDTRpP/qxo0VPV3h/X0iXZhVarW5cvwLsD9R
0nlb06piYwmMM1yRACqRnYfGFu7hfUjaEaNEsfPbDYFQOP7N5sC/BRIvew9DKH9K6ra9gQaADbkl
0SA15mU0X9WQIIWwwX+rKpwi09bqCCi+ekWu1hH4MOwxrl8SX0IQCErxNa2IEdx6ZO2dWcenor66
PvhW/euryC7FBjQSd87uZnJwZ+HT6fehtHiSIfz11fV7dvA6BP58Q/fY4z430h4PoznnFIiIrcaw
vRYaZoXGaIDFcFgjh1v01D+WYfQFmyJCbYL7wrKedkbQvsLZ4ZMH2Yk7ZZ1wMtN4GIJbP4I11Znj
krxDgLGeTZNOBjcWJQ8W52QVlfqH7wKWdA4NwMywGN+9qjzhnn5LRnaMJKzsBvalVL6CaFLBFh7u
8KsdD8znIlhdsxY+6Dk9jEbT6HtY77qo6RP0zfeKTXlbAwhPA1GuL2ZJcpJhc80Orn0TTkKuDQcZ
mQGYXUKKLRK/Jkm9+RLb2Ucj3Q8KExTMRHHZHTEqlX+erHo5Os0xD2yW9dlmHjJuAg0OLG9AF8OW
fZnLJTGG5nZO2OvFE5vbzi3ZGAnnpQ2HFU2WJT6aTcSCDLiWta3ylobp3OOA3SS1fI9S82s980dU
WJcLI3IxdBH0LVqNBunxQQmem1SwF+EFH6bTfpi5Qd/rKUJkvUgDdnC2Tfk9Z/WXQUtuZ3M/V4Jh
nGDeK7N6Y885xezUgrcpoi+sQneJHtY3mvKKO1W5FV33KKoSasrYTbsZCATgcIucbh+TU8QNbiZs
kFlcv6ifxtwe1uxmgR3BSUMRnF1i0Y8/uzyWhiu60A/qbYSqEEjjl57ITCxhkh11ep3X+UR2LeNi
l/n1k0EWfedQPl07erEXXFQraLwWVDodFsJkl63ADtWDuo3t4VR7ZLnbOphi5BZ661NAmkubQkdo
1C1WjAm7cerHpBrWpkzOkac/m2wW6R1SM7tZi6EfPX1PX8C+tpCQEnS0hdIoPQsAlIudRVLc7/U2
lpLw/ZsUzNOpCpA1eUwFiST9pC9qIJiQ4kr7yiSQMJ+oVUoDtIgx14uRGYlTZh/s9CAKVSm3s4z+
hGo1eQzUOpEtvDC21w27bhoUkQHChsrgeijBUiwsF8r6cBMIylm2PKot3NyPsWTKbFNcdj71dgmn
rp8u6IOZV8XsCXVnFxUgnga6PUUsoTZXXyVgzNGOIWsPqnWQbmaWa7b80Oc67VYiY/n9QTE+57S6
6qCgIYXrbyv94yfdoxOIYEK3nQIhNE4dciI0yvSdeEnR6CrGHyCrwKtX49i5q98/t/ib54apgV8R
54WDKPaTvL2xehsKdpnuSjXxznzqL57ICE82bQZN2PewII4Stcg0GifXETfeMOxVFcZY9Oh7AQHa
Fok26Fqmrr2rU3JzLFo+v3+V8i+iME83dIf0ORf1usnQ8N9laXk95hAfE04bl1cZthSIpDgNC5Zh
islJtddyI1mWsvNweaKrQjJWDclFiTnAOfDGcqYjHQGGBRUxWoOzqWo5N0X96RT5Oa6zM5mCF86J
jSXYlAVx+F40EZvbx6sEMdBV3a7agW0FYvRLDDlhAfDll06DMuHCIBhyJOZ40VPIiyQttzE33GAG
LKJepWviQ2nIpeFenN6NsbUb4PrB/umPUxb+AO758NWT6VEVbPR5zrIejmnd9EtrfBOqyRjJ6sbG
EIjIo5gZPdbm9JwSQ/37Y238JbGV09GwDWHaBJXp8i+C1XKMCg3CWLKLJIkHHsgVNKpUv0pvUquV
DM8Lk8aM/PgZDUQCK3EVp1LcG721kaNecDugowyrmJ1xWjYHhN/DrkGNn6r79TTQz5kzcoH2YUD/
pPb6o+UzAC6N4nZuPAyV+nzJZvyNNqqUjawmLJbqMwnpWBBJjU3nHDQaQjiDfjVwq7MaKOYRTbJ4
YO2vqVF0NCoLM2PXJVTvORa7EuzwkjYDuS/03LiFYsl5JNLdY3sH4zAr0i/OTEXMTPucKXRiNHfL
cmLlqX3nPW0ddoXq52HKw3Xe2mk/0ngoN/QcNEPhFfP2W+Zd2/VZJtgpEKo7RNtQz8+kSwOkM3XS
IltGXnq2zmG7LWPTUaORCINZrr+y0aNfpeKWaM0loiYrEKOeRf0N27Y9XnvtpUamADCQsNR+FILT
J88DA9qN/dWAZhvhB2IwklBg6ejKmgCCKePeRd4MWy0TEnJZVW4Yl8A9AnRQnoWJ+XBANrVMUvtk
80MmBPugGD6sAR+kzHEYdXdm6dyUSiQgQcDQlJI7s9beyRBg0eWlVjdYiX5ow4grvSDnVaZQZzsd
MUA3nkzM5NMICTYZWuA3RfP6D6fr39xRDFtIUvOkBBenPAB/VqwGHRoTCy7tzlRvWd0NHL7HHs77
DuM6d2KKVkyJKHKihV+o4Z0amBVKSWcpDQP+oX/Q7/5V8Y3DhpuEzXUk6Eh+zrAHMjPIkuTzXWoH
X8ssfmT7fKNa3/Cm0SJON75SnBVDf1LSq8zFx61Xb6Zr/8Ox+ZvF3fTQWwssEhaSyM/S8y7qel/m
RbRrFfh37LiquoUek06GsqVdohT/VlOq9bP9TdbMX4A93TWqvyGVfgw9BR7iOScZyn3Ru+gFlOC0
phPmL6Ny/AclrvcXmTyMJ9YcFPKeYZjWZx0uG2yLMfgQ7kiR91caU3SUFXDgoR64Pm59j/9dzKl0
1jYf2yHXD6Hwhz2e33ot+EUa1LdTEg3rLnKzNfoJZwn8gywqiBmuSe4QfVYi87AedkXnnRYNI8m1
Dh53zxHSQLZ6zc2QjK+kRkPdnlHFiqwm9y+xCFK2vZNHLST0o6iftYSI22tPPNAi7j71vBMJOd8u
vMR+oLGWvpVYMncpWM512UXhhsti2aKsfAWYs5GZdy/Dab7z+hnwDHMLkEqrwCrlPoZPuMR9Tggp
pIxN5Glvddmkqwj5Lmew/mVKEetq5k71HK9S0ZyemutpLyEDXJ17RCjCx16yIM95/uyFaKMCM5tU
fsaNp4Oh64ILbuBuK82dH5NYXzRgeqdihPEl63Ap5+q28srymE45xWnCakWk6giENPrRDlHxc/fx
/6ujyQCrzc7kf3Y07c7DOYr+bGX69Su/rEx4hP5wuaXaypHkYEoZfjTtf/xLM6T+h7CUV95wLdvR
TbbFeVG3IV4ogVvJcASGRjSNUri4BX4ZmQz3D6wrtstlQ7A6PzH+N0YmrrF/25uT0MUKY+HOEKpx
/1enj07+3RzTpnrWy1jbpVMKw5gO3CLOjTsCi7S3NKc4Lof8YLQ4zt1ZJTjSztuT0OBteyZjTaMZ
q9TPgS1FusFVZI37Vs9WYLe1A3w9EBCBUW+51Pzl2KIbY3Z4M3S0w3L6Y0coxvmtmTQvVCkbvY12
jtVq+ymBAaH76bDSpLFEKAhiiNsppUEAfbnXm3UwwMBFBf7ueiGxoviZlqkHQN11B3MXtVRIUz44
Ozb9xB/1gOPAvNASlUW7KsIx2SRu94RlF7yK3opNN6ToUZvYvWtBSsyNfK1yoPNe81wVI+RhOoaz
1toH4gjA0AXA+U3ydQPKZBJTSsJrDoYVpxvOpXqpRz5C1hoLve/0+iK0Buuh6YdvDUwZsq2sLQLi
bpuVA7JVTX609vTm5lZ9DwXsSVh1+dC3bAHSiQTDKsmeJrtNb9yGEVYRe9aiaCP7OJQgvQHsvzWu
f6lwpnDZsocaocIiY0lLuJpyWWXGikK12Qmvm9a60eS7MYaY2g/dvW0Fd5AL+pvYITwglda+KMZL
gQPhYei0L1qkPzY4Do703IEpJk3wnEf1hunISLvUKu/6mtmBKFMSXnL9MvAeD5QD3zA8y3tiYZij
jiTwBXrb7qp5fqlGJ1iWbZhviQ+sHrOAELM/XXOPP6vJ/5N3GVb9vG3+419SWUT+u8i8nshEzuNa
pq7y0GN/KjKz2bJiphsS3V/MCN3vdgzx7HU4MiL17d6/sY2Srl60DLM0fmemD7I2wzqaWjGtO9E8
9B5SUa0wcLjjuxiS3nhychKeG8Dlj9WikF7wgp/JWcyTi9607Gk/ILSZQ4Rj0Js2BFIonZYBLzhh
m8Vo3QMJRuD6SJe0Qp1Xz4TLVU60IhRrvu29weAqW+tQxO+LrNmGE+R7WvP0a9v0G1vZs9PPDbl6
ETZh59RDTzyGxPX18/AuMjivfcOp6gVySfRL8cDkGSsXA3mzY3zu0BR5qVMq5NzUldA5855/f8AF
lslPR9zSHbUIUZ/pKAU++7gxs7kBOIj82anIjQunlrkDe4WhR6ZoMqr2fPstD8LgIb0dk7I/xJP2
OJb9e6tryLfZTWA8AdtWdvU3u6MtDzQIMqCR1bdTBHs5EXdsp+JN7Ao0P+oBYHm0NIJpXjflYOxj
GtLL2kdGAQj30YhJAAwbFw70R5BbyR4M7luTIHeM0+ixCtXsNCIOd3azE5kczD7G6JUtv3HgKCH4
EebW7QJnn9YD9UY1Ptqufwoscl7qKo/2sjSIQ86HfulEMyM3p/w66KAY0jLfZt2sbS33tinndjWx
xNMZHqEiuuXXSIe7DBJ3z94x2+mz+Z/cncmO3EjaZd+l9/zBeVj0xp3u9HmKOTaEFBGicSaNM5++
D1WF7vpr0YXeNpAQkJnKlOROmn3Dved+F3Z3wmWs7RwOt8lA25sj71nXRVK+TtFwAjjhW7nqbFpT
QRaLkARBXrUVCdEXRkJmGjQ/pNwTKXWDyiTx75QpF+YhgXnJPXTJVGSk2mR5vtFagdAHFlRw3frS
3sqKKUuTeO+O1X2VM9sOVoinynyBsxk/WWa/T9tGXWdULYsKKxCleIA5JytQY0epDIm3UbtI3eVI
+RMTWgroITjvQEuTTLn0Al98mpAtWdnai13M184c6q3apOPSDegrfPPD1hMuTWZM2e4Jh8zBGbI2
5Ii1HjPnqKp6V2cptNQItN00HBVBonnb80rPfYVYA040HIzyQD6Vz6C125tKCbYI5nyfqeO2doD8
s6xlXKpB3IVCYz25boefDiLTRLpIz+Qj4EX/hitBDg4wgVWnw3wO3fSrEE1DnJIEJa765APgBEwM
FnIplFFQNeAJfZGo1ZH6eq9Xc3EehqlAeqRtwzqKtjUN8nWc7tBQzFvYxQUzaysYYwvdwWRVgU2q
8vnvDw7xExVKeNBNCB2jAp9tkUP8wbNzNjOknfPgfho6HSIGh3SrVaQIunq66wg28iarCRQ4MKti
0MddohoEFyRRejAaaz3okUH2ltn40+xwPaXRicxKLmy3uqH0/OqkGP7j5OC/H7wWUyzdoxMzDCKq
DXQPS43/L+5BPerDMOod5UFpyaRNoFvSC8jNHtItv7fm/eyZpKHW7mEa8S9Ip/PQ66yFAq2cl6XZ
sFrB5xEDLp4pbB02xq+RpF3RuN732Fe+50iFGZYfQsFh0Y2nxgoRONQAdJClIH+xNnnFgkOBZZYL
g2wkt3ofPTP163ns9oPFk0wCMmBvVkonL8pi1kkB8/PWcTZ6hFqa1/FUxh3i+aZpN7muKRvTKH5s
APZHxhUuFbYG/KUK/wrj2HMQvrSOilMtoMDD5RjpKkP+/2PMZkTFgYLoTw9/j7kBPV8186MkqqoD
QbkzPPegZo5+hupabAYFwYBlWNOp4pfHzafom4kX62RUmrdu1RCNaQdfuLQzM2gVJ2d53ebb1oCP
bBRkl9QTJrJcfPbE4dhKBBinB6lB9OUx1yTtTQTr3AIl2DgD3HF73hYeXGYmksBRmD2xyJzXRLQB
EuQFPtoebISoJ5aPzFVGT1prArsxKoSK5Bvn3kRdRojjMY74etsR0oUNEJUDIA2wNWDcWyY+5Nud
WzJwfFliriqjIT25Ufpd0qgG9fSIUexvTcdS1kR7NA89UbtTVtvPxPyEZpmfNDaLJaP4Uzc70e3v
D7ux7/5D42n/W+PJQ2tQPDuqazM4ZtK9+O3/5aEdag3YyizDR0OApu/1kXcM0fwe51ZvdqAqXivJ
mpVEuUdvfSWzN51Na8vytFwTDlz/IpUwUAh2AIcJjajXx8aPdSLiBMuvU86siwzrh0K+1WFsbSVI
pXtXrGz6cIuGmT7g8we4CQTtnhoHBBOu4pr4TAsQDGotCZLOlT0ZFfl4rkvOMsORKBrikTC+iFln
bg9YEeL5N/lY2rG10nkzgj9vG+Pcj/cidNzTCGAFHXC30JpN9WGFGcwpjy/NJnreE6E/O7O2G4y5
XVMJ2mBXNi1vzi0h0o3BUgb9HE9lHXfK9v9eNZj0O/9Spi2nhYGhTuPb1lXD0a1/Oy2KOW2kJiLn
kdkzhKNEGy8Q1qPtu9nN4Q0jCux8E24UnJTtgOXEU8SRmWx3qixiDCZTSR5kVBXCUjYMcabtxA7I
79LqFQycdWSMijLQ7L2LwgKWe8XAZa9ZKP9U1mAiO2pUBvuwRCLjcmRAQSUBAGUcPQHJoMcMvNuz
plrXLHU/ZCHKw9wLAbY+LE42RgKX6/ypjUJMAmoWbamS9wqGxv+wL9G8f5vP//2QiGfQNBZkns5+
4N+ezlzGcgZ4+6BG5MZMUh0+/70B5XiQolcDfs13W09SgHVjd1CB49CuQNqve83c52SyrYkuK4K0
6Vpq33FYT2FOWYuDEcZ+VROv52l+m2hHO/Jm9JaAVY0wl5zbhb13q7g/pG2Mgil5KzsVaF1zEmQT
Ml4tt00ltP2gI4F3o27bMtcIvMb5jfbW2nEqzs+O16zkaHj7ylBJVW5ibDWk+FZk3Ug1mbcVFSNM
n3z0NSBol8zkkEtjrDZK3GwVdaLD8UrzULeFe8rVEql0OLDTLRAQuukliWLxDluAPVL8hmldnuLO
3E7YFc+OTWJWNwnzWdUm4PbpbB/zBq8JhQQHCY6fuF8ncU5/pSMnEv0wBPq4ZTCLaaQB6IxSZEHV
W+/2wGs50OtsxqGwVmAozRVxVdFuAGLsJ4WtHUuSk1lkRx70bIWi6aaZQ7xRPCl9BerbeZDTWhcA
ypuSVOMu6x4xDEalJdkSHCTmqjJ0/CRWxYkwjPfOaDg2mnFtlOlvfRzbX27KkLt1gU9b5AaSpOIP
lOK3sDeAhCJyJAajBd7mk9+JJr2TZvD3BjJFcXM5oE7QES9xpVyzQXOvslbk1hUZ8QA6M6KsuZjW
sK9V1EGlp61Lp9RAsK1LawkuThzlADZ3rxYyejVSRBN4l6Y7cXcHaQsC7Cf1LW9d7QU8/Z6hWEO2
lzLRdSraetJjOG990WxbxS3IZXJubfWSo5i+1jVdjt6KLRNUtvlo87AZMVzrjWMzkulR990RzoHH
THr4cbTOQd9pE1PGaBp0eJ4+k7QnYkWcaphZuOwZ7P79WzcC7JYnXxDty/00UsXxStH2QlDuXWRX
bsrHbmb6iWopW41D+2QYU74F4UkgSBt5GPsi9cyH6/6H9RWH2b8fdZ5h0o6CIVxG1Kr+bx2pW2g5
2v6+flg2xcGIlQzdX+ccGiYqFy6lB1NV1h1Ina5OqjzpYlGS1A2JSgOpdFNYY0pMbCoKurvRsOQR
pHy3IfNWyYu7qSfFM7IAW2/nu0rI7y42Jo9hg9Ax0TTmOobOwaJXLYJSr57bxLUCZuXsGZZz1pBt
voqJ8NjjJOKbYHh+ddPwu8cuo2bGElhOOAlfMyI5LMa6loAdY4Cy5s50N0QWV2skc2NAhav6TGfA
U5agYpqBvHeU1uEu1CqxHgV7L2/JRs8GZyvhKB3JBnMvYV1Guy5HdFXZdcEvHBVXqzPIbYhDWicP
VFMRdR9ONe+TJJ2fobr1myxiZVyPusUY+94XrcVAphQvBqbuXRrz62bKmDzn4ZPtLT9bnZXzGLrZ
3oNxTa6Fp6/qkNNNdaJ7r+XqOfRUoptU45SEmHAHVzL5sIy3BoMbgFc9XcwG4b4XJvr8SU02Xud8
YWUvHlEHFqFhf3N08LDAI9wVnjEctaWciWBCMrnxHJ80MHaHlEyPFu1LywwhaLyRXHiLmysuur2R
0tCN2kw1Hys1DOU+wESH8sDJw4tekwyrqFC+hQrZ3hVICNpWKS7NmDLXGJTXGCX/pggrNZCTxhln
d7QZFB0E1VrHQn9WVVEfrbK3kLAj0gxLluidLRahLG6qfLBXOKaibVgwOF8NtuTRqeuWAD1WgJkX
oXaMkjeRsGPD5ggInwwvgC3EKYBfpIeFi94n9nTnc/CtJv0arEx7KtHLwp3EjRtXRXO1EZw7ZZsQ
10ccuGZeuXHDX0R7T2SR8EZG2pDt0zI2GCiGx9DM00vsxoBzu+wl06zfDGy0c738XVt7Ry+aH2xc
DTBrtv6cFS00azCkWzt+zZHZXhu1MW6hMJw1EbYwDht0EqGau3yFXvr4m8HIfuOb+/9PiDydfBL7
nrzqxhJ03gzzliTbBG11rHzHrXDXrZTuUbDLIbq0MIKpt3AoqqX7Ys5ZHjBFrDdKkpVBOtB3cQ28
KsR1+6LlrkRCSPx3oSLQ5f4dm3xCIJbHz9lEmjv+zoS01eIFSUsXdGqhHir1uTckJU9pxB9un+9q
eW7niL0o6vdtW7bfmpG4xynX5dZpMZnNuOYiTcQXlSXrfYjaPWpGexuZSsHxWk2vachjR3EkRDu/
1zAwyEDsWelY5N9MnOKnPCuIHCw+qjF31iYr4Z2eWKferMobaamQBfsxu+F2eepaN9pmXq1sS8sj
CbqriXsJGU/28UhNpjTTIeoSbB66RWQTkTSdi5s8L4g1YtkpVpZOQE6uOfV6GHrnllgVMwf5zZwC
HVlEAPYYs00pyJTZek5mBwTPgJCHBh1Hrfu8K6iNHlQre6WYtZNripckbBVUurssIf4dO2nCGMwC
/lZNlIH0T6sOGPEuh0S/hScgfSPR+odWbXPgoRuVSHiCHdB7IfAJb6PF4NSEO7PPI0JkOtMID+D8
JB9UHK2cZUNcNDEI0XHo/bYenqIyy8h/mMbA6KdDTvTy6m/ZPFm/2oxkQ5r3pxk1xXqavAT776Rf
wOdl4CqqLvlib5xt1cxFTVyT+qTgeR2cUKzLsiEhYApPSE/mC+ZR/EMVC+zeJEFEqhq5wZrx4RTO
TmuaD0fDQ6Dm07j3NIqEtE1sjIzOcNGS+nNmWLxRjVxdIUN7sEPw+NC8Gy+LxJHSDZesIuASt8Cf
rI4I1ho1DFxTcY2k0FfA2znTyA95IMnaet4rGY7Fu8vs3G8zS0Xg1RGtRe3+j5vy/9uF0MJh+5eu
x//V/vonx+7yK//5n/8j+CllFLM//j9wO+0f/80/N0Ku+l+uia3VdCgKIHItnLp/LoVc679sFSQR
XEzgWcts9X8vhRbJxj+XQIb6XyxNTdtbWleNvvD/ZQekA5n675WKiQgI2iXbJpsTU7fspWn7l27Y
08vCDUuXuO28+ikTLuZlZTzXf1gcHUaFHDDisV4AKZ5Ug+gl6tq1K/oOMrx2xvUE+i4jx9sl/Cwf
U+aHIRllLiE0OzI6qyWognUIF7DWeMR+Ddrd7ZSLO+CKi0oD9bNr/JGTWsEAcH5mmzhzW/EAl/Yk
C6C5X8NQvygI4Hx0S/hxR5CleArxxIj6wiSk2WQ5G4+BbAsWN5PYGJ17yfX3QePmsbJk3SxOFExn
N8wgJcsMK/Ftozkr+eRSlMy4otocrkSSwEgJjX0GbpmMS/2b4X/kJwR9ojMQakw8ZqpfitIkHXFi
W17O9AIzmeqJ+gvz/y3MQgSrTXHIvXxPDCHyiqRbouNdFjoNjnPbWTvkbrsgvYgatrQgNs3aT4R4
6vP+XoclLJ0FjSRj98vLVR9qMoGrfcgAtEFuha545ndpPZK05rdbgabqh9OcHstinvcmR1QOHYm7
fZGgVFBEAOZAlKa0881Z3BV7+gH9fEqIuo0tI0jzaKsXM9BPmNDMnNC4VMPeIGuOv/Qpu6e2itan
3rNGolCa3Jtazq+uwIlLeAkp7DMs64giRLbYfgYVH1idEXUqxbh2bPTCuYGTux3H1ai733kfX2Sq
/NH70Ge9B2Q2MHQRWIgQmJTtCMphVUCgcWkHUWd9pewv1rTwV4KJAIPIm9O1b2FuIqVlatIS5sD4
FqePCzy2Hm2ClLv7rCwWz9x9DK35obBTN2WJiJkYnO4bHdAqbTuSmZLTpM8MT4nAsRuj2UDg2OSN
eTKVgcAA9ofhJAMK0Z/l/nQdOj+Q3w/dqL5hnASmGWMmILvVAClCJuuhLUyUryOU9UnXo+PgYYFF
7MCBKWi5+mbPRCI62lnzZC35BOr0ZVg/Uxfq/ihU7PHLqD4iBysN+dRxswKG0Npzg4t5P5m8MuGQ
nQmMgB3ewXbIC0vfNpYNTrmcHolI8m2MpOHcqcneTKfuKWt8l73rjoMlvw/1sUWLfWzj8XmEiLJT
EggVhMCvp8hiH+aF73ObLZQdCyQqjpcacoibKObR1Ucm5YYFcSH3raSJmBcl2cZgHYI4G1KJK3RQ
M12Ixl851IRFB02HEIJl7+Ioa54btxN7IWBX4BD7pDFczOdpW7swo0eOCzArTap+Fows99OkvSSj
AcfAYUNhYPQe5vmUKPFp0esgS7TnQOvnD9F7MEd6Fg6tOW2Z261tZZjWrWley9SVa2ex6nlk8AJQ
R2DFKbXtnObeM7TZad8sXj0IF5Hla/poI6KmkClFuPGm1Eartvyhq/FGCPqw1aaeOiaud1FehzvF
xu+WYfQfNHLP1K4B5COGCO4vgQGFZszPhuCj8cTvmE0eQBpMuZObXm0V+7fwsoPEonR3SFnl3xlQ
4xNyL1pLgYUY1lvbeU8VT7tYVedndrI1iGs/SSv6aqjYgrDUXwcZ41Qe+GD/utSIlyUKYSAz3DA1
3Xebwd3meFSBk7ngy2qUxJFb+qNefWSdYzHeMLtjVvmjxOkyj1/mUolawJRnTSaYSEEOjVoLwI3w
diaQRJ02ufMPJ6M9gyWvorQlIeSoOAzXMHfl83foSLmpNbsnG8E7J23v8F+znvurLRlUc532rKlk
ar+2CCJ8Mvu2fa0Tj6Kn27EV5BpG2j5KUQuqVYY1cAHGcxcem7rI1kol4H1JbUcMwovRCIASnhMY
9lgey6nZmyL+5ALNN+YcPuIhpzV1xrtak+8+41xGDy6BojYsaedF84lT+LUtil+OOp6T0RyumsuF
4nrhVw6KYKNKVPCFFGdN/FaSgpFBQ4gbO3xrDdOTvJ3kFSE4lLsiPnY8/JsmZl/nqUO2ydXqygJq
rdukhwwSTAcemZ0V90Si9YW+aSzX26JFOkKtyLZdiFdCqRElxOJDcXX9NiUuqSKqufX6mrBjz83B
Io0fwukIcnai137CbuXFuA4xh/hMpsTa0gByt7rysGZcOjJSr5pXP8QANg3AxPBuEoJ5ISTw0ZdW
weCZ36omQo3x8SAYtsl5z7ZxfgGWf4O+NB7HlCTMaIR1WIHVKZNZ+G3cj+8smVlDETGsS4YuU3Ur
yjnbkMysAUoIm6Pd8YnoYlylc9gELuOeq2AeFkKhyQkVZChQXjL4953exXuEbpvOaOWHNciE1EON
tmji+2OeR2R6I65hNF30qGJ+bfWd31jlb+4a+212iDegz2txSGYyLjaF7j31BYAT3ZVv6Zx99Ubo
MRJijsaztJvdeWsPPpk0riCsxwqk6nw3JZIPKKDvicCvq1VkC3gEAA0Hm4Y8EIYHzdPEMBAxL4GY
Mh/J96a57h9FT3KqnnlXV5BsRzZxEnhanR/gTPtZ3qUXNzHPIkcqz1GtU4lM9GIeLAuFUGqVF5oO
oP1IHCeFJckIRpYgjlR3MvhgMeeYs2WREuqom4iExrWTGnLV0cEwWSk8P0eUdegS0XBl7afEwgcp
B1pOJQh5qvYSmdq6JwDyQoO9q3u5r2dMhSXXCRsPm00aEbz2R75QGtKy+lC9rLvoyw8TwBCXEawW
bkdGOD5zUIxwCMKqvNLXtokWTJeM8VRwHGsistqtLHM+GU8f13OVk9GoJZ+pwip4tsvlXsqU1eii
NMGXS+Ahjd0hse0N7GBOS1VVA/4M4i2Sr53407SfxNcisvOg5EinfiZpwHsk7dETQA7gtuVBWVJI
6EKLwHVD/iCAoN1VdpRezTyYwMzukb1SyI0spEJKEVVtLl3P1JteSDno0Cs0s5rX0mnlMS2dXwww
urUmlu8YWTYGpadYZscwQghgEqm21yMeTUdFUWFX2Q/lkHdoo9okgIC06lTyYcxLGqIy62/s+yC/
GRb7eEVh6t3yqjBKlRIjR1tZe7Z3JL/U/R+dpbjm7PqmEO9mPmqBnccme7iZGqtkzIRvVKH66kFv
zEa4i03qbASN5JvqFcmfRfOVuOwMjcoCRNWxAcmnXTwwM+6s4ZwNF1ezWZeHuXtfHpkK/e597B9D
reSbeia1TbFbvHIFMKkwnA4eDxu+5Ng+/OW9TH32wK/abgTV7VZG0Xl0KPX1MQwGrN3rTnOUYGIg
g7Hf2VZTUdwgv5Cn1Nwx0jU35g/ltXXxVmu4/PLZeHaN7jm16ZXJe24QCdT12hTOCDXaIDTBS3D3
LxAgzZEGgSU2EY12aaybjvWrdKrf2NXT42gvRtSYn4Z5RN2YIt1UsD6unv2Zi9Yh607Pdk5eF+AS
xveorE4MQj7Y6eJYHoDbgclBjt7iDVBBe4G8V0gKnjHSsiPfVBVXAcizg+aO1zJnJtNPzmc/4T6q
8jSY5+RKfqsP70BnEAtViEjUkdJFyZNNEXsPcCK/bEiPigiBp03hWamKH9DOu7p+rTXvt8N02imY
4+j6Ph3c3+FQ/giQPVb84bndlcH5bu5pN16lx2yk/NXH1l6J2mCMjH1seWdq06uimvswtNd92EKG
G3ZSqH7EqoWZjXI2KCI6Y0bMijt+araTGII2dtfgKAJlRpGlwHiyIdyMDSPYBCoCtICV6nm+NhNM
blgPguOYgjvOb6sjPyhqT2NTPfETsdP3Ylvp1d3NWb82gtlk/NNTeDPAJAW4MbayE2DhuvCImyjQ
W9fhE2c4UXTauWKUXb8uP0mHC+la3m6cSmzHw6M2w5PLAMUnquap1OSxQUHMLnnxwNXctIbHms2+
lxNKncH501nehs2MtU4JS68EKWbgSHq121ZM+ElM2rqyemrL6G2Q9wjaEU/scxvdLEI1FM3dYC06
1ob5Y5u3xgBJsfyCtdHsNEgO7BKPI//e6sHRJGb2WpspAUzugYZ6BXjpPDjc8QoxfaX5JCelgrNT
bAeSQzbuaDsrdaiwBRsI/91ww8RUrotaXV4QVBz5enBYf0/xkSDofVl6NMQRw7Uq3mEz82k99pHB
uLdWS209m15gtfZq1uNzbjbtV2mCFAXgwmTrtR/1TVtoH2PTvA+yOaEkG7X6VyP7F6yJTfog1lO/
AJvfTtb4pcBXnN1P03HeQiGw8ufPRRczIms+G3O8KFTXUBcJhq0CgBK7qil/G5N663X9bEsKlk6u
3GWLozvTUzG6z/bEcFOJ9HcnSgFwGfBOOzaIT/iaYeNVVwr6Za5nrAZjwnqBDrvInq0+24lrJblc
5xArRG5MaLeLDAM2QkVCriNFSahvcWMg6uRtSNptKG+Knt+akCcFOylzrcUg7FgYFkbvmh8At2LK
6XiduvZoRsgfbBZSYLKUR18tL6R+qzv9gBAFS0i66cqUIN15U4GjU+voQYIZH0Y7woGankmJPzkN
mq202yaIO63OugxFezDn6qrW01XqTg5YjuwuIFE1jDuNNsxmUkci34nRwFtvsTgnf14MVsGTY+DD
jz+6VL0Tn+ZMGvlZ2PITy3zYSvfOiufIIbSYL39UwzwyhQWNhl9wHi/8SU8mt/SIdVLV8k+E3xfW
IMgv6590fJZafqtVYgsBxkTzS6s2gRwo9OYGY5v7XUU1AjDt5tnRC/F3+9hJCKfwDmXHk9ZrUHFq
PLbE1ajcqVme3+ToQn0yfSRFLnKK6QOy198js8hM3PrNR6NAF3DFL7X17QVuu8jAonij2pjey+Y4
DeVvUr62EzZG2TfPrh6INLt6zIBVJ8QCRLuV53sX73BZpEvD+MLv9Y9mhXe7Cz8RGnru+Om09WvE
ATenNjF0NjJE+7sVUJFm3X3pc/MFKeq31yq/oxask0NAJjmLpeedErCY9vAV6XnA1oOGgYclspIP
qF2/SMy6IDO95C3C4Vy8W+Fz0WgLukYGsjf3Yx2dod4dq36A+gzlGfEXrz0J0veSAEEEcX90HLAr
p1bfipH5VGotFTAsB0d7b1sXxAQuQ8WDsqMcSAZ5H4za50yD09pfuhQyRPbRKckv0kj80EufulJs
Ek89TWZJoq9XBJ1CvJNKj251TxwY7A2QRSvVuPGq4qDY481OyRrKRdAY9U5tpyChsWA6vSw/npJE
7BNTCyJ9OgOFOAt2z1YHOK5YFQSF4lB3EloiXVmOxZ3T1wSPgEcdlYbsvU/nwqDxCisOPo8mWSnG
g1hN8WtcY/ysMpZKgJO+pY5GrTev8BhM2nbTt7IRtDnVUp31O80tbHaDMEM4XfMcmYrlLZlc4zdy
2dcKq0EQIUZH31cwIxnuUyE53VLlWXJtrsK8Ok8I52rV2KKgfZ0rnuqpyoMiVrdyEvtSsy+tdydo
5Z5aRrNqquID1erWSUizthFnm+ZKR2ExTOpj8Bg6GfU2tuWbN5b32pA1g6+CzpTtGqySamVOMW6m
AYeksmMiBwQSXmrHdEJNGBGOFeGKStt8aqV9xyE4F4SRxdk1b/O9raiB1g7Xghih3AJKrRFWn9Ia
jbVvpS/mUL4UdnWcnP7UGYmP136dMAX3UDYkufZkVqMLnOdczbjKhlAnPpmk01We0BKV1mYirz5f
Cr06nIOSNtC0dy2HiY27RbfLgHGOTwK8oTsY+9t3HNMjbvJoNB8s9W7SKd5FflViVucmNy7dn+qN
i3dut/j6O+Ndw9ddwjFpeEYM1d6iDjgkQr6rffJcrQQygIgzoidsiNHjZY6X175sXvGxbWTcfLp2
dKYAptIiCQ3kbtHbdzBP7Wb5fxXqdBJMKYoJkXcbK3fdBoxbfksSmBPj74PvDNGOwolvJZP+YJk/
Kh1tFHZ/Gt05FI3hp3O50b3pDXfdHRlw0HFRaMVx1PuNq9Y/EYwdtvkaDub5DVnteTTmTTZjyzX6
m207fG5KNVHi43UW0doZx9PyfdVd+dHb/aunt595k13QaARVlgUdgoa4eugVyD3y26CSTPJcTN+Z
Gf2JE/T8AMfwGOIgkogBPaN7hCmtsDmTTRs2+rDUiKzY4VoW/OyJLso2gei1BomVigNmNbxrentw
k8RZJWPNWoxQwFay4llb+LUBERKQ4HTIWcZml5pFttPibcMkGxOenWAqZK1YQCj2JYsi/kGEg3PL
QCVe11Z3hvqkbrxisHwa9KfE/GzIsqVzpWDK0KU70z2DUuAVT2WDBoyk73fZowaGyh2oUQTUs7ii
4PhoddAVY0tUhJF/p+zjxu4nwoTEAf5KCrHpGxlbsXrKgsEgp2jUmJvWHRwcJamPMmSu0KFUWEm6
elTjno8d5dKZ0O3anrSvpj/DwZ5ZutKgp4SnOXHvHpCPgOOJCZsDZEpwOqLv2t45M9PtsqTGSqiP
DNf9k7UFM7BWRxU496ynQ5WdZu3bGpWRhUrENIR3Q6DG3A4UyaqZySeoaeG3JJiCALPIiyR8LuJU
m/Z0ACvX71t2617WYjZsmqex1AHkuZHYWKhzOhuBaCOiZzqC30SnpkhyE7nvekbm8KDXzrLkMlwR
n3WB41mrTQJGvFuo1XowmMYi077CdSf9zVBeay+z+Bqj51kZb2ZYvIaWU/G1p41vjJ3CphcOelKl
I/mEAO4zXaNuLrxVTHqG5nhiY2sEr7Edfu3SzPNJrn/TS0iFcTHuJfeWNO13SwEV3dDqxdRyUEAi
ZKeoRRS1W8sqaX296+Uqgl+QRyoWTAD1bFWIu8orPGqoWwJENXxC8bRlzN5eVmGF9MUT9V6iE3op
MRFY2i8SipB8rDvTeZH40rDMurvC4SuE66jqioLTmCCEFEGhZZ88Z5GULDucyKMZL1BGMzRI146I
MNmXyS9RATWa8g43haFTv1UmGiDNWid5vTcysPSRApIEmuApmVAfNgL7j9e4BBgk4ac1UJ5GcYU8
rZFI0/FDdiOPkpGaMPnsHlxaj+PWGiPs1DYM4TJ9Yv3/k/Tzrso8shVsfnsSc3+V2Tchxz85SPaV
9ZaXJR1AOcM9fiFi8bUUOk5US3lqlidZStYirQsZGshbucpKEuJh3ODkJsO1LAjSkw7KTR42OQ/o
Jbie8k74dKpiBBKayVuSGM8wu19xN0TmTc7V0amKa1W42Ih5ZK2eRARkah+T5n7PZrBI/W1YIZDJ
wonqfz+X2Q+gE3/hc3dsVUFjAbQAk/haDSgMFGvad7p5rNr6N1fcWR3wjGgqHa4phwb4vzyXmk4J
/qUBCjZvs1v9Bsvsd66CeafnYAKTEqRh86C/zumgstfOWUaHFSgvT3h+pBnfWcU+DMImtEvF2BBT
GVu7zK02BcpAVeBfiMDK8xXkvMC5p+9Hlg7wlYNhdJ57s/8IG7JDQKTMVbo3bWuPqQtopc08TkEQ
CFl5xRNzGdwO4BmQU70tKRPGb9oqVlcd8N208NOSlfqwwO3VtPgg+XfvzoM/qNqDsOtvfJnraKqf
osT4rcvpnIRESxNP/KWO1i51h1cDwGiHZpvp0Is6cPt48ksp34zeBEbCzdugcV+bvMmMpJVVy8Bu
y9Mo2oi5LCo5l+6iTnH7cCsmoUEGgq78diL10CTVAxkWJIGFRTReWHK92UwLV7M9/ggh7zFTv8F9
sEPxCXXYqoqMuS7kUzRmz3reXbUQvEgi7gj9jtZCfBladc+EuadLBFDIvLpAaA6gHcUdvktWITb0
kbn4xla7A/hyoEvyF+e89MhHKO1FHp79iqjv12Zo3Yd0CEaSwSMVYB/oHiKOfzI7/bDC9l1Frdoq
sttga3rCHpPayfdU/EQJA42CutH8X9yd2XLcSLZlvwhlmB0wa+uHmGcyOEhKvcCoITFPjtm/vheg
rKKkqs66z9fSDBkAGRQiAuFwP2fvtVvK6cI5i9y4ar4LhEtbWZYKV+PU3aSBJnhS0yGT45th67CG
JxICDbjXFTGQyEu95ybGciIqsKgstWbNlEm5nn4Mmnc5XEPIGutcNmds0SOetuq7FkuE/sZOKvNG
BNY9bsUffu+/Bm62Vw4uOxAsSHMHJiNo/0ctf/SwvKPHaD+ENS3FBLz6a5iPD4novTVpKgdXISTq
xvI7/J6jMRaPfTFtEafTlSUymuwFEJl+Y9GliMnedpF4BLroT8vGlynkin/tavPub8d+2/3tacsz
fvyBuNmnk0XrKfeYirrPcVIaO0zD/gqbt4DimBcnnxgjGKhgWl1LPRUJ7Es784qTOW+WR++b/8Ex
kKQgcwLKImKI02Pbk/E5RcrdIAsANFYU1clTQfljs+wSe9UehXqVete352TOpCbHkj/gYcHbOFFu
rvSAoAD0gRbrkvl07TH31HZ5iCo9gDY7H1Wt8RDYHo5sL2ZQ9lGGn5aNFgf/fAQUoXQDyACZ3+71
qj56QIPAZM6n+ePhjJI7LfszHZuCHapL9FlrpnDyNJJ+eiJc4a/NcmzZXX4gvLDnc//Xj5v5kcgg
AHK/GNal7ZWkCcwHq+KDPfaooPy4OtFBq06tbXJj0wcUBmlUn2in1qfl0ftmOZZrNR7p7otX9Y+Q
X79lmV4dyQiDUOTNvgXKccKKvyjaNzeLWGcmAFG7jYew2NgHbCssRSm+Zfqst2moVZnD97T1Blap
bDzWPVlTgsc1pmlD/Np2UgyTllMEGyD9EvClERxDr3jo42o6SRuklNQZXKf+lsoRx6sjkMry/Rmd
akMk+aFitUwUkfNR76fs1LMISJRT3gT29bXZ9Pj0S+JfQveokUGji/pkjR7Ws26Ybt6onrxkSE8m
+RjnqAxP+lR/kUlUH/oiSFlbr5JmQGCIm/TW2rXPiOqe6TKUkEvEFmnXUSCIXI+NwT9jliVfNz7M
khjUXUjnkjkpZtjQ05D54kR38yan8mEikB/0uzVA5ekdeTVKVCOqdI+ALMsj8/DVqxugqdLDHh9U
a91607JuUxvy7bdGkDPug7KqP0Wexlue0t1y3Fh5YV/xprt7LuzHuB29ozCwsaUmONjKguA7fjZ8
yiheZX5vzDa/FiXzd0XzpYMvLfg/UcwB1YKJdxXa6KaPJCO137wNI2gt8NrFg9ao4kGBke4cZ9VL
1W88qotJr5O04PKpzPzwtaW3aKjSvLhFQuQ3XXuhuzReHYXuLKoyWiqU2xCujbvekIQXtaa4gkYR
V2qkxzAunsywFpSy6uniHnxP/5OwwLWixbZyax/OtqnguMkKTyE3JqaqudqkhDbTSKXeb2B7QnU/
3Qw4qBO5K5d4PhN6TxrdOaY3hg7pCTNItx/dkE8F6xASd1I0zNDPbmlvfuJ+px8o070wAdnq84dI
RwmlCQ2VnJ4cvxUVXFlp7Vrb5diPHy8/cchMAUVd8sacVXwoKjh++ZB/xOD0rXPVpcxr5q5J+WzL
kRKavAURqAMteB3HdaONb9DBv+td8jLl4TXNJxQV9XkYjZeYLK1VaxsfSisl1sGvPgtzoHxDMBwt
jqdBoRPPM4JNNP3itMwUDXe4lDRgDpqYwZ2nCohjUzDPS0iriCDzANHGW0oGR6z3hKOJ/qNdmoce
0f4mI1tg1QbNFgu5tXYD5qlC85/qMBtJLCEpufDwU9lG/0IwxFYbvfsQAz+ahukRAxGuKfPE8nZl
zZJJr3U+DMFw9ab0j0Gzmaay8IRL+EiK+KNugEE50NpmWjL6eDIINx+Sxl45VvWQiysSX/QWm94n
ekCm8XMVB0huKVv1ghAZq8BQRPH764BNaCVy/XNXVXuEwj5sPKsHRHP2PIiUgbL+dFjbrWoDer0T
jk8BnhcU7iWVPrAwLnMHw8VEEIo1toMddqbxPKTKQ5zef+pc68lWTyrisokk3ivNzC4JfrF1NgZr
k1y+qi9xacQwkrWbnrcjA6FNdaUuMZ5oH4OKzqtJtBH2EiKHHfUWBHyd0l4+kbK8HZInx7kx4r/4
bUF1WBSvk8w32mRd6hoqQOe4d8+IjlWbfLWNR1zEE0Vyehal134uUHykpYvdR7D068bvRVX6R8Iz
tUdtjFBbd7TUdNM8GyUe/JAcwTBINw7rPDQgyYOCG7gh2Agr8LQfHfOiJ8woG/PY0QgbC6NbNRB4
hrLAdDhibbFY5FixwUVZKqQZulpH8XAtUUcyi9vESIvXWZ7WWwoUwIny+rsI7S9CoN/v6FXqnUVN
MvGfpyYeD5EDw0wWjnGuw7c+MsyPHRpNYu9OuRDhMe5GazPBWTC0W838rCpRoNiy/pbVBsN0fyqr
6E/DYNwXOnRUmT36TM56UHTdFM4RYiDRRKCvZMkCWosgqUvuwFGjTvNUssGDM8E/p0wRl1tXdsZa
jlQi4ql5S7yWSn0F+AWLEJcXHfLwm9e4xVmAHWXJN+ar0J29B5QTVubkHQSkkAOr3eJJNtUriqkv
vZ18T7pvlg3tsTenYOOq8MC4a2PxZ8oJR9EsUC2PrPjpB4yveIumWQ8rqJ217e4NG363w9GBkchW
2wm4+rptxwcjGrstuSHJhgiragM71bk4b5FmqZ3DipKP+6EKDQcmsvG9jtSDG+fmsXCxJiTIWws6
9CsZ+fpWYdHe+i21Qhdz9EjRI5oqyP7oD1cwNe1NZFVwvCO743yacZODH4dWUd8zlp5bzZQzd5L+
jBTT1tear2Zf7EMtUy+aSo6MSNEpNLBygGTYh7rxHDnMmbHmj9D9ApysXX2IWpv5W1Z8H7UUPlEy
sRxmZKOk614TB4lOGVwgXd4AIKN88zMqY4206Z2h/QJ4CPRCfu4m3d+7lbxTlvWBoRkPMU0p6URP
WYp5yqJTsSV0ANWuPFAZ8m6hIF+laSv9mERkpyEMyw9+xcTFczAslFkJRn6ck8u6P+c833woev42
HEvXvHTBlHzIuoeIRMdw7F9qtAdM1OSmH/RgKwOopEnwSJXF2xE7QPW5ndaMNva+Z268CkLji9TA
GebGvFqo3e8lFWCswGLYjsQDEaL1TW/RZPadhp0+JXmuxnREAj1qdNtbxS0aRyhhJ5Y92Qr2mb6r
i2PKK1vL1odm6hnBWQu/F41AXucB4KExZp7xUQJxHuk3kRjoXSNP967TDEwfbLHWVWBvyzxOD7oj
JlrFlnbQBSyd0KuTVVvo8IQKajUVH6JoribCpFMS9mAu+2wPWRHD7iDxpcAnzrpOO2G+c1eNjZSr
J8yi2OVuIjei5exTLU6QHoT5aSDtU3Pi848j82F8M6wCoheLYI91oXfdOkAcdnZlza0qrBryg2T9
8ccumpO9tI2BhM3BJhrHpbk4T/6mkI5FGp2XRy5F5EPvJNvJAZVCAggSzuWhkhScCfTIN1ZBFI6C
gbscXzaiD8pdUnSf2GsP+hCh0dCzcxMijYjmR7HH0qXNreNEPZWvYHHUsbqfqwZSFPlLmEACxdK+
dV3yNIVbbc0Oy57AFkxgp/oM1K5g2ALLzOB+jiBxbfmALhWv/oyjojgTETQAAtc+LodSIgTWKEuK
dd2CzD4OTR4fa83Zuo3pH/B27VAzN+dl0w+Bvh4rB/iu3x1Mt9E2QrqMXjP1ecjwwWWUQTYQailV
QRAtJgdItJjQA2rIsLASrJIkHzZYK3B69l2J+5EpRscQyHWdfzFCqXHrwmYfe7dOjjQXQSuvwHjZ
m1RPmzNyR6KgJFIBiN/dxtFR4sVQJM5WWMacY/KVZSvXAyrS88DyZF2MNC6SmeVijBRMwK2eK3uq
ztQWqnOrdyg6KtIfYDwwlZgxxX2l1xuqCz6Vx64+m/jl9yCeLzhT6nOXh/JcOA0pL004jy4hjZDl
oEiKDZcURfDYL1i5C7n1ipo7xhSdUw+ovL38g1DpBGzicqbV9PObEI40DLomvtYhwSUS6sFy7gnl
p/PyqI25t3YJk6hmkg/gZuO7nHHphvxqhro6+vR8MzOW+7IXx7YEwKDXwzmybQIMKuYzmuoe2pwT
iPXxk0kLflN78oI3iCxOvXfn2/Zn8jcYrGonRZHCdG4y3Tfe6J0auuxKWxvMA/xGdEKhhmd8jsii
PgkVNggh1A4DCRH04TEJxjv7bj8FA3O9ya/3ceR+tvrmQ5IjhNZglecVksteQa8jcwbFepL8sJT/
b3UxWHMO+t+5GD6+4d0qwrYsfjYy/PW0f6KtDPcfPixJIHwe+kbHxkb/T7qVaf9DWAxCnmFiJ/gL
bGX7/9B106Y64UHvY4sT4S9Pg+38AxrHzJAwTAGYlLP7v//nl8D65rf9n3FAC+XuJxwQihN3hsrB
1TXwEuGy+NXSoGi1dBpKo3uqz1oUmU7Hpg2PLTW0ddjNGY7Im22P+XaLj2YP8udc6Hq5W5D1TeXV
BPn6zBc7/Tovpn96J/8DrMj8FT9gz2fn+7BXQRXZLm/QbB39yXAROqOdCeYGd9cg6E+V9jXzNcxE
nuYc48y4l3bw5NC9XBVl0oGUQawjgHYeUEzaEDK8eJuGlL1QxqPVcpJLoOAC0GNgxmoM0UMXxLsc
i3Cp3B5PcfDlv5z+r36Rv07fQsFHhDY+lZmP9vPpSxCogywN+678sfoDrlFyq1VSr1NRVetKIY0L
Ed49RjqNPariYKAeWwM4piuiixXZMRyDDIe3V9xEiRNfY1Httcarj4VqxpBuijxA2W7W8oio4mkZ
/ZlZwO3Pk43F+HbJtez+X17Tr27d+TUJ0zYNmLyezzX4+2syrTgs/CSz7lzoCDYbXax7KRA+DCHF
eRzyIjIIguX62FWp5x3ASmonx4imy2gHwz726ldvnGpmvRaO/dq42d6LGaPNxaePUGRO2Ajps41+
2G7//tQX2uWv1zqnznfH5hvFt8r67WoqqiLgLuabd1z2a8wzydNk7Id5AZ7lcbAWGPHOaAJZCk/p
lVr8+Bm1HhWqHV7U/kBkg78tJXPYEWztDnwUne0Uhinc9HXNSzhriXnVeorLk8AFagJGePDoIRCK
CI/R9puNEChDkjj1yQ4X2Y5rg5gUO1J020xArEYzbtucSJg6VpQTINIAHizjvTZgnhXWA80QTEM2
pmAV4FQhXYN5P/yGjmLGsZ7CG6O5f102abIRtIb2jou6lWjGK2Ch+OjEWrszWLTZAZmIQ1hOn33M
qCtviIEElN0VU0O2ZagY9w3oDkwOBs0Nve0flkewvh7TBEPpgiSBcVPe9DpAs+DvPVQWwI/d1eCm
L64ChS7H1Nhqht2upkTWx7HRaYVr1Te65v6RicEnswiHlaLwdo+M6uDkjTz8/edt/qdLFbqnw3zc
MZAU/QZG9gZ0l6OIzLtmdpdewKfJPClRBxM+3YFkg9h8GyzbO6KYf40w+2xTKryrMizDtTID4xrR
Q+58bW2kUl2yzrgPGiJqCjUooglYlf4VfIT/8b+c9q9Uix/fMExmPlJdhmT+/+uoQSdfJKMjjbvi
Ts7AHT2hB3igrJrTU8hZTxTmvODDk+8Jr7jaUXOKtfS58d9gvplnV4c/Tf3gMOCoOzZAdzUbmqdV
o5CZoi7e//3pGv/hXbYM8IgCPwHDwu9jdE9HOq1xSN4hodaP+tRglEk/x0N2YQnarT2mWLAgPChE
NuFxBUkuYfIap157/PsTsX5DNM4jkwUjRNieztn8G+w2oObBrYlPqSv65zo17Iv8mEUJXAms05Gu
dR/y/o+0LOznWKXX0BxBBw2m+bC8lVNDKOs0ZDc5h5Eq4KjhWtMT81jVUKhkYzibOAFwrhEXRtzI
occRfDTj/qlPbTgr9XQaAsPfhYEBVhjx1EXTiumE9fnTks7+9y/1N3btcolYlm4zpTCEY/3bSGZC
8/LpsOn3Zoy/2t2QnAfACug38JFgKXiaI9bc0rtrWp1syUrMPieudcWwQ2MrpjpA17zbT56Sx0iY
Z2q/5H3RwN8jmdc2hAaGq78/Yfffb+QQdu35nsF/wjHnz+6nGzlNQoKbrd68y4bkMjOP+z2D9F6J
7isND/EAfBPacEbvuRMIzDqKOOdcJvaxsUywNc6jESlja5fjV8frvYuB2WzjeOVn7KP9mhswzXEK
z8fITB4GResOu4mF/u6ji8vnoCOdP6VlVK0K/oUDGMBT5KP4yKsm2kkdcUFvCEhK+ZRfEKVYflhS
wRqfUt30LviL/K2X4LTRRpFTptsVyuthZ/Wzm9x7SEZgdnphPhZN6PypoaUv4sq4awAsrKQLT2Vi
PBt+aL3moyZXhgmzxWlKapVQiwLX0k55RGDz/KKwkfS7v3/f7Xms+O2WJzDJ8jbgAPcZUH5935MM
1ZE3+cbdJ3dOrQlqfaIvVp6VoAjiIrd70vx+IOygzC7ThMo+GqajW5JC1Gu5POS6Hey6xj4pz9jb
hXbr8KiAQqLhmtCLOCZ1RHmgnM5V+NoBXAks3DxV3VW09dBQBC1zw2Kyn8PC9Xd9kjykWuG+eB5R
aoV5VlZnXj0yfZDdUBE2U2Lr0XDh48ue6dajMm/tXR51xW7kPkghWFRbGhv+0Sxl91+uUGP27v7+
Tlk2LmMdXKPt6L+9U9pIHcMNbOM+VuSmQVBc4c37lNI7wXBl2KSAQG9h3VSvgzhHc0GbLurygQjJ
ERlcgEHLqqYrIVLT5u8/Q/f3WaRLvQUZq29Bntc9WN6/foZ5G0L/SqfmPlSsSOlNNY8YnsHgpa9U
hbyLFNplJGuMALVYbgw3K/ZBDSXOc0HtL5dvZaX9AZmns8IWZV2lRy0l7npUmYF/pUlFluzcdrbN
StvZLdSEFEbfpu3QcRTWASed/jRYHweX+6I2KKiOlUtbT7RvsL2GoxGsCk3BZ4Q1ty3tWYcE3n/C
bQMro8qQw5KC18wXv+UWa72vrHUe47QLom7VxmDOqNqiGbdTKB5U73fY8kdUc9bGMozplqZvCZU5
+EVISxmamXsAF8Pwl1I72/Ue/o6+wnDnh4NcRz7phE0I1MZB7bi14hI+IpLG9d9/JKZvQxb+5XJh
uaTzhSJ73TZt4Xq/DWjKS31Rx1N4p15Z3nJN9ahAMrEmiUmsS+3iOPW3OBhbcpwm79gm8cm3iuil
VZqEtEdzNhJfvFGmN2fqZk2nUGpD95Vpo6EfhZDozQYYFnQnAD0k7pesgcUlkj7YTv6g30B97bo2
TemY/NG2tfGUBuNr27uwGMvHxE8f9J5MGN4wfR8l8iuY2z0GRoQLQHiip6E3XaTr2im1Qow1CbJD
TCAjrIqdx1eacn7cIRDkJfW2wVwVzCUQFH3DHSc5d0kSbsbsScRZtlERs6Te9Q+uhwAUDwJMJMro
rjcVe12S052PNsEOhRguxKyMdJzmR2Z3H3NiioKROOg4CC4GPCQ9HdMHhzwWlDU11VoJXC2jTEOF
B/GXXmwRfxiHMDWffIXiEIsuhNACxtumBcBlDEIeErr4o/TLrZq1u5JWJkVSyDE0W1YZRNmHMPIo
uSTUDUXSYMZ1dDrfTdJsWjSqGy504g2dkeT0ciIvk0nvrc4+TdIwjh203bVq9HDrjuapr7Xp4le0
Y+h3NaSDHSQinnvgESttJF1ym7wSv3NAo8Ia86+qS6cD/kleJ4GGo91dNIezId+C4tSDFUf1msKZ
sektOvGjoFiXE+6wHQ1vTQLG98QcsrM+NLe8z3RUU8G4kd0Ej1zr7kCTqa51fHvRJHwz6Bzucdlp
VzWgBQ70/pb0vvXYt8nnxlJvhVdEuyTNXHTJ04p7hnHsPbLHZPCJFrd6jMlvhy4YbyQAuC3RATut
aspDTdrUzimbb3SqUTwJ5Fmy9/QX2ZbHstHVmY8NsZpXoiqYjIPlWCFwVDA1GtXBpFKzjglrGX6W
x4qvCs4Gv8Uaw/on2PtFdCEO7btnlB61hCa5ZsakuIFbzS4KYP4GU9zcMulvVN7JI0Tj/Ix0dks5
o4agwP3Wr/GuqWbIr0HVXLsYZY6OIOMuGpcWEAKHvuBluXE7PXiZSeQ2ZsVdHJMWWjpUFMWQS/TU
nbvpA1ZhIWJS3aDRn/1ZZnzBxkz4BwNMmM85B0y5Svyn14lA903n2DACUBqS4swMnAGZ2GPNcs+t
28Oslv44H5IPkQqbBztTEGksk7d1rh/LrApRC9jVJrJdLjV9/GDzrIumzxlQSvMojPP6Z0Vf4yNM
V7b+OLNWH5EhDY8JWSc57amWNwlVFiyCHJlhjoR+nUJcusGvPbWl7VzyaC4TogpwhIL2PboPRtbX
e6Im5naWBpLHU9XaFRYFaul/hQq3znrrM0QoIjYTtHqbse1Q1XDlbwlYVickUYy1UftdtMl48+eN
ILZqVXsUhVjbiXMQBekeLs43Wtbho2qH9qiZwWNJBVvDqESCe3OVMgivsYuZvfMlovpIfiDp0Xx2
Q/McaZO6xfoeoAfwJYt+qsZl+yVW6tsUaGJfqhxRauv3F1UZyAYYKQ1DjufKeY0q1kKporuXExtu
+0o8LnOZMIkfmlGLb1iyb2EURIewyoN9mNLCpZTB/K6vbQKWE3cbNX15GoCk124gHmGRUngl8a0e
o2eC9+hIu5DbLPXJiaaaErbALtvVEFR7Ub6gi60SsWL4Mh4Yp6JNVyWYEajbCkJgdyLFIuvm+Zqm
AE/rR3kgMfJ71BrWsQOzY5WQLRofejzAw1ctUnD1wI3gUHCIje5Y0p1+esjqnf39SB/txGq2PvVx
V59YFlU/ds1mRKK7/MRL/AdGZbWzZ82PU3iKlt/IWP1jXwdCEcT49f3KLU+1Of61iUbtaopG7EaN
t7WblUjvG+mf9BhLpyhsro+RUXYrPPNbgNbwZFvMi1wRtJuUvsIpnjciVNMJ4e3sF+oPtYG2m9vd
KRr6fm+a+TEJtQnxRP/24zBZkpFrpvuqLWA5zpvcCtoTKesmFRPIJFmd0xm2g41gSX+Ix3Giga91
zWnZRIbVnDSdDYCJr24+yB2aDDqMfjNtzVKfyJTJXkM7fEXPLREVoArwizzbYistTtD9uQFFCEKt
3sC5VvBlUbLXV5WawM8xUIPqw4I/oGCjYdE3bcmLTP/a/LarBroOSkPQBPGRkD6cEUQPFx9MbSiY
HCBKWzZK9NWPR8suNjsbe2yy9lEesYxkw724Oi27y6NwsOgqLPvJWO6kAYTAEsWDHI3nBGX/UQNJ
tRYZXlXwy9OGHj/NXtPfdG6K58ItXwybOmgfdjTo0ulRj2nPaV57lmR0b4XxXa9cyM3ItC3dAeUr
emOdei7chFohtwzrYDPaLiLmeoACDarFGxL87P5L20qwW+jjtggj3pAL7dWArJSxclwRPw7yCx+v
cAPgMVVAqKCDgWnC6QeqsFgNNSBFQb3iNEj9T83X3nwTeLcm+HpGrHBTGP8yGYCphIexIX4k7Iet
YIpzISu5ODpldPRq7v2ZbdQE874VWrwbSKKmm4UkpCGId41q7wLjcFmrZ2sj055RS6co2VrKmWHl
bMBw9evJas6Uhg7FLEjM8sHHo0fcyymdN9y+jn4om/1yKNFqtIzz7y2PlmPvv/vjuf/fH7//BSea
bWO9FtGY//XfzME7IKr61z9T1XA3fZpPP/3tdPkdEz3s3kC2Xk0TT3n/49U8Kwqi+juKBFNtlx+U
DE8KCEXLJ6JY6y1/YfnJ+/OWU1l207AymfPTUiIXeuPIpEPHP+6ShG8IEFqCUjQWSB4UtiQJ9tpo
0c5WAzJYP0DyBNmxOy0bZZpYdOBxY1VqGfAnA/xD34II8Wpi0w1zJomzvHSEftaByW5SHwsftXKK
YZX5NUpi9wgP1DkVgH5O6YDhiUxxH5trGz0Pi75n+fGy6VgHnTzhp2tiC4H8FFYM8XF+NndB5zQl
yVkmidovv7ccWjbLLqRx+6ABIGjmP7IcdzLvr0dVhomv1yF3vz+BmTy6BFbL67xCBeKgaU08rT3m
aavwbXLzDOiwmetMzQmDyjngORyCZyd3vC3lp/IUhE6rSInnYZGjrFs3lRczrM0Hls3g6pW+XcSq
ZTVr5GvL3yx62ndR7ftuhKqWG4LNpft+0JvVt++7789bfvt9d3k0hk22xZbA6DPoCjS3MCkiLHrc
FFqXmufsLyHZNzuTHsDP4tdFAVvUrvvzwYn0yR/a2OXHv+0ux4BxIA7+l4Y2nCJvWr/v/6enMB3o
gdChgY86ah0/fjvPS/+vh8oaOYv3ZzZx2u4RGx0d5CwWOUmHn5S777/2/o++C3nfj/32e0s37P3Y
Ty98+cnyvPcf4wLQtsq6+lb1KCmftgS0zy957ChwVuvlF6tANe2zPr9jQZ7m+WF5ZyrwhPlB6ThG
cuEcls/s/RNddv3WZAFGYhvbH4+Xw++/ujxaPt647ENFkWV+Qt8b2rQuRK72VhIfep3272FQfrVt
EBLVLMS7efwhawCH03IFjMpMmk/jPB76y9DhSlZHRj2w8MFI4hRFfkwbJk9LQveykY1nZug1Cb5d
NoEDhlprImdVGUgkhHJYYTD2LX80mu+ojmmE1CWCc4aPauXA5411QgyWd3X5XCQT3x0Y0Bfo7P0x
mGcw5vwBq/Y1i2H8/euSe3/7l2M/fUTVcpn+eNffHwZpxWUTd91n4i6+CuCjJ8eJy/NUIulXnVch
2xHFvRuD84gkGs+KMz6VaYrAo2LFpXs7NL7eLk4qsXdhi64Rd2FUSYd0K0QXbau2bfa9j0W5ZCqJ
x0LJKy2I61ib9UfnETisdfGKe2A44REF9TFEOLxWZRiuusj4oozGvtWl/uIMfXw0W6y3ujz7uX1H
OWAeKLR8iWFeOdMciJdtbYZg7nl0iZpabkuzdq9xF70oiRhUZPi7hhpRa+19KRmsiIJMSK1EWbjV
Yu71Y+x/riXeUDBToFihPx71STtnQUVpzNU/k1ThompLFD5x4w8ULijU8K90Zq7BtQdOlmLnk10x
rAM9GHfFwIJes6c3go4hW6GVxCAA5l5n8USHyWRu4AO4alCRW6mAuGWVM8Nx/KpoAEP60Pw9oobw
EckaqgskrPKehNMHxy0F+GvxDfnFRJhG5x8ChA/IARGqFmH8JBpV76s+ma3V7ZbmMPaMWeVmTSV6
uHxw3syegpllqHDfhPFx4MvwEJZUqxCH9rs6Lq9+on90JtvhFhv46zhHYMHbfismryNqsfiqFXpx
7auRHJYiOVAHfWRAIlVbuSjc4+yWJG5/xJFyh4ecv3Q9ViLHtr+M5qR/kNlBtxzoTZoQO8LOy41n
TvsOawlzlz4hNjLcDlPKrTCZcTrgadd8Hl8VTvner5zzTLNBhJfu6A79mZfUKVM9d9d6UxhrB6Xu
6pTTB7rkuBg/gDBea1i1Gum9ZSGcstDszIMB7n0PgRQ8QHdJXQYFx2jqR7OZiFxoyLRuDP9Sg8/y
Wg23LfiabV32D/2Efk8YI5kFkTw4mIc04XR3sx0poVhoHevcS89hGzdcagkLPW50miduyg7CI86P
gO5QaKwjfKrtve1Ife56QmKyvvoQ9oIA7hKpUx8Ah5qoIepORTZGQMqv1xPYMA7a5+5AEsodprV/
ySIkjXoe9efY+KJpaOfgIaL/blAj26r114FbO0fLdfb+Y++jS/Yg4sTVzaeIvYXs2HzL/TC+Jb7x
gf4NM1hW6DvDGDDf4h8YCdvUJ9xXVi7J+ZLiOaosspLfFC3nD63/xaympykusMPG9mertsfHcAxQ
Ek3TlRZefnMESn7mKv1RlqO+nrAcy1E6z2adXjNTJpdGH7+isUNh2kXuddKQYXUDfSQfEIGiuf7i
adl20JMRO1oqD0VTfhgsrzqyPj0iitD3sTWCp53oX8T9saJv4paFPPcGnl3TTDg73uCVDOw5wky9
JlUmX1Ikp4E5PqbWjuztBsxJvJale9JiJ6NUTFfUyARTJHT6mAPGvYxtfU/TZkTNnIUrsqf1iwep
bl9m9A/qWX3nI8UrHAs0FJMCmbZYd5GenFvlfxx71NJkpKp1byJa1nHAbyYdxakV2NaZiRdS0txM
DkZtrQfIz4FRdGsnTz5NA2fOap/Ubdl+0kpoP2afBVdNFN+nFkN4JXb8SrGzzICrW+9AGY1d94T0
4NmUJvUEdmEkVhbdFhKDIL0Q6YbhvULFFqUNcejaHzqr4ltbgT2YyKOtLDc+pRmUDNquX029fPHH
BqoKPMywIg/BUdckrz6VmrzBQhv3ekCv1R//0NuU2FGkNJAPZAB00aL0/R324GD48s34BAJMXbVI
20p5rESHmH/6HAvLOpa9/XkwO/fQJf1T6yR/OmkiD2NG38RBzZvl0aZnLfvS0KFGDDrJYz49eXGt
b/vRdQEUF+p56KkwWgUfgOWCfGfVimFBe4W8ehDiYmaJ+RJZ3makHXBxarMjCM4X61xDCjuBQT9P
oX4sgTL2zvRR2XWzrcKmvTl9keBZrv2tL57xFMoLNhQK/dG4GZPeI2mHFeCkiXCfUI+apWcYaAci
TzLt6nQbu+2qZ7PxKGkh5I+6Id94sdFdcvWlHCZ59yjXdebwzFTOxUla7UfSQD9ZDe59K7s0VhI9
E+AV7Y0oqU91Iyvy5IboVbOC/i50CmEKtfek3O7eT19j05ZftMatN1UNsKRNuWipRuLi+n/cncd2
5EqWZb8I1TAoA6auJd2pgmRMsMgQ0IBBGoCv7w1mZldl9Vpd857whXhB0p3uwLVzz9kn1dZKSpra
miGCiaAy9Th13NP8nBqdfln08YZoDv38OHROf/r+k9DGTmiP5Z8sDfIDwXc4WtA3zbEEGewah7ll
hrLmJN60eHGv+NL3ieLrOOmgrlEKpka7mvdFX2RIw1n6OkG4aSiFhRwG778Lv7Mv1DzooOHDWN7G
woWGmNCjyWti3XrWuQf3dsZE2m5UN/323O5hqgRckyn5NMxGHqNyuWwTL9xOC2ezYahk9GqCXU7y
Y91PmB76jr52QoQSutTJNiv3OPqGBJtad9x6HeM5z7wVxYd/y6nXP3CPnjITPoMT5slTm5PCbZNo
bwK/u4MJ/7TjCTLlUJo4523z1D0akiWgVxMY5UK/Z+3CUd6R+5pUOnp3wT0MVdTyjrRr6VekFV6+
Rkeg2LXXcNCdE/0zy6ykPxHnzX2ecoT3ax1cnTTAPDRbACuz8aHRj5GCh2HPR82zQKfU/B57Dbke
M1ZriGsUjpA8BOmCZBryzKxJgr12VcZ4YVBLBcxarkSWvUV5F7LRswgsaKvdNUTJNrbJbleFCxaq
hWnGpPruOPnroB2GVSTWIISeOCXaYx4YXzIXakUWEZ7XOrqNDepn6vFNQCuRZAbzAyAgf48sjLhC
ys/0PlneiQdT9nueSLso9IcNmAWIYvQnatjMVeyZHoGqMFZ28UUG9zHC+WmV+XMV8VIeEn/YtILL
PyMMr4ppvokZCCh2WBZFsr3Nwm23XjT+SDg1oyDPyUvo9dcoCl0wCtO8n6F5+aFzsNPgd1KP+d4E
YrXvMBBtU9k+0M7RAHKh+bl15Jvp/GWqyw+BpeWmdEteLr36wzLnye0t87dtJAjJgffG3Utts0lu
BE78R5XL13guZphy3tIhTyNma9fMjEPmn53MA8Vm1cY+kERGDFcHxxaoPP0nP8y6/JJKbYOkJYaa
EMeenNlAZgt7SAhxcFFecROeZK7HPbJNaP87tBknjYZZ+sJRvA8y+Wi0y+QV5oc+7LN9JvzHuS6b
Q7fIJZS9sWUTNLPkOU3OGtpEHDk9srAXr+JCY4BIMw7KWep9UH31048LAuu5V1+0GDYYaKOz2RG/
yjJtHkDHBmsd2XBQCS25pd6HEgWDQuszK8EDUja6ijN/1EFRnWsuBi3rmI3okeEqGzIT3rbwVPf2
E1QiYkOuR/uj0TIt0+J+ZFnFvx5Z2IFAhDZsj2szWPq4sPTEDk7r9FVJivk6AgLbTpI0ngP/rsaA
rlHL/BgLKKa54IYiWaqW43BhVCDhwo3voOT4u3YF7Ws7pT2u1cRYz3UW3HGB3iyB2CKWGMEsCZ4W
VDUVrrzXafWhRHZOemXs6XSGnzbDOErZvu1bzbfDWJXiieiGYyyKJ8oLhyNMtwzojv+Xgcc+Gw35
1yZw5uMo9NHj3nazPFJJ8Gv3/eCXSLjk3FoWMI7RJ6+umd2gf53GMWRs8lqqfps6g4orUZcW6BKe
snWXe5Qb2Vi5s5+Q/CVJh/DTqT4S2xyfvNS85b39QWlLcJOBeiuDTJw6C4uzpWhVSCGWsAWkHMcQ
/bnKtNrGCVa/mCaSK0mPvc2NBbvlUDzgxTrFy+csaBddk1SsA/Ey5OpgG2HBpm32T13ssvoyfXIl
ILan3qUosWvW6YR3DnMhOSdiSHsBPoLY6fwXbfwpjkuerIruQgmh1FMe+LtIfFQ6vDIetSff9ghG
RfODSeNe0oz3IbvIqPioHS3uVhwooBy12rhVNd9GfhIrZZO88A10fLuH7dbZe+pK7lPn98cM9A3c
Nq/OnavoOnc9RqKC7DE85qm3IiyWXIMwB1qGa2qXC3WKAhFjIPfj/bc9M0py8DxGnO+4vq7RS1qW
HC4oSsK2RIIGtWmWYTwzxoevwWZ/06cQrCS30SKugA2a8kFP7S/hV2savLwLwP2D6bfzsfcIx/Is
wIpI5pLPnGy+X+PYZDdZVKijTvRfbIj7WJCcY/nCtp9lzWq0WFcnFI5ikDrXYC/qqJs32HCAFrI6
Pnm4R4F2iad4Ff2IfePClqZ6iMafIHPpg0aEvGOITjdRzf3++0OG2fVaF9ObzmR/YPIrLjM1TYVf
cz4r42LtQEY/5nSGxs5E3Zl0X1p/4Q6+k0HCKhkIqrA9Fe4cfCNbrTmDfK+dKms4paDSITTUP/4p
DeSGDdPXOFf84Uh5SsWWfcJuOrsquJScR2iys4pNxs2G4LT/m40/5AOvP9dt9liThD5HqUfYJZ3O
ky35gZuucXUCTXVJDYhIjMaTo6c/nK/bgzG5tCSV0L6NMj7ouAI5YXBwd913Fnz+0c/iAEOu+bua
lcYbVBo703Hbc9/HHdsKdSDImLERMwBxALHemBZNYEu3jl066EIkLg5Okwdr2iuzVR6ANkECto4U
N2Vo+8Rt7WoyT4YMEu5uWbVtS6q+gUlouhe5FxS8udbINvm5hHO+nYr57uWFAV0OlmPD7qYEmbMS
AUFQ/Am4r7bt0B9YRNhvbvXbnJmPpkpfOk5jR+bwN14z7bm1nzpUjccso9tModJ0plkQcDXH+wTR
p+tiCJI27p4ocpxHNzDO6AvElNLymnf2rowKCsRNunw4Esa7GeLvOg77Ym2hvJ6s1Ogp0ATIL7B1
7aKy6IDtJ28tmuIVMga8o4guNrStZJvHMqCr1szW+DD13pDMmZT65uRTqGejzkJO9QRb3cPt1hDJ
NhaBJO/a39SKhddRRXcaI29we4MfYyewKJemOHPf7Vap8ttVwmnRxBh4Kh3BSJo7RNcwCm5tmeOT
c/stW9/6oaCzdd9ldgrwUxHwsNNxQ2m1Z3TWkzOlfyrNjjVqyxEqittfggJCsMuijDS9+Gu0pn2V
FO7NRK5uWut2A/zvNPMqXY+N3x9Kj/V5tiy34zAXD0ZBVrSKL4qVF0ZIyGbsh8ZTJQN9j+f05KHP
GLG+6dZ7Vcq4evZEGkUKGkUC84i5Y7p2S3NzV0T9VUb5zagbc+0tB5KodtOHYu7f5j7eyYHSAT0Q
3oK/sgpBUb1qLolB5yUvQ9Ox+B3kA8Sf+mdQDLvGyX9ZVhBxHreea9dIDlmIi4J+TnBkdl889h4T
CeiFXWiocFsFIHVh+gaIFeUd+6V9DCG4yVzFW4axdpV2VE1JtIc1bp10g5dyOTLoPmlYebYLC1EO
V2usMUVV1laGlDw1KnTQslic66aceUVSSvI9lKRCpKdILShLmPxjp6hqiTFfzglmR2XrFyoveYSs
+VkYhBY1gGQxuuwUjjGJr9AHrtuH+7QXkFVrIgxt5yTs78zPgAnKrRue40y9D1lmnHrXSp+EzTJE
bX2H1rXvSILvc3ihCNvj/QqrYYiiL8fNBtaMTxGXi4fYKP8Wk0X3JkdyPyPF28ZAqacBw2Xbl1z3
59xcNxz11uxRjN2QJ6cobQEhlTq9+NPNmOKFdTWFKy8W895v4Q6V8Mf9xDiygrdxM83gUsMFH1ax
swddJynVmxjTst6i1CcRLJycHe/oEqMkb9SGXV5o3CzSo0SmnW2Umv3ZBInnQtr283vUjYSjl8us
nhxn3clYEbuqn7OcvsdBXm1W+Ad83gULX2f3D33NbJ/SgIm6UcF0m2aOC42Rp7u5DN8m1ahtZPkR
fBLV3qDPcTdKLkYr378lmFxSHkEvtjhkH3aVC3a4GIKI5/J2m52RJeJgbtoo6ylg/ZM0bo6cqp17
OQy/3cI7B3mot21q4tTPaWmWo/vstqWxrisX20Q9MR1UweMQAPbKVMOZ1R5DVFL1l4f9aNfJKwXX
1qZFMl3TfAZFQbkMR1BnqOjAwhGH5s9OpOmGalGKMgD7bQqbCgPi597N6s1TMjm7cW6SvcLETSq5
nHcwfOuDJQl/sYJjD26r/MkS+as/JE/BGDlHMLTj1hkYQDxzKHYmNYR0oLkPYyv7s2KJYAK0Aavs
KvtPj8XiIgqXegJAXQH89W1iNrzcAk8Dw4IFGWXc4RImlc2cyJFzMiBCsjoMGAMex1a51zgbinOa
hTddmlRNVO6nVldrjv2LXaAjFSnpEzedf2dGE60LE5xW19DH0SfAAURf/fk2w4ej/1Uqr31boVWl
q5jW6r3Jg9zGvOFvnp5Iwb+6cIX/zksfBycmzHHOcBjEFwNXcutmC92vGfOr7Vf3wUsQG6vc3qVA
Rnc0Nphr1OZ1ATj2Wmn/4hJ4fkK3JYSYeJJsXvzapTWg+RzaZZG4/gXD0YejFFTJiIxEL2nMaPLQ
gi6SdyS8WxwPFMc5VuNdQMeAF6P2iw37ORx6k812wG4/iOKXiZUEVl38ISUE3ZSU4AZXcX9oTXGZ
qTe5htiiSahrZ3qe8lgdXZgFO2QlKsEX6TGNwGIZ3d3KRlR6YwLE3qXvNYfhS+oZP4aQ/YuP5/Mc
ZerWJot5MTA2ls32tNQiOungSclUnr8/5AYZxrgtnnIZ2jg3nT+0DaQYh3HPrbRRfk4pxJa2upSZ
N75l1G1HYbwtRUy8Acbvi3KC55w3wjlqYQy2wfKuputjNeZIXFnc3XDCtTdL+fsgNHOu8VvTR3Y1
CNnIIP9bB4O5pQ2PG1mrrnZWmGeWLN0RBBUDSRV3JxfPv8iMy3dbWjKm2WPzZbU1+M0qe+XuLC7l
BPmrqfeOYaXPJs76bSEmVjbCma6BaNYGxaz7sc1p9mqbef+tLYjmiSMKaWlNNnpOcBhSNrAy/SY5
mL/HmGbWeuAImtnGMw0a8dnq3c3UieA6FdnRqBKJ5b6hKkZYP5OaKhyq3XlHLalr7aPyJiNMM4Za
6ZTjgYwDGlZs2evMqtcINoCU06LiEiTCw1JMtqLyHG0J4tt6IJa84TDibYywfjZbe9xrEe+o4pJP
pZz2dodXj97Xh6LMfnbz4qAZVAskWaKu6QrbaZ+eVQVLPy0RCkVSdeSS4301WuYtLqsfPAWKhglG
8MkWdzvm4ZdsKNeY2wtwBTRu9aWErMhEvMej25x8FJZ4rLDsEaEnef5l6MHbl76ad5IOAmosf8A1
AQYR6onIuTcgrCZXGhPidZQP3YXkMlD7sS8oyfkKqnKT+FbxmXI1XdnYV0j8RFeVdZoWBDvduYIi
l9JLqo07EuIwtLDfXdg8SB1vWZWHp7w1XmzVqYc24rolHRHu60ZsYojYj804lPdw/FuylN8OMacL
JJ/p7kE4v430SkONeQfO3J6oFaqx5pnYaBL4N2ZYdte+VNZ2cDk/WBAY9eBeCR25Vy/IfhVRnR8r
fzJuLPufg5zVB3Jd8wAMADbnCiZO88w9B95YXdD1YW3DFjaJQUrzMARP6N7Zs2H8zaeu2rMzHACf
cdTRKruMKCPX3Mxx4kQJr7Y0iSnjtW+pU1W3QADeydvXf/wGPsMmx5K9NhIMe55TyrNhY1g1Ssp9
aFviSeZw9pJYmheJiIaL3bkddLpJrXQzy8N34MLSTFBWy4mSVVG1903sjannX+qBlZUVGdVFT+lb
r1HyTGHeKxZWYA69bT7WBJSVaFCirMP3SZGHgOs3NQ6y7fj5plzvfbfDYOtJ6K5zv5bmFHJGR7wb
0/HuRpw4o/CxicV44ztgQvenXa6tnH6gatzi+d1T7cGZliThBneovELk+JyLdNiNPRaOOhIe8JDs
I1quJwBJlly98Ri1Q4o/fRoP+BiNDWMk5ICJjgC7f8xLW1/ZGxj7Wo+QQZe1o2q57WtC6IGjViyx
mFhLxmIsMelK9dwcELt8qOj0jdIsx1jaVrQBeYhP3IcB4+DJkuU2DdsznNNg2ypsc8NA3ozHhCex
G/Z+jyAXjeLHUHEsq/UvBMzsMDlTvAs1eDWhGrlyEuz8ttXZF0XPNRSW9MY5WXEUABfvxy67CDAw
hEUjBNfOFS8I+gNKNxrrwZV6enFSJ32MuGRF04SpBeS5bl3+DzOh+EuI9aCW8SwR23C2LogLBI2o
HVpNMOI3YdPjyyFCM4nYepHQmDosvIVjEa+xkXm1r/54gMjgW8nhodRqjRC3gfdA7pyMooShK3u7
48LU+2f44tR2S7M/mPzcjNpaN7R9MPyJbNOkSXOwKol+V5wH3HykaGMXj/QSn0yQCFlinaqoTu8D
esbaG5F62y7tTgq7BTtN70H5XbKZOXBdGs96C72fY+R1P/hhvSba1+wrYE+5do+7gBadlTBjZxc7
1isw2S/HqvVD6O+tImg5P3MAUmHA/OEVcIAIJI/NvnR79WFJY6uL5LmwdLk1eq+7z1VxBI0Aoz2m
SGDZzGU5b3UltH/oBIAXx1p6IWpLPFhOepbTS+9gQJ+oD+UCmU+3Kh4xaHn6w/VpKUwDAMmVfTA4
KV1y58vAjksTWLRhKVFz26QPmA1mtJ5yLz5DGuDKIbLwBw0RWz8mPVKKjjVxPett0lDz7Ec4mPPZ
iTbtZKt9WSDBdvrcT4O+v0SYlc4upQRF+oPRqd5gZobWmzXmFnLVwQ9tViWGZx+tsnjFKj2eA2fU
54lN0di69qnXWX1tMKzsA3/+knZUnk3LLqiD5VcVFS4wlcQCM1S7EIDQKYJMevr+1TjbJEONCS0p
b6/SQNj2CNp2Lj6BRsAKtSxsY34S4ZzuqydNfIhNMj/mcqCzfYQ3vqokJRZmNouXiXrLdS2JsTeR
76zGMh6vDev773gZtVvl8wyRQoc3aGPeR8t5JQ4EjZ+yf7LzBISprgm/a0UJL+VONvgW4iuIgW01
X62h0482ZS9d7j53TrZ3pmDAYEarWnGuFPQLUVlL+eTfKineYyb/PesHVF3c69yUZ7ljtj2xMmP+
KpITlIx3xyy4zMWALgMffA02789vf8QYweINdVJfaTyPoO9YuMt1iZDp+2rvx8MLlXPWxYi5UiJD
ffZ8IylevRVuir+io0DAdXkbNybNN6HRnWnN/FGI8Ql7HuDTtPqVJnOxF6FBQ5srTjTOXZ2Qhqy2
I70bOD0t3BMHQ384N6yLzkFYXFQfZRutiPE6FVO33YF4VsGCNLRfI3LvJ8Ykb9Ox5UY95e7Qwdn8
9skODYWfaoLyuxiXS8OHXpHk3TrvC5q0yNFt8Xf7u7ZAPUm0baynEmSWVC997tcUKHKVKM2Q4Dnb
qXVa0sycAfhYtSOCeRMIZEXdhcTSs3TbFj0lZVnlPkLCy/GnuseU3jgrfLVbyL10Xoy0QuFISWSO
NlpOn1jDaxA4J8oZvCtSFmO/RRVxa1qvfi7/FDW+KO6be8BW5DfaGtc7fVN5iqY7u7BTyqk6YKzS
B40FoYwRnuvhYGvTPBjAU5K22g9VcosRZFckS9pD23rb1tP7rE/lL32gi2mroXo8wWy++bFuNg00
oo3u0T8BS3irJIMYEmeBYNK2xK0eumvqEFsuqvcCSQ20liO5vii1shRMG2gwp0RimpiCst4egrwj
9wKabzdGwYijr8ivY9n/GtOlayzMjvYkX2vBiqSmbHs1Oilp8a7Q207RzcDegohgBUEcxv2VA8pj
E4JsU27zEdnmg1W1xb2je88G/XhtfXGf+nhGqM3DDRfC6RRDV+uWLl+TwIrJ+W/xPOoHw5EmfU3t
03eeAKrdCxbN6tiBMnpwnPQ5barhMJceRWmwkDslJ1Iqxm9Xc6coIPxvjSkIiNtoYnpsndZeLmzq
77rPqKm7M11ji4HU/Ufw+f9XkAnQBpvk4P/6Fxzk/6pjRUus/ivC5J//4D+7WF12eFBJTOlSQmMD
RfknwsR3/oO+OwwcYKV9y7QF4d9/cUzEf4DCtjxAEdLjPy5/9U+Oie3/B/k5UxBC/xfi5F/f2j/J
IP8vjonz7wFjXvhwQnzLdaUA7AU55b/l8UJtRENcuu6xjHMWSs50CzFrrAYXSHURuV82ganU//IH
8cQlCoxCAOp+aP33OvBL3ljOQBg8gtzlDMeaq6b6BwqfFrDMH+6gwNy10COrFEmQpvQpQQgYAAWx
VMUKixm/oO0rxKsO5o6FRhxA7XyoOouO4xwCiWt+QPGKt7L0/VX7UlZ7/DfxoRAWqIHWOom2t/4H
3MV/g6d8PyWWyXPOs2LZHqfHf8+NBr3Pm1MHYLWR4A8RwW8OUQbVxsm0ryBWe9RHQcBD9OR++2BG
8cGas5+GQEJIVbFpJh5pp/BO97Q9zWnEPG6iMaZkFFkb7Xy61cDhee8TzoT/Icsv+PH9W8DSdXwI
X/AOPdczpe99d//+18R4GFu58miXPIZR+E7BpM2UWTwWowd3swuq/TSLW6lp1GbzOi3BSQpq9NFp
/DcOEnpPqTWrIoirFGrn4PjRYhF5DmQmCfClAq6iu7Go+VsV9Rf5UYlDiTmuIjJRRQiJrZuf7ZzY
YIE7XFjzYyJqPCdoeASQ25UKOQnj6NsqyJDTEL051nzNtDOs4tF/t4boVaoOaHoijjicSFl4R8GB
7Oz5d3RVgPmq73cJAV6wEkM4H+iKOxZGGHCenT0csVtO8lgkuEBnYKWxXn+xaqTZ0ht+TSUpHB+P
Of9uDcPGN0SzbaMlXuthafO63xb2ivVi//XTEN9oHmGUtIpD7nhvnF34/1qaFCuOsOg7qu7Yh1jG
r67nah/Lzr3FeX+Qlpw4CQUgRsMYvGFvXlhjI0PEA3OEiZDveC+lhVu9GQvK2vkkBrP3OumdR6co
fyHr0J2kl5glXZVkAj+z6QUXgAPM3fn04yNACUj+dXdHCjs7pnII2PTUyRXtGW0WUm76Mc/elkk+
XlUNEcfW4WySFC1M2NnekehnOz9be0lp5ZxN/tpzC3M9zzXmwead+xE/S51QtduPIy5F1AsHD0oT
n4tgkQzputy4KV1uSe7bN1wG9ZqSUDsUF8Dq/WNmPAO8yMB9QwxM/VUxg5XPhxEUZfe1rAPceEbH
p3ULNNSn4RUjnxKjBHnLcseS9zHySyznavoohteGI+Q6r2HYT87Ppmu/ZF4TrezfWXujInXl7zZN
Hq0YSplIkht2OZj8/fDm1epjZrXshEghcsrXszEz+wBUc8KzmsncjabzTq3WlnqHa80+bF2lFpEU
jKBZg51LId1xzi54/fQZ7en+tKqd6WjG9W7mZJaBdZmGfh9b3SWumn1npGt/1Mc2a35J65ESjFMf
FK+tCPNtZI6fhnC3dd8ji6bbueHH4sNCruYJdY4AWETxqk9nXDxJKjNiig8KJBcSbRBMnDc/ky95
lpwcg8ZaFQObH9NiE6eRSXU9KlExwXaunlKv/ays9gO/LZx9Iqe8k1Zl3P/s/ANuGb6cJIBU+odW
wCLNglCsTINTZBByYfVe5orMi8y/Wio1oIH8bHJ6kxz7E4e5WluM5xvW7SAdg3syuO8pP0+RxjfY
kBS3pXvm3NeRxuZ6iO4wZX6FLg+gdD6dSTeEETMQ++GTn6prGpBANxmZ8bA85U6z7RyymMIKmI9C
D+tQMeyLSPwpeeehNo/BasBHRAR455nY31OScbyHEmCjM8lRBP0VwyU7SFk9yS7fcUDgcwB/5KoB
OFvl9q0qqW7uDTqrh8dJ+vdkzB5Tb3qggANPBx12ymeYhCm+lTnTbgCniLTwlGQ254SK3VNlHduw
P6ZN3GKQ+bLc4sJo+hzQasSCbXylJ8LazKHbcMIwUbeXr0tqhXNntWM1dojm9DPP5GZ5f08tSlHD
W6mBQUiZ99ZOza2gQ4pj5MdAyclqHsY/OToX7T4DTxJSRCfuIVCM5S/SgCpfPWMRxC/bhU8RmPxW
N/YqCQmw+f5Pf7QvkX9mFJVtwFauHt7n44QAtKJJsObSuxhNYeoG5jqu+xZdGQOgCRa0siBCS68p
MGi5QI29+CXUlM2mSX+0LC6ZcceapBXRTjj6RlDxyJbzzXa3Ttrkm0zKB09Wb1FALWbivhMcTFf+
TPO494nWl2zqZLzMCUjeEsAm6Pp1nMb+hnAgJ8Oeg2XfyZe2GRSuabL7E+RTHfge0pX0oRHAl1L2
D4SKQ57jJx5LS+9sx77lqvkRxuPdk6Dx8fH9EC0On6z9jdpFTVhv/7ZJH1YdWb8lhtgAn1hRg958
/xUEvyc08wuVqtwDYVkXsf3TGlkgAtzcpA1Y7GAmqOhghB4LCrjYba2I/xkrbx7+jsha7DEwhBRf
LGpNovOpPiQe9Saa2BFbnmZX2XAMrcml/tHxWNEXxyrvX0ZkyFVkTlxfuPdMgseciV+AtJBhw2pD
0NVfceD+yEa6jtBlPpURvjVxz/Kt5+gGOJzTh7m3naXq07wWQHdXFgGv1UDucU2VDT03k3NVBED1
5D+n7kgyUb7TWRes+iKINz9TlXxiGECIcO1PzkesZUG5GBa2P2fsYZR2lEc0ErgYVOGZ412NAkQh
CA/QtCOPqCtXFlgjcdI1d4cK5NjsQEYnISqssrtbbBHD9glUXz3ArOeujX7PBN7rcZhXPIZxtbzg
6bGmTlsgjOLWN10I6SAy/iSmYlsvKnNFhpBIK4VgIgCoB6CaUjZsOi4W4iS6DOFRjvmwagp5N7FQ
rAJH/54Tm7owjP/WZL3GTVuyiADRIND6afR40R530Mg/Wd3wgPXKidXJW1oHQ4PvlusWzNHP3KMI
HCyVf925eXrVIVtznyNhVRU0PVt0bjjPNJqBYs26j+Wp60IcO8vPQ2MMier+92zwJi5i811LFDFE
YSK38i0SxXNBYz0vdIH5Q7zLxiLI6eCwdfLfQ8meUzFtd4kLCj+oWW0adw240uGGSLkL1Yhh+eqV
nLeHBfJW19UPts8bbYNP91jXTd6TYelbqhpUguyF8fNk9ONLCJiLlAQu2XAOjgK1lX+FTO6+fj86
bo9rVDVArlN+XL6sjTvGyoJntg9/2nTkNT/KH0omjwOP0HParc4ctKsHb6pvRtDwjTt6gzYnwzxg
cegnuzEI8ns/fM1DQWtX1lM22FJmDdzdU5g43FYfu2KSR9L09nrQxaNNmvbEpV5MsNdL9Qq442Ou
JQZiLQ6QWca1nbPHt1xq8krN1ouE7AkWOjHaxEhpTmfyCZpqB1UFWu+cbB1VdOcK20QuLYsQAqkB
oF+4fy37JJqYTWGRb9x+UJfMyV9Ex1oltTjBEMr75XepOOtiZH8wa7ZRxauFtWRF+h2qM6w9cFTg
EmlO7Lu+W4eZ+Yx/pCxpjg7dlKqwiLc/Nj3mkv4QlMGfJMJaVs5mtPZxpK0yrZPLZM3WBoOxxouS
lOsiZH0x9eYTdkNuhFHyWBeZsc8Cw1ipEqbGgE5CKybmzPZIphBIQt6u27ABS+x7YjNagighPTJF
rs1jLbEoOXQIT4Mxr6gy3nh5WFxlUT/HsUQInvOOKoL4TCLBAOHB28Ooi4FLmlcBhIjzQ5dYab7C
XVJsqpZ4cafJug/LB9NfSi/+z2+/fyUm79ws8uL3X+qFP22UMMu+//If/8C+5808MhlRiv2fn+L7
V2QXBhwpxr3uiWdD+gs2U01Rl2Xv42j2jnCgBFkHEB84XSt8OFY0MSvzgvn+YC3f0Pcn+v6tGuFI
pawp6iUHOX6HKr9/mZkh54tQrSPf/xiXUBvux5CQBd5FiaWKoghxpIMddouUYF3H0jlKPJcrDnAw
qLryWdIB06dT+OK4iqdl+fTLp/n+1feXiIRPWuP7D/Ml6uc7YsTTzoUpMrK6OExem6xEgTI/1vqS
tJE8DuCqa3C7K5WK8hg0pnkOg56Wr9ifCdEsJybbVXvbaA9+4sxnXjLxjebs+Db6sWDbLKlsrtty
m6tarCPRpg9xGOXbUVsN4JcAE05IomHkpjCGWJZkRLMQyeN4xwTDNJfXwzbSk7txcCJthOG4jwQG
E0quCWBEDvsD+gkVIFBBkxPur6KCjFKFQEuRYulJzDCKQsLeekP1k3mkOjpRkFyIMf3osCYwJZbb
OrdwnBb11ezs+W4UDA8+VNQYNzXFusoF8svXb+niurDm+0Bf+DU3c3YsCqbUtglPvbHL21wdMdPS
x2go5ynG9BNMPaEqd04uHn20a2ohWtCPbG8JQ+Y/Z25IfmrDK1QDBoHlOgshzN7WEXBzx2nOFuGj
LZUuz46wxivEM2pTC2qPUWAFvfPTGld8dBMk9wDLu0fO+JDUhjB97HBJYX3rYWzK8ouNKmYXilId
bmCtUZTsB5jE0jpqXwkXQLgyloZkaXChiIf8HRD/I+VsJG+ydNxVyRC96Ln8a9dcvzURCjE2BONx
PJ5YIHwgnY57bG/zlZeIT5ytKzmMR9EBAgQzpvTPelHUh1UduKA4O4V4kpfvqDAc9xYnDkCUe0bs
Amk0+oIeP1Eg7nzlIB3PWThk29FryXiArX/AxZ48GDa7xhBY86a36I+a6+nF8LBbUE7N1TK3ntwg
8F8ioy2PxoALrwJqy6neu48Tvdt+puZhRU96tSpT37qo5cNgOncSr8OalQB1kHNnvSbSu2dKFwca
Ca4ttV33IAhxZlCB7ttdCyxav+YyB+tANHuGQAKmtezTp0awvkly7xCzXY05mjxN/5u7M+tuU2mz
8C+iF0NBwa1mS5bl2T6+YSV2zDxDMfz6flDO10mcdLz6ti+OjiTHRiCgqt5372dj1lggxDD2fSme
IwdZDCIPhV/Eci/CIUAyQZV/nXuMqnr17DMbQaGlw3S0Y+8iVaQ6ZtiVygoEvMgQ5jjEcWAhvQ76
hGJzQ4oLqS3tLm1MuJz3RkPhYRLO0SnC4GRC9lgEqVlsBxXsI5HnmzDz31qVlLfGoKORVnILDmZO
Mbc5YMb0jwLpiVIHb79ewENKZmlTcbA5c+uGJp1uPYD124ehbV3IHpGRDPMnfzKSW5K/AVHXzaEn
tLLSwQuVkhNCzaA+6vaHgKqMXHCEB3r+fn9lD9RLXGe4iUaQitisGmAhib3Tp1mFYINoaBtIPSYW
qoOPrUy55J3VoJeCrvsWpy1g38H9x8+sR+Uxk0HftC1nl1HNmRtWYOeNoFhN3WRdGOjoShXOnp6J
yZFAf4MY6gVumCLdJFhriO1qJFY38Vhe+VaG8DgHE1Gk2TKcPWu5dijdkb2zCEIX0+Okw5Xw4izf
RnE652dTemnlQEGBUMuRwOY+6Q6LIsrrGzvKriOmNMbSdxERO2ODnKOjCRcOObhYbTwxn443qCLc
C1/bTknnnYgRVYzVqbYO5HjlJ5O5r1F+ctqYCHlbz7myHRpVos7Hra77e9E5+YOt9c+tMvRj/YQi
MLrvsMElVDmufVS+5sCEMdPtWz0gzm8KUgEJzFhXNJcSyey8rWlHdE5PmpCFFmEAarBqBvctyLIR
rgfwddAvK2lP5Jtj86NWSnCnS2nNEQ+jl7U7Zau5F46LOI29XanTjanb/LJOHmozPoLZD9YABPz9
bE5py0NWAIWZUlD2cKVuqFku3IaTc1GO4E6wxnjeXs4P52dRdAkKo9wTTgXIp56fDvUlS2Cf0THU
9tDtd/2oyG/2ynGNYgjXST149jLVMBWOwGHxvZXangjC91wjr6nRNXMfUy+m++t16ygZYTggIbP2
359G5WBRUSA9B62zm5P0cDJTQnYmd2yZf3CtdS2i/5mTJDwW8G0WZ+vUBn8TNoRoSByMrDBmxwdv
nR/GBnkvWWBIyIoewWxkTnslTfXv06SA2qsTmq1ntr4f54fzM9MegGrRfPz3dTum0YokOoTjs39e
AObCuMgzMj7moDHU13s8eRbrHQhR8w+6KHCXxYAFoJ4nLqhHS+TNDgmcGBe/v+efpy4/fuww9q+D
JnnhNu8s4TDKn373/AfODz9+4cNLnYZPioAkpq0fsAb98SsVXSjCuOeEyf/5MOefGq7Or/z01Cgp
2dohoQ0/fvunf3R+Ex8E/JamSpcf9+D84w+b8FyQC0MQQiyetx1WpFa05jADoDgkf/qNP733449i
hD7RH9ahX3M+ciNEOSqGFHcx4NWl5tBFQyQNlXX+cSVcDnvvsZMxIrKANpgDkJlFHQ9yZqZQPIWW
cH7tzm8ODZHZKJiLNYgXFm/wpNQKcBij6IiJL3fvHUxHS3M+A7iuXgkGbNZ2MRY6EnqjID2NU6EN
sBcSpAo3yDXTOw8+SeYP1VazsnA8pDgHoRV49pxBWuxjob8M+XRRq/4tzCCpkUrvBP6xM0swJZJE
T0WISzja0HnkLAninIpS5um2ehB0tRd1Ut5FkXyHpnzy7GoVWBiOjOCLU5DcaSgQiLHzjqy3UdE1
Hl2dnj6SuNKJLlh2P5P5li1oFSyNzPpKmMUwF3zahV5rXzqyU5xJAh6cyp1WDa9JliEcKIdhFWod
AHg6xYu6HY9Wob37DhNgzyCtWDzESX8fVmO57kz3+txByP2ICm/av1rkDAcFKyPHLJ9q8c0dqOTa
rjqByN0BDVE6FSC97uNVCAQNJOoytIaDDJNDpgVbaBUvcyefohd9bGtpGu5B2oRaN3bI1gjVYP4X
dzRfuwL2WpDfaQkyiJlEjN0sqRDe2eJk2t0jbnkI8DcirR7Rmt8C30swUYhtG2lvDRDTlddEJ7Ma
7lxjekgKNewMQZMczM9lWze7UiNIi7lbQkt3X7Y+pjRvvC0DFHXKf8esybSoImAZ/tZihLK3aOAD
V4GVriKnZd6ZWoSV+PWiFhMJXAarAS99GOaAeFxbG/dQM9lawncnR5c6hDfDWiX3JJwyTP8Drbpt
q4cxGft3k6UpmdLkG76MWr+pBv/C6Pyryu53pF0e2xyVY2vN0/Mr3Y3vBYBnopu9Ozms4vFY2WSL
tepYufbOIRLJa19U3xBT02uvyHouE0UmQRGIxzJ+LM34CaYoaWp+Z23dMj6AA8vWUMljZq/RrWua
s+ez/FoAGCVsF1cJNxJoJxg2x86CE4V4FscH6pzerHDX+t64gn2pzS2vZVfShMgsCG2itIcdqrgF
dHuDPjQT+WBeyKCYm1kHb7XWD+DDVbFsdlZKxAcieloOCSa4KeYAlj3mbG9kLchKHUWktxxvPS3S
8Wy6b7JLT0JicDMHP8HSk3Ey+jdm7ZcLRJrBkpLiPe6wkcxD/yEq5DbXm0cWZResJZxFpvjuBILs
RSDs6wgn/Koc7JgrfTqQbfmtgOwaJndoi97dXq/WqoAolqQEC03JDEczX7B8EG9PxNOUlPES8EoD
7idfTtIBUaIL0lep35tPRVpTlMwkhaCUEFQb0uJCHypA2QOxuAlOdYx5iAdArpcTgXWS4+YFyfOI
0aMboiWFIqJcOARlrqENz19SBrkNXiXC05yMRQuSAuNq/g+jUwRLkqtlxLmftIyvOHnvOeG50zgh
p1bdqkXSAYUoKNlVKVWGemJwJFCJidAQLgfdCpcRWtQCDiMlBvJ5+hLy7IT0rDaDq4xWAaMZebm+
Hlxa/WJ0SIeBcGKu04CRO+1zCsX/NJR7DkSiYApyrZG9xa1dJI1H+7Zf127yPBv21laGsNqqqzs/
lfkS78kJlC7lJu05GyQNqp7rCtoidrEXs/B8Pi8HkixX+l92dsVqha6Wf4dOjJRz77WmHsK3Yby4
26AmX8vPMF5OwzeCbL/VSXIbAfWSfe6CtQge5oY03S5gqWRvbjHvbuu+itYOgpUFkZwkN1busPR9
pvRGAsNGQlVYjn18YRH1jTowg0LUzrvfymjlVszUa8umkie3aeWzYhasBwfLYYOYtiGnXrfwNdbK
qV7NKmwQo47ButIvGhppdZpxCpqCnp94Vy6r4co+2Eo7DXPBvp2vyLy7yIlIW5ndzIogkDz0tFcz
jC+TtHit53q6CS+a7kddHI4uancbWR8+Ry3aSkIg8cpc+Ob4WnEF1ZSdNQONZETpph2jf1DtIh7D
EJ5bK+Q0V71Bexfh9iLhpNMpnerOe0LJYFOS3ktJNMBOmhNAN+U7Vk71co5DBoLoFrhkwgxFPDXY
RRfZ/0TQ2Fdx8mqlSE3tdKIiCN5nCXr4Zqrd14R7aKnZDxKXXjZxNZiGedIyIvc6Q3xpG4jYXN/1
sm34TGnBQdcsDJ5YMeIk65ZOTmqEi9qPq52jj6poyRQhrs5fhbinsVYufa/GRVRhLcdgReC5p926
XJaLrGwNfB+K0973toPlgW+G8aF9q9MqpW5AZ6ezNdKyYXIusqF6TNJTitcJaAL2ZHwT2DzMY9cR
PD6UJEd3V3BIq3XZzQTo7ujpWJ9FzCSpIvWAW0LwPavh/6uYxjD0OT3kfxfTbNKijt6+/Kyn+fd3
fuhpUMq4DkwfOKYmNPL/qGnkfzkoYqhFGCarDOIr/kdNYxn/pesQ1F0HXYcOMBHNxL9qGlKEZpGH
5xIZ8V1p839JBTrj+H/A0EHCEVYjLGHYtsVTXN2/SkcCfN2TWxbdDlJ1y6BWRyctLuJDU1andlAG
Jdkw3EaZllxGvm4sOwhcywIOalxei3KaLQ7dFYtniuJljbUUbyQppCa3u4CBoMubi9ZQx8au3F3N
ebb1QjTjPx3vfxVCPycbfdCP2HN8EqFKlqmTN+DQ3/t1F6oqmDx8UOQt81UtufbwLwMP1XxwpQhf
FHmc5qLz5JskNeiTbRszkv2n4/d9455r424GKa+fke4/xR3UVqwMXE/ttq5ChDLFtkotFjdjuE5N
o18Q3HUqobMz48th5hN+8/d9/+P2+do8y5GcY8L6ECFClG6C2kC028xtri2qDkT8GT0cbuYIEuZa
nVxUUb/SEVTQj2Kk/GT7s9rq4/5b7L3g9DaZnH84+INCTpLaHHybIOhlXKvbgDQcSvK2sdBF6C4s
q4XM7kavtXJTuqUjkyuBhwCuEXUIq6y1Tw7Jnz+RhUCSiwv92ocjginQ97F6UL0qhMOIO8y+I1Fd
frLjv6YI2Hzxtsnlgj1eOOacifLrWdcErtWoyidLeDKK1UwBX9cEiT6WPjGOTkuadJD7V1ODM95U
5FT1Wn8ta/IzU1lRc7REuE1B+RziSLifBLX8GiPw/aMRJIbE2jA5JcV8hH46J+2KzOjQaKE2VG/S
D5AGaOGrsDCa0BSA6YTV1o/LT86E3w+7beKuNdFzwcDirvXrRv0wiUnhKbptrNs247yXLkvmp59I
3f501JErUr6F5iZsa/75T7sGTsCMkU2wa8HgUo1hNyBYIXWwjOqT8+hPR/HnTX34gh2hB4ymabd1
R4rrXaqgxsdvZczUwpICo7wVrqJwPP79vLIke/DrBWWbpPnQzXYdjxP4ww15DOGx9T0XtIk7ghVF
m++82d4WyYwliykWCsRzPHbHsuzvWymw06M65tbgEUJM00ylcLz6WCNLygHjij+Pz21ulMN91+0U
sz5gBJXNWk4hHF/7WvSOgG6C62Qe/XGg6lgH742B7H9Mrut5ZhQkLCzoeEaXLBeD9sbotBdR2dHu
kz2fD+iHPbd09L/IDl1J2fDDaes2gWMWLRduarbJhpbGjdXm5PkE7JUGxaLVoa/3CmSx8u6blBjZ
WIzXRLXKFYgKtXbyu7RpK4RCHrRxuvXEi/QrawT6HwDmyhUni6kUJCNMo1TmiisX3WM5e3wqfQV6
yLq0cWYch+Y1yljuB6ycdv4z3TAUbjHAdpadf99lw/h97LItkj7gN1imzX8f9hnQFCINO223BZWx
dddNh76Kvw1UcRZN/zDFBWnSHSEqNOwH8lU4HJr9PnrNld5GG8Cw2mVQvOUJ/9f1f8zIKVZ1afwT
UoxfR2Q7EGptbJzOJkejdTYs+uW91/k7T/8aaxhVs4EVVc9Mlb5qZy5Rx21blY04zXTI+m2Ghq7B
sarxMxFnN4Nyb7yifGi7SzSOC5FDs3QteTRb3bjIMawPh3gK8CeH0oQqCUq2U2CcegzFh2TwUK1l
XbQCUaLr9oNrp3f1TGbxHA0ufd6tqe77ywIGc5KHLKg0uZkk6fWF2TOOiugRWB0VPJiEAwuz4AF4
6XUn1al2ykUaEW/qjv3rWJrlUiMOdm0EVcaxW6Qy2VP7kavRyTDWld290HFO91p7wghFo5Jg8KF8
qCIsC6OAOlKodC90NBzxhJVrtOtZEKjdAnEhGNl7DWv7tZD1tS3uHXrOqErtF9Nw7sWERC8Lg5kL
d5EZDsAOyQqbGD+KrKp7cAKwTuBUom2RlXMEHJ6EvG5PaTh+clb9fuNyGQMsZDSC6Z2UH+4gA66K
zu65jjrRbkhs3boKn7sRobAA5rCCrr0kfzn/5P7/x60iRXZs3Uar4H3YKkgz5XoTPFZNf2ys/qYr
0veudq6GSXugFPmUeM7zJ1fP73Mv15aMBEBc8JML88OQ0wSeyrW0Y+4lFCyOJOPeFt/VWkuf6ost
1UQINCwnaqelPV3/feO/X7guTZ15eu55uoXU5NeBKOhsFfeqYHdl8VzW5iYe6c0LmqybsjX3eruT
2htOuOyTwzxL7D/cJdmwcKhhoZu2ONS/bjjTfQ0FKsdZdPLK4wqjEpGpJQWM4SLJoy8Z6nyW0Lhw
0nDC7kqnH3z8F0c9xnZnfPZpfh/1+TSuMQvyJc4A+8OnSSJtMpwS8vswMAvCLbrQgzJZewEKAkRc
XJl9Y1w1UlcUqgoUmP4qTV2s1mF/XzhmDgxBX/39mzH/9NUwHzYQlWNeMD6GASI3ElOkZLM1yWJd
pvTQkNuAFIrUYxmM76rpSauuCh8ZtRkw7qVPVPtuR+nrl01qIGWj4rdrRLsHKUQ6Nit6tIZoVvhe
V60e3BuxeWwjaEdMRdSWIqLfolqppvA9FP6wBmbsf3KYz9OaX4fGOfNOzitCy2Ot9mEuEghoPn5o
QXkUk7fNV23QXRnSz9a5mrMOjaRYqjiq4N3QI4xTurdTgxontecLH0jZqgFLh+Yft6/Km2XSYOYq
25Uz10anzFrJPk03uo2RLgl8MipQD+k4MNeBg6lnEPjRau/SG2S7swt2eEZDWAyr6IF3AceoiEAn
/f1bJNz29/OclTFZz9IS3M7mn/8008Ns5GWj2zfEqOMkCsNdSANC0i3dTZVxqdpqGdihuAh7kmA7
5EgQqt5jIHzAQcK16uCeMj0fWQXCf2MBiN/WEqjJFIwT4AoU6aoOFDOLWThBmzb9qrn9Qx2m7j7N
jYYC/jz/caxVViKTMG1Fa8AEEOyoZO8GfUDUXjMtwmj8QtoAOdsJOZipjwbS1Ju7vnDe/n40zrO+
306An47Gh+usb9Ne0FducIBCzRjTsYZEadTIpAHHUp3P1twXSlAgqD4NvM2eCX5eSvtBxe3p75/F
/tOdngk4gzR3Idw+H2597qjgTtmI5bxMqm0v3PEgzOSp8yE5gA+/jGwErmWE1K0OAm4IqXHKKBbP
fDbshelu4oNf+gXSKUhYLUvV8SA92jk1svdFNs9x4pwuski+2kBvFqChvrRGB2suwHztUy0jhELc
82fvQRPB5UHPtwxVQXXVTUgxdqP3NG9BQ0rzhFnT30BfeSbsul64XjtSAPdhIGG0Hy39IjS5RWEA
yFbksXnoAYkMj/QnS/hfiCp7cLqYsb301rKtnjpioayKuJIIYK2ogzfXoPP/ybH9/aR3dN0Qgjmw
o1PS+PWkn1cGiR9zO3VF8iXw24LAcH3W3jOn//uW/nCTRINO/YeFMn9Vn7/kny6vBghoXhdGs8U5
/x6XGBxluePWeY3WP4MRFOJHFUj6c3H/9w3/YcpLLcx0PdMTwkET/eFeRgZnV0rf5vacA8QiemjR
uYO4SNrm1bTgwkwuUS9mR5sddsjCDvQIaS0reZ95PR1t6LjSfYN7FW3p4IBLCWt4tdHGd0BN/v2j
/uFEd3RhUqW3mFywsP31GKHdrUw/1pttTlrdoq8ORRN/UXp6PRCnlEXRO0L+z4pZ50nLhyudip9J
M9qkNOd8HFE9BduSkORmayhKs5YOKlHDPY+f3ZGo5X0aRk5TbjQPelkb3MKGujCbHHCll/hg2MT1
YNXt3LIEiOUz0Zyi8T4y+kOrfTYF+n29xhdpM3RKvheBXfDXwxN1LW01xT2pJwtkpZfS4T5I0Iyj
0260w3/j5H8JNP97mY/NsUTCb0q5jUrfr5tzvBiuVjc0Wys/9q15FIKtmjlKGIX7IeX8XXrTgCXl
sxP29xU50lSqpJyufCG/GQ5jfAQke5fNNpvaJ1BTN4ZkdeiHsDPDoT6xXFkaAevPBAAM/fKWzo3d
rEIFq6b3A8hZWeMsLV1tdDfZ43UqPxkqPwRazvUePiAEOGpwQmK5/nDXINHMnsIGWo2piS/cVWj0
gvbZJGVzZN34LYyYHQNa3zhEorkwH0ooAL6Y0JPW5kSFLH23Rg7h3y+eD7mJ3z8VM2S+KVa3AJI/
fKo2mEPWcr3ejl0QbxAthhcaCsW0meIVGmJ5BfrCW8ZRoG8CpQcrJo5oWykidrGbXY/ZNjft6M4a
hm9dHPZ3nRHcnFPiQAp4mjUdKje8mrjTXFZe1a0cTDzbiInmVc644MXGkYiCfEHoJLmXJcNErpjC
RfpI8JfjqaemOuYlK4RooMJz0eAgRin/PHVpcQE7Tz6aFT4Ammr0ncNtP5MEUoNhzaqn8hIFalMx
B/j7AfvDHdn1HMfhZiyZSxsfzu9Qc6PRzp1qqwIai1MUrzsxqXWfd+Gy6Oz7KMTEodXvcf9pEfsP
cy2PUUd6ujR0Euw/3Oii2KDcX6MmdsjA24FZE7tI8/2tCVJqiRjFuOjreq8gku9Tn/qmNUOhwtH6
v6+pWEvZBF3P3YjfRoYyL6e2dEW1TaLxVAuU3lWi62sEvMWSrPkvg0s0xVjkl7EATvv3o/+HQrrL
xqnmsoiR1PI/zGrMycfnRSzkFgeeTQZbuDXd4mtcBsElBidzHWlevgym6SIGIFiGVfjJVfyHu4yn
U/ITjuEY4rcscGZKeevhZtqm3ZQtS+8C0XfsNvAf44w+q/7pHrMU+sNakjml7nmSwGCM2x8uUZdA
6y6YDLapMu9rYcoYEn/rAKQu+w1+GVRGCGqNofLuNdvVOQ39N0siyJeDX20DUi+vY+1LHmN3xtiH
zYasRdLsreC6w2rYGJVADAk1BjQf3ARpaQ8uMoNyjqdlnpxcagmOjYYSE/BXqPFh+tSMCjxTU8df
2sHbWGOT3jRkX9FFKGxGQJ1lbz5ED3lbwjUpM8Qu5mA9JURrKAdGTI+wgCu9c4+BMf8hOE9fEnLR
YrUEi6/fUs3R7gUSC5/e9iO2XKxbsvOPfkS+QVEI7drWVX1DJDyYtd66obFRPbTvoLO6RYRW9cm1
HrvJiL8B+FnWcz+1i+4lK4gb+Jrasa/RR5VZzprbDX3vNpbkVQbBeAi76HqaRuORjA6Sr0fLe/ab
ON9aspg1aEKcci99ZCbTkXkGDXgw9YNddhAlWu+FRVByLOEhXc4MxgUjZP44jPG9XgfdKusndKgG
PpSQeVtGWANwZDvl3oFDvZ2A9yQzKGocu+IujiSN93J61RPjJnfTf9os0ja5KaLjKLvo2A3tWzk2
/RJsfzot3Kzo1tkswwtEqvZRkbMCa9OpXkVJPS5iA4v2OlJgfVKr2U9Fyay+S59wl3ZbY351fktC
TsYvLzLgEDK6YmSPrtqiaPcjZZLzW4Zb2vvWNbfpHCQQzw+FLtT3Z+f3/AR/gqp93A4uIiPLBt5W
OZfnZz8e+iwAZQTQaOHaxASP+MUXyiygivVjdAzEQK0T0+868JPiEA66Viw8rQXbLeuXAfji2pkI
HoyCnvyy+dmUEROYpqZOFHgwnbSink4dfo/Cr07nd+j8jacojXEZTcmugN+HqNm+/vFQIT6NmKtc
SSLX0M4kwxZXVLJrxhx9jVmKhyGxwl0rs23fdviMe19gjWZJtfdU9UhsQLEJkeKvU8P274RbbIwx
N560sCCPh5Q/S2OarENYvW1LQ7sdiupGpbI9FnGuXRs1tWMPFbc/aNbKDmz/PoCggUC1QWMxv8yY
4h9H1M1dMyD60zIoIDLpr5km1D3MtgVhxt11g/2CMGCT5KebCqrKAmVeeqHKyl8ahHVvYt2Jb0Sh
4hsKTGo9jBGc8tGh/O6o8GDpkTqQxYEGypLeYzrG5NcWCA+g2/mPTgyaLIc6wtzKBVYyTI+jMChh
BGo65mBzHtHY7TW0YjeZXpMo85LObwpAaWDqCSWwyFwiSKB6mDVcdw7Io1oa1UM11tWqSQI4c2AJ
105BstXIkviEs8U6nZ8xde1ZaywksuON0bfMkeLRqi9lBatHVsmLNUfASbd1yG1PHc5vsRCtX1yp
IcMRarT1FvvnChmzfJhrlDglXETndoAMLreMOx0V10JTBIuWzdqb2G1P+d4D6ApnpQ+u3FoJGybK
ExysAeYSnvJ0GEpSXk0CZ3rQQVTqbxB6dC/BIJ5V1wPNynMAlqZFKDTnSWGCDtLqrD02PXlTThm+
hU42LkwR2NQg9GpTBHa2Vg15iHHeZnfE6t6M7uD8k8VuDmK5HC60QWue7eER3EaGZ1WsrVKjcJzH
autnlftPF+4rc3Re6P8iZayndtdoqLtsh0b7/L4DQB1PD3gANXBbhZjZPDiCfDGCWGAwQFjE5AdU
aoxeuJGkLzm2yLRM7shvrq9dI3Eew3gDpDlDG913N5YbHcPxsRSVce+icDy52fAQEJn6YEdTchW3
2uv5VSqi6Jg3hPBlPoyaHlzD1qb2esMgs5BEEswhIv7diByautAkDikt0FUZm6Do8o6EHYpLO4xU
44OHWnQVRaVFv60YH7CjJetU6l+Hfshgs8bNXTeQfO2J6LZuVHPXzg/GQP1gKFwTYWfSLgtlU3bO
vX7f5yY9qvlljD78Lsohp/bkZmW12qLJkrve8Z7JbCEftne4Fk2CCEDi7Iwgib423/ii+53S+o7B
xxXXPi7layT2ddrYV7TlskU+JO7WrVraFH1drbnhOZc2UKW13RJLMkTBeAoQdJ3OzxRKXegP6dKe
tHgzDhb9PJI0r+E4hCcnffTwPWwyZeNan2nuurJgyplUbGQlJ9jcjrl3DMZeFPjTzhthFFrU15Iy
vJKjLA6BkZQH/Iv6ukE2uQUBCH3Jzje0aJsbM9Lx+AxCHirTRezvCM5SOYWn82CHC4kYToDpK4qu
09X5waZvYCSevtWbOrgUXrV2A8O8EL7/ZYragxO22TquvhWaenV8gzGHOhs7cPBUc9GlxNiwovZW
hcQvLtrgYOhBsLJzNIJ5ke3NcdrVLCMWNvBVTXlbRFBvEbo6VLMWvd1xE0zRN22stzWhrfgoMEc0
gk/BvE8NzbqQ7m4yJ5qvPtFNYfPUImb1zfotVpcAxbcsYJZDK/5RkXOraxCeKX/habFX+YAkRZIQ
DHDTDlYVc0gtE5du1z6ZcPunfu4ql6dUBvOoS2fJFyhJJEDe5MklsFBM9qtphlvRRNvB3PvK47am
vecquhpN921qh2F2WS81wj/oeRKYV6cGQsi2XNIKRTgZFGotO4gRGsADFkPx3iimRyy414jbp5WB
Xy2pJ1hQ6Y3KFwL/aJSW/cUQY8WIB2Nj5dO2ibT1qMxtEji4q2g5yvEbK84bck761SjrOQaTxAWW
eBaHjSmrzW6VOXNlPTmoVvWXTvmQJJVaOrF9Gwt9WnaN0FGE4zGxbOq1fgY6OXJfXYM83ijKwgUW
i5vc828d3F0rbRiNbRMzM9H0bC4ySpJQsAoV7imNwahOU08oh5chI8/3meUoepPaiahgkucc4swn
Y6XXeM1jy3jJS/2KUglEPBdJrbmSGF6RWE9vkFw1mn/mRQsKF/g2TZVKm1IACLW7GbXqaCZ6vEIR
Uiyr0rpGlm7N8Jh4qYx4mZrPZudejQ3CH2VzqiaEc6wxzzXrKqyueqnlG30w6g2tKoWJWyXIfc0r
W2MdkddltGmU6R1Gh1uCkN+0lrCFwrXetdzSSUktLODr3lWiphu98VghG0jwfcdZCxNARUI+E6hz
6LkU/nXSc6HYqUjr1qOkaeFMRxmqbj+EYbScrGBb9cUl1smHdprAm+Qkqzr5e04pGcg9qO/smxvH
7xb61wWOP/JWmFkspKo3ScZ3DNny0SE2vDJKBAZgqO1bcYo0mtGBhzuB9JTVAG9hERHGDq1OR8Bg
Q42M2wOUN0S05Urvu/SIGWgzmc4XVBwQ9yo72dQO4dkVJnIrNQg3iHsXm0N7acWCUAN9eLYNOEay
7yF3A0WL6Hzi6INfWDAulUpeZGZUb33YCVagTxdN1b3mDIBxOUY37VifyJPAzh4RI5hX5XBIejJ1
z8+aSF/VgdddqIahZ6jFtp+C8lAOIBQjyTKXOqMNYu2QuhCP3TE8AFfD067DQ/Ai5MOFTs3YJflZ
4X08uF0A3cVsArUsbErw5ze72KoOZYvkeOjdLb2b6mBoNRXFUq9WOrk+B5P1DbrvvjS3nd4d5bxB
CC4gCR3J3dMge5rE+UUxEPY3FMJdnj97mA2EoMn4ldZAdIiDAewQa3f4luAIVa1MblcBkc160hzs
KhbI+2bZRz1Ma0KGrsip2JlBra0bP/uqgjJfyyCpkJZ3xaGbD0JCVuLKy4VNF0XrDiFepl0x2tuQ
Zns2mP1F5gbUchgz8VHHOvpcJ19YODdWrke6RolspO99fWlJEzr6/EBfcCMb09vVGkDPBqxI3doC
iVqG9BwvMTLp2s0Pka091QSNbZr51fktluCXUS5nIE12iIoqP0xZmB/cYXpxCaJcWB3CMgpReC8c
FOwFfISCIGWOctU0BdyUKcf7nYO38rnm28y6iF0G/lBPD3hk0kMyPzP6cDvZIXkceffsKr/Y8Mrf
nx+KCcSeyI1HYC8ZtxNbIuTmhzF8MULD56e9TV6AZcrdORpvhO5y+B6SF047MKisgnqxaYQBeqME
mFRX0FxVXT2FZTNsvr/UQi89cEp1S2HZE0oKVnl4uFItiglG5WHU7OgwFE8oqrPvb7utcBe5AxS5
n2Egm1ZYDWsNzE1Z12l7EnW+4h/21zQz3L3VqZT7uLqyEm/YhxLKUrR1CSKkh6b3dDwZ1wzJ6UNE
hrYz+MYXZRYlO4MV3NrsBcGkqQa7SnePKRWrYzqU5FV7OhBBrTS5yBMEG42sN0H4bXIN/0CRr16n
SY3pKr+InUrf2ISnLTrLJVeSyI0eb8VC0HvA2scNLNFf+w6GiQEVBxK69zaa7QYL+QDvN+JswlgM
9jEkMPlsXM+oerMewcM+gcZtDlzE+d45v+sFGsYENYfWnt/t5n9lV0a8tnxKFdporCddD+Ga8r5F
IBAXxfzbutO5aOPPb58fzn/+/ExH07+MZ1b5+eX37Xx/PP9qoRkgEjoN0s75I5z/VXn+uOen31/X
krCvHmzBj882nD/8+cffP4k9pk+2OcnvH+nHPwz90FkPg3gicCZizj1/4ESzd7jSGaaD8t+03fOz
FMcneWY8/PjB+b0fL8/PkHKQuNnlD+dX54c+qP+T3nt+LYPGxtATns5/borSCS5F8bWBHLF3XB8m
hycF/FBe/niYYhbSoC/4ts9Puad3mCXhkbiptS8M5uJh1dhLrydgvi4qLNiaOKKhdFb/zd2ZLLet
bVv2X7KPF9jYKBvZYQXWpGSV7iBsS0ZdbdT4+hzgvXHPixeRjexmByHa58gSQQCrmHPMarYafJJJ
7o+5WJwtjrvSl13gmEzmGnHcX8Bu7ZJvZK3j3P7Dg6iCwj5Ffqqig8wLjKphJ+/tJJpdFhTjxXbp
xCuW3Hm+BFUS5OObVYtHEYGVkQ7fGVQcf7EArGwAm4m10bolDlb/7dK63CJGHfTZQFE+qdiijeJG
vqrz2Vk3ucQkZnLvIdDruxnbq7KMJwQryD5HOBxBFLyDbUGNbM9k7szOT8+5W0LflWP9O4Badwww
6G5hLtL9B+1rRmyL1i24jd6O/byMD5GabV/3LIDyiIsgkO9pre6E30GV66dVEwbBamB4IgXQdAVa
1e108rBR+0k7wC+DZUAOLIHj0tuA6FXr3skxPmT175gEyfopXqzQFfGDBA3cCeC9G0n5tzWtLYhR
LExT/N330NKjlsbDlfA4GvOYzFgurYQtwrgAkmMQaS4zFiZiigqppSnV+q2AQ3bOZfU5drdOL56D
tB58wLzuhmGkd3f68jdRkxEJIfVXFXYvWltj7tbhRsfFSPZR9CvHAZSDvdbdRZbYmRtDRWqb153v
lIV3ChXahJjaSBSDtu+Mb7sIxD7qXyPkW8+hoJyp4uCsoU85kaox9SVqJKmfPY8gvNRLYuBrWDP0
Oi82REgIHs/XpPoqzXAkCrtIdgQy4/2ySoBssbBXvY5R3gsVnMmUrM0pLNeiqXnYK4yNukivGrEU
+yaYv9E4plcHRD/+XPeELQSEttUPTxLhWZxX7xoBIyfHxJXcJYShCbMuLwCI91Zv6ocpjfeMnt5g
uSQni9EHICyIOyB6x+1sZuQFOEmwb4zqF91tv2GHU/ohRuIbKAm9o+QrNNbyVUdoZzE6atOz3kSQ
XrNRzB0awpLenRFYvlVMB/iL+IWGZvJj1kTEwxIKRdImOib8wR61AVKDk63s194giiidiIfKkLhA
Dehy7TAjqF8/CCS5XVTnIq54EuXErE74c2SAvntmkogqKvp0Epsn/CzjjUyUOrfMhwgJXXAGrsIk
BrnQHdyPUVTZ0f2dlp261eTdBCpZz5Zx7UImDA1km32ql1ddoP7oLcGtP4pG8tfIJrGtxvPRvnoA
c4lWxWW2bkwQbVFMvd+xwKWtWM8ifpcj4tK4IJghKWmcsKrq6BRgF2Kf2Wngaph+xNXGKYeBMRb2
+rLq7pZBRueSZekx5zp0WJtMvSGxF6ggQZwlHaRrXIHUWOtUBz4X2ra1DkpuzJn+a9GAYdKkGOHd
oa9jop/NfwtWyQRCfGpl9bcbRvPYCYzSVPK2n9vItfK52oUWCTzoDgmwGVvoQCL6Q0rUbiwsOLgt
YQdR7DmXaIgi9M8x5CsMlGTmspNm7ndG5+RuKgTbPDpNEsvUOO0VOXJ+0sYg7ozhK47L6Yk7IEKY
Hm+jwpKL/T2BczxgRFdzDtSGbk6g+MblFN1Cuy5PoqcAk7rxZmp5sMvxtRxK0RHgMmvefupJGeyS
YRN6SfSjHeVXYF1KUhcS9jhaj52MOiIBlU4kRlSC1yZseSNUzqW9XEWDBOxZj+LmhIomzgPLtHUI
VZcTskwKZdiHHIiTiUxGc0XrHFvHM32tVufGq9LLvw4G98ZWen+DOqLAYgmx1b2B1R+sbb6ZU0fn
skCmYsUJyVy43FgBMhysC9pWmA0NwvkTDeW4MVz2F3kYgLCSBTC2nDvVUk0avqVCGDhMVow4R49A
FsCqDYmicJy9PZGtpoCZPuJex+KXKRIBEI7AjMGNjM0bWar2LkOExWgrWHcR2WNhCb8Nph3mtilh
MOQNe1Pvfk3FHB2coOd75WuQoc2W5wqUkDnaulVcYdnCz+Y2HuYxaIKnWGKyLqJ4Z8dh82fI+z+G
DiUkpdgpdEzgaiRZpLCn79KQh8mWPq5dm1moC9Neq6DTJH5PBXsHVLtKFtRPh3RzZXQSdY2aP2KD
cKYkLt7nNrnA7plO4ZAnPrscjY8bRo+8K/fhQkVAeaWml2aJG82i1tqybv5k2AjgMvLQ7hjFShuh
Ss02/L0i9T1l+EVrcI8CDrLz+J5yyV+qO0U0840yddhVnQ4H3bETzLXC2TXkYmrPmI+8XVfImzdj
Tk4saJSOEYP3qobrEJaQVBBZbId86bFc+JBQytaO1o33qDm1QChKo3VvkHr3oHIVxJDqT5x6fOjM
Pr2MafMBKTL2J4Yvu7LrdxZTsy11criJS4RxCgjfrk7FJTLpQsowXg/kdZwclulgIEyYRKE57wbV
H/sIO+fEpJ5s6y6+NR4PF9k/kz2Pfi6pIx6xVA99RejC9LlQ8597Fkh4Dwts7UVRgPPU+l1pImBz
292ZoOv50Ifp1yDCai0FmDiuCRY8mfydZZ7hm4PiHsusay/UHGxbB4Q8C7UDc5npYHUqPTWk5fZt
FRw0QpVQRY2/NcuTp3oJGoCIFpINyXBGzQbLNlBJKwfd35VRgI5jE3pqFyT32qSHDSbjJrxyJPii
K5P7kx6PUMNYr+5DK+khWwowD5Y9GnucW+oug+deyfxHlYUw1EPjjkahwNQu050LwXsjuk/AsNWL
lSTdZYziTy63+qV1O8p6i6xeL8BinuQfEFPrk15hcdSXlyjj8k1rG+lR9uV4iAh43tTkRA3jQLBd
nJ3cqt0q+Lp9bQEWnBqYiawGQwI5cCmV482FcI29oaUnYJRkBUmyN4x62DhimEkBQwxqJWZ+ALgA
SYRv5Htatpvq6Kc19ocscfunyo7IPg7JEx+r/IXI2j0jKIEcLfvbWi1Rmh1BTGau/03JNULED2H3
NwOJ5pIm2LRa8h+8qPDAkUAysDppbJN4POiAorm6dOwbWtefEpZZAwoYP0fUw26LshP6WMY9cmBJ
QvNShEG8l5XNrZ0yhTQ5RMjGn9jtttbUS1R4IWmBcUCDG7Q/DVlebSMvr5ZgXBjk7XiwCOocCFUf
Y8xK6UQ6WBXZ9z6xfHOS9oGl7R4KybMFr+06JUrnCSJAwJTg7sKcp2tgwQouZORLXffOWU0NOxQf
ygCxDH2Z3Z7w9nll/HZauEZeIi+jZIwgR5y1Q6d8fer6Y8a+aSWbBaDgmud8DL+x1jEQdaCPpQmU
4IwA3kwv7UML3gR2cNsh8bdJjcEFj+EZMKBqR4KPS0BtOI3ZoyS3nruuiIVFLIBlrfSA0IW8SkAH
FkxENFZgCE2mrR2bcq0PTbefCec6IOU5zFFmbDI3Q1bFnWJQ9k4yqiKLVa8OKoU2ZwfTW1QL6yRx
LKxyAylzNObernAV4W9NXP0QWb5tbEbKJeoWH8N7ssAGiF9B73jzGI+vjJqYWofFm9CbA3ckCIKz
3TP46KNnl0QOHVk1BvFvYQb9oQdrZDXSWrzPFH1DUm0Muux1ZcZUCy6PUT03ta1hdheyr6Zd3tXw
D2iXTzNdLnLXgCWBFf80GLEeTNf7SRhGf1GEMERJdA9HzCJZhxmZRTvM3thholLR3dHRqr2OWFuO
dUHWzxHhNI0f6X8Ici3lS0KIEGGiOLfHQ5Aq3J8N4P6BMN7NkN6TpHauqgaQKvTxVW/WQaK0dzGy
lXEUvKU62Gly/DNRK55JUoQCoztniNYz5uSs9DkxBCua70FpBVstDrSf9vAVOIX9LpI/1ZQHW88a
pzPYNPewhC4aSJh5qKfRheCqeC3Mgui8sbkEbSqe++GlSg0MEMgSLlHipte85U7CKN9PEZw85VHH
eCiL7UufXS2XXi4EF8YqHMBvkTftU0AF83fKlHPV4okJtoV41QZRHRMifMwgHzL+habh5DNuouXQ
mGG7U87srCgbvaunP7H2OueTvic4I91DMHipojY5s6KYnoFwkDum0Wt0Cesny/yom9l9ehwY2+2T
1PiuSsnyTs8cRKgOXI9mwgwUTi9zkIwXngf9s9nrx8iIfg6MiZlaE5XWRKjSHM1rLnMX5PQFmtqg
BuJtlcVTKVOx1pxuYDRMyCRrOqLaM7TPbjW4ByoG4NoqUHdj3nTWzkO7uDULOW0dWy/IW82Ts4Q8
06bufCoYFAP40AGy68w8da1nnWOxbq6tyBdTMDyl6EYGlpR1MrpnvKPj0QsRb8fV8B3XRGfLcTa3
dVWMR4uGtYxjwraiGlstnOVNFxkLlY+xoiBcJ6x+FFbMu7SWmJbI0MH/IQvgsFYVrIzYon4PIngr
WhCeY7e4p5GM9xELBiag09qW1QfLd+4iZgEJNIFSbcftdCPJtgVMayc7Iws68L+JWkcTyyBh/UaL
qhGrRyrdCHsQvYGCv8lBU4O3hujoQYmPQddP5dZGePPSc8Ufk76BYN3p/XGK3c8iCL81zJv3TILy
o2s6IKYiyi2QAyVjUW1n0DYbGFjdplRAxbzaDg95G0KwyGsovHNX762KBKfAZnI3TSOzVyAQAS1m
ZFm7lowpvx2oDuvY/Zib+ZJ1JbJ3OajT6MQVS5HiA2Nsy0fCi7eRJn5Ppk79O2XDkXjv2E8EkQeJ
nT8Zc6eueR+PtyAoT9ME7WHKSeUuuAv5BfiETU+8Iuqh6H1qwFnINmu2UkPAF7gJpVAyEE7CROJm
hb8842+9pPl65YCuz84+Sw1/6Ej+0SdzdWAHfMQG0z7QWNvcvTH8DZGskQxIBaxueMlFQtoiJYWV
x35nt0ATuY8esMAwHfDTto/3eOxfYIFVG+Amcj04gKet1rV3cdqCw07JYGk9vb6SIJo7325HXAMA
KPBl1vRi2rl56Npu5eoNYgUDEXJeFJzRtqXvcNEJdAjekNq01irW7JB17fwFYLbalSzH6R6hORrN
VJO10JJj1SN8xwzShiVxR0mmMCw4SNbpitI2RZSDCI+51mxw9gNSNxVZOmksftXBthFET+L02JvA
PP2sgs0WeOW+AnuL0AB4XYXO1M+IEeiLqtqMFaL3tNqQhcf2s/JtszT/wlXFPwJ9X19ZQSzv8DL6
Y0BmIRFR20cilTEy/7GD7qJy7XPMxz+hwSwk70LosPM0wnExxaEESzf3jgfmIlVnUbYAsFFmsNBk
iVoLsSukEUOMiJZLF9LYmKudHD+SkuiAxDnWbc79HqS2suuaR70DG8tLCFOnnIqnAawPCYetxCFv
BwaSS0Yy1BLo64inbku2uYTEuas0iT7qTmNSy4yfJhU9D3g4lFjuFUzrdKz01E+BupxCaydEg3Yc
5COgboZfhuW1e82D9dSWhfQDBd+NEKH2SNzqF/Nw3Xcl1FKM0sN2YMmWpeUv1mS2P4WSsZaGtYYq
iDzYCF65rZ8IgwCtK7vguWa4NI3sazvcCyetbyOSptrnOo2gDKQhcohOM3+0xS/HMDMAXOz7gAiT
chZV1r5b+nqNwVrfxnI/Ye8lmQ/XgsUoHM9twhi9pnLMnXeAnC7jxarwaz0aN3UF1QR0l7Pjbnji
ZI34GhS9iV7LW18IELKQ4dmqDtSyiMSV4TLrwZS4jqJGnk1UOYd8yO+e0xLKWSRMfhqlro5DzWm3
45mb8EyuTurdCLvYaTGztTipocI07QsVFJHHBZRSJ2qAyBjJxsTLz/JzQfopz5/1HDkFobx16Ww0
aIbXzplfBJuyZSLlHIUBr87syomemjcOOCTtv60FjDzFS53O7ZE73NGcbBLv0uFXNxgEnCZEgDWS
8V60NQOPTOaa8i0sxe8og53fmsVXQ9PujxVh3Fr5XaRNdEZi5+4cK/karGXUZYTZPsFyb7lDuTFw
EQJXhYlvFLcgecxtGWRPBnuyhpjNc8en2tN0AjyKiIAoj/1LXoIvDttKO0HipJDFWrieQ9KEmU1/
s+elySKwZBfMRBFpPcMiV0sYLFTjRbY/mWGsEwqRd2c4TK0i7ViAbhFWwtlxSUasIgJkMPAfvVn+
Uk6i72I9So9jZbcI+cXWiPvuUBdJR4POrYQ68qkI/gpHlU+6aU2oIVzw9FWS+HbIlenAKmfm6NFQ
I1D1sI2Ecnmw5t4hzYbPNlPxKWynp6oAP6/qilA5TSP5s2RDCOOWSQIyLIg/vMfUA3HGMGhKzT+B
YERjpi1nebD2pQNGzLbGbJX2noR7qf3OMBLreFp3jBx5HvSTS9A6v545wsQ3i7rd5IGpNiErx5s3
RXvpIOliQhtuTLJefIdlC6DqY5i75WqYRHmA6pf5CWO/XW9+QmdyT/XYkuYaD/HBMa8lQxaCwtJR
I8dRELM8GOCVNAM405Cpd+kEwxFjX+mTnAEKivXTaNos9GVdoSKpuO+brXd6HAhi/qqYrTH7i+sd
w4uYBFmyQN3KPEdK/qam1P9kynyyAj26RlPt7kQUw7IkLLaOe6IsFwxmEdD/4DjjBDckaCjP3jNv
id8Tr7zOQzeSw2BdkmpZj7XhS4uclYIpS45GkR/qtMmOoR6qQzFaT7JwRt+ouWnNcJiP/GqbNAr7
VYbO409LudYRehNkiuJ8kKk/pma6Bgw0UgfI18Qp9nnX/IKnmb5UjIR81mUoPHpJOnynXiiqpsNI
Vns6FxkxfwHjlVYeerBaK4zgW/ImadOqqOGONJjrPmVgOrkY7OtgWkWtER2VzlO0GwN6w9rCYN6k
tAIzLgzySI81QANSW63dImTfFmPoPjVR2a+1sdJ30+T9dBCurXU7xDg+4j3AutWtiazd16QcnsYp
tFYevRg5jt0pBYvAoGEQOyXpaeZSv3iz4DnoVH5OauxqSrUEal1P3KeX+k3p0ergL+ccB8/XLMjs
XeIRs2TWXOVNZTChiYrgkuvjXh9N75hRSx/6DJe5XTXonQzA9H2m7cdwx89BX65BKSZXEL3NFF09
LINRgn/CCEXm5+wpWUGNzWGuTFpl7ZKU8P8s3Uw2UszVoS3aYUdcr9gsKa/YQYiZGu2PjGvlTsKw
olSIDgUKqlteadd8Uv2hs9PmSpgj6IMqyi4D1yWsQaL58hKxyRgAQkALF6XXqDW7dZNZ8TkNKk5P
3xq+Kh5xdnqyftz43Z5u0tGqbEUmlXHg2XGNJ0pFva7uZZjcpMHQdzb7TaYlPQGBLLFyPpfbEETW
vko7ok+Z8qha2T8Cm+VEpIwfJbHOm2BAfNSnbIb6WPwukqq4xw75RWVtfroMWtZYgfiR8Hdsixoi
r97v2/67rVrzpZZ6e3eT9qVo0E/RDxOUKMPszcqi79K2+++yZL5nkfkwK/SwlkYrHM/TuV8yJxtj
TC+uYfqPHHsegwUaRCPZptCNj51UTMe7yblGKZqSICzz9dh3m1DU2UFjlQ7t8aWJvecon/kQ6XTn
UymrNQbpCcliLq+t4vkRJMQh9WCh1xEggpJR3q1eDhNQUtyyaryTd2kwH9DN1xnV+Coa3vDJeUuP
C1ZjyO4w68Z9M1Z/84q0QDdxapumH0GROY33wRPhVek6LOHyuQjofBndOCeLOefGxczA+D5K1gRR
RFsyIJwNrbV1qBsVYwLA2zZX1P3EsMiEohYdXAlDoaWpMwZtCWUE02qJG+5kzce2CTFdIXLjdv8T
Hr1FRV62h7gcwk0bq3Q7G6mNgypq9iZepx9pPv+t+HzHbl+8mISQ7Gv66FXKtTzrvX4DaspWyEnR
rM4D/sc4LS+5WoQtptuxWp2DE2RqtiwL33zZehniHCqW22VL/idE76c2C8sbaRnqmPZ86nAMNSfX
JgukN4vmajTZQa/LH9LSGD/jzDm4SlHQkDVsOFRcwgvl6zh5zwz722PvRhsTi8BqKsPgBxrhN3PJ
c9UBXJ5qO8iejIYLvpRevIFPyoSMad7FS0qGfwYG3TEy8jM7Wnqsqt/nnph2XdIaT+X4MAVbm7rL
7PNoh8210/WL4J6xaTryxOCnqa2WMbq1CVy+Aql3BxZYcOFK5oJd+xxqpf7kRcfG9jFbZX/Shb5r
j3pzb/p72WYZEfLmEnqSig+EiRi4hUJgzprhnX6xHy5BZbqfMiHqmcpc+oLxD9Whw3ZpiXhtwu4X
gQtIF+3KPOai+UlHoJ8MxTPBi+VWxw7uDCTOtujJOSvcnNKsj+7DKF9Kl1rPFBETkuXgsqACudE9
JTy/79ggngQkVxtGyJEASFREiYhP/eQRXVHjN2osUpiCcOBTyyFs6be1eRj2Wdf5fZ+Kw4PoHiCM
s6FMOtwX17ns55PNAIMcgXBgJJMfBw1bYOXJ8E3FjF3DvAnOnPUCB2PNANpMwUISQMRS1Ymf8qIz
/Ibt6Bu7bWR6T0z2bDO9GTmCu5yUX9ep3vJu6Z6hC6h+r2Ebupih/krCZP63lDWPQMe62x2Tvr7R
+a6BK69shZ7SgWLIbYNpO0GJ2pSki5dzH1M/0aKXaaVfdGb9SxLIjxaBMu9rEb9HNeOd2sUvNkxq
Z4pJ0tGKtUUR2ud9RQp5pjY5qkz2UB434cQK7iq3f7mhXfqR3f8wtPCmIgS3XVqMfmAT7pMG/DMw
I5+syXVP7OlLNsGwEq06C/ZFBvgHMGT/NOAuGfAdfNiKwWeaxk8CtyGLEjDvXJO4PIID7r+d3Rj2
Fzjd1A62acls6nFILEEsTmjqF2hMm3CjsQ/6yMxanWxCStYiLfSPVvUdIrXIPYHUB0DTREAgtT6/
VDFRJJVlda8RH26GvekbYqrEZ3xISzUTCUF6q1h5g1f9nlgRTbHQz1EC+qByPetoSLK829JG39mw
qpc5cSVIhV5B1ZOyMFnk9DmuQlMxjNDx7fKktcH3yDjoOQ5IYqwKhAreY15VoDEtqgjq7PLSVk1+
dqe/jqPB/pUSZSdQGbGGcNf5dbu4DuJEvlrzAAnU6OWxCXr5WhPx/K+XdsXzDlrctFNZT/h0iSw8
K8b8MA0TZoE8/LkAYl+z6tmrPGLvjSB8HuSA5iJJnrwh0m6AD/wqCl6Y6kznRnoEzQnPeUohW76J
xy6iG8kgIWjcw/f5EmXzufUsh3EKwXhpyaQNk9kJbqaicBUSYiqWKKKo6o85YIWFuaA64s3sfaWY
OXio2QALdN6OZISVaSHCLhZ5+Wyp0W9yCOPxkBVXa8IHWUg2uRNS820PWHDHdhdFpdWUhLXmfxk1
uH5t6CgYiHM/UJFzSVBsrMacBX8wadxmqHTXejvOu86jl6W2nkgQcKD/lkNPfaeJvSfM9tbPtLxV
GhpvE7uHtnO7Z36wv5NS3mZGHrLt0mgg7Y31v2rT4Izsu92y1WTBGij7lqIodlMQll1w6kMK3rzp
/nI6GRCGTcMHqZO7gnQEHsVC3ul0zTttZYflx4K8bI3bdizTrfk+EQzyUoeaeqF+C1e6lkW+VVEf
DQU99jC3M/ECDMrayXnvpN69IrGlxXXy6YnVjrjO5Fd1qZNcsHBYbCCnn8puxeVx0HqiciY8kMwv
+DPWZHtVe6S0x/OJc5UdUeuJ58A6xl2XPlVNIE9BPnJPE7Q1tiNfZvGj9TTjXfzJmu7qjl74FoEf
JcNxeh9t4h1gwpf426Lh1qlmuOXufMYBG3hHkDcJjFjmBrtiokSdMb6yJi70XVOr5kE0OJF2zVNZ
Nu3aqmLj3pnZr8RDezkmlXxHJxUhsvvR9nQkiU0IGtFe6hI1xc0xIbPSMCACinpmPHOiTiLUjk3F
mQea8m7PotubvQNC0ek/6SzEAeOYPDGyC/fjKPKdN+KZUdlcbD10oAxOwKuOtKqRszXCoN6UeOdw
m6m3iKn4mmX3r8w0ote5u9ttlG8x/g/buem++6p9nirhbkazHC6QKo59KS3gceFr6NX6qctbc2VN
2rzhOeH6g0Ho0cPx+f8riNSgHsO3+38Hkd7Ud1gW/51D+u//5d8cUiHs/zJtG5OrDV3OkIvD9d8k
UmEAFcV0C44BMJUOpvQ/JFLT/i8DFgULYIBSWLk9foYGKnr0v/+XKf7L8zzTAUtDKphp697/C4lU
eA9wyH9DH0BYwF/vWIbFmhs76f8ECqRNN6dD58X3Ivjp6nVzJL6+OdpkAK4bEl2njAK/7N6YDKPJ
9dyWBUj6iszuK9TpWskd4p4r8uL4z8Ete5q4RFLUWWKTjZIUUqj4j4OS6amtS0YNjsV9EBpzeRzb
yoE8p10ymHnHx4FbD1ONPIH9Q0Xgodc92EKU2zZicJFkto1pmksiZ6G8a9J+2FZNnu47ySBZmn8S
/Gp3ysp2UaS8FS6V8WytqVWdOwkMKhyme1fX8RMEl0PQmlcxuu7ZaPKL1aXMBHr5O7ajYxXM2ik0
4RbV2lDs6kd+ExHk+VE9tK/LV92iBbWN8a0aeowmpX2TDInhK1n4BvBhaFFSIBhtvoIx+EOqqn0c
M9JUygqhPxrK4Wi6o1gNOFjWKuh2hRisU7UcvJ4oDJn9emw6oHeglyd2ZB3y22jJkWFXeZTLoenD
8l8vH1+JongZGXhzyjgHRWhr+BzHVb94dtK5wYPVwV4pIMwWg8jRWPM7LPb4/YTNhmVSSOLs8svp
/GuEeVTZth/aeBuW2csgk3Oy6LWnyeg2Ez6slaFS5+h2kbXpdOMWM28iI2qXCjUeBc46qFRGRpEW
sSNCxoemqbdhILG16BDfHOPWPoSBC+jDKlS2Ei0Of6uzjdU4OAr3omQnSI/BSWYIkIeOrzvcPqWH
7Pg/b/3/OBP/nJ0yTs2tprq/0ix8vZqCvfAUKmvqoS0BKd3xcUDUq7ZuaX3r2NAW83FzDNF0+11t
qSO1dXN8fPXPYdSi5mhkZcB+3tpJ/vnj4/D4hf7HS/jw9RE1iMlYGD1hpOEKWbNcxQz6+HImjGzI
0DPFwvg0PYLK5pEMtcdX/7wkDIS/wO6zd+mKHye+NKBnP7765/D4MDxeskyoN8JqENUsl+XjYnRm
tsKryJX/vkwfn44hsT5kTiPTLB/ix1v3z+GfP4MrqB/S5EjkZnEMlwuZwSXEI5yaxVEsh8ffZDPG
MnaX4B5Cg3SU/xyYZfPTLtd5HisUUQ1tGoo8UvaM3qyOsHxJ5xDkiB3/2+ss3dlT+2Q2zTBv3TjI
j5GJMmqrsl9hqnfHti/xEWguOyNyVI+SlAbGohweLx8HwwNyY4ZQgHPrMxH5XiCorfoi3aPYZs06
ljiRDczdq3FKW2wUBN8h5psKvxjbkxqCd7cctzSi+saJkfQDhnuZ3Bk8eGss4c/LD2Vu2zjOjvpy
sT3+ACoxb8pykP/56vHSa0rBjFj3hcNJmJb/Afi/4edJfOEBsSHAWEDjCcuTnQtCXXWNdCRZzvze
HHRNQ0pVD/FuNsePOFfeMdaiiJKVojtgcPzwigcSw3gfeYyQueB3QWR9VA2uPOWYL8Sd5bvHj/gI
o4uYyq1GxCgoE7gFPP6ih3lQfzi6V1OX17a4iiF5maaWiHZkEpt0fmq8GvD/YKIU6ZsrpPzfrdKI
v9VgRer9mShDNhY86dZEQXzFnsgOc12JXZ2DjAngGrh6vKfNe9PNeu+5A/kdhfcrrwSQAWIe0ZUt
RV6c6+chZx1S1PwXddzuQxIuN92QkE05ZRc60cJ3x/FzHJizjukniDu4DWMCjJ6CDr76jNxt+SiM
402qhRPT6Z/BJBjqCFLk0XJdY6OkQEOIwDi4I06lj2F88dshKKxMZGZ2uCnQ9qZRcc6qOecW0cdn
E2kzgoLcCvPLEi+iG9W8mGY2TIQZYbfGRSx5IVEjAIeCMmDlidsoYSIKdwVZszvuieU4PWT5QFLJ
URgRxXnp9DaqqFhP+GY2blR8pdJkk+92fzQ9NI9zJZytdDMEg00zr+v+KXA19jJe/xrPdepXyQQ7
3G0PIfrRHYtmmrFsGtZYb29SJvLkNFZ+KFIXpzVbhmzG+pbnNpIrRrgWdJbEALo3Mcag02TxWmAY
tMam9psuzdcSQeHWipFnhMONQaaxtcy6pfFL16MicxcnEFY8K0bLLUFOIMwS3MPRmKJxkDspO4Lf
8vR7ErPuh970gunzlpEG+ZKZKK5mqe3aUjokbLeEjk+wQG2933jC6PZGEmBvqfim4Cju7YzWlRM/
nowi1UjDjPifw69oyuyrmwEYr4Oq89kJvI5Vi23FScROlObPEpQIXYl2LOQj370N71NWnZAW6bsZ
LD/ice3KIFhfhYPbrDuMuaveSscfQ6KanWV20ybMiUl0O3FxK5IdGQORXkWd9DuziZBfwttWsewy
UnsYVaLVf6c7jDrSRXXCEArjUEY9hMb4Kw2jbjXkAbNER7t0PaOAqWYayvN8345cQH0RfTaMNpaZ
n7PpSWyE3DOAG8g8LI22duGH+XLMidxqQ2hbQUiEOX+JQt6dPHgqKueSZryntl7+bL3m061BJI7e
ZcCIazpct6lRqyOR4Oh9I3dvgJyhuBTrKOXqjEj+pE/szk0urFfYbhoDW+QcVqgdUEu8phP6a0s7
dgpzqm1qOJV0pBpojJAMDBBKzOittL0/mZHwONERjbi6pV3ndvt/uDuz5biRLNv+yv0BlMExupu1
3YeY5yApkhpeYJRSwgw45uHreyGybmeWrlnVe7/AIphKKRiBcPdzzt5rd3mZ7BH88p0U+UweDvNw
YIFrs5u6JzVbBmWzCzC8H34w4WPAlQXJYQahuG6PkSc+Dw1uUW04X0ePjcZXzO/HtxYt94bg119E
ELvPRf0K+f1CEOeIl65NkYl5E2bFwjoVZc/LXYT7Nv22wEV/r0HiGxaGCzJseaFPccwEvjGG6pos
OSZTeGxy7ydQgi+zDq013qmLbQZy64AoWYe2xr3m3EhGaoE7W4ohc2cQMWwa1zwYwPFn8RkNzi9d
skXUvcmoGBM81A4D3SPNszm3qm1d+99Jersnhqp2o1ldyamDpkYjdj2mAn3OeIPBEmMOS5/px77U
ZpZS1LWvTkdjJ7pn9JTPQAegLtBsC4FDHgeISatUMAWwCNdm0knMEkt/uApkRdycpl+Po/rzkM7d
BjlKmSLF8ZDPTc4kDl6TwUVgpgLl6sN1v9lTHJzrYNFmR4S1mnzr2wqIfZ6mTwNcWKw3YbteJMFF
872HRL/zZ+NjLppd1BVfohDnWjc7sGfoHwlffcbfhpwtbqgfHHxF0dAdOm2ejZHEc+Uo4jCM6o9i
VnTMgyVOO7lrt10p5PtPs8xXKIgjP3GvmRevvVmzHRmxvyIzlagqmsiEWobq9MirsdH6W+zY54kI
cJan7sZeGq6xEjD67dYiwElvFRZv7IQHzoPkmJtxefBjuqZ4F2CJlWhHlijZAXrrCmOIpo7h+eNR
mPLo8XRYYu4nYyGQcKx5XDib6j8fPZ6yJRa7oQEZ4zChR1uMQi0vEEIi9kQ1zSHqcRmWs9FvT8sO
32k4ngqL8x4aLzQM8/QJTQ4mUsY/QEJoGPudj82A+enKWI4SpG1nVEl0KUkKqveRE76NRfZml+YE
s66ZtmRRcbgRut51WfQjFKBj4uUyG90/L8k4cgKWHINoIgWbvMqbk++4CR4Beo95ZGFrs+GzZMtF
QH9bvCuX2iFPsJj6jzQ0pq1NgFc89HTRlh/XIl6HWGQOuekxWq+mkxciH6HGmE6x6bYb14ZzYGB4
OUlp/TFlM3aUwoGLLWLtHpHTdUhG/nZBB1qfrDD3l7Lu6i3lz+OCYofDpSanR3mQUkL4KCemESQR
M7A3t4/nKgsmzNT+XbpSc0qkogFYw0M7W0JgllP546lIONYtvg1O9kMKcBamBg9ZuwA4mxwMEexl
ZEtjOieMN3bEJ9cu34Ms7Q/sImSVj2Z4DfvqOju58+qE4KRsSa7tYxwkjDvShD+6iDEyhnD/PDHo
2EltFtBsk/EmlwuxkT/nzMt2jwBDAyn9VtTUR3PUqWGT9cLYR4H5LS6W+DPvB/QJvaVtrdd57Lv4
w7hFIqy6+2nIvTs8pkNQcF4oIu+jKx33UpHemEVxeCuUpjTNccmlBkgPzxugoNTWx0jJ5Q9N+XJh
a9CfDGCtuVF/Fm0SvnrS8Fetjt0N1bhBZ7Rw3/rASymByS52ejSaQXltRYu4I9Ph9uHvNWHobR1m
fyvli/oeYdZmNOVy/qTvv4dGzhw6k6yrLJleLDDF5+XsEZQGusExYMBZanoeEW5rr7zxQahDmeGY
cMRPe7GvONUxKWbQHJH2NnaR1OgZMr2qZi/f5Q39vkZNSz49dLNkjoad8ALG7II8vHIcnxlpmCtr
rK4EjVP/c8NgSEEfpCtriYQft6Y552cjzOvjgvEOCqdmNB0zqyqJYNUxefXRGCfXxovkzhzqn3TP
aFaGwX6Z5TAiaRt7PoyT89TEsjzb9KrxJFHJMLu4Oa4drh3FEhwq7mXO96TamTP23fLY9NIkk2hO
GHgxUYZ6/kdlzRlB5Gl5MAbUu31EUBto1M0U93zLBaIB5X/xQZhE3dJCnMeVAYnwmSyOaCfT8aNW
4TejACDXEl5wK1AAElJsXMEAB3vVOX/E7ZztoYQ4TPrN7tlejCyTO25yTi17jg+3XhTZuXB7znOY
4c22BHZAA5RWPXbAlJUq4Ru17mxR3fN16PnxvY3bizt1zi2xjLOJtuvgjPkPFIbedloSPCOZJDdL
Zrjmuowc1yosDj2b9MCFqnm6+PA3TE4U275YVEC1EMc6+zLJhPKk5HMlBYWowM4BmTDgMY/gVWxa
fiPgAI3PzUVLP4qkAhjPq4k5wRcsM/sGJ+faxKG1wltQblMKVoumw6Grks+lRyELUv3iYSBLg2dm
XC9QZMSBv5a8ajgC7PIFd2aNILPEus/ntiVbl1lZTBxtHAQXGSCwn3Ln5IvmOTXH4VIX/nB5PKJE
YQ5vJObGY760z6iogaUkmronXGfDpFBizlcjIol7yl7I6ArJ9oUE1St6QEaZLEldjjiVU082Xkx0
1OJmEZ4/wELfBsnQb81KETzrqZOTV94nYjuiFxGOq89V6u5VW/5AXI96c6lxDJQJxN6O5JxeTYGF
cwzMF7P42rV8v8oy2lV9bt56rwy2rK4pzIzvuEuatePV7a6AJRitrRwDQ7NEyvUdZ7JBZPcGq/5d
aoQTWfN9MEMkp61dH6PWD1/1HJ5QOshjVfNXZEmJo+aS9WiWwiJCE0HY3C5Don0zHdrS/SRWUV21
ZwIqPvxM2BfVoflSXe1sEgFCJ88CvaXXQZBSafwB4ZbZsuNna7Pw3tO67A+uk3zqMMPfROQSquyI
18dC28zNS+jS1zBCd7iJJKe8n5D2EId+ahmCoayaUEtl3AgdLG6glk9OPITXDnmUXTb5U2SbZCzW
X5tA1KdCjs+Ya8U1LrkDsaCB7yCGFCDJsJ2Y73JOI6B4wrW/8331xkKTHUn2OFIC/4CQnF2nEKdM
6/njDq2kvz/OaPi2ia/lphyskyUjhv6SRL/cBHZlsUZyx3xJHYrdum+vcWOJOy4qsU9SKB10jRFB
5Ab5716ab1Q0kPVu1fcRVdTL0k0dmSMn/o/WG/Zt44F2EM0h9hAZDSWRl3GDx6H47gymydehP4Rl
hMxRfOeIMUBomMoDSTOrPImAOniSjLWuqXYF6gt8ooDWqvKgMv9nwrH9zeF031VUkZFheFcBvFLn
1QF350fio55B6MKXp5/GtdMAzWm1Fbyl11y5xyT2sluflu4zx2uC9eo0gUfZojcjN45kH/ULnCkG
O69dRH0QVnzPRV5nBHIFmKradqJA/RKuEPcjGoiGlIrWkjvUsc4WzG+zbiwOsDNi9A2pKMTEDrWN
bcy6PY5iZksoReHC8u/K5r3N5CLHKcVJucw0WacdUuDxo3Q+rYYQR3oXpuBXyksfxuHFHeCcxBPi
Xw7rbUvf2g1kufFm9zpbRJFbATCneM5Bimc/xnpSm3zqX/zWes88qz3bhnNWUKyIRYQHl894Gnxg
QZKM01cYJQSvDh/OQADYkCF10ZPoWcbinOmgRg+mnCv4dg71luTMGdUbtCEzQennwizrq2huui+B
+DD53hG5On0K0ZSnTcKgNWgIBFR+vy2bAHdDnEU3pFM50sYZdyDla4WTsxagdjud/6rNBEGZVMOH
W+uXONX51q3SHslu0OJsC17nKcXHL5CLpaTaXYHs03BQ5qWLMceZvhEdZ44/63hx0qbWJyqpX/1s
jhe/gadDxdjgv7N+qdaibYJvEiTOFklivAnB4bBnINO0WxodneXaW2w44xnmxk7VNUQSIYs3RD/j
vbODu0csIMa2z04HCa6cs3rVyuaHTLNIrFgliVCL6EQVrnsummlHTk7/XNUY+Q23kKwwTrB309rY
OLqmydmIl4KNLqxydQl79PeZ4oxIJA+JuVz8oKzOOQLQpneAarDPoLbpUvbDkTRhnCGwLruF4+QS
ywBtvD7kMEm0cOh0LTesXVsbuAHbAqXW1VGNsU8L/cVEbnophwT6J69+JPdi3XmgSXvaZodsDj6Y
XOu3iS9i3EsWWVeNLwaW/1kb4ackIHERH9MGNoOLRgJW99zIcu9iqY1V222GfHA2GaXtNjfh37Zs
NNuI3GJGFqT5pkNvHwZV9OeoJuaDbd7YBK1tXePlX2no3K4AeLCRou7eLKGdaZ70dNdd8WrHYbTx
RthRkmEN5UOFyTl5Kb1CEUGG0FH2jXWIYk6oaUUkEE6+rHbPdVojT66y7Nim2bNAErlTAx+Arwg/
H0LjEZ/EBkCJvZaT0R1jC6l1iHqPxsR+cBRZM9WCvRkKsDFND+4jGjFOdr44tl75w3I5FAksnfvA
cIMbUc4zKlQRHjgV7ewBsucwN/E2nrHdO1avj24pqdfKut7Qg8T2PwB1jAqj2D/eaBGlmEHFdDOq
YOXZgXn2NedgyrOenWjG4eIgFz60Xn4JYlxXwiQGQWuW28Gl1fXNALi2LmQJVj+ZD25oG6cE5jlp
Ce21zIevfTYLVtmQ1sXo0FHMuxkdB23Uy9CkX5wK/MjD7RTkudpXU/69zVPkHeiICP81M/qRBZMT
u7jEHocL9Az1xhnr5FwOMC0NDQhgZGJ5TH2NfcFk6FQmd/bk8IxaJ7viz9gqIy1vrdkCPMJLrceY
wtANXwJ6m1f8zazKX+IFHSrTlpSLwK62zsJuzHxFkVYaL9hKUdwtF1n3CX8daAF42vnd1Zrgz4Eo
bRQ7BVgPWe/jwfevVuwVV35t2cXG3Um8r6hh1DFYnrV+8nXkfjhT1KNpG1kLBtv7nIP5ulUdiILE
tshgHmvi3TCATtSsWz8dt9qahhfshsPLiJ0b6diL6qlU0XbV98p5177qzo5bVhuKB+tiYOsmvLB0
6UUl1XmORXIsMftuikw8WZExfjJnKKCYNZMN3ltkY45AS8gHt44a7R8NiD8wTJwd8brltp/JHool
Z1fF2rWu8PGekP/dx4bvb1mO352+ig8WH+qtCCswdUBTVdjJtRMJwd/a/RhG13kGHblRbMmfeniP
UWbeDDT5N2re4wwK/FJ56drpZw7ncB9AYN0VNthdrX1zVTTdnQYhIcEh1rk2dNKzV3BsdGncZpNC
eVpvKsNmM6A0XUGJ3BSpWx91ziKcZ0Z7VSMVCx2nJ9lyEyFqSDlmXrq6qK4+rUMcX/g1tf06uNZZ
1+hdjCSMjzDzc2yWLcOTSqV38nHvJIlj1qMd2KSQARwFZiXPC/o0AFUGhwRjFI+rRuDLZoBJbB6L
53rMGfG0OGUgMhT21vUA6xW54nvde7/ipP5pQjfaq0J+jyb/NDQ92rIWs9mQNN2aWF18uPV8q8mV
hspqQ/ujOb3SzIf30zjitM7Y6hPKpt2QExXbAfjaxYYG9uiLDba37j1360u3CGJtn3nzPKGFnnIR
4+wdIqSk7YspO70mkojXOnJM17J71YGSFxq4r6FgL4GEw6w3Fmrrdf4RmXDZVProTa59pObm5sDn
bpDssc9dertiRpvXobqjepTPLaSVw+Cm0YooGmcz4epbFR0dpUo0P+1wLMGpkRdjuuUhToqtbbLJ
NF3zufBKNPxluw4mjB0dJ1s5QjZffo9OVu7env3PQ1RwA8eYNQaB3kz23TYCacjY7T4H797ohLve
qGaWQI8GsWJy6zN4OpUoi3V6xqw+fnFc9p0BZvjOcLs/Z3yPad9j+PfX3O+vnxEd/hpVBX5nb2n2
5ksvSS/T2K4pkdXRhCkjZz1LfOwMn4qNobqMlQDxOuw++kIFYt4MOuz6z+cJyiWGVuGR5qF5mtSw
gNDaYANRjOO744ynpFUZaEogK9IMn8NOAb6LknjzmNu3y6SbM9SAaT/amF2MNMHMP3IbkS2g4oOq
70mNVCFkdIyakk6ZmSl/FYRarRtPDKcQM8GmsgOxSpJ2OD0ueAxuQdvGe4NWzamZnH7rjNzcOVOs
MzZdKmX8rXxZ6lXvVe9o5ixqljjSCCZ1eU4yhEcM/YGdKUkbwxNA6cBzYwJKp2NmQ68hN7BcJ1ZS
n3zDrBcfC/TZWc3EBKo3kRh6FSZ5s1I221+AnvkURyFUgxTnz+M3eVyw3JBgvzT5/vqZYVvkF0zl
229z6MDmlJRSjbgjLo/Hb/54VC6G0b+ePh75GphGbTNJojzkFFynw+nxSP7Po8fTaHnDSst6ndvq
FqFcX+cafwsLe7ad/sS6wXZTBWamzCbDvHfq7vS4uOxexxk8iPQZd86Seg9KBQ91xuTzcXk8RRLF
yCspFbSb8dLLdDo34WxyDuDNWF7bvPQ06ecvMgxsTIgUUlZnuuoMjZlWcOBN7Jq6T0b7RptfkKAa
22hpmhoml/TRL+UM0pyU7753oFd2eBIxVS3wr8ejdHkUYRTYNW1yf/yIQSK0BP+9XX6dMk7+eWk1
fKuhBzDbLx3hh1Im9OQpLyfYZoZGou9V33tJ06zwFmtKOyGU+Z9Lb5eXzhI1Wu4U1Yjboy1+dIQZ
DoqtspP0YPQebUQ6mfHoPDkyFbv/3bouW/x7Xdft5/B/vpZ1+i/Krj//p38qu3zxD+kKS9JQY4hB
gASpqP9UdvnqHz4ZNibxnw4L4SN+Gp7FQ77l/gOl15JcTHQwEi4f+v//U3aZ/3CUsl0lCKdE+sVf
+H//61+CWprfnv89uEX8Fi/hSNcjmMS1bU5uKE9/j4ZFa1P1phmWx4kWzJ3jYPuC6XOVdNFqwBC5
mUUwryflrLsw+OV6acjYbZCbv4nhnv6Ukf3Lq1gCHP6mLnu8ClofNCYk7wUW63/Nj0EJbswVmSCk
0TPs0igke5VfZzo7N3dGkjDlNeJP0ChoXzHUGdvQbX9No444YdP7dCwkBf/+JVm/ZT4sL4keJro6
03csZcvfEnQgyFq0VsziaE0aVBtnHNb+WZBZ5/+Rt4n5hAnvUJVNu7ft8LuDZHTdufDxiOOjLWC8
BBCHtl0xdHvbdQHHZ/AlfEIY6YhaLkuLMey1XQFLLjH4SI3dmeRKWrbNAelxcDLC8e3f/0aPkJLf
3mQI/txtpIj4BAH/9iZXhtmMZQPq0VSzCfNzFFsZ0ekBxLa2tXKo7zmFNilQGKGdfZp3K8xTXtnq
ixyL17gktKuwMLlZpvoP+SqCb8HvN4DLjW4T47N8SZb7/e+RVy1LXz1IH0owVoZg8Db4frNjaXrT
PjQVmYCKU8dkV19dRdsjcy2OjUN1zDyGxHaQzvcc9TclzX96Xf/fjekJvoS8KmLeiT9ZxJd/f12J
iUUO/JU6OIBQW9yZiJWjtQuNeqVFcWmZQOLUI6hPFMneCod3nWNnRR6B39mdxTXv/1Pw1e8Rbw5L
yCITxSSNShPp0fKS/5YORoPBnMNg7A92IoYdLR/j7NUQni1pXFUWI6AJ6JbY4XM1ZMlrIeihg3Fe
z44X7/K6B5YY6JG+fumvyp4ZfT9mzmmyOR6Vs/m5XpBEfVBfZ5uYiYxJztpNiVOdRnHxGLY5nYP+
EMe/GO+JdN3jaFADzRoARTyCpJP0tPtg+l52Bf4Q8lZ3TVlenMbHU6GbI2Owr1HL4Gds7IzCRRxs
o7nZVO+7sqynW11s5DRxZifVxYy8bjP6moLaAUPBwBuPj4KgxClmAdgAsoaQ9frvvyUWcW6/34u+
K1DdCr73pjKtRYv79zeYwgF0bt4iLhm6FeKn8maHoNMKpc4IF+pjUtHWSvFiPY3BeBsLB4RLWhRP
NDufYFjhfWkN6iNhLAD0+medU+VPTGU2U/fHEGHCH8GqnNPFnxUF/g+9sKzieFK8v9aGVWlApW7o
rzBR8IdLtc5Gq9mXoA9OKK2fUmm9YtXtj1FDoBLjBfP2eJTiUTy1XvfUK69iIgw9DfJDdH9cskjd
BB3G41AicOrwdPhN8cLH2N0yMOWHZunGYPqaiHG6Y1XunsgkEHu07OIVRfhis4vuMAIomSbT2HLz
zJsGNb0Ff5EGNq4L063XQmjmDhQuuwg19FEXydGhM3htF/6b5X6fOqsgDlqEVyuLUNaQ6HRkg9uY
XgcD366ApaEVPTyIHh6muOSSAje4eJJXT7snvgqasrkVhs958nky6OeztTWrSMzTuah7cUN9YBnT
dEMq9yTdykAfwzROoB+7DFFVHynf/RM4UX8lSo3Gno7xhrM82SN4ts5CdnCDorihAUn4VcsA2oic
keBRvcuYAB6wEH8Uff8m0W2cHp+RB9x+XUW2oOfT0P6wza9upMQppDmFQNV1L9jGgJ4aN858MJyN
zL+wqx4Vc6Znv5XnHNrxJRK4h+COx89moiKsidXNBrq6N+ANfOoKP2BllotnzdkRTEf3GCzZrYJ+
ehsM7hYLG+PCyb9YfgIWKHSqZ+XFtCMQA+w73X6L27DAWyeKDZU88iXfoc3gjqfJl+RFTezyCaPL
rewdlCxjllyc5dJMpn0IhuiWovRZYmwANpbMpkM5viRDUZwMV8T3kWJylyCBwAxh0s/0avJHInt+
KovYJCVBU9Qm8bGaug8A2Siqc2N86tv8XaXpee5a+zCL0X7Bcw4Unjbj45ntmK/FPPImi1LdJ+jw
eIHVCU/fsQuVf39c3BAPJtUP7PDlZ0xD5J//IXX5Pdp+gD2//IxCDtrJrDGzWOV8efxhEq7ijYuM
YKvyWO5yMnDhdzThc71cMgJPjnxJIvAhPJ0YEsCgY8Ts1B6UVH7kYAelAKNyQ5ywpgYjkQq20SdY
U/4+TB1zzQJDLvVyMRNGGtk038zlT0TS7A4ZnTPwTVe/sb2nx6W1eEOR2fx4PMtrOd/49TBgCNbm
ptdA46Ps0+My9sFXOfsFVi2GF03XjsGKQaFY+S2ixCxHrz3iJ1bZAEJ+VO2nsCDRpWnni6ELNAxo
3alaUCgOzfDJLvsNfbJ3XeT+4QER72AgrEqvIfO7Q/dn0mK+dQ3uJbqK5ZpsKY1orF/H3h9DnEKq
BymQo9peO5n7zowNVkGZ+0fhIN/tKsffVNb4Iys7hbgGC6H1TeJBfCIEIOimd2gxZ8cDGRtF9cFD
f18UYX+YWiQ3gQIC2gHcRumFMz5RW4Phg7sgS5HNV9tmgF4Y5y4tpkCtaJsukKhMbEN/BrgnKfwQ
wk77LE/nXTiYqGsSHJGmjn9ZLG07pekuu/ijgL+wTtSk+K3F/sFMjexik9cYu6n1vrV2FzFBDaxD
nhRkgpMjAEgm2gBAJxirz/cmuDLyG6y3pPWw4k9N9eRFxXNsDq+QSrztEIIKGZdSFe5wQcAytIxA
hhC64+7PdzNzZnhm6BkeQwydQhOMk89u17VPZuttkgoB4WN9mjOJtph7uW6+SNOAOJGrW27Pw1kB
u18LOX7yl1ZRh1SCQ8R+zvgpR3dvW9vY3uD/f3MQA+6cRZdgDTiXBhYJD+ivMyt6FXrI1w4d5kjK
6iCQufX8BV/Rgn7yICai2yWQuCDQgokDAMdxULA7Y+NUVSTuNFgCITGf+fyeZBgTaRn6T76mj56a
gb+tgAIwYvMPbgbQD8bSuuMojBKTqHOwH5hFGQzs5hy80RiHCJujAqgSACTTKGrOq90WlEaOewz8
fdLbgO3jNrqMhKK0kRwuTri1RTHfBDA+puTG55mEYAVybbCi6SDjLD2gfL/NnSTpgYEtoNGl625E
p3mYdlHaf4a2ynGFmZRJqh7acfdTGk4bp4vMFbej8R52oQQgV6KA6Imrd8P5SVbPtZuIU9DE4c7X
o+afx8RmtpKNFZutHOv0GE20Kx7zbjOX3kll8zVOEhi/0XBMq9zFMZtzAg/ZWSddqku0nANyYze2
i7UAct5pbog2xOyalD9MWaZkNOjkYHf6WmUWA3D1ExUaHZTA/sKhhigCt/4ZL3iWirzOo9Gqu+hs
/+ROMzwSL3e3YcYkr/Pt8cVzZgEVzGE7lm21mq0U80Q71k+gHhECFozFykbqr7Efvffp4J4Q0sg1
um4aYxmtR0/YNpinEPFVcKq9moYo+AMk732Kb9y7VaSb6JhWZFOS9dzkBzJjn5iil3tDbbTWJQZl
TbN5CWr1k4RRoR/Ux8eLN9qwedadupYo809mFeMFwFW9brsYUkCe7ucwF7tIvfZ9BdQMEtbRpgu6
4rQcHYDHfq2iybi28HwdfrPJqFuGBFEDgyfOz2M0wrlOumBXckatOsZXyq4QHPf1AbVO0xj6WPa4
0PvxZ+0WJeJYufDK6l96liiIQjbwxEVJNVdHkVTGTuJTOWSlbZ/Y1AoaeTjklSBl3QtpTEWp72+a
hqWwC8bPjItsmGX8Cgxk801qlMbRSriblr+jDbCmFoWo9txBR2TRcDdm9NgOg2jQ+Lizh5RshhB8
NOsKhAMs8TkigCDQBvqINiM8yU1pW/pbbhNcUSCtE+8niUzzEz5PK/Z9OIZKonhxVpkzyVMHqBYh
mEz2Mb0Keo0wOVSfvXYAlI1KQp6omQkA3Cwj+7Umo14Cn83HrvwczIPetbF6xdNIpsgcoL1fRGBF
ReCrKuqd9GTy1k3mr9oNSQgm8OSl7nJe3GR/9L0xr2cBmEaQ8sbkH45X0vYkecT8O5nLVxf+HFtT
m9y8xudsaufJAZVXunk87bp+vLCzLB0seY5a9qiHHrvL82NqqG1fDd5VFtFw1p5LI2zygivHVKxC
Vpp/EVHwZAxJ/9P2G7JFTIYbelxbjgKsnBfemZhbplxN123N3jqNlHGPn8TD4J2llQHIm+10m0AF
Bxiy/FliBfm/On2ue0USWY7i5ZGNV3f0CDuT6W6Rt8PZ8+H9xhFlklNbPDWCPxCxZ7thAMMSu/k3
tCgGvlsEAo9Hj4sfLU0/04dRG5agqivTMRj+Y3vHCHN6/JEmhkxUtcZ+nNUvRALxpjeZNrqJffIe
SVHLpcj49Koenn/cM87wKb8m3O7JxjXL7C7n+KtZJehATXxuRvnsVE8jM9kng1nCUAb6xcws91At
0hKjn/TL42edC64srHtJ69M2OEovODBCn1/KNFrLtq2eHs8C+G8nT4IUfTwND24Bd5HbuNhUXh5v
PenqLbcMEADPsp+BrBOcAxJpHc0T6Gu6LccKO+569MR4M4f2AnK4+oTQds228eILGSJ0qvIDrXyi
LGpRXaRK30Qw+BfRyqN0UMo7JhJ/M4zEC6hJ8wXROHoSXmDQKqjtg0kFZoVbWlMD2uDl60MKm6V9
MizD8sJUoFi7yi1XrmHcRbOMEWbTPA2Me/PV47mv4fL6CFo3ZLKuEgqkswE/AOVTNq0bmmgnxwhf
7I4B5myP8qyjcTj1HOy6YZxPj0uZyS7/2/NomiK+b6gALd5ntszJ+xkLZLoeYmxQ2agX3edMw2b1
l6hEzuU9bCJmCLlWNOGZ4PpRWO9xadysYA53YBe/GCbuZDLUig3nhuNINMm2iCWwgjC/WF32pS69
70FthmcDNp6pEobyObjykiHuPIXPCJNvao5vNSZDr7VeOeEdEtHdxpiXOiHtXGW5YIm0s0vLLiAR
SZLcN36rMmbglZV8NpAN4vKwQYjFr15B6VUzNOOMhj7UIRYLKGidqx/u7HyA5TwMsn8zCuB6/fwV
fTDJZ8C+1+FrpEkc6dukxIVlUAFKNOxDM8H8Hw6J0z5zOCG5hR0mc4b9hLjTtKqNJp6BKW2YHckq
eEoLL9i3ASdca/FqFGG+CgaYfWQHXAxnOg5+s2mqfpEVfpTdC+f8YBtUE9j8cVEH1GgFEjuw1m4/
HnrHSfdZjwk/WwgSFbP9GC3NmqnfTwd6JwT89GNMZ4IwfPnZYlR2LDREN07oMsy8I602eEGEKdFT
OvnLcvm45AhogVMcRKJ+NuDz6Mo2+wrgr5AgZhzHffbiEXMBYZJWKTRBP1qupWPuhh5RTmoTTq4T
65B4xouBRBwiYr+YaLLvo+o4xC/tnVyuq1S+g+M2toEn41XVjGrjTbMCVh/qFQbJesXWuY57yqEy
F78C3mo9BMVmNti3DbHMINPqI4WQovMnbebVOqzGfLd0kJfQ4D9YOO4sQ2AJbEthsgcmVQx+dbDz
8tfgjg6AH/RyAqbbe+jZN1W5xzJuFR1QT7BqMekzVWS/Ycz/QqIrzi9NCeyoAMGYGmCzVs2ZUSmU
B385fRU1mudSf+YjuRpZ8F5XjDniuvrwFgJa5lVksQyQUrw+C9ZxhKXHZQ2haE/Pji/A5GWL6NS3
oxtMGbA8Vn1DZIKJoTXee5afIqZqJ9VAbrVm+5KBrjegIuo1FMPo0GYGLDbzRc23ToMBbnytYRvT
MazxIHapt3I836co96x9L8jvKYP80gOTpFh6M0VrXsix0RtuYZC2BRlZnVWfnaqtmZkTtuVmZEwJ
w+yPym2/FTSOVviRGJCNTJVqwfrlmndCuvyniAZ1YXiAnY7QSswPbQ4VdDzfYXSoJmKki28VZ6l9
2stnc/auJC/F69QV7l4KVE8Zdpsdwp52i6OXpvKBeCO0FJp01bKKP/nkKBhzIC98av06Yd5+Dkwc
GgyMtjIp4d11s3d2Ur79R39Mqx3x3CSPLPtGaFhvaplqc1C4lGkIRa3h1WdO8iyR1L4Rj7or9fTu
M4ffFKGFZXDqKhrVdUnSB8NeMaRIfhTr1oinmWgWl/woACID0MMmgNrPPb2yw+rel80tNXIASIhB
43TiTBubBGfPWYXcqbLWQYESkN7E0KZooMuZZASixU4CY9rJy5GEB/789pD7L63rmaw3RIANrgPc
qQHkyVZ/kx0E6tF8LQu1M1IoLaxCUpx0nlnIGKkptY9yqvqOf/R7QjPiBOJ3LFa95crT4zn+wRU8
9ej4l0WhXnwKf9kWHEGmD4p3bAwPB8Nv/zlA7v7f3J3ZcttK1qVfpV8Af2BITLecB5GSKZqSfYOQ
ZQvzPCaevr+kq9p1fE6Xo2+7Io5Kkm2KIoHMnXuv9a3/+Nt4n1oiIqJnDyS0AbCzHpwv+KMxL4nM
dNYOzutc4m4d0KftGvUX1DRyhkTEbgIvFW/lqovc+nD/MDAZ3MjvEWdwcBITxdpDkPXxPtNySq/H
vmJa08cD7MPqgdQW71Dk8GayKn+TEMIXmtV6XPbYYmfzEflvz0lT81DbNBpiZFT2YZjMl6DOC3Rx
eGaNMfyEHJvMs+fYHT43umdtfwY/KfvphOhpahrl25lX1rbyR/e5bxir+IP3ok95efUDWV5nF+s6
SuZ4GPdaietgtDwJIDCuV7ar4VAtGX37oNXrgYQfPQL23DENH9ueToZEKiNQfQH5yAkGmjRcr8r7
4IfiGZwvZNf04Jfzd95slyVbs/diJGHCMxM0LpV8NcfOP48Rep/MdyoOisskntmNm7Z81HMpVgOW
r2WU0VnpFXzLTtqTV5YEqfXF1udKXml6AcqtjGkQEW661Ns17uP01clz3O5g0ZdBDEe1ZV4G8r84
W0ap3So0whuXGmGfwSb5BJxnVuOH7n1KI/Bk3RYsjHh23Qhit47aL4ii4lYWwRHYqPbWB3TvyBEZ
zhNpume2aA5KPnHNFONvYUWPp4+XhHcSoRlGnxw0aj/yaFwNXYMzV3Mes8AaHoowIZlYl7tatM63
XAFJRYfr0dVppGeIy/2Jgc7Q0+TlQO2uyrBN96Y2Wis3F/OuD/x5OxMHugJYZLG3dOCVaUyWWMXB
4wH2j/32gJMsQZnRO+ewJp6JZoKx0pxee3AbLUT34osVh/0P4LE7DpTO3lGMwdAtHlNjMK4028A5
YrHLcl8ebU5wEsXPc4MUe62+cmvGcX3euefOtAzgO7MGhLvv8M0U14gzwjLpOQWHTR6T/j6UW6F3
S/A8yQpfv/ZpCk+SpIsTYhD2Ic15bzyV6vAVn3h37hH8TZO2iG0d/ZOF+8b1DbEfk4lEkmpwiSfP
Tx752g9GBn3Z1acj00ngu4M8DUbSfzKhVmEgBpAJrvUOrkt08pnNiE0KMMWidvpL37IZt6EOuMWb
v7d1PuxEIBLMU7UG7BWetqMzwG1A0yZNGC3cKW5PlodoLSH+y9FmfTGmZAn0vSSxvKNEHxsMFEpb
i6p5y9jIuRj6W22JalMgvd0OnffqVFCOoyqyDlk8o1esqk0PxXUXTIg003C+QTgskK6Nz7xbEp8o
4pqYtMxNYRKH6Howg323Nwm+0+eNwQXGEpERRuovcVdYO/iR4SKymhe/Q7E/MEaqpd4fh6x7oM1p
P0zGF7fPHwu7bT5Fc9Er5UN30lC25IItrRnbaWvLL6h+zj5ehIcwxanMywvwu3jNZm88Do5zRCfj
nAs5voSFVkL9AIwUEWlmEQSMnYuRjYpj8Ss8hqkJv5l8kMeZ1nboMrERkMA2MxabYxf3lxk1/dqz
v9cWGl0bGi96VIrtREiiRQp1UsfgVGvw1fGu9CPSavKIQiwR3bs+kmA5IxJetcNU7gZSyxEI5eXU
n6IaJ3AW0knT5tNYe2izZGOtiBcnb0Z1DlrM2qhuMXmAbN817ljshxR8WIyxcydTXg6ETuc499wv
DTpg7OlBR77M0AABSJ/DyYzPiazMY9oZK6cW+hquH9LGqCpPgbaEF2MefNN0dpqIN5Hk4BnR0Bv7
nmC2luM/reLqhdWeKhzHL7Hexddu3ss4PvSWiM8OsKI1RVJLClYT6I9xSCXkMnki74Xl0Go67SFp
NB7UDJ9G0rhY5+eTJwJj12Mw3xgcQtYhUwnl7ATAi1HgGJVef+xLjBKTX0PPaog8bwrrsysk1p6C
f1ShBo6Qsw5MVBITnGbyY7DAj1ZZgtO7v4Cq7l8Hqb/Cls0WbjGj1zV4i8nxMrZEY0f7sI/kMmI+
L3NGY0ZCME+Jg3OJxHI4OxMz4IrCL+nEA5Gc7t6fyhuRQtGD3WILkwXM+awKrKXM25CLUEs/eTzE
KsYOD9w6CbZ6tCXME9aluyMAIz+2XVQvbF86x5KaMehoHKWD2W054dYnW4NoMUV0Te0SE0nk3AiU
6HesVTdGFah0i7JuN5MqLQyYAUtCwegvmVx9pDznS1+OYoGHB1Chz/LK0CSlcRIY20HZWURszoeK
zLKtiOWDQbnxYKkPMewH2YT9MRipCCsdSXjPWOoQ4zT3ycW5jnmGTDpBda/VRzqp+TG0CgMmkPaR
BXXNfILYGAtY76OWpkjKv+i2tK+t1jjXmaZ/N6ZfYh17Cr6d5sHug507GqRBzUmAvokNAOz9tZOV
fa7rmXme15GhQuPsmGciP2J/wmHWoFsD7lUcJ83kgJhPJy2h5It0Ya0y28EOYYbxDychQwwIjYDY
knl7v7vlIaovdLvB0iH5K184bOy0WyH8ANEKZ+K2qmod0LJYOC0LBk9wOhR3BZjfGptpCGn6uSr0
EIjgsE/oCzXweJtdhdeFoBdUWCVaioWNw3iNzCw02RGr8RxBINkkGYP4oeg+m1YMj20MEtStBSOm
rLDGE1Lu2WdJTlv3sbmTxdSH+7KTcQejQ0l37vTI0FI5FDqvOLtqTC0moz3Z06MZ2tHOS1jhkwJR
D/EA6WOkPnNj7UdacugGg+vsxsxgNko08NBkfC8oIMoN7YPABOFRxhLJOtlrmK7ZPiLtMR2iiCmr
ywnUtz6D4mGbFCo5TAQJO3fonMZuSnYYUU8pgja/LfKjP6bRHpzqsGPdm9cArByasXm7zcr5LXKx
Nepe7j/3BoHxXQN+w5oLvCsOPo7ZeAJ42C/zHOGswwu5bGOI4qIpNdDyGfkZZrRKR/9YwQVSU3P3
5mPGpt4/uLoVXpvOOMbjRBKWDZYiStweqaP3LiPRbGVQjmstMo/EqDRfsOKSd0VsQUNJejaqMDiR
faDwfGgyaaAcBko9wwVuno71Zo5zpgcUoYVH9w9bf8Ns06Szsx0sE8dT3frXpAD0HXXLkdr1Ycro
Jwy5eTCMpn6s9fKRFv06TckInAb9hx3273ZZlDsyxOS1oj1Na+FK5n28gxCNrV1dD/crI9CrraDk
WJONCTEdu+U+C0nR4+Lmim/Tz6KpCaSmnbFt8Z/CemhWiNuDhW6RmlHTKmMO9XWIFOecfQP5cNE8
hIlxZQAOWaZgnjNwdtvQ2eLYx7hziRn/MqBH38PbRSQ5QbkfmnK6Fb79Q2tJqE4yPILUmSYMOarW
YjZn8KgswlbJVCn2qOnsqXsfkaUoMq2+hThTrmTBZLNJQOL2movhqXVvUVkCINZ9cYos85bWn9A8
h89OasdXv0E3HxWxsY0SH5mAjyJVYI/AZ60+vX+N2e5fnwFLbw73LyMpkFnFMfY/u2NLiBPwL2AE
/gVXuhOWimJ8MZoUsiMSjDtMqXcJIkW2rVeHn5+CQtDheJ5oNpeH+4c7PslXx677ZwiC2T3KjgY4
tzygFIVP8myaybRLXAhIPz8vYodoocZKbCQK2T5QXKA7XOv+wfdiVO0O2dNdre9bq/+edgDokztC
6Q5OuquQ758ZaemwhjsvyZ2NNigp6M9P7wrqO1epdlmNIpAugAyK6nDnJs13eJL68v69+4c7YIl0
BFokijZwf4D7A/58qP/zvUaAj3TDcpdzAMMMA39jbU/j7f7X0vv37g+Q6iW4tvtT+O0BU3IF1ogZ
b7Uy/eOe5Y3QFDTh59fqm2GkzfSaG7QzgwUzLiNg7Y4r+4Uw+/VlEGkUqmFHrUQb4Nf37y//b9/7
9eWvv2cx5oFOpY7V92/isM3oHRQ9pT1v4B2C9fOdu3+taRVvZdyGBy5+ncFlLPDuNeKAwN+xlp2d
I8gAdz6Onk/r8Pn+FzTxzTfbaj+5E5mid87W/XH/g7N1R2zd/+T+mRF57VpPuvdf37p/H0EwrDz1
ofVBoQEo3/96uPv3fz4mgW8AhSv0c7/0xUnr/EtpfNcW3/+gjzmBZyn5EnH17DP83HcVSZVygFv7
S/NNXbQwQyvb39/m6H65/XpbgW/BgiLAQFERprj/14dBfSYcmTIliRUze5wO4O2ng6mU9vcvf324
fy+PZk6GBCslaYdvBQh/ub7/IqGiLNw/SLeBgp42E3IRnHt+MiB1Qi+Q2QyQ0bk0C6VriojTTZuN
61TVQsa0+3xdrr3c3Vo+ceepd9U8ggsZN28TUqfYop1NXtff8zj6DBHvYqW0YMdpLRnlI6QPtcVM
LptG/ioFmnn0sK/FBhQtyQkPAtLwOYvNx9xM4M7J9Lvnc95hEP4ZLOvWynEW4SdL6cmWL5609kPR
iiUc2nALZOYkuNzIiEOoF9aoj+zpZtb2Iw6W8CHEURFBSVuzRDwEqRMdXJ7gYly4Ep+0DSSDlj+c
uGGfEhM4UVm2aDIWbdvJdRfQ/Zc1qSF07qIsyxG1pM4+cKxTIED1WYT3qdlw3+WL1kkedUyfQrbk
ZjnHoauZkUIywif9IrLmiY7Ztg8+G4rTE0kPD/ILFjVSGzp/34bpO6v1iiEgv09IMpFG+mJSy/d5
ZnqPlP5gMpj1pO8twsr+jG3+TdO3epsny8nt3r2OOQsGNDIsDeYFQZuS5yGZ4EQmhwW28RjfR2T3
BTHAqSDiXl/3GIpP5Oh9BWdC+EKfEcViToCTik8JkxtSpvZOEDxhoiKqBjxbBJ9k4VZutfRhv4Ce
ZZpDQwaGyGakgSqIFlN6lJmjG3HVQ+Y9ZxmEIYtXruUkdgjMAd83phLmCtEGGi/zc9/4Ujpb0+eY
ZYHoWVZNsGmH4FPcnYtSWusyx2Dl92SSUdesOms5cKbNWg/2QBEyCCQQUljGNkBss5jqGpyrUP4n
EzNXYz3LzvSxO5ObhzbiQovqxO/eYt+FrIKYKtlAoIGn5eMjsUkoqpzixt35QaZzN9MnTVoG3BT4
exFycRmGuQtmwQyD2D842jW+Iv0bB4iWWxYTwIprO1lRH5KRSoMLT3lXvcjOKuhJx9/IDQIp5ekr
FJLBerZdspBy4yJd+3vgBCt7PFSpRtx7x2vcN7q5DkwcxaQ6B9tmEjuByGuJLz7Z6Fqdbrqomz6b
WW9uJgh1a6pkUkWh5q6aGvN9Ek4+PjYMQxPQyXzUi+PsR6gB8ty+zgVsBKbqm1kdG+7fCnF9NeRP
gCCQGruQ7a/bev5iBqZ9yucO81SCmTxRBv85NN19aE/uVeujmgl6oG+YKyLotIPrhLp473NIXJR1
wQ1qgQsqQJEi9xHmKuA3aEVVfBJOMT+r7KqySTA+yYCKR+ey8dH4oWtBr2QxRqMz0Q5XzB7JeaiS
z2wUw/X+oZsO09Tqz0n5EAc8UlJb32vP8jljBePVFQ3dfh3CWDL/yOK4P5gkqTzFluZBAduQ8Gey
VmX+znVndZto8QWWKbQ/66FkMOsN9nCs4U0fRQdgKncvVme5FwLQ8H/Ow5Pem8910bxHZCvwR5Je
NSls+J078Ce6Me6Ju7NYNbDyNqUxrQzyAta534D3aK0z9KrtUBZwFVzzjXon3SS0Een74e/MCjE+
uMktrxKP6n9s1kE7cRWMV4QecCUGUGWG51M6VZSFmX6qHU+cbFOKExZLoC7oGjaOJh3u5ASTfwXJ
pqzweoeRAQxffKoHgqLI85rgYHFdl9qLNQ3OCSTbw4TuajfPNS7TnPQlnBLVqomJCEOMF63Rh/+Q
mfmMsiJ67mjPR0GXf3bGo5xb/9mOHNaV9IWwj/Eh8GV1SjTjclfd1A1dybjUDyFE6cHhx/93ZbGh
HAN/0d97qK5chdE1DUc3f7dazIOZ+LFrVbvU8NLdODD07vKAYOnI/ewhWnye8rZZNfDPbSXumJwu
/sNTMP/m9vA8jwVVJ3RCZxBo/SZn96EG9QmC/l2uIXcKepM0Z1YAbYziFRvZF3ACpRIEVBsf0NhZ
+OHSN3O46BVpMS2wfZRxYXRUYlN9MAAKeITmMFyGRTGCAKGPfO9G/fcXzlSC699eOM/VddwT6PAF
qve/CrJxM2QWQRG8cH5HzqhtePtwCM6GBXMR8YLY2gPwhGkw9oMjoy3HpvTLbO0MkX6LR/kAtcB/
w99reNE3x9RvJc0cmj/2DwQqtmD9itf0iYOntsSfn8fxfPjD8/+buYFX3TdxEXi+w69xF5z/RbGf
4JkxnJKlrqB0FzD7467ll7AbhmxS36PKKJZInobNnLmvgxOzPIgTrsRuXZqlWKPtfxi9b3aaEFjn
eK++6oDUSfWFO+8pmapqS9zcuGzzyN52iTiLLuv/Pydyu466TP7vRO5LVH7/8b/2bfZWfP+Le+vn
P/zl3jJMndvVcmhxsl5xw/zbvYWxy+e87Rv/tnX927tl/g//AnuN45Hoqd9tXf/2bhn/YwhbN+iW
o8X7f/FtOe4/rCYeqAmL58Dzsn53zNQ05VBK+FCekPJTpkdf5SFygEF55A7pQfnEebsj3LoZoEdS
743+5CB4S/YUEAZ8N/ec4OnKkTEOVw+1Smzar5jsqWziB69NgKEYizZN3/IgPbklmgJNQEs6RTnQ
KbWBxp/qwj2DWyWwZ5yYZjcL34feVXP0J3F25g7DmmhUn7qRkeMcpbARxnRhBOEuzLMzID3qFq9k
r7CoUwmaGxdZr9/6+eQ2HtTeqdeXtSYOqYWARkvamj4GqkTD/uCIfCy0r2iMqOAi/abRu/eLbubA
0dHZgviRxBy+CclaFmbygf5kXHite66yIV2Yk/GUZtmuE+73Qbqrxqf1FbdQOZ1WoAPMTwr6kppi
BZxvWzf9tRP8bHhRvpv/GKWEm9Gs5yj8IW2CbDqYbDY92576PNaeXXzFCyrHU0osZwjtixmLtiqK
4RNEy1PcZaeyELueTu0CSqjgrK+N8ikmFUSLdTQjsyKCPvmBTiKBvbMK+YQ5fYH3t8mNW6PBGk0b
QMxyC/rmxHTgwyDe0tfil6BlSfP6qxnZrwQdrnPCNdo1ysqzayF8J6XJSZM3w56PtIF3flqcRmO4
RHqwN8O9n4LBiPuNMNNTL+cnkchjAvfHbxie+vGhSbTFMCen2NO5KuJThXaK05879JtOcCgi9c3M
xq3dpRDwGH+S4Vu6zitimY2rySelL+jki57RP/JF9IGUJl0QwHJEFs3ZxDgGqIjGgi47Jm0ODzod
fo/OPz8ZzgwqlclgvYRc01mvHNHeOKk/hOPaB7dURfau6qJDgiLZMEOA5BhNeIfRft36lrHNnH4T
afZhh9FH3U0X9TJW2nyrPS5qMV9RWjap/s5ECToWg2uduDZivxv4tFmB4yvt8VGPF7RpEBVLqLwO
0WzkTlJq+OCOxqdpdna9jA+5BVfTJrHGPpsRr2A1HY1I7MJQHhHuf3ghnCB9Yh4zQbAV6cmy55u6
Jufa3um6vhR2fAjs6d2rzJPnrad0ujqRvIyVeAUDiEyZGBVMNE2dvN1/huxTVcs90RRFFMrArK/D
j6D1OB2SYxNO2ZsaITqiXQveFfLUGSQsMdOfyk4+DdDxYz1+tfvko0lbFokOC0Ry0GV20gRh7dzn
ECZ2AXJjTFm3aa6XOfXQhE41xs+Tjt2mTrhWteY5BV6RTFtkNheR9ddGy0+DWg68b1M03/y5vwDD
KcPpYvKWNE721pJdIbtDRzyJW8839Q72ukRvlp5ElL+pF0ZdjwY+QDceYZnNt1biUkMtM4y4P/mV
AgJ4J5vjrCt2tslbA4DgCQTsU2eOW5DNJpkxodXweA3k0PSQIk1JVDLxaL+2E4Pl2d7FwvvmG8s5
Yk0AwvTcEzajru00nY7quWUhaxkCmGtsTMtkpgxPilMSsxSA+jo6do8gmHu9z3vwgdnHJMQ6jl/p
+K6NeLqaBtgyLiafiQyRgbegC+nY3jpeKWtwX6cKkWyqzzdd7FvNfw6rdoOW/KAlzaa0epbp+clt
mI7Z0zXX7RXWoSqfMJfJG9G9W7pUrDJl/OaF2gvEt0+Ye+yzaPT3iCF1HISrgabw0tKdMy7Pd98O
PhdkRdEE+egKiVAV7QMXsxYSRSYPZeic8U1U2hP6twdlCHEI95Nmt6vn9ADXCgDhcJ1r/akSi3pS
n9o725qP1jcnST/pZXLoGrLJzOyU1zz3idtDRlwSvNJOpi+br63VPPb9fOSwdYVOrYqcRRJMx5kb
Qf2nxTHatIOGa4hNw6X8NY613b+3wfQ0cW0yhL/WEGqQVVbbIILv7to7tVjFLbfVbPQFxJJMdTmv
asFGBboKYdT47GxdMt+QnL91df3ZDG59Pl0BMRCMK6Z3M/pB+hwQVQeOXHpSawIipjPMgY26iVqT
e8wwSFocQu+175HoGwU7jS9e697esSdGi0HvLo7gnmehWqQDIuvkreNnZAWrm8/cdnIdRZ/hVsuJ
gRm5P6KHJqJXmJ5y0z3f7zhUZYYJZTrQxNdO084GgOq1Dph7iMkicJKRVoi0PgMGo4Ncmclh0sg+
JjNrl02QQ3W7e/GS+k36HSS7xHhPQmKpyf7CEIQsBxU52ubROeDZCh/SSEK6kPBOHdUsc50D2x2N
rBlN2NCuIDC1y6xPX6GiP/nwf4+yzI8doWbQFUicD7yO0QUSigDmNOLhuNOWBSYjFOrGvM/06zRG
w8FQcoLYEf3Pz+7fk3Mst2Pe7XvX+RRHibmZmYUectVIvX92/6Cplur9M8DgPG30fLAnfA98AgPp
BoZC+IKejcw4q3twe1w19CfoZKL0W9KejK2l38ww2NSHUdbGIU9ERwSs/UJyNupjjAo46TZoIF+i
mARvEiDHg+dXxHgP6bLPhnoj9fhmuEa0l3D5vGhmCen1Xd05hJtr67lgXDanOCC19djTbyEludRe
vfbDaZxNOoGlKND8yG4FfcWtV9LlOx24IHjGwDzpVpKZ3B4rqCs/P/TQH3Ae1vNudtuzGzXThqII
lUvByVXGm0yLnopSlGvqr5u38DP7bbb9XcQusK4j760pDG+Nh8E7xEX/lZH2sqCtvjZ8fwG+D1mh
M7EbZ+Lm0HdbVSoPOteclOWGKWuHfTksuLDnxHzPtPQwFPbZE4zYo4H0oMbbIcV77SuFpOY2TxoW
D26BQvaX3J8vYSOX3GxrGVDoQHn5kul59wgcDHAPbic4vfeBNNQrmbqvruac7Xy8mo28pqI8Z06w
qAO6B3b8Fguc73QxUGv9R1H/9POQ+BeywN/LZN90ARsIzyS+xv397IX9QZDeBgyVZuxHne5BT16h
bF4Dbzo3uKI1eaypoya3/pN1/O9nbd9Evo9rHKWO4f1+3PfRhRSOdFHChMaTVJIfMPT7bOXkrC8U
OjHopIn+BKOcsyqV/vCL//3QTCyQ7bk8A9S7HJ//emgeXXfiUFuVO7OjiGetKaJuo9XV1tcvqTFe
HCt+a8t9N31izn5sBKsahW2UyO0fnojCCvz19M4T8UzXoWjz1f//9YkgB/CZaqA6U2++PQ0Xm8ok
044c+R9lRWEAcsIleRDi0LI36LJm/aWQ9bow2H0yClbIBDFOzcp9+e/PzP37uZxn5jvoV10aIu7v
QARi0sY5kV6xwxVbsNQcrcj6pLUozCfieRd0ctYi7b/dL2+Iu8c4o789GtewfSrt5E33p3crYgG4
l4eePT+FW9PRXqpsvnVsXVYCPl1ShlDbOblkbDwxH7JfHZ+8wMTeRdwAqkrX0bp52XTJo+Tg5frT
bNk7pv5YB3EnlrjrouGS9M3aEK9A3TY1m1/gEWPQyy0Ss0stiXzEcZTSizWymFs32GDDxezQ0tcA
5JmHNy2U7+msv2AhhktMXh/IGs/oLwGYxtrvefjkraENyh6GDwaRlctVs8j0gJqY8x8apBRjwnBF
hVv8AbTxT5eHMGBegFrRbfP3YCkzi/28NEWxi8yW1qv+hOnzkKNRV5X1dDO6Zv/f33bD+qf3XRgw
FFzbI9bqd9qIP2KV5A+LXejIY5slz0m+cRLrlpTjpWXj25B6+SYnFrUZGpLeD1eOuwwq84NFXZ8N
9t6gJdxCKylPcz5cfB8rJ8HllqsuBp2CNBvkkzUGHCTQvZpHNOPzwimYifVsHWPxMLMegpc/qscd
vWpjaQt7cHaCAlSdCjKuBD/KDww40FDoSwDPt4FTFZixNQQhBEVfHfJDNCjjnO+3KDZOBXTnuP0G
xpQyJe1XvsO0YzLSlelWu1gi/Z1GD2aqQRKJIO0mBDVlVuu+yYBre8EpoBtIhn36btBI1amkzJpW
cB8+Ful0IwfxSnN6OXAEowK3Xk3MZhyI6MVZXxqOo2UWv6miFX3LNrEzkpPbl6aX74NJOVbEHNmj
C/57ZePrw/3AaxzaySnV81PkiVeztGmHHnIhHyYt+dDMaoeEZeWF/UZW2ZuRBQcXM5v1NFUWdAB7
J1m179rDAdYexz0qlqMkgHUtALzez0mlszP7mWU3OtTFp8lk0+L30EbqN0dlW5QoOvqVawzH0dPf
A0+cEf+Pf7i0/X9Y+YTrwSvHFoXu6rcleHa1shaaVezU8U0d6SbeduPmBhUeEHsHwnNX/GG1/adV
nxkgm63nur59b6X+R6uxMWXsYuxjsU05kLUcTMs/b6n/cMu6Dt51EMHog/5GIImjOu0yXS92yLrg
etstTZxsvjYTvHr4hi6tIHjW9YVoRoAg7Xoy9GMbpR+qym78+ch8dR1b/tq3DdVp2RHGeE459gym
eHVZCN0iO5Ahdmyx0LRJ8s1z+DH1QNI0FZ1An6EW4jSfbn1o3oaEpbpp0hC62bqSOYx1ZOIujh3e
/z5I3+DCH7uOKUbB0+Rc5lrzLfLFOa3EbrIoydviZLuXeZx2Ngcd9SThHB1qxzlLy7kSwcYlsx68
6nNFhwFI+BxPT6lFePHYXw3Xfg3z6eg5yQkD2yliFMnE+KiOTR1x9PqMhA84IJfHcSZiMqD10dIv
MBtOSXT3FtNQvhg987UgKtakk9ImMOMPm+1Ck5xJ4vQ0TOQPkSGS8U7iTtmpvoL6cTomLFzt9mvh
9FcmB+u0dl/1Qmfo2KG2JiGD5xIwZFIruOC89odlVP+HAodLzBcepyIdt9FvzJ7CJEOnRBm5MzK2
T7xcy7JOsIJ2nJsaMgkJ39CPJeCkpRHxHmlTvB1RQ+B/fGbQmeEFGM4NxzyQ4MdeOOdeeIe2u9kl
+UWc0NXRbRie2ny6RFr40HrmQ+0lX3wQolWBqzfRIXnGL9JL3xJk92xZvKQ4xPcixtlL46+wgRZg
iU5qWgADdz7VqCoqiKe59IF9VqtqPQ/vZdAikW6PcTC+42x5y1nMXKs8CWQEFR5ZjVj1yp22Bs0F
undMBi++N1yMvl9hgNzk5Vd1SHUJP2s0xMZzt6lojiDigdVItUP/BVbvrY70Jw54E9wB8P7MPzmX
4HANOcwRznKGRBsa/UE07SUn5Ub2ULIpguxWtSysVz+ZFo7FfwHuoXK8OTa/MRLOk2cFnypadJ33
LYU6Re3erf77G/0PqxiFm/qfARbDNH57m8cQMVE3DjCCoYviC0BfQmK0O5JwwUWO7fpJOIegCv9w
fQFh/vvy6VE+s0MzrPb+tnzWwpKWKfpi10X2LW+yk9rnvHYxZP161HkzsvyEhW6l+mcp9iQyHXcN
BU8labzQ4TS5UazWVuCKFUHgG1Vkp7Q1Gx3qFrWY4XxzaKQIiASqXvJolLrTk+pukIP1OmCkGevk
oJaMMT6het22g7NFEuMSjYTFmSosl+9h4Jwj01oJmnsJVKi6yk52rt/Uuptw0SUoisJixMVqQzlf
t0l+AsKyatLxElL0UE+U9fxuqs2o4N1MxINDlt3QpafC4jyOPWbK5DF3WTfUPRxa6Zv6na1Zv82G
fktmRquAxtv0m+aCiBcc+/i3aYz+w23WpsPqS1qaKnTcST92XPYtJ9dZrPo6O3dEidnBK/1AFUPk
vaoORTjoWCwitltxJtTsQ7VDvGF6LKjMv5e1vx0Q2JLCiBHro8mSTTfmJ5hFuOzn+Z0UEitQ6kbo
AMUS1DvhTtyVqqyb7eJthlLSjvIxjAKU4DhnFlFtLOBUbFqOu0maHST+UBAppyqjE5u4535K33rp
nlXX2qBfp7pNktQ6TYq1asJx9npXvzQYy6uZGk+1Fh90l25a0l/UDh9zbzBpPYeBfFJfA/klYAKF
WnbATHgqaCcPk0MAb0oyCL7OOAUqHqD67jKxU6uv6qyRs3wV3fBIXND9ECv7qyfHd6Mk65nmjNHr
z9pBrbo9TXKdWHt8LVskzG8iTk5G0XPYjN6E4FlpNis03dd8kEuJ73GThhhR7FfVactJRmq4ewvd
fmULx6jH9kF1WUWIBhyA4DxWJm+o01+R9q5hkpAnMb8PEVsd1cRAlrs2JIfIp4/oNxuTGMnQPcQe
eB56bV2X0V6s12j4qG4PVSWP9wueoYcqIyFk76aR15PVS9AVEAUcA3bBrHLPftat6CFiZR73avMp
RMcJ0j4P7YBD7x10X7pQF5zqviZsqtXE2YFA5ANMYEYQtBegf92ymQlPNLOT1iz+87AdarrOLMeq
TzhXwY//vmoZ1t8Afp46bdoA4xXi0NJ/w91l0gIiJux817ryvWh5IXE8W8Fn+lw0PHpB9AKHUSzX
D7QxmdGMi5QbSfWe1YXVwrJdeB1ngM6nRVyO2SUjGUMt2/cHcM1v2OXfhyb+KH35nngaIx3c6Wb8
7Kc+SCsvXGRj2jzQDxrX5HtoOP107M1TrJkHMbDnFKQirgEuLvyplzurRqRv9f1T7nJID019odsV
JbM3n4oyfjVUF8mZuU0mJ282hlm/VY0frcKkwndOU6Mp6YV2Jb1N3arGBYIk5mYOaXKTWW4hw9MJ
75+TTt58kBTD8KE3VrXEvv6h1hcMa/sSLsmIrFat6o7ojmuTxUmtOc8Q1c96jcauid500hC9YbwR
+3KZErHrKhJDDQKim7Xaw7O4Yx3GagwNuB4p9dS+22cnnytS3X+t6z8b/5u781huXUvb8xXBhRym
iIwiJYqipAlKgRs5ERlX7we7+/fp3y4PPHVVt86WRJHAwgpfeINyGehr5FBU13dbw6RIXlPjZJed
EDTzKnoC66zIDPVpfROLev+D8vJaGYAxhkfdtFszDRXIjZTpuHrMPyhEQqdZ3mDwJRSffLiNREEQ
t8VD0uCcCd4jGECZ4VOH1VP7J+/6V0WfzuuC7oz/Cv3/fzWwplu9ro//e7t8m+fQppP2P1vl//6j
f7fKTQNdUl1RyHf+1fP+d5/ckv4HCYkG9kE0dThtawv9n045v+LnaPBRfRFVlvC/O+WK/j/IUA2U
Kv/dd1f+X7rlMCj+j2BCkg1gniKoRNRODWvdLf4jMQJ9TfQgtTEChlc4ZdZ2DkkqZhxCnPeZqMsZ
4Iu5ejIb1G0fCGmJHJ1mI5q+miW/+lT/WVDY2GjxA/n1OXl4USg6Y2KdUeeCI5q3VtCzAAfB2s21
WhxMuWWbxxEW2hZezan2Bn/WlH5oJxqXlbi2CNRqJ81YXsYWzfCqUCXSEzE8a/3sWDRRgqLBPlBv
EMZ5PNYaz4LrjdKCe8zfR3bVLewGux5kGAaZ6EHIIEBNb9ZsYRBhIl6Uryrthqay54v5l8ACsqU4
iQKhRpauTfM3c46WvahsjbIEmRfBN5BhVetz9E63QICpac9l+TjLBSpSGog1MGjbIuzodI957KSK
QhcXEYsRYN+hE1vl3JVm+AQT0F7CoXK0eSgDpKAgz6YP+LkP1a4mDZqSEouBUquz3WtKso0TzVuM
1KNE2Dz9/dLp8tZsmtnLxAfXwGjk8ujPvVRtssICaiekilekikAj7EErOiHspbf1pPF57aOGcyCh
+7JmR8k8eo2EmQhFwAoxogganLUqL6Af49Viyg0u0iZT5/tjnJGZUkYvbwXfMPMq0CsINlM3O7m8
OCoGAedHPtC3GgWHnA1CxSDgrZmqwZIJpHEpDWE0EcMk8h5U0Dz8G14LtLoyYSr3ajkSWjzS3I/h
P0IrrFaT9BNMcbqXdHZE1NYKaijUL/QNHAxIjt1C8S9fXYnT4oY09wmhuwHWbA3LiTQvlPbZ2KrP
WHcRRKngO4YqVM66HELuMczPUINdXSoQRHuMTDFQAeNUFSIzEjFpxRonjB3r3JVRUTxmmMx2ir4G
yYoLuE9G/7ErDuWk5//6wq1p81/5ufyQ1a2dtw9Qo1F9Qtn8Iwxbt5pQY9BkFCUEkxh4DAGYNWaC
8pageAqmJnaJ4eK5GgBbGi38VE0GuJ+k9pRlzTESpRdDh0wcL93JzGi6KSBis0zx20iRPJkGlt0J
42uDfM4TjoNbmGQaet8VKU/ZwfhKD0Wtty9zW89I0BeRlxiu0sjAqqQUkFd8LEPpW40rjXRYgg6L
huOpeUhn5BUtgNyYQy4rAKATUWzv9SR0xekpGnULNnvyjJNr6k293qA3Iv2Yq+a60EI+ybTwWE35
RuBocw1asy5mggUyq3AB9xNRpFrh8Bvmw2qSUKGfQddo6XC6VWnyQifVDqaUdXhTxUhwaJU/R3h8
x2icWQMRK3Iri/yjPbLXqu8wrRFL/vohriph5i0dKKo0VQiRXEXeJo0XW22WW5VKqKmVEbSfujoj
1eJbpYKgWoWaZYW1FE632B7O6E9EsKQmGfTq6EpJ4YcTehgqfHfU30+xvrRuPY9XoJ8g4DF3d4SW
W9STh2PKaJPKCFRQ6PyWcTSU81qyi6bbaI2EjLxaIZgqTLoTT037FAmPJ6V4npocLQT0SjS1dEYS
MCBCCuId5vcj/qBMMPl3vZCxPJF/S6HI0Iux1XPXlSecsEaURxt83DA+zc0hIW7MKj9R0ToJK9A/
A0QnP+5TTysBXYhl/qeJxguWR02mQoFo8O5u4OVgtLZL0MTfZ80Dh1ol/s4ntWPwsu9H3myjGuEc
uSOdKYFBiln10+U13n4wVdl5p13PrunSa9HtocHReEnKoLcMhJyL9BxV4WSnsYTsZngpovzPMOAU
+FABByXQyWibPc7lsgQ4x55zCxZ5B5tZW26Wir99jXPY/JBRVZowiuyf9Lq9JnkDYzw5t3nYYY4n
RBtdgEpUA17FpbX/LEKqRzUsIhMwrYN4PzUg3eCokpEzMSIAJogUq/EiQqLZIWHqFBGQhUf9WyIU
F53zOAeaP4tPeqexkCdlnxbmUTaQmy/k2FFnJUhjTXbNfChAzItRYKCQYOumcpPD/DPP8X0yovm3
TsQtGPGPGS673wzKe5TVMp48yW0Spac47rVAekd0JPMAqsluqyLfVCQge5oEtxFNb1HcS/dhH44o
maHg3aDMaCvtcqHB+od+fhNingpe+xkgK/h/GXNX+U+1IALdjZYJ5ietTlYbGSAMlh1GDmgZm1Sl
9fRQgWi1WesAaOMKf4F4PIkWnpmd6ehyAg11Lj1kYX+xBJicMk0f4J9XVYHeS2S6H0NifiVJAuke
YQkJErvL3nIVHu1FHjlZIfveVfDWJpgowBUI9VnRKdJ2IS47uN+xc6eJhq6vsIBoegD6kM3QzwcR
XnfH71gfdVZA3Zi5yORP0mpfam9OKLCp10busPyja1pYg4y98ICk4nsqqi9z1KjHPjaILuZqNwvJ
ha3HbHn3Vm8yd+Tc6PJpX1rLFWKQTPAA13zlq4/mlyYMb3g9A5lR7yYnkC/nmTdq+EmiW5rI8wfu
6agEZfPDFWQJPW3c7VtF+iSMwAgvvUE54Jk9ONWwEMloZ8sfRTjUT6sFNYnGDCqOg8PQsoNBRrBN
JBMCz7qHj/18RTdIctGd6aLil6W6bIUYXgt5iK/ziOdCJpRpDGBmY4nwHqDYXthrVlqAay/vaEgh
k4v+F/oimh3q4nsbai/YmDnQmNSfZnoOG0WHuQnrsy80FQk6uCatBjp5LUAvunGoIVfbqy5xfJoX
5Lm6SAw5N9i6UuneFxyltS7ZvYU7U4wKOnY9am84cVN8y1Z+6jSFGmv5LXfaZ9S+Ibu6l2Ehlsbq
bs6U7c3XMFtrU9cBfTmvt1Kn1DF7RLaZie5nxB9LVoBmLIFePL6WGbfTBlRFrr5ITYSkXPUrN/q2
bead3Ek4C4LH1OqbNJsKpY3HXmwElOYEmOEJxOslDgZRGVCvScp9UprfZf+ni9s+qFq5hDWBdXOU
Vz9TuJuzH0rfQZyBiZYi453SyrGNtF9g6bI7hcY9yZ9wzkQecRkwG0sx7sk16wOaW+gqSIsjWMje
V9OS0YQIKdXyPGM36AihgbJSvS8VVLkJEI7wemQUf5A3ZZQqB9PtE7q/MPbg30BBkofvxcr9RV+e
IW99A6e66vDuzTWuFBtlV/6qSnSmLdsBvyx8HEpPE/pT3NPDjwwO0hTTLqkVthU7eCVoeNvEflK8
C3V2Rjka3cPQEwAoDLMr0SxGhROdzWWvtfnFSFFqkyLx2klQDayCrWUqxNd+hqtroraF6obTTbel
ePRrcBpuzMmssNCTN1Msq1wyfQkUqALJShdfxi8GeCragAmZAOwYnfgWICSMsdEJY+mWP9B8Cgf8
sy31Z4JB36nyJ2WEYxoJ30ZsvmjS0tjosDshrq6PaNHcXFG3Q41TW1uZmyW7yJkw4kmjvUqPEnUB
tGTCoT3KbSoFHawQPMRXu+USy3I2OjUpZz/JW+rBnIMQMCgviPR9U6hgTBlcwMr1kBFxfsHKB5fq
ZsQX+O8/NbO3qFQWOcVzfg18DD/Hv7/5+33SNLFr9viL/P3ZP7+QGXvR+eeH//zmn58ZcuyHEqjB
v2/1z8//4+P//vDvhf1vr8mydK/IKOBQgekk7+/rOGHbf/+Tfb/993X+/VWjSRtTGWOC9XCHxeKl
MrLa//vGf79IKzH4n2///gtn3P/8WY+e8w66tBaGM5QR8wuEMp/x91Xqf3/pv36m7kTiVNJkEw6m
Cle2X78sRS+hzRSCHQxF+KR/f/j3NX+/aA+4uZP+KJyWRhLFL9wj/tvf//MtXsMzvDyUIxvAITAb
/9cLJTSMgoYRqtqk3E0aSkhxQz9eKhOcP9efGbSInDGHb5ZN9D7auX2elKxBAmGlt8bFBCf37z97
IVqF3d2iD5oxPgjHVn3itFq0I/lEml5NL9UdglLcFzt7Z8I2+xiflUtlD6fKaUZn2BO5oDl9LWDA
OvVtuRGRyqld/YAF80p2CxfZBFC1WHIUF/OgC0Gq7wyyIAeG8R1I3hOCe8sNGmJtPOev5llBCuNH
SdGv8x/oThAP0xhCAGKo3Xr0+zvrl1yFhhLa0+hjome6r2gsoZfxNbLxgJMrAj0opF1X2fyz+wF9
lc2QICGAudXwOeEGivcyR4urfLfHsHKw9QyUG1sJKnR+DmnImezwrX7N9sNAguyOEPegveaucKHH
hHegdEQPAUDqq4rqiRRM8KSoPZvDEz5nZ5Qzz5iCgMLNgq73RQk4LslsfCp21Qsil9WLUKEmceCr
dijjyl6QFZHl96VENiyxzRmzxiNfJcM2Bbu9DyYnV+8DVouwACLv0XdJUAS5aLc4TSGLY8+jw5Fc
As1mH+1MEsyNIgOxJazrRTvjVHfU13Dgy/SSilfhC16Lj9sVzoGto+zzS/HJBp2fESTaVE5+KS/N
c+yAP8BV1iY1izaYxxLk2oZdfFn+u2GdZgcLU0zCBIiYu9wvVnTBrhNXsha1OD8mBEVR3kjcunAp
etsI0Hjzu3qqvR8S0+hgHbvRnd9xXhc+czs7oIShPd+A951o5R7gok27Gk93Ghwu6SEOV865oWOy
Md1z5tBvQgC3Xr9WqYs6yzn8Nbc4dbndRv0IX80tRLhAPydHfav/lt/8F3Tz/XEDa/WdXEF4h78C
QPWbikl9aofnyEMcC/zDOgAo/+Io8ImIQriTUABx78jm3QpHP3MqVqOtbwUPGQ+SUTf5DD9+rKt5
Ns/i4GmZU3iTug0j5MBQWbFl7UwRyYBy6sMVzO1A7W0jsiOvujb3DFyn44uZq7if1dMpennXQA66
j9zZG9BYT0ZFdxd5so0+OVViVzSlZDTFXFADDpbuAczL1E6u4UF7uisvLwnMVOfe1d7jm36xUbnp
KaHrTOPd6a+vyFFprrRfbDQe1ljkeYqD/AO1oIK1BPoPUv3oWF42kBwJ9+i5PEEcPtQI+9nLJrtC
3Bv2CTtOACdkYqSqI/oIeyHxt9W1o5j0ifraf/2UgoYf7QqThhW1lBds6kXJh0zltgxvtFsWt7ny
vukJhZ57gZ1oUDjdJtGccnQnp35rD2QosvWmBtRZqPU4yw+T7eeYHib/4Q4+ihrJU398nLpLp7CF
zCfzOKnM8bdkM22BRvl3dfvYgKZGrJHSs+H9a6bcMyegy0COahuz+7j9ZAHeOo75Ss2H8xskQJty
KQUitS6ibECQn0JXFWwarFTt1uXMw2SW7QW0unfrYLb3LZJg9njNvCy07PJUl8cw2hrUOHZRsRd3
2o9Q2JOTbZfnGinRTa+zkjdTs02e4jOeKpbhVMfJjj4pkqTOckPQyM797DPxwBpQHdqR51TPBEyM
XBXUJta8zzQgbeM7JUrxxOOyRYCFwrqPA2zx9FnVZ/m5/0N7kVHBPqXHjXKDHIiOJTqyNk+V5TRf
7VPyMi80ip0QB75P+TdDT1F6I9KllIU+dxJQn1xcCUYHC7nWURA+CJJjqV/Dr9a6ZXekSaNOrmV/
Lq6IBOKfRDyliv0tQeAAKeYKT1rjZ9fQnW5Nj/gaPxlorKCiZ9irzIwdn2KKmw5rorhXwUOAQOIo
3+O91LaLTMXeYwvDINRujkwW5Ok8eP47GlDzNX7vn6nZGydGZ9k3DprAqv34Rit8QYbEkUtHMf2c
NN5cZ3o8H9ThozpKPKLWSSGKuCUS+DbZOBoCXhU5FWyh5cAaSTwRsv+mDforxJJyp5qHTvaEl5R6
DaLiMSRqGAtOgR2AB0jdHu84INrpemJclG8OS45AjKz3uRuxOYzRtvrE2yDT+JYxaILoOeGg96fv
mUhVdCeowxx/FZZ8PHtKNdUXFg32tJFsTfxVXJIlCDKxP2zUde7VLbiutyIYwGNlXkKIl8ovFC7z
18+WU/ALe4oLbpSnFy5RvD8u3PB600e2nincJvGG9bZNsbje0r9G2eap2wz2v/4fjdvlG63bfeT5
7XUSXRjPuNJ42ZMLWTp8Ls/VtbpGEZURjD9sRgK88ojvUuZNepD/iH1vm/dFPWkEu0HqcwXZEmAj
TwDeVo44cyQBo06FQG55DMWdk4Ft5NYDSRMcznM8B+oT85zjLdw1tuiJXrRhWqW/5h8dcpNMqskZ
5TOFWtZKE3BA+Zyk3CDyqc/Sd+ljApF50rd8L8CEIehq/RjANRHzpD6XQ4K/dBZc8VOy26ocRL6P
H6SGDV9u73AAdaEmpw6UIh32W+R1YmSHz8s2uWu97qRt7VWwxDAKHOBfvVodm2WwPGWvJN7f3U28
slDvWD+wq++UffOZutjynohQqA3GCAF/G/txQfLO9qN9/6Xv6i3L4D36Cj+FvbJt9nStXQoApjP4
HLFwm84AUqjK52f5K9oj5Qoiv3XQePu7MblsTrgf+YCU87czQsE2BbpGRqFzeFrNJ66mFDCEzuyt
D1HhyFAR835dp2kTDFSN7JoOLyhjQKA2umCa3eEM+VUSorHXocrvtwHCBKx881zvBfZCkgbs4HOU
oN6W6rMkhlN3fBWLzVyc1SHfw4lzhQxpblcPD0PnyIovFRujvxhmUI+XmNJvEuMsLG4jHq2ebjXk
ZhNfeskcw7kHyKEKm70Lf94m9ryAUJ+huxReZ9mSv6ycKh9x+f7zcUKf0DrXG8MLQp9qlhv6nY0/
hz2+oJ5GH9Ibn6dTOJ6i5js3nOKnEV5R7HKmX4VsUlaso4AslIipIhAEDEmjs9TXu6UpPAHARPWk
O8zlYmN+RSkIfpAGwqYzvjBlWeO92oXuYIfLq1rnnoj0EdI4ZG7IVlwocWrhodRs1cuEQCh/5FcQ
8IiFFKSJeKKYukzt+xhiq/ypulQSYmYK2w6y0H55St0FPMo3exvnCYG0ZKDhjj/GmjXYafGMjOjD
8glXmitKac1EYWxLoMrCO7HzxOATdv29cZrrKnnr1DUbh7v6Nac0gdg8XlrV1V4AClCPLzUMvYgg
vZ9lP4S0Y2xThczpSlqAU0tGKVm+KixtjitPZ41BMHqWI0Ljx2WpN7Wv3tW7UG9aR7+DMDUJIz7q
E+vcuGVetxWB4AAE8GTTmbmexaa6YhcvEvQUrHOxGRjdR7ejVIIWi0WcSwkaq6iZvcKpWkCqAPWc
dLSBiFz6fo130MLX6EVQCaq8FMM9Visd3knFccpZ4DkmPnZ66VOEIsMx+zTeQ2Q+1adp8Bm+4VeQ
IG6t48Hel3OkZJ7KNQecCeh/M9r5SSDx2Lfptr4QulB+FMdto6K+xsA5yvosPZZ/n72B2EFgagKn
b9N44ux9VUf8tg+aSUSsH+ed6GF/Wy/oFp/B7TgpBkGW3zXAlfexeBfUAw7ERel+JqKDEr5IWIQy
RoC6UmZzTi/vWJj0T4/zfEV/DFKnWL0MjddkQY+tQe+K1zbZrMp8XIFOkLZV0DtoL7PwFk4fJhKs
0bq55KmNLQ22JKmNHgsHHyqNdtU68gt20bS+fcPy88YjwMA6rz8RoC77IqiY89qJQqOx6zkFREKM
1MVWuzmi5sHhD9Hvml+E7JWmDgAb2xy32nfLSTCec3+u6B8wf1DGd0nMpM1Qbx7FM9I0cPKV8BUU
UMluUDm4e9F0Q5CH3Uxu4LBQ4Ph+4PIq5nuDbEs599KJcIbzsauxE3HGu3kfJ7elJPtwcR+wjKBR
/aynJFW9xhGtLQE3SCyaHbGGyWj3J5q00RCkOIUrzljZysMvQfc9NgaE+Ai8lDv1f8gTcG4zL9RC
Vn0S2NEiUsTg+Z1Ro/iNgTfKmQEM1tDyZuFQgpFSvdYAzBKc1um3sfA5dBFxox2TFa72U8cv6bY0
NpKPJHmdHmak/gjCOEc0l07P/Bw1fh4fKEejglaPhwxFsLAV0ZJ/KTKEX0hIhMbRMZkiRuR/af7c
0cy88gCWb6LBxBb0HX5YBBDZGWsQ+I7YWg0obKLRyD6ofpnG+SH6jbjjyJZkp1a/x0+V2tZ3LTiE
I8mdUwlbybscbpTKm/uNeNY8neYX3jic5QSxOABR+Z7vbDYicIrUHxWfY5rWMX44aoJfjpMLV83H
HCm2NoiblreH5BXxbyjYxO5OAQ2y2sJt5KLZc3LTVupdRC2Eo4iAib1uyZ8hOw+vHA+cT3Z3Yt2Y
O4UWtn8ClkL82lAP94k7uguoHHb0xm6eoq/sqzt8Yrlif9a/yma6/SB7p39Y6Mr/1ngrkaeRlMIR
YmOajzyEG8qDG6boG2WB1n6cyWU36Ms9pyjgU2OnMkt69yVcUmRVL9DcrC/FHU6T7qU/hF0AxDnG
jMNr7deCm2NLcDW3j+/hxl6KH8VzwtyTmMTTA7wfqRHdJLrIRKl8LU/FMdtxQ3Z30VA1ttvgMfrr
wUvV/TsVfLYbMr1sV57KeoOR/G+PPdyDQvtgR+Im0W2NYsSKeoML9jkxKxGYrHxLpu4B6XehveCy
uzKgVCX4brQ7FQTQIaOfe44B1BzXg2S6sLb4JDL3oLmyjVXPfcCCg1pwaiLHZM86lBcWLysy9+mV
Uy9gT8cUuLdlwqdxEzsPmuBb6YDMDrNsvide/QslKXaJPozQLXZNtiayTvNHvErPLHc+BYGf4dy5
ffabVXZxT56LZ2NfBZicNrZ+/Hs90XBKf0RvOVjQQEkcCfLrepOfwv5Uph+LsWtln5uK0KW0Mb8x
06eKEgJh8dow7a8KAZV1S9/JyQ1fGmxtI98pMAnfeMkXP/AZ+mcZfOG6QZa+yZ5JWXU6M7W6E5mq
dCO81J3uQxHdVWfJP4lbnjh64idqJejwUXlKfNxyRCJaBiehIeVIPxSOkhY/K49iNR39PCRxQQTB
9CuVjrCdfOofLZLGNPjY/wR7xWgiOfN6NwY/8uTrNPok7QPaTzhXflSB5KJ+UG1JM8TMU7LTQz8l
xR/Jtm58eDf6OOnCKTGbFRaSdhjMuHHkia/YX4pr9WDRDt05Mmxo07BAfHkbPmKbaFZVzlW4ET90
ah/62WR93ZlA2zDgHmSkMR22LCSulu3gZl+PwwN5qFctDoSfENVqXLMBLgxe5FvngSYOGuJUXho3
Ouilf2t+tGA8jK/xPrw9riMHJknniOyVE5l2/Owgh3B5GLdKxCjO+ZpgAdqUE+3Cd6vZHQgh3BJB
QJfDHogY6NQ/wwUjq4rpVW8oc2XJBXRpo7usxEp/TSzX6KjaH+rhffziPONjPotAIxbqPm71n6Kj
+UG9iZxNFf7ULU1VJ/vML6+VowACfyYa6T91juvKkWXcv1z+EvVMEBeUGTviWKoD7R2bjthhzY6a
i9+JeFf2gfVCbL4vPDJM+qJuTw1T/pA/UNUaqMw8RUBMtyhUzWgg09FdDkBFZJ9kguO5vBALFJ/y
HLwadMOYqXgprAkdQce6T9sJ1WfsLN3mnj6C3M/d9jhnAT8V5b3AHJq2Ag2NFjYAtWYPa0WMqbRN
YVzr0BvVM3rh9Y2aLxLCxAoTcajZ7os3sztNjxee+lGkAdzvEdel7oABKnzO74qDoKEGl0aA1Hm1
cRDndyp0pQ7+9RCWvrZ88z8qMhYQnPU/T0q4L3CUGuurZTxP7V5f41A9wYxP2cATfM0aLNp+kRfH
hIjPQH+jD8I/5YlZ/0NtxFIDjEKHrWl4D7QuqeuR46/1ETyYNqGf6GysocsbtS9GiFoez8vGJiH8
oE5HCF9S8yDiJVuiYFnvhNDZMtBdbDfXsKN87nS37sZ/1orbRrtZL035UlFxDjVH/+iFDYnXE/Me
9dIMsRGH7O02sP0stUcYxq5xItMwyy9xHPCncrDLrBAJyI/sqHwM5WuyNhZzzK5O+Jv4j03qp8SM
mmuNb7zZN8ll5jAx2v4Uka9T0JX3WuoUZJv2dBOeOIYqPE+xveF4IyHY8slytCmo2gRy9pRk7mPw
p806IJ9cUQtWOKQRZnNWkkVzIoIOW32NTO/vDlgc2W4v5Or1pSCr0dOn6ZvRGm7EWmxrGP+kdrzO
PjY94tLwo7/GP6QuxMXUctkgE59tCeGNdE9isb/ntRt+JCpUNgftloSeEJyM5ZvdbXrHyXXgNXpP
HWWk6XTEdQ3Sm0sYlj0RtefbNjrOM9WYDSzu+CZF9vQt0cSGS0VpJpT8LNiS2ttTAlYkENEAu4kj
K+0ZSIVh2emrSJsy84Tk1Jqe8MQgJ42zgo1VoJhefxyvqjdjFGgTV6MO7yvf3QUs2YGCR0O1hgDU
/CC6z6kLI04r2qRChBQSNStiBJ1n8BaRK4Lq8AhGJCgw6akHNWWjYvgH8DgRVaY7lNxVTA49LaQG
Q1gCMiId0C1xq/uo3UCFgrSKdun2XbhQE2XLCLJ4R0mJy+IBqcEw3iPKOX9UDsVmDuhIQEQhrMKA
gBEFmII4OUc7SVL4MY9H5YatgMfZ9sGwiekNXRvmGlI6X1GGHj4+Dt+4yXwkn1m0ZWvgaorr9M07
sa1oJOyizQk/9qcc9NSrTlKLcSbU74Pyrcp7mQ3uM76MT8m0zsDsDY1lEpvwmGYnnB15s7y9sGvJ
jAy5xUXZDJfijU6yNh8aZ3yLmYS8vo4ONZP6O0PG6zLtWcgUq0GCPZlHJjiVJpPDB7Gvh4wt0Ia9
C0cbij0k6ms6AnZjVVmxU+D5M17Ab9rjBi+JVhvNUPLX7JXXUthpCC4yT9Z8njtPY9BoLnkTJSHS
6gYs1jkm4ms8/g6AOQH6puLVvTsyTA+IGo5VbiOKo9qN7oy5La2PSvjTgY5Bro4KU7Kj1j7pnzis
6NGmVrdEzq2yL7SbwNbPNQuhW6LpHG1yvK7EeZ08yZp5sGWTWgN+ASLBrCzp/Xo8B+yEutMykLZ5
sYCLjcvRnl8ITNTIUShWVBuunmvlnfmHggDoE/V0nm5DgRQjGmYkvnfKlQ9kJ2M8araU6ZXfFrDV
NLeUAcJ7/JuUq7qKk6NKr1AiHXXY0FivWN7xbz39Mqj9+MGf8zlruuIy0B3peWkre4aVO+K+asKd
gSfiCpgP45VHv54WGL9egNes/RxjOHMWMuKMlypsGKNUdLGqIQxCEhSBIlw4eoo95MU1T5ES5Sez
k/fUp2fOvVDYVOI7d51TbGyyN8r+fMPlU1nv1nBE41cydWt2Sk4+Umqk9jS6mRpe1lQ1mSU8M+6V
bDDM1siRh8o5z6jKXDQFDQk5KZ/x4124AZ46uqjcFXPrQcgculw918gjYldgKkFP4cqE9pK7tCg/
LWTr/fQn9sEnDNVGFP6olO2PZrSRqKENPnUSSpW96a2T1vR06Z25wreUXGW8s1hEfz+ZT7C6LZeg
klaDdMNshv64S3pSK/Zj9ZL1uFDudQYRhPhThpzaluHn4zn4y8u87BhW/p7O+PpAI4c/4t7TxOUx
cjtMegUfhg2LiN/wEh7HGEwxreH1trlbecJG3cmR40TNZVivMcHbkZ0cFagISyeHP+J6mQTrQ6qB
bbolyDb8MWyVHBRD1LV9I87tIdyRbEQ5Zw9REoUWx+zd+Th+8sHDhS6BQMbk87ncDv9b2gtvqFPm
0Z54PNSFM7JmVb0Y2olVoalblnyh7Dtti9cBBWnsWD1uFvwbD5E3WxcGriMsBg3KEM26VwNDKjA+
Pg+WBcJn8EIeO3fIbaoYLbvQpJrnSN4I7A2LtxTPDTDJtX8ADJTo1x3WpYypxAZzpiXE69QhKpRe
9XxP8UTIKCZcmPN8eAjqWQDK6c3GOe2QZ3Ir48z94DxJbqNsjOXAY+C1Fs5wzEWAKZSf5XVKrdBX
Ku6EO8xVYJ3X8a49AnCjjDJXwet4DBKqGVj9UFLAVNc4xiAmlSt/EIuH0TrQr2N+8CinwQmLoJEC
Pomee4zTVLJL0fWSaQJa+3FdfQZpH1fFZS8HGhssC1wfu37PJOvO/QsN0ujhrGsxdbrXHIjnxBh7
cUPYAkonoMVmUsz2I7xCIFmUAVfHOtZij8hx6v029UTLqZFiNMrtC45CbCdW/zx0HykwsRY94nxb
qAjXY6HuowLVyseOt198lHArcUtr3FI8EGMYdEWaL2o3njGXOYSvrD2jvfAtt7siuHDFSTbE5Xhv
oAPwEFxpYN7S5loHFkd7IDoyTqJAwpm827/DbxceFZwSTRqyz+aqTtt/jTB7qdBtwFQyPlnpkgtn
Dzx8PfNt2oJ1484QcOWRsBYZH60NWHDl2nVyHmf1jRoeo9EuXpVtJGxW6GsXF3jgsuAxYGW7iQuf
R8dA0bVWYsTS/RzAJwPLDsT3D7xuSaSQTuK6U2DiToYw++JIKoHGOjlYkKjr1rZPTe6X++O5Mi1D
+nbqWp8c87313TyH3BOJE5Mx2TGwpHlcEve/AoIMwEVOrHshxXw7qtbcFHwkijaP4rpA1gP4wCQY
KGU6w2ov7FA918JApcpJVmbTuZBLb7ICA8FRnCAHPCCsxgnYPZ0GAxsZLNBLor+zGK19/ANKtXhZ
56sAscsezO2s+xitkD0wyUhwyYFVsrZqfM0Q1J0O4hR6jXATwXj+XXam6uuo18A/ZQQU5KdpqXBm
ElooLVA4vAJpjG0TLWgbEBXeOuC6q9KRshztLSZ3YC8H3kWHEfSUO7MoYOErz0D6m1fqbCA5LHMv
IQsslVSIno08DFgG6/rBnwMxV9lFPC0/P/pd1UPldXnUTbN/NCQVrkXjHAzLU/jGiIryEWQXkns8
bVZAxR4i21a70TX4D5uH+b3Oa+WZZ0mhVaQhStsTX6mOQj2gFyH3WVl96wO4pJLLDlRSJgXOVVjr
uM0wetmHZdli9yfFb55QoqeqaKG9TI8cCSU1KDoXDT2250pFDG29iyEKSKAFAnUW6MNDslb/JN1t
0q0VPyHuBRI0Elk8XpcGUClYaSAyMd+rxi/hB8QK25h6R+LK2kzmC/rm+KRrhDfWu/F4rlsXDOI6
k/otyHLIpRpBytES3JbhQWcreqKzFzX7Id7PeF0M/5O781iOXMuu6K8oNMcLeDPQJAEkEmmZ9MwJ
ghbee3y9Fthqo9cRLWmqCavIIotkArj33HP2XvsVLNk69aKVELlRTI1gZ82etUqm5dSt9zXPYgpU
7p02gsWYxqvqHTcml4JbFsU/Laki9oiIRbVPr48iy9jwiBThE5uRWdrc7QzxRvPAP7G0rzVH5LdX
4YP3TZh9sR1Gjzq/QuVz1djJYTkLGKXT+4yZ2bz+FnxmWZGCa5NLVBHiijAyOkSIrSFfW+AdCBuk
uYv2842OCN+etE2ePP5nJk7s2xnbqV3K3I0M/UlvYIFlz87opPmsJAiUlxjL3pbbptcIDsRcYQft
M85Crns17AlpCha3i922++SGZwYSKFceXYi6fCNuqCi5n/iFEDvwVBAKt9SOLnpSh0cSed/ABUMD
08Pn2IXjTpi3BMhHoVMJV67OmLnVcCC0jEYOL7dQXAMqLhaW38WIh7W6y964Z3ik+MlYiZZhvdh8
EjczixErB5coBIee+Vw0Vp4c0Ypusz/yaSyX7TuCEBYo9jsC5vj03hs5N1MvZ3aOZi23S+nCMoaB
FUTTWFCbO6FoUzbwzfiu7H00y3iX15DijKcFFJ2c3jHB0Sza9uuQgcvKV+Uhxhw04ycLUshqyUmm
cVOozwDGmGeu9R7/FSVI6rGEZAs+eZIMMerSHR64+8PRFnvQWTv6aZnyfo8mgJEMlRi/vfHJIn9H
b5TDOufVdftGeUL7E2VRZmurzKBrUf35KC1oJrM5N3SYAiryxu5IiN+aEwFwMLjVAqYKi4dmxXSF
anI3lLqbeDHX94WmYFo0aHrCf88CS0pQi8GfdMcmTKiQ9PG8mFmCU6gz9ppKs0nBKZ6nKDnnUYy9
Slev8d9SH61aQkaWIKIq1NzHsHZLOmwUeTfL+5SAgkCEICWOEYNuAVNLrDeFKzTpSIygMezDPgjh
rMoyT9KorBwGFvHJonHW6NK4n5v0UpGbtJUWrkg7qk+jPmZEwbcGxoqJlatTFXeIHmvV5CAVyiW7
VVDujUX7avLwfQzYZCqF3Tlaco+M4oS6JgzNgsx3C7hhZ2U4JqWHyVTKrb5+5e+XB7o+QxowL78f
alIlp8gRH37/Lc/TeTfRuSlWW1Ahk9uTt6RFjHXMS9YPxD8hE03/9kYOF0SSv+//xkP2cmXaUs2D
2/wGeKQRKR6/b5TW07SSrQQKG+WGeP/3T0j05NOc9d5V1iyS3zfNMEP1+Pv7v38bWm6/vMj9eU04
icG7rYnV/DX7DRkRyirximI5CDXKTiFtZmcCRob7yeAZidH7O11AisDvT2sKKEKbFVuCzI6//n7w
L1+4fjXKTv7l7x+s0sAfGs5gXUuvpzFQQv5+5983yXpl0t8f5/evvx/UqvrFEpkkTnDrNmEu1pwr
2emq9YX9fTOu7/7pY7//8PsxuY92SqLHnmKMx5wwrG0xhDVSFyg8Y8JBLgoFVoD6uRFlcoDryHA6
5hty2I6OOGiaLa+AP+vYJ6buaplB9KxQPY10ZhbEYpq5trcTOgPF9NNmYsPJL/gItTSjIiCNJQA0
PdYag5EFTVtCCy0xBgQEQwH/R0Aoo6gLR7/VSBe19DwrM6Ekb3E2we2aCXgiH683N8I83lUdG/Ig
gvIqsgpN88yRKDs30+omxHhOXIu57KzJ/Mjbh0ajIag1UvEoMgqJOa6LcU4oqFknniZXDEJokqiN
fp1lnP3iXHqKivC1HoNNN1GeECARe1qjg8DFoMWRgP5cOW+VKEvcWGVLK4f+vkVXWdG1MsmsOVV5
72uDL8YSMEnCdJ1g6pkaggSMLG3YtdlIH6pSXQtzn5tPvNLhDJsAV37TFwj2jGMaSg0n8vprggjB
96MM0um2hRXD9ERImdazCeE9NGymCpEjJZwKBaYySwbjsyadpRogqY4D/VGozttqRBGSS5ww8jJ+
LsXOR08f6yMDWiI1NqVhxMCm0CCVdJlNGoT6mAaMifrbUPKiNTVw5Vh/VizODsVEtSliW8es6Aw5
jrbphj+QOAljQPGvEKMYAeUNBA6WUWgbfakSxJV8WHSANCnVoOHAaqkyiseoYADT06zSA+ZRkCe3
YryMaNrIxVrKvoD0KQNx4dSFFcI3aSEi9cJBa6A8si6TNfLUDIJBwN34Vvb8xIKQIgok9rDvACqI
7F3QG/dE+C4U9og9qyh9MzqqUVH7sBJLO4Y9G1yuYTSt4vBF0jkZomPufQGAQx8Nk1OLRYEzfMAo
ITbI2bTSyaS1vJfKwA3HYrWL/4zlOBzbZlBIHaiuy9ijkGLQiwVlOazonlpWkBIMglf1MSlKo+nU
ppfJYXgdiwt5odZLvLYQNYiGinnIp8JP4hKGZaVtUth6B01oToahjbu07m56SHjEONZoVXh4gVcb
116K2ffimcCE0CT0qi845xBtSzfH+CIde9wsIOjcRFW/YF3TbcyVbadTjwgD4UdrKJSrQo30e+jQ
ERA7sooJ61zmHKXSiHkv6d/SWGAKtHSkM0jsv7P6ZYTGuBsbjH3YPs7KkMp7JV32YZlR/c/Bu6bo
2DnS8UTwUejNj3ltbAdVso5NVR/x03QHfCuHLJB+lLnFQFPROGMLYNaAIKnTAFZIiSckA3ROnEe5
VO/F5b7TMc+2bSPvC8QR2Px8czBQsckzh6QqyeyGaPQ9DqneFgPtS8zLnGhL3QskaC4kQz6NTXEb
9QxLWy95i5Kd1zsdp64lupqQyQRyzh9mWpFTQKqQGWF5G7Go1FLrTdTfqrUTFGk3xhWWZh2rDVkt
C1kKY3wgF4X2zxAD7MXsPXIqXkWLyEDgLGROrRm+0FNvaTKQcxliRl4NbCxGMDtpH5HxEra+BOPC
H8FxX9Uo2iWVduAWyT+yAFhzgXi9K6cnyNee0WNz00cma2NL2zBq3tR2gpLVCYclRqYhrAbJalrC
rWK2T7OYTb4iKseaS0PLEfV3GFn23Cvf2sj5BsfVSE+AqkiS5vPEfHcMEw5CsbZcNFV5aSwJKvmy
xH4TK9SEJY2oZoZPQTTdRoduuBWagYQcSUc3GDFFFrYYYRWnVLDpiLX+ACAVt3qogv8ILKhyRILt
FwoZPSuPfVwp175OHgOJjGcWY9J6kyc9LMXzSpW1wkU5yMyz9DSWCWgcGOogxWobQTqMxg1Y69c0
9/EuH+OfOco3SNSjp9IJsZz6pXkT4mU4Wmu4aD1nXoLpGPeA+J6tEgkxYJ5FuN5RrKr4mErRc6FD
IxWZZMyZdJKEhWUTBAWB2wag07x65i61q1qoTnrecTwfRupmS4Nz2wpMAUPtQRUaN1vAOWIp/U6m
4Ji0ZNpGUU5ETEXZWY5xd8w47WYpY5daZQxElLl+6IOVICy3fohDh8HD2iLBOxw2SXyKiTVXjfyn
Bb5BaPpngEkdE+g4+q0Sp66myy9dDqY8UjXYFkNF1pQx+LU2s9Wqsr7VRo5HRqNuczF7lgYFjUY7
XwUjZCimDIubkyBkkQyN8dHqjvKkUNuytPTqsAYYyf1RrvK7cVzeprK7NHlLjyCdlN0iDkc1rkJA
RRFALn18UOkaXhLSqjOp9ASZ4O68Cw3H0LWCVueMxEVQcEbLoOCnIeNoITT7TsOQ1Oo0FepOzh6x
/1zGeSLHMD1D27dcY8lxQVDQ11Vds6OinZcSOiiJUHwVCVzARHOp39X3QMT7zM1+X6gSrXLD9GMq
9F0eIuvQo/4ozNY9aA4nLBqLkYkJdaaC+d0mu2ponyxdYmkX6CpKOoetJTQ/44Vqk+hXpDI6faoG
fL0u0tJMC0Pzu9GdLSi8HA6lAalJF6E0LTt6cwB2LwQz9J5qlKjMk+GE63FKix+M+xuQxNp7tbzW
zWDaITE9nG74/XUcL8tixac5uphajrahf5vVCTHrzGmAGPIlOXR1Mx3Bfonohr9CTacwD5vuORLu
Rw09emq19TZIhq94VoMHi8kSCJgenIBpnsJw+AxbI/AEX9GqHRlpOkbAiTbAUvp1TkmfSkScNrl6
1dIWLuPggfcbaKXQBG/M5TUOEGLUuISreeYxvhkttPdwId9YGhg3SwFb0JKepek0K3F07CtGqGai
bEfJYkBocMjhGN6VGgfeNCIcsiwjrJIEBMdE2Mn9GxvOvW7KwG9WokQFRKab3CoItGNlZYdJWlZM
0NpjEsuHiRA5n6Siw5xN/JIyBl+NBj3pFYwHWwX/s167TX3UyJklhrSvT4AJaOvPFCx0CMxoBadP
1UWROp0keUavE0acNEpwkiZLwNqUfphlkByboEcdlKSermu0XCcNwsMolrvRcCLZ4YykHaSJoARj
ll4UPb0s/ajDTWqesa2zT5qoNwmCBajHkjPNNPfmwrpLdS4loAhUTbKygXXAnFMkuUiXrnTMuixv
OVDUOZiA4lSobUIHvKNXp1eam4UtnK+hfm6RLW4r5uvQHe51vaF9oVZcsoyCbhCZ0tdSQWu4UQvM
e+VDlxBu1moY7nB0+XEvy75qWXdtLca7PiGCluKbzpnRgrjpy8prsWEjB+bd3MzI50y122whd4vU
5jBiMqZpKd0atb7kpQIDbFmIJufh0VPytnJIsJKmAxvS4QBJQg4fdpq3pEBp+LEpIwRWpqxvnLGk
DxIk6q2k9nWVXPzOm4KZvTjmSEKa6BDXO2DLa0s1ZBlTuMEDxrXZ2Et+MOSmrZQ5fjeWyYIcaEQ0
eGWD9lEhcPdUD3R2SbPZlfFqQ0DwWUiaRCrzchbFQdrJwCF2nKeVcVmrAqTrJIJvJ3VBzoggjAP1
Xkqb9NrHVuJFPcN1mH7NriyBXC/6rBzFIPWkfNDpmsWBbWmTr4/Yj0yj59AHDQGY8BCxX6X0pMhy
VKVFoTzxTPJFsH7P4bOpDehN0wLvWCm9hq+ZgQU/oah3dGNJjyQvUtSNBXueLAbQA9PVL8D4JNCy
J1GkL6KrknRXmZhhVUqbjRrmizu1Jk55BRaEaoRbZICJVwULtNuuhHEvfdezEe+tpYzpnLS3Xq/8
RQAElnfZuCbT7cnmYlBExMu+oY1WrMnAohleOoWL2wLeqsWFg6Em0q82RWRkM9oMIRG1bVm0r4IQ
E+MmDxY1S9L4zYwcnVMELacY1X+3dPsF/0vbnYFThSdTTC6yOgqPHHcV9s7PpWlrW21JSI/p2JjM
GnvhviwMPyg4KBg9U00IwV6SdUzRCYPhMOQUqfJJ6i8h6WksAuzPC8YOC/qt7nUIpmfaDhrHJ5NV
Tmt3pdHUGCis6hj0yshAIvNTDvd7o2pYW+po3zLpFxox8NI6HfBEcjmxNHvCkoP8H7X1FCoO+7lV
EE6GzAxhqztFhjJUUnCfSGPuG3mn3Knj4A+0RwbyA0/RLCBtt+r6zP3Jcpooi5NoImun2VFu68KX
jLPgYErx6xSzrYoRTyN3Cw80JexKYSy2jVRuAQdvW4lldNZDfVOFqsknNG+lMhKpNjc3cSSiQotj
HtGqovW3vEqx+BQljAqXgbG8aY0B8n9G/cE8Lwyo61sU15KrTCFDSrTmbYX8H9YqxM9o4NiVp+cp
Vh4EYxw80ZoN5h7LxvwYQ+TXc0RWdSzoOcVDk7lNdM2W+XlZZixkFg3gvszPRds+LVGxE7IwfMi0
l3YYPqfEQkQbcZSsaHM4/LjVRqZ3K7fivp1y3CEoSKRyQq9g7gczPUXNUZHEW7OAZMgV62BAGyBZ
QjfR3g73LWk6oF/Hb2XERmJquEKG2NIAwKXpgxZnr/r4XJWl9rWoD0WcXomTrf2+WBgDJdM6dGYS
1Fq0W1P1NLEhuXSjfobaGnadxSwPbs3ATr9YHgQlwohh6638lncBfhwlwugOQN8cwgAMV0pfWLCG
bZ8EKCUL1vdqiD/jMvuqjLCmq1vfNVLQHwu0lAO7qrGYX1YrSi6IbOaR3fL83pskM4i94Fo5LxLc
itKrlQAdgNuQ/HknNcPOSHPONMShFKzgdi9Nx2EIFTJ1FAr+CDh0OdBLMBhdVMtugq5hT/OM7aAH
HBHrfg4U01FWY+JIpCixKNDZm74mAnuhmJKrCx5fRhdQVdHOqq+FZX0ruVBuk779gB6MACkOKm9e
9IuSSXSkE2PbClRFBme7ysRKowq4AfuixqKPYHxSIYFY+La46jw+auS05FPYeqrRKhgimQUbq4BA
8Od5sKqvmDFl1+U/WjCGKOTxoJIlJbDSBJb4LuTIiaRwmd05Y44cM4wTQL5abfNRSLigAnM7t3Xp
N2rJ8qpylAuG6KVv29dpWJZLpt1ZOU7jtBcy8gOHAu0iUCWBaFiu+WJb/B9C1l67tIm20dj2f0Ez
/3/ls8kKjN1/xWc7f4//tnvPqzaKG0iJ30UXY+f5+o9//6+v/GuemfiHLkl/zyX7a5aZ/IemmTp8
NFnn8C+tRPS/Mtq0PxRRlzTLMhRJVQku+xujTZX/0C0N3hvQN0lbUa3/J0bbPxHaAFYrim4CghNN
U9T/xGtUBX0Ka9OgOxi2XhrjfSDN0cTY+lQfsx336SLDvieX1cUq2z927+pn+Ng9qyWPNyN+L5i3
TAUM4aWrOLhBd8Uh762zS7wc4s7C7sDEHljhE7ddXfhVcJ955GNvi3eFUkVxIUPlgUMU8Fd9QKTq
Ww6hwf9wTf5XaRTr70gahaVpisEff2LpNoE8S3JOB1RcjOdeku4jSB21qdwlo/rZN/2PIHDwqNL4
TYul+3/9zVVrfQX/WxID313lSgF9Ew1RU/703cs8mOokVJad+WSNB/GnvG8uamSLN0CcP1GwAS7Z
/xgP6n2JGfZAKyJ9ELbmyXowDXu50IlWr1Jzko71Xn7Pz4ufXlOIjmccWeO1r+zWjc/zO04jpHoa
EA5vSZxyN32Wz9FRuRPxtH5zQtJdwVqe0+90dPU79a2l6NzMJaCpjXaiXENTukF019/qp/wJs5Kg
+Mi8cuS9Ft1pmtA2hQ95VGGyaY/5cdyKX5iAFAxciKqdwkA/gjW8eajPUmpLBzxue6a6t5Ic4030
mTzy62ynl+IHJNM9MtAYtxYLWSpvhveQWdqxvzAFN7fJ97zLHUKeWLxI9qk2P/KBaBx2oU0i+PgG
2w+adz3TVCf/aJlpYnz1mxut3Zzt4Yk+b6YS7OsyJQofUSVYT0HrZcl1vlsMOzzRqGvMx/KafiOR
nJD3nMpH3Kr3mOCxn4+PLLKYWHg5wiO++Xd9O6boDzbaDz18g1mhP0h7JtT0nsJwN5h0HXlBsFkR
ibVB0qjPr2iFyZleKCMyyS3EqypC0NsY1+Y2HvSP8i64dOVZfqArjEkQbRVa0IgWwj2O4HO+H8/h
flh24R250KjlHfpyrWJX79m+Rq2F6ehaOspPgqJcJv8Kyx8F+keXYCrfRhC8dAfL3Cv5OnDI4scu
OpnETDvriRObpdu5JPx6gLtc5nEWrfpio71JX3Tnifc6La/0HC0nvwR2dotO8kkJeWmZOiAsWICN
wQLC/uoZx0naFIkHxvaFo3KhOjMN4O/mmk2b6Szj/LmIbzJG/XtM2g2+p1W8UEIZw938OPBKcLym
hjWO9FTkXfLe+42dX+R7/LbmU/gBjbw9dMKGZL0n8woNgVu7soks7Dng+fo5v4y+2Lm5cjSureoK
jIR3xQfIPeT2u3qXvSJoIn98F0GFPll31jMImLL3jMqe3M5Gx4KD5ns4q7yaBzl5pElSX0pfv7QY
wDUMOoD6aOPvx1d5vWjEOPcgyjAXOpnbves7+sm0IZjG2AsySxt191Vj/riJ2PdtikANUi8Cjo3+
2djz+gvq28I1/CHZ0HAnvkmC1Huad3D6GJMg3zvnONP86JQmyGNYAznZzQwwBxfIZa87A6Zs4oK+
sieYKzvlLcUC4MkbZodkKW50j64nmPWn7jY7u3kXPan43xgRh3Z4IXQoZOz8GLy3P8I6mt3Ip2Hw
5xcIdC7NAesKgntCMuhB54GIMSGfQHS2MS9K/2Rdh1P3RrwfM423+V58EZ2ccnoj3kuX5n9Ka/jn
VBAyOcnSNGinss1pf8qpkbPF1EZdRo4SAmG2Fk/OjRcT/+i/Xob/aRE2+TbaGkokstnJf44Fahph
7sE31jtNIguJb2HNkz+H0/dC8AxQLA4cS/0/wJBl6sY/r/2mpMqiqak6zSXV+oX5/wP/VAHJpE9W
2+44/r8wRA5Izi7osk1YbgtdEW7SyoPDAxNUz0lItLtkvnOUKVBlwEaFkuur1fxYBsGwW0wmbVlW
Lgg7OYbFinhM++kywfujOdW0W0mZNaQ5sUoPUDZRF0sV7ohy3KR1e+4mloxsyWhuqgdRyZJLsSg1
UvAZFVdi7FN9G9Rt+yxXPSIbA53yICKPIVFNcKlP77s8B3FTsdGH807mmDebcCk0o38INVRvVlas
ybjrjN8QGEuHlW917XEyVsFLyEYWiNWbNZSE716yMDe2mfbZh6NdF/SjGh2K89RvhDLflnW3F/NU
8hRx8Q3OKFsSNMGQrMpcPejtsWlQRgmxPY5UxlIx3MFlAk5gsSwICBoK+PFAJoV9KearscJ6kSvU
dORfVI4ENbpvOvTbYwMpoxQfUj1QTzF8wU2x6PRtZbnalJqwT80ZtmJz1bM4xWCfc2yoI7K2EPgI
pfkjP0ZSwJpakIPNLUc2ZQaZnfw8tEDConpqnZsY7oqtIDN+UBLROHWtcUrUpXAMEZMkiOXL3Ciz
pwtYCq2JeKDOVTMZgkVvZLthQDMudlrrrzCmaUzulFL4tGR+skJbHjWM6/y89GPzr6ZUg52GngIh
mHxJhu4UIdCmv4hqS471556xBcMsNopgBp9PMBL4Rmq0htHyousP2hI+iFWDe0E6iyYalVm7k6av
etLul0pQPDWcXya9eq7ItowuvRghOpza+ykqHpIgfJTj9isxac4u3MCL2qOxaV/Wv6ujK40x0u9Y
SLZarpC4sOAYFjENBKm6G9gSCkw52qIrAC3QGco5MNYE01SThOeo0p5oWZ4EQaRta3GlTZz7SYn9
O0Nw3YC9TgZEd0rKnLTpx+eiQr9mAk0AmWNuhel75lYXhexxquSvwJiJpYOkr1poesXUE9J+3ugk
+bJR6HeiATQcX2/WnQeuAN1JqgiakstJmpHnVSGS8YeKkO0OZQ6NWYRVpGiQeF3g6Fyvmchsd8q+
rSzcGmqPGgipbIFdZ8kwQ9U79U4nhSzXLMali10QLVWltWMyktOkAOEkJrHGJw7bZmpjB9JNwxto
NECFKLwK7TuJ3pfpYRk0hyj2J7Mdj5YSYQcSt2oFFTIFkrLMm5YSbeBwiyWp0dGuhapHWvVljrSk
ZD5CR9A01k2j6ZVjIPRmDzDpvChOUjIa0joVClGlDc5cSLUv6wW5hHm/a9MAsIsmTf2hqBuYSiEq
yjLE4EkkNtaBSNqH7YI3l5UPjYzZOiYRmLt5IIywb/E8BoCgqgrpqSTG+7mMt0YryPvfN0wL5X0W
N9RsTFoir+7Mu6DjRFoIIFASqW02HNyRYURiegA+k+4N/T1JA4rW3w/F5ksx5MW+jGl//35Ei6z0
L38b5E+eiATCFlwqI5SIcKpVjHiNgoWuy1g+J4t0o6iXv+tQFrayDPn1LrazeSNelntAPZSLlAAV
LKT2VF6tHITOYNiUjMGb/LTsMLBVbus0p+xEKsN7hiP20DK2txzrbqExiNv/bX7g2a+PU2RPP40n
uauC86iczTeMo8BTxDcB4eglem+P6nY69eImOJcf+YGSHVInVvxXrpH+ah7ah2hHMDPyeYN1/mJU
HrAmVvpccnKVFwpjhTOqzopBOhNiDKGM8hT1II40mELYnejDGr50RQoabqCANG9SS7TVkeERXwan
x1j5VtoHiCVcjvV3PLxFi4NugIaM2vOFw0+tuNrzeJR7u5gJzrPxfoe9nXZOdmb6+lw+UsiHd7iH
ng0P9cElRlqLYhr3GYWG8pPdFka7tvmx3JJlg9e8dUuZShstGGWzI+lOd+h2IKMqczsc5Ils1H2G
qwvpNV5VQEuN5ukMOFM3xCk4ouXcKlRX2ETag6T62MVmnrbuYOFXPzUDY2cXRT1GUswoeEcQ6FYI
8OGZuqMO+nD1+KbX1ZaCL3F0Y3MbCav1UofRUthNYYNOAIMaQqx/yToP6wXF6Zmmn4EU16/ggr/K
laegFRoxodsmiW0aktCNdpH3ZuzzBtnDBtUYszMNQR0+XWd85TUGjjPPHu7WRtnB0TH1IxJzGbAY
ts4BS/xm9aq58bXk1aK6/MaWpzSH5gNnGpeHPIcJB8cGf0N2gQSWAivDDFPc02WdrDfhzBJmnTVt
r7/hbx523Ba54PMSw8PKwwfjrH4NxBzhHQLJWe0b7La4+hZqRvORmEL62snZjA/6l+YK1+U5uHB+
at8aHKLFffcIkZXvHcLsWl6LY+UPX5zJitZWv5VtfNZP+TvWUBHd/sv4hHsKcZt15rEBXEHyxbjG
kpRPOJ4esGGjWTHfeAKUD1x8cuKgVMQvhEoy5wZ/qnGgOto5fdIoVZFkSwedZEsM2/CkoCehC634
+ff8vGJ/AkXDM0kJhQIMToa4eWxwlmOkXS3aOJRnUs9WGcKGRCOGCyWsBBOhJKkeDsNihDa8iAYH
yTMKee0IT8c4BIQBOr3JuYYrteX/wAvIBSockRxbfF+Ll6+9Oy/rD8KHWrjxfUho9qqL9ND31me4
beDxIHNMp8kfjlhOiUbmzlU3mOjIvT706ZYchX0KqNKhssm+0BMmr6J1zPCPkpdJ2BA6SHIRfSAO
GBk5zZEcsWIojFfuq3khy2Iz9DatS2Ens2b0H4lLPAi6rWO0KybMK076mnkdbqTTegDDFfZMfzm9
dB68cGF0Usg0A94WrLwoS+3R5BaxQ90dj4BuhsJZyNhab3aW5sXNbg0z+BFmvh1dVwUqxITHwaPK
sx5NhL8vJRUOOi9b8VtbepW2sqc/ZR7NnDfA5wvbh08E+1Z5KugruMbxUEru8jDm7oS2bAOe+cp5
5g35hE/kr3oiCMZA8UvyiW18IVrF6nkGSPo6vKqeeeN3uHLSJTsy2hNlAnAAv9UR7ywOX78snekS
Svbc2KKxLYCinYN7Eqs6FLsbjoBM3LJNd99ehLf6oD0wn+pezSs95hsq60NAI4Uy4RpMmIU5bIOb
fwCNQVAqi75vba0P7GXPbKHdHTZRCVJaiXu5+VyQ9MMVIvsHMzhOdpVy66n6INPlxAqrPirn+AnE
BMHJ+1DZq7MbzBt53sziLkuPVedX4p1+VU/GQ/mcE04COqiAiOEE3HUM5r44GjAePjS+9Gq0e6bp
j8GZHWZFKCG3/ADi06FNCV0YhyisjN7GaYfHv4LQ6fO6EC96wIOJtq55lRRXQaB+Mc8aVg9pawjQ
rnaRsJvgAIH2xksN7C+9itOxVJGdMDpD4msH/bY40VYZAd6VR06V0ldbf1BVWLVTdkf1Gj0KtLCB
CZlX2SNnBGJChucc9ILNFBvBYOw2SNF9BsUKuShHsBFUBNa5JgmWDemM1VTiqfyBRaL43HbhC4lG
599lTnXDfX6juzJChb7lKPzFDfCQO8gq+/QaxntF+sAvm5jXcDzFNzxE2EcWhBTRJulQs/RUvCcW
/35GIHsglK2XuNOFn81Qexiqy+SO9ceCKwIknBjeh9mNPqUXwXI4EUB9eKMDobxKFxoggwIwMPOX
bX2VABZRz13DG/sSi4GivFtMPE7QOu/B7GifZIqBN3whH8u00LfbFi/ACCHjzC/XYaJjH9YlN3ua
qqfQpApHlI9PaIN+mE1FYrV7S26dYacXmbr0Or0GwQO6jdXT4ivcsQmi7Mbp3aXfBDeA1qCMCsmt
PmD+3crgqD5X8X1yZ1YHsrK0XfK2Fp7CNn6fcKAh2kYPhy9on1wWZCtsFC/Sih7yeuItAXjb9U70
On8lQqG1Wa2iWCz7b3NNQycwDSkRSu1N/2Y+iACtHgpoUVhxoSJuYHnKj9ANwdwqjcODEp5FN38y
RDu4K68Yse6rI8ry9F1nfPqjbPtbRX/jZ97n77JyBagATgGQ13giHJI8T4rwB/a8+Io0626AXhX7
0I3c+YabC/wGiw6uJf5XemPn9NCQbbNnF1F25rNOmzLfkPPwFL4rW/GbdyAwgXXCwh3RYp3w3qBG
cDPJDsjbdIqDdl/RLGHikV3zb+aS5uDm35qxKdLrYh1SaSvAydwqjFrRB9wNOngIzgniTaXdkqkf
wyJyOMHDF74ueu40KRuU6gJdKnn0Yg62o8pKN+LFZNifUQLV+CZi0TUq1D4JCVyeJG/U08wB/RX9
YXBqlJ+2+Wwip7njd8IxxMAUK8o3NUxxYUYbX8FIIaLIqBL2Ruc2jYtdoXpLemrcjfqND6AuVgMv
LAYseJDuyKd9HI7Dl/E53lDy4ExePupvTo0WvgxMHD+tvp3YaEbOzHt6ydoLgij2LBFbkWfsl9Ps
5Eekg1SXuMM345l0vbemIpDbK5HWD051wPdTnwlQgJEkbdUvaGQwEr0GwNlBPdVEeW9YXjCnn7M3
9JxeBFbqo69cQu3Q3kPZteHIsVNcTA+jtHkQvel7+DbP3JUCforH5USgxKf1yBD+BCNe/bD8+Lk5
Irmhf14/I6yYix+J7FFtU6Avy+wZdhDzw2Y7fa6gNMYUFkeZTQg+K2dePcW5Yg9miD11mgHFyyqv
M/NNwE2cYiPNEA9jyHhv+v0HSexOQ94JntjOoOszdtt+/dffN7+f9/u33y8zRriBRZq2LMq9dLCm
WMIOvX52aSzVnki0/+TuPJobB9It+4vQkQASJreiN6JESWVUG4TKwdtM2F8/B+rXM/06ZiZitrNh
qFSOIonEZ+49t4jNcSyz5M7mcxt7E9vIEF5FwjljWoBiocAaHji8Xo0bT9jDfXsLMJxaPiRvPSPI
beLCLjGFlY2dbr0gv6cqufheyHNT6DItWYo9gS0e8eaCBIOqlVuTkxnlDHnJ/Mjh8PCJdHAyKior
IBORaHodhJBEOsEwSnnMOSNc6iYz72Q9JSAW9fhql7gvyqrYtw4TdqEouA2LLdaO2UQn3L1q7QJH
jsIPQgC5cVnYYWaoPwXGrLgrMBEq0vHGomNo7kQlXtYp+Qpo22slKtwssPdpbDqwLhFUE/bWlJ7c
Cuu2Ni8t1VHoJvjFMNN2U0yzxmL3QejxInvu602+MEgJx0uSFXcrwtYxCDt6TLT77suFPT7nQ9bn
yamamWSyoH1p6vEcNsEl4OYUJdi8ANjYC2TLtqVCJivmXqTRD+nm+mxgvQ+kjqCA4vzTi7eHYjXG
dXd2gM4QJkd//WwaAU1NLozEHeABc1rSicwUFSU0oXhUX5ISzHSW9vuE2HgdxNeomb77eUViysjC
uDT+c5R9IAjqzpGy/wDCoy0bwon1epYdRITtmQFI1sviXYY0K+RYqs0SNqTVLKbbWdH0ssT3sqq8
72X/XVugbSZh3ivi8Tb2uE2z6K31/tpW0z24cfF1SAruq20O8a5TfxGSXGyNkcOyIiYnFc+hnOFN
guhC50T4Trl8s0yIImCCCNuK5C+SEsZIdEMhEpBkHJJjxCyv7ZcvbSBD1FSgcVuUbyBLRzYM8fht
Xv8zB1voCt12VITEaSq8h25RO5+AN7TQ1ibNHKDLiXMUDeNp4moJ+pG4ekmAA/516ZdvI+bKoUpu
PvfQQblMG8lyJbgEPO36d8vM+yvCU243HNYoyzXztDQAkDYV4RNKVxizs3gzgr3+lB/JhvT7jSUp
71vuOvOivnIqJw89tnLRBL/sSH+rvRGaNw1xU1GiurX5UrVWwc0Hy0kwqp/dRJxL9FP6lMbp0F+C
moIZy8NDAKREyXdV2N+7noljLllgmXTc5ON8xSSxjxtaBidhhZIR0LFLC8KkkI2dXhKPpVI909Fh
6znUNkDlBFeG0wZ3FChfrWykbQo66mnxnjfjz2ziThNW0WFWzINKc0IFee4ctG4qI8ZBZl8wcOEg
czlSCkG3DHW93iYpZr3SBbY1OwarcYuQoEr982BzAwjit36SySFArkVfmhnEwLYl7uiL91orRAPp
W5RkH54k/gZBDigAY05O4QIz0A33RQdrpzswt7BitzrploleygaRI3Lnzq16QFK4FS77trhvnkJV
3dOxgxs9r2OyGe6Xth8SmzC5UWs+b+OXUhpozI5PJxPMaKs1a4tVKTbWrJNFAKRiZgSL0aux67vL
S8un04GJLSlpvU5CT8z7b1ldUI8U7GI4w8uravE706LZcLICg8laZtF8kxU0lzh8G8YMYT4OSUfm
QG7EAdUbjBYkG2jjrXmb5bPz1LAHtEQN20EBGisCaPCKNAeZT69Z2DJSKNRHu0ZY1Qkkkp470sB7
5SoXachk8MDm7a1hzGBM9CfxYX0O/bdmDQXUs8STWWTZrplZrAk5nfVwDrXzI5koZBvzLvxLbDc3
9hrHJsDpExr9R00s7ksNz6ylwK8ea8JcMUbFj5uXmiDysm1fhQpvE/iMYfTZtBmwjGXX/W6Ks5rF
BwJ7bqdVb6FWI23D0gXDpqB4R8Wuc7a/nZc8FjUmBHYJFDy0OPP7hz+jKPVaCnuNdL8amJO6lnM1
PVORzlp71RBHdVhReGTpXSDS9AoSIt2Wte9Ug2is1Svq7hIwPAipPm+OWi8n4w/nCAPEpe4sqI+i
eJkw3g9NBr+uXChPsA2gtJQPZTXca8v6mMBEzon7FA8VgG9IC6TE8G70WGkyWkn4oqEVTPtCJ/5G
evzSL53uGOXikAT0xFWMYFPlRbCtVfmlnka+1TBW68bhUiTxFxFMW10PZCN5MGDHomC1ikJToGbU
nGak9YD4NIN7sxfnK1H0/gEBDvCf4ux51fKxeOkF5Y51yoR9L8MV5mfwik0Yf3rfvE7ESkBewLzC
5xQ/CQe8o3BewQ8lG4K+iV1rLGmr8NwcdNTs8xbwUwoJkkS2tGHQ5xYktaZ2dXLJHhvC9NXi5/+a
MjzP6/x7HuQJd2JAoR03MrtyUYsScn+SpOQIBSjfceFCDJnLOdXJdJ80NPaB7mgwI4zcqdWjNM7o
Owhi2ogY7FO0BnrlU30esjCAzhQDp3LUNlnAObvsdTCK0QCnDq2hP39IIj82IyEYm7qB1i3sY1mH
J5mRABRatvWQ9DkG6hpg2TIhKIYXieETeKlDcoDg/fejBYsZfZmNiAWju/U8S1OevAYdVxeiSOvL
et/WQXXIRufv2KKKGwtQl2+DJVDFY/Rt54zWQfeP2sHt26NKXYgCnkPzqsuQuabpTlEfHosgZQbR
efex5JbbLGQRTOqW8xJt0oh0Gz9Cw453O2NpRXzjK/nGXDHa++ZMMDNFXr7nkcBXk8wHzwf/m6pv
gYgZ9A3T3nNH8qKULk9D7H+X6L42GqKFZ7ur46gCMimDPW/3uK9t57sZEN/5PjOBcJ1Ze07xslgW
aMrltcvZQHCwe3JnN1zGpRzfUMB6wOPs333Zd6Q26wNz/OYBHWS7HyIDzfpUF8FP4pgE6E8ffvr8
N4MECLhiAFzNK1RLuYahs1ezqNhSCV7Z1zMSWa7qoP0VtC13Np+PRKIj8hom7W/zvV1CMHOQTSNs
t79Eoo+vQ0+jIFFH1FGPST5LX/MyI6YhZPWlQlRBLavsfEACsaDKjtR2YqMxj8w1YhM8Oi6VAQfb
YyAQOfbqTtYdQAOCjg9pNTwN7t4KHfbySe8elq6SZ12O8vz51X/8cirq+ZTUNK5t/hN3Rriz3dY7
j2Hy7w+f3wu7We1SAagniyCXrw/twBXAgQWOs6Fqi2znXfS1e9Z+9curhYbHRDTVIEDNiTY2Zy8Z
mPAlMU2pTSNLsg9g1gGNZUqQPa6NJxKUzBnzV43mHOdT0a9D3OK/Hvq5uVulG+wXBZVUE2oNQNWr
g7OTuDgU1oeqQn9i3pU9BWfrfz6kyAvk4rWnbPUQF+tDuVqKvZbw7QAPcDmGTMVcr3oW0egchp7Y
qIKotsPnhv3/W22fbSu0Bv/n7NXH9BcJcx/Vf5P1/fMv/St71fmHtGlZbBJYP4V4iPT+Fb8q/iEF
+e0eEZi+YP1PvPu/pH3hP2xSWR3lK9cXrmfzLP4rflXaq7RPoFGTdqB8FGP/L9I+e/1P/l155oSu
7ZLBHPgS07xE+MDv/5v6oJ2sybSFti9WZL+arsX4xR7xXLvo1ClcyVTpznyk1/uCEexk0uWpa+fk
ohb79vkrwj9DMMvqPhedvJdJ+b2tlxG3Cb/yJoCtlo0ClVL7Fw3nn8rR631YXpOqc1EN4fPLK/gt
zkhOF3a0S5xzICJPBS5a9sxNvZIskLZqX6ZpeG+K3L8EPud2p+Onz4TOKKNexeWj6bNCLHVj+cRr
/ayNNb1UgQ9wyV/d+UowSOz6MrqYbCIr1tHwio1/i8ShXE2lttevmxfuEamnAW0uY/Lhm/ZYTtjZ
3GQQ23mywbrmzPnnKHTYGFUAz5IowgLgyvsiehatkf88RI71SoPx4XqaSnjABJJ6Fk+6/eXXRCAG
HMPI7woYVSVsoNaZf8RCNBvVY+kiHotQldLv9tKZLuSzW9w+tL+bMzGA22yOyDDVNezXwWeSlzg7
SLPj7WPijBL0Fs7IoGhHPMhmWXLFPvvUSI91FYJU21jDre6nfSPj6s9s98G1HzUCQmaLWFzqwzDk
ASTpTDzVTsQ2qktI2xgoV+JUD1ff+K++SKKDI8tsw7ABjm5dbPKgZENl5iNpR+F11NO5SoA59/Sk
YFOT6JYF28GKu+fU+UugK5oMlUkPUBCEaX66E4YJ/9lfeFsSL76Ho8gf8eK9LFAbXrzRHGbfMTfZ
xhOAl4Lt5Oh5d3qlw+Bl2WNiCK3B6rUzRrWXaF63bO3XuMS/YaNk3iSieRlbNW68oCa2YsjDywQd
AJF1QD8dxvoYOvYuzBzIf7Own7WayDykUjkEFTaU2X3q7WY8/9sB8b8Tmv6H3McJJddZyJEgQtRG
zn9ecKHuxyLqFrxBfmCBeaKcIbfv6hpmrzbcEE3g6Yn43VeTxPapSvW7jADuJDIbUXWX0e7//nwc
21kv8X8Tn/KMpLDtQHporHzFSfDfjwArLdyG0g2CVJyMp4L78N7zoFcXzfjS56U8CSZCXJNsr8Pe
/1Hiub1HOG27wX5oaVKIN2U+H2GQwI8VPreFAv9TRvGPUY5wbCMqj3J8D3jfCBLI4jf1q1HeTKiL
glLUg8VEGMu8hRnSocrCaJdp76E3KBwG4DIa79ujX/jbljD3ven5i7GPiCgm3JVacmWxN17/IAOL
wZjXY2Gbs0eKC1q9OTi1q6W/Qq2PhfSSDC4BI/AkNlkXTzcpToYy4qeFi5zNHZ5430oeEb1kb3Fv
rjOGu0sQBeEmFIPZ5bntnqTtP+aWHT/6tsgJ4YyKDd49ho1d9Upg749RxfNL2LEK78RXoBXyWrv6
7DuWfF46cPORjRwPL/teKcxrWeO8iU1SY3uS2SROdjy+oEXJcCApxKlZIU8yAdZrBeVxGP+WkWsO
bUY0ClSla5iyom9da9hqOEdzRcHb44O4xHF29bNM4RF7L7GT7tKx8igtlNliCP9QIa1yjTKIQLf+
W+Czs51NnkOWaMmIUsXJoqJkE2ZW0SmuxBKk1ryUF6lZN4eMs45d7g73Kuh32qlOPKX6yHCiI25w
3mWZRgnbjtN1Wnr8ZSi7Hpq+7Y+M7R4cm9GyQn6TMqLamGTlAcRyh84Op6EVXFcVymXoimMYaH0h
IxG7sJefbI8PSG+69wCBCPouiBZF7PsHmeDGMAbilodhHr0N/2i2XiOdZ2G17fjr0fxtSFIEDnMG
cUqyHzFkZ15aqcrtpEllnUkXLVSjdsBE2geZSHlxlvmNn+lpCaJX6Q8KAEA6PGrbvxULYKyin+xb
IVOeErMSDHeCmEkDgE3RDjlRlzKm/zq0SC8MVweysCjYo9PZ+J1Zk9SUIY1AHOuQzG4vCu4Jdsl9
NhLXHRaAoNtIrXvn9KljzAXI70vr8RkoFDMeIiA/8GSmh5h+tWvs5IB0il6ZtU8PsLdIgvZRojvo
S5W/YB9OfNRmlarVQU0EA1Qucdx9Hw6HSbZwRfWbNvb0EiJ2DSzuAJG25seZOOVKQlLALkIz2Xiv
7mRLfJqMSxZWt67zy2ohn00LP2eeRm+uRNjhYUO03IoAIZnu2qyurySWNvZEQiSZmoUMUZLk1Q2X
m8WURKhdVKVfHZrLzeA3XA4Jaqksmyem/Jjm9MwWjYzLfW1sxQiKEZk1EOsrcX/OYVOxrojyfVnl
yUZzl2qnzmMsUBA0Za1q2+JOTaJ3lQ0JV6XoBOZ5UgSYk50zzD9lg5xrzbbMOsRIBkPnIe3mlylF
gdjK4oeyJADI9eRpl+5HIsJ6NyQW+TFe93Wo1Bfde+vYDsbPVFlyO66vQ915F5FZ0zavq2NWLM7B
i96C/jthMNnGs5+NsBQlEAquuGcxOrnQb5RvdpnvHHs4R9c6QcmTFBbrp0b+atJC3txf5eLU1Ayo
DFoo9p79d0xLPos6QjuX/E516u/UejFWUfSc4LVkOMXAaBjTQ59iG1jPuCaH4dthd2Tp614JUjaX
2aTHYmqxh9lee5bETtXjmB1hjfmNZg8jzI+mxMLRhVg3lhYdBCiJQz5nJBnMnktvz0XGruM8Oz6Z
uiPIkWiEZ12+eBFdSS+Q2y9ARAzStv3nFVki7U7mpL4FARg0TUHV6RWp1/W3eqmb+9BBYpZLd23m
hkhVM4Pfj2KYu635UzqhvpV9v7cDINOR09yizg6flYjVc0iYOfyHERT4CBhqcPsr2NOW54YGvXRJ
FPJ/pDObRsAs+Ys/Wxc0svpSkH5T12lyMqqZN0HJrqK10BlSNr9Fhesf0Qju3WJBe15DwEvJz80Y
u1dx5TxGc4ZaaIFMOyZWcgFHcMIuIi4VjlkE/MHfceT6S0wONyUECjJU7h+f0/iYT2G7kzZMOF/F
AXQB/gRVSbTJIq86Qx+Bx93Hv8kxre5tntoEaNfvIpLZuXP7OwGa5lJxmNy6wnMuaU8HbDXGvtI9
nAo5Ya0XDNm1UXAaTLPHzn2rq1su0gzYG8zasjjrwllp5nN9MVKCGnQLfHk9NmPfZeu0kMITxOpx
TgUFGUbKK93iOOcPhpvRE/pVotu1g9pFtFwmvQRz6FaIFMu53tXMFkeRtI9hGMqNjseP3qDUbA0X
ISNhhqCxnC9paK4+Z9oeNgT7Cl6xjRjmca8jo0H8JNwg5MT600UxYllcjNJqPbwBpPBZWcuILZqG
KwPtuwVbffv5qzFndSCDJiUXrYcexy32tXCSo7cs4th6QwqAikV2yYqSz9gnHEIBp5xOWe9Ed3bv
nhBk0YTRt7Lp3c08tOXeTOJJCBRxBNwqQL7hRxGQNDTMcb/riIVHFcswtorlFzykzUpmqtcDNl2P
2j5G7ecvHpt8LqWT3c/fXYJLr/i/B0SY0Gc0ShpSjdZshJ5bPLMfUohegGH9ycFmXXLHst80zXuv
qJoKSlrqlu63ncGKCwP71rj2G08nO1Z5+meKhWHH7J1cZv8P/QTcII7bL7qx14GiIWJyisxhbPWy
Hda3PR2d9LaM09d87OEFI7tYwUjITW+mJcZ3bp/YYREg5zbHhJmU4LMqgXHdpyS5DZoBJcLcXzEU
WC8P24PLcJsxxJmLcMsTnXaIOVFckNBTBJX1wq1L+rONXEw8C47do1x0ASKItM+OfdLJU+V7ULTd
pU39+5IgHWs69Anh1LMQL3vyF1gNpJ6aXlKIWpi/OCzcolcPcN5wH8Qdwb+x+0WjVyWfepuq2jzj
VkW07DNxTOq2unw+9JX4zZCcP24lNGBdPF8SLA+w+i9Zj3Zo5l/A2zicelARG2ta9a0JP8lxQtkM
X6waNsb36us/G8guDZYX1ppp6q1Leu7LTYrspyXweJtSDbIPixiDd6QWRUk5QYLDFZSFSF2Zqz0V
XVJBlIJWFTQIpJxmgl8/++a4lMWfKALYaA3DyB/FS+3HiTylgSERxTEwZfrm/fNTWcYxKgfCYXPh
PammbZ6TNob4PHnQbb3pZ0KHBMyvg44Oimw/KirvRs6EqQTtN5a6wWZMSdWium7QIGJ7HypffvDM
eHqmAfRBTb/t/byEpzk7m6mYV7XPeA7Wo9+EcGTjno1J5eSnWo0+bWizZc0Qcd9y60tdIYoIqgYB
WYJyM85wC1rlz0gofWMaD8iDEyw8zSJvCd+gNNeD/+JahKCFVnGJLfVr6h1xll36R6YI1qZEEj3S
BgBm6RsGyIVZQ/TJ1GUFTOPR36vEzX+AaEKR68EGYb3DTY5Lme/7h86wMMMLgBHJtdgRe71CGHpy
h8Fm8uj8tGeqnFiyfUJivOsbFAlpxUCuShW76DRqt0OCA8gS1FZeyCi49n2MX4NT7NokvEcQA7jz
qPKg9UD254+Qk+02VvaLyyACRCJj36iKiZEKT4VX11+9GsFjVAkMcl3gPk3TD8cUO/deGz8kww2r
YT05N4XC0Cst1D+SzY9dtvu0o/zgXuGefwX2JG4FHCKISmR2VD5nu9MTkScoriM/fsdQ0L3mxnk1
4Xzoe7bh8TwGV5cXa0eDz2Y9g0gfZ8gigzizAfHLv7wr6bltcnTCNZvzuDvJxWay3DNQdrQmpSsp
77CGvkYp0PQVBLHJiHXfpwonsLQ5AFTZ/oxy7V49QrwftGRFnGfzGm1YVeFjMQIGqBPlHkVn6avt
OY91H+UXnthHNC3B3YscwCyLoUl0POI0qLnZWlBbx/LZ1DlxmbpLdvgsWEiXqfxKlfuKBHsInO40
VeZGDZBfcQehidNPs+0i0PHy+VkwyLEDaCJNypgpqZBA89mk/y8evbJrLqOnQGyq6YKsABFejpz8
s5qrnCiAlRM/YlQXe8+nc7A6hgeG2n1XChfV8qxX/jQBUFmI3nh9WNBuSZk/ETkudl3mLLvewMsP
aoH0lqY2c8bfucOVNA4UjA611eStGJqqry9jp4eDXsduabMOvghmp1ZgeKM65OUUPCernocLFo5w
E4V5zTnlA/uYsvTy+VVrlySSpyzmpAHnWrPpT8K6vVKhhUfXtp/SVGQvzCerJ68v6dA4CDAk1ggM
+d42mPoPN8ryZ64V4GAiQV/X0zw2Tr4PYqd5avMxukaOQX002CTqSCspLpT6+aUKudl1YYaiUyzR
uStg14yO0SElOuE+foYtwKoIn1Nkgttzb+8cg0qnZgffYu6RVfQe9aa8mmS9sip08RJE4rn3aCOG
gJA92TnW25hX36h0SVHC+47btD1hKSCJWoGSaxvyVe1y6XZxAZ52WNrywmIVkOiUY0RAd82m2d0I
1ZFKpOxLmDiYA9ehlzW5t2FS00Nf+fEh7eP0LZ6I5qsMz8VKRfLGKb1c5zr+fR1lGryKNghek7bj
SLAr/5TMHta8wDgHbuPZvZ4hTmN4uoiawC6n42ycsy1j3RYENFja1PNg6/sDkKe0dJ77MHod6Nj3
LnTQY5H05DxNtXXKc5Zd6w+duTkJnqpCporJMuzsx8/PirFthOzlnc1X89w0BXm06xCycfz8sjDK
2MoII4s/pA/UycWxjYYnuJCzqGA/Eg0UL8hU7Az9RjqGM/VygFwBqnBQavGYEF4YdMsVSln+2Fn+
SxRQpbWIoWRtoXFulby2gMv/ZEtSX9ORYymQyMcHy+HG25Vwjyi9VkoFyVNehLdRnXpPxY9IZljG
l/kVcgcc+jCPgKZDwo1DOONNzI9kp6g4VM07pUP9BtFxOnZTbo66W25+AOYjKaLxsVz6CBh0m94s
DbS2qFyCPkTWsMVe3cXLiFA8ZSu3DNFL2TOMzKXsjgUHOndbILsIp/5UpWourPzQoqS0ScVgWwfw
JqTOKah6k4kYu+KAGgtDXuj6IGvHHJZxfPUGJ7hAL8OQW0798bMACaFxLXFXbrWebFSmhv98sU+1
42GTrBD6oKfgvCAoosxs4PPjn0ZVL1PQXsYKETAn6kfsalI/mI3vHO5Qe2VCLBPxUTP0eJCDG8IH
ZfYjMqLRhmVI99L1wEVnOGBz/VUV7ZeuEY+9jXCoKh8dHxaJB9byVla2/egRNiAm8ti5ZaDhnjlB
21yTiW4KzBBDeO8DKJFq5eeoBWdCmJKc2jVPXeLVl6nV310CSDtQKI9+umbQTjE2CrmcpVe/RWW+
/2wka13SN/bldxMy0NGa5tYqUfNLElrjnB9fz0xSa7/+SPXyB9QduZP6mwWQHGNZcHJdXN6xaPds
WNGkFFACssxfiPe14CUWkFcX+LKxVjveZDJvpuHUWMK91tZwN1WSPnpx9T1JLQIMA/XhrS0ey+Ni
LaWnatUl42+6MNXofMic3OXP1UV7IzOFjF5dtg7zpogPbYnpm5aXYR6rmj0Hjd4XHOMPlNIIE1Ng
OoHntAf6OAj+DcDwsSCYkkr5S4a4KbPZffu1K95iD0GRbrA8dE0twKDxAlC6zdvIWkiIl803azDV
IXQgJ4XFkO1ZlFI3u1/nkiJsLosbsEfejiCku4+d61KwXphn3JpNod3HuQpBf47yYKlK0lTQ5Hc5
sBVt6+Zq4ezNuVc+JfNuzBFV8zq6JyrB6VmTqthYXXOIOiKSSn/+Ozp++6g5mXRPtI3NpPMwxFa8
TSDjnGFpAtwpsyOzJChWIwdhh+WAkgClKOhdyNcVPv5wIN4EOOFDk7pv/rqInxr8PJmVEHHTBwhs
QydiA3ugTSBMqCuZ1GEJO6YAw1asQC/UcNZRxasQM8Wk0knPOwA28WkckDDnaIc76b9UJRGSi4i/
eonn8dYivHctpnumRiYtdfQ7hxpNP8w9S5QdyGQSKZUH6zqqGHM9MGyHRZZBo2VkQZPBZPhvgIHt
CmrHeu1Z7vg1W93PYUoftd9Ze7xAnxsAARXDsYTvmpVQ1Ge/ys7lVz9hGh7zKiFfprSSfv3b7XCt
zQ7ibpfuorIsYNatKbc26ZBqEXQDQSWOSUwCUVnbz6iakq1fwnGimjkUE9jtwGds40vmO8zfMTi2
CZ7yhjAGy/+Rj9o965pzZ3SC6j6MLYIw70zlJUmGgXsvhpLI+HUUlNk4TcBDw67/SMww/lDGe6s5
OZaKRVQWPbrzUN3FQuhliMfNzVvsJMZu3kNnxDimKkIUC5SiKyYHDdWbaWx1iqVJL1OPSSoC/nXm
c/odiayVMgX9nNy7fK4DuQKbTPqifRpttZTPtaHNVbWTbBLwlV8HxERdvtA7RA0HaDdal77Wy+Zz
ItG7nOFBRrUVZsv44BRjdxzZf8XxtyzV/jEQGeY0OTHxXprlQQQqPQ7Sjc5qoPDj+GLG5SevVYw/
wG0hEsQRhg/f7ZNX1FE1HmCiaz27aZD78ADi9bEQsTl8Fi2JQ9hOra29KoL44vDRMYBqB6ZGZG3G
Nm6njob3kjVolpkJII5Xfo6eBPSJcpCGrQ+Vb331UX09mA50r41e5la3at8nHNXG2PfcRlSj3b8h
5PZjFQw/3LgLmWZAU0zaYNmNBqtHoeOAcKHqORpldYYW3F41pHwxN2iNM/+HsGI0fnC1mR5M0V2P
6Tfu/7i+jHpF+1iwL2mDraSiPOYL7AamNsWbj5TOMtkAVLFax0fKOaBVQvLo8kS7YCDCeDG/ck3z
TVVkn53MB9falRj98558KQSRZQg8uiR2mfs48fWym1tUxjVSa4H4wQnLk7HwgZsJCca8BiLmTe19
oQQ6DgGh3eMwRLulEKRj9R3zGSc98y+7m16Fy5sGd1ZmirWBArs7grN5Nln5oyONPAmF89bK3xDa
/C3QXPG8ZO1VjekqK4aem9cuJLeRKZi7mC/gMqO92zUMO+zRvdhO/QVcJT+AC7JE91H4gLH4e9H6
gPO8726d+9xSR3zqUenhQJ7IipkpUNSAeJ1l4FngYc+Ya7qO2Pq1YR3Jlva6KPkcrwrJohATCtPo
b5QvtINM3a4huh3BUfq9akiEz5jd5FWDdmjkxsJbtIqvUv08SEjRKTGSOrcfM9RS2ygCDpxUVLVL
ipWzgFQVV0n4MsWwoBRswv0C3nGfgabCG5J8t8wcH4KBOF27IB+10a51HkCVMozjlASlW6Pnwaw4
RW3zjgU5xO+4jNvP3+WeyV6UVPJMVlffqskVZvm4aRb6CYn/IHTnpx7V+zXroWl583PUJ8MpthKo
EEQpZj4Ica5DOOjsO1iLEWIRev2XKPlorZmMYTuSpyhkaEJP1G1ZYTWP0puZUytq+b5KNDkROvvm
1b/nJM7YtdUMwSMyIRN885d4BfpmWTldoEs+1FYb3mnfGMKyAly6ud/55SIfK9/sizHKkPxkyNFk
IILt1JWk/trwJIOZg2vJKEjaTj+NJQgQYf91FLy2da2dZ1T4Ku/fIpN2r+H4TfgO3LyU1SbHyHZO
w19DYZh+pwvpmp2L3s5vSXcpp2drXn6PfYU+Cn+UwbHjyZbYQKh4dEXZX2B0/rZr3Y/KEW8g5zAR
CJXvod7HaB8VAcNzTA6DmdwnqdO9KRJxSLP4KfP6V+kMp4zmg/zqqHtQfMx9OHdRjMSfzHe8FD2t
ROvRk5MOYuhteS3hOFhHIfzgPGkun0TYF/ob0p0tfMX1pxC11IdgPHbRcA/yDCtXlfFMhvK3LeyY
3cNmXaX49jLubbIZtnYJaciiNGf5Hm6mDG1tmQ6sD6yiZCbeo6fd12nR/LCa1OGSoXSRxDk12Ib8
sb0CY0BGn/jq8fOrOLbwNI4KdebUi61buMMRfcf3MQ6/jDFTAs/FmOYjg2K1z8PnV58P1gLcDrDB
sZq6+BZXZXKcTPK7dTHxP+iiTW4N8Y4ILGcEKuv3+vV7ox7QxkruE2xbM8K6UH2PdYBGzaUCu30+
CMfFo48e55/fi8Dv7TvDhiSQU3YTMSZiSv/lhLb1OQe/cftf3//8yha1T03Q+RilIa5bjFN6WPtn
z6+v4J7o0Gq8MmPKEdsG81pD4qyxKmubDRBo+feDTTz0EFoYCOOFIOcN+Lo4KyUJLyUIxrZRyAkB
1wEcO+VXVW+dpe12tqL4FelKIQxxRQonGl9zRpPXIQVWIdSL74M/nGWaHR1OhMgw72MW/1zyypJ/
ArItLG5pxYTMjfwfI50X2evpl1o0f6sx/fo/KDuz3bqRbcv+SqHeCZCMCDYF1MvuO21tNZYtvRBy
2mbfBXt+fQ0qgcK58oWNiwQMOfMcieImI2KtNeeYYlgk+Vi1TVqTtY9xNKxp5bST2GsBWtLQEmgr
o5Vc4Mgt25Nb5oynhx9F8eo4/bvF8A+sLnjvem9bICIy92uGkyrWUbPToXPxJ5rF1Hac2hwIM1ER
PjbMUVOoIKvQr6F60jnDMMToCDZq6aDTMPx+FamIYHPzvQCMsoreOuu7y7yISkqeSmgI26I2mdr0
Yb71k/Qq7MJby94hnrLLDPzC0C38xAbS2h+kLMd7qbFrSOcV6NJpchfPqoX+OfLch8zJGPFW+qoI
HqRs7Qik0Sa9NRnkjKN94xgESJW7pRMdqQ7rJ8dbrw16qtLuii8yG6OvQlUuuhXOBwmHRqOV9PHa
DC463xANw2sBPMKcioZll7BFfEe0jhVJsnxPM1uqwuaQGgQiFeX3rFfYAJUoN/1ctBtjQYi4W64D
tIOVYiaYbqP/PSWAhQwFbK5TidzXtxyApz6pknDY6pjzMDkVGxtRs808jyJH/JiH4AvnvBl3j3ry
K3cTz/EPOE2Ou7wX2lxcJ+ifJX6GOUZBW2Zpto+QZGdVegVP9sDsGAlni3vCTMd65+jgbAtSoLqQ
4kx60xr5zbSta/XsMSby3ZYWT4Qn2I3UT59g6g7k/NiES0MPYxq943ijSgfctJg2Iij28C/IMhqa
cmt27Yn/9dPQ10DGuhoKE4L/pmig4GbyKbJjG4VpY26rhHxcG1zBqPRXuyQbUEHHYO/Al2ceOLbv
7HTBX7XpkRWeZjypzQUp02lhFdt8rh9trepdjlXHCxgkCVIBfOTahK+6JOVhJgl7DP7UmT+sUdw6
TfdRBoRM4TPZmqpFeBX/dKXFBxl3G4aV3s4dgTr6TbhpA7Nlk9R7W5FWQINHOKPDlB7mS5uabwwl
X7mvMVRliMiryOGhKnHObM2WAT1cS6bW7DElbZQKRkYWkqtRGnw+AZKIbQczAeZ8c4za5kDNWTBl
UwxhCDCicrFXczEcSqPMdsOU3BpnqUlTkAZV7fsbOmhsOHaJ4U80+smxOTY3/a5IZLvt45K5IUSr
ounKzQz8Oc/YDodQM6CHTVCNbBWhW19CjTO+RvqfAsVYmUQf1bjP0NQBSmhIUfZAwRnpQ+kl5Fmr
bF7PBmDymLHO1JGlgPaeWVlBf8u3xJVx6GIOgcI1OFW8GnzzewssA0McR/sUYmoe4DA0qh9TUhKX
DUdkPTuo2PPgS+nbhyynl6IttMgM3J86qy5WepeX8p88zJiuTO8om95TVrSVq7BaRAhqskaDbQvM
t3qi5UMHY1WP4qUbMPK7z3lntbu52AW2Nx5ct70rc0a1gUMjTkJkL4gaRqpPp2hQ7TF20BjPHOKR
LZN9XL1pJC/roY08bk/zNA0xkvsCJWWZhyeFRhyrr7NDr3+ksPuaJOl3KwKyp1iMCz1tyYOO9qbn
P0/jGZ7pq81KhIS6Hklcko8m7frIo7ksMR7JOP0GEjoi3gSQSRm+dLx1CfgfIqBGDurl/Jb7+U+3
b6o9aRgBmXRhpV9Bg4abWfSMGuZLqclLozlEMwJ/Upe3Cj9gf7OaPKKMh8dr8lnkQQLDQzI3r7B2
0y/9gTrgLSz74ei0GLJn/2eg2HDrzNgNGovin+Vpi9L1kzjNdQX/WL7rL4DGT+zJusyFl2R41dH+
b+LJ+1o55HihGc3W0RCKvS3ARXTaxvbaBds0IyUrNe5SCv1N59KZlylk4Iw3bB9yOvrLxQH6/O3i
FHxO20Hk60r/E7ZRBnPkRswSTknjCeKyaH9h8UFSHcktLXr6+Zl/54suXjpaGVbSCO02EB+Hwaxh
cS4b5oASJbfwwaBEtafHv1wg6uLfLtBxuTwfpaFtmp+kfX1UOl3jh8FJUuZhF9OcJopol4Jcwp6i
/HXUDFD5AiaOZoYTLsOqbovy+ufL+E1jLF3XNU2Lz9ESni8/fYaW7BojRHp4Qk3DkGImbDd2NmWu
3kqHQ2e2fJhVhJikzLK/yBs/Md1sD1mzD1UNnbNpIZb+LG8OfbdCHeycxDKSbhgXJjHIKTX4iwGY
3xjn4YBCpvT+ApOzl8/+v6oqPUuxfvLkmo4kx4n//h/CasuDRVVkuWIEFdf3yL5O7WCQpthYhzaE
eDbkLFvEExez9wvTrybt5jZ9nPZy0CKBEf/KxywFn9rTfytGwQy+O2eJ7u+I73rPHQ7xaB3+Jk8V
n1h7yw0Tpmd6ri0kj8xneeqU0/LxORmfRKfprxjzaVgUBCVDB6Agsr8JgDBIMw4I9CR4uHVgz9kF
AS4O8bqfdqgSk8EGApEyczdwBequmQ6prR+qtmrPnVltO41+z8WSxNwYEfn8A/cBOXpNwsCB0cQq
R3BxqWxCCU3XgbTTJKgnEpghaX7Hwdt6/p8+nR4mG54S03XB85mfPqiykLXJnXZOHX1jojWw+JkE
29Z9960RnARjTQPYcpOv2knN3Z9/9u+rGz8bn5lPTaJsJMH/9SEhpmZA/d44J8t0tsU8Eo2ZW922
IhDYXdqmf/5pvy9XnnJ9y1PK8eHcfl5LnVbYNWpJ5xTbxs+hrL6g8SYIme5+auW/xir4G9xwWV4+
vQPKl8IU0A09LAufbm1a5zWdj1Kd0gDwN5i3NUfivdUQHFh2S7NjGRHEJW3/0HisKl0g8xLstqVH
E3AZj9balUeMmo8fotG8wh9WCKoqcJtGqeQuZcGayZG5D5ua5A86uX++Y/bvC6hHUJbrcsOk4KtP
H1AR98E0ZI48EaBCNFNJ+z5p9M3C/HsaIawfLMv4JhiEOT6Xi6AK91KOMbda5IiDh0KkKrDiQZfJ
5OQzznDuPKN6sXEaPc/Fl0DV878em3/G/xP+LG//3t3/VXR0UeOibf7v//59sfV822e0y21nv/98
z317iM25UvaJVgMNfsW0Q3l1AU+yP1pBaW2KxehAK5wovPOf75b136x5PMmuI2hAu/I3iLJL85af
nduncXEP1AXQOctDudPr9Ix/DcqA7qc7q/WgNSYts65FU6tHIjzR+PV/edqt5en69PRhkJHgNU3g
xeozVLk340JEBNWcMqdmvVrUQ/Oi+bnx/EX7eSGruLxwnA8NF3T7n++F+/ur7ePSUQjqXAY2vy8r
zLo8s4jMU2War/QEK5QjYvqmvH0uMOnFjKCFwkibB8sIx0wwzkK9NFDuvrmxfcCAbH3XlnuYu1Jh
aCPJC0OhpSuis1AzhE7S72IGl/ejtG5zxBGjCuQp9KFJpH3d4yedV50NFKVVeGrbiJFbhab2Gsbh
VtBnWWEYUbu8hjrTTOQGwd/3N4RCPPaiPXS1X5wZSixLg5pswD+sYAdZoZq1ppAgrQjvZdZwTPe1
xV5mFW+JGT7as9fsEp9B4WAFh5AAdB6UTUxw0oV4LGc/jHUFjsm4WKKf3jDPHgA6rAcjTx8J6hkw
gpLl0Q8zczGfYWdDRZV0cLKk13uXws2e2jC9dU1kUZ0RwfLnD+y/2bB9EyOUTeiCTQFhfzorFTHV
42QE0HoH6RG0pvYoDb4nUeM99K159kJkGOmEZiCxKGQaRXhBUmCAD9TRnDXDZVqwIbyqlvycvW8N
9AnQMjIsqUA3Ym1Xc2GscCjYf7lw9fsb75suqyzHY98T3seT+B8njTDrka1wBgR4hkwUqPp+NqZf
XRiq73mu3zxjImBFuXfpPMMBjTJm0kV3a32841QP1jMSGqKkGeShfLgEGRHCviNQD+qRyEEo32kI
rcBJXkKmVdueKd9eBhrLUcWsoWGsZfnfRDIgr7eMXJ5FxiTfQaZ+IjXo9nGyaqn7L/kNsQILoz/a
28yGkhAwWz7LXDyMBrOQDJhNgOh5M2Yxk0KWzENNB08PxEYZb56oFkRoTMrzMi2bOd0L7vA93PR8
pXGDHcoWnZeyh9c/PxXW73YdHzYv7jgWVF5i+9MWZtZNNPceW1jmHXyaPdfGbestcjb8RT5Z3WGb
TzTiGAmmpSQBtXaBB0aIIlKfqC+d/mV1t37bUskCWNZXLESsbfLz9dRxw+CSuJgTH+9wdKFIeq67
HUtTX+EoIPt/SFtibtwK3eNoVrtoRqleuAze4qhsCI+DvfWXW/Tbqs8l4WoSpuMA0P9tpfNmG002
zUMcqLFAZgrigH5FMDBvSCOL9oyNvM51zOmOfv90dOCn5Djiz8KChPCXa/ntvL9cC1pjyxTL4VUt
1/of70KOO6dqAnM6fZB2OSOAlWjrfcwYcDV0fGiBDRQyZO65aR3D2rgd12YM1X2YZktgan5jrh/w
/+nkpqbapZiMgYSO89tfLvT33cnhQLEUJZibKBA+l2aZiOLRqdyBoGTbX+GWNI95aF5Qx/rUaal3
oAFL4jOa//sg8A+Gv69LXm0/zqOLET+KGRPK4KovUajJD+pj8Gnayy/ZNNxFuxGh72NVj8TY+/YV
3k/1xAqRn5lYYjgaiCfpWIbLFHj7JFO9ha7wGhTtT3NG/gkPIoBXAc4ZKW6BW79AEK4SSXNxEVZH
NVie3lMoC51mT+LzT9mQ8KZqWCd6Ig+gtUlXrjALncGtcgESbkvnufuuyRYVmVscaBYI5EGOT5BS
gc+e3Mx73umCruRwojcaIG+EOlhCUz6PgrHwxx9VS4RiP5GN+lGAlAz0UL+K9jLjlsQdUjj384QE
ATJX59pfrInjfJKGX3K7egXowOQ+zraGbK0jDs5f2kQP0ovZW9N7uQsjgHdO1/n3H4toQtPwbHo9
QYzdq1nOeCMgg6K0usSW8djYLUacES2FK0kMqL4y8E/wHPj+ydHT4aOSjgP9ayxQsCd+z91gJ1gX
c2hdrSxmj8uDQyPV+Jczx+8Pv7Ko9PEb+0qYvxW7MZTrCjVXc4pTQbWm4SdzKK0G2LoCR3zNAGGY
/udvv7J47aUrGVK4QKj+6xvXhqbd9mOkT6At2p1Ryrus6/0zeYPZMSGfajN7AnIJUQKLKivHzPOv
XkF1jnf580tlfypwJMd017PZCTGDKfO3d6rA+mHVWklG08Zz7XrFhZeILVjRsEX2u8e+IY9OFNwZ
sgMegV9jdnkSsdD7Lwn4kkiTjlt4cALj4jsHERrHhClVCB1HI+fs5DPKn6MHwfgPAAhxgXOpd0QA
bstxtP+20nvWb78Oa7xwHMHvYgtq1GVv+o/FTGZMKiWi7VNESPPGM2Apz7kyT3mT0Nf++DuWRev0
8VUK0qyppvg4uMF8Slqc0KuPL70AyRP5eXm2m4TxMo4kzn78EXOKR+JOKmCm1ebjXymjpHlI6wIc
Qjuf7DFloNC2B4EQjiEIOJE0xUBx301HXUMtmRJHnGKVgOyOqvH/f2miTDFCGs84x8Upibxpq5zm
V+5Pxiku55H9vYH4kjcBjOJxoYMGPbKlTOQHqdJDYlTMtRMZnDLk2oFX8WuPHjye5csJsxADiVOx
/PHxld/EFJRmYfIn7mQOq8J8KFSLWUYnT0SN45YO6vBALZodRkfubQ/qIMSKpxroo80qhmKufs7b
HKEx2B9GVvPejb5Eeaj2bo2djVkCenHDiVe2jp4/nJn/2q/QC2K5g2KnRvxA3UIzqTJZ34z43Wrh
Y4m8vs6SzLVWx+NOYNMCR1YCLA3SbD2iJbEZbjwmVm89FxGJLWhZtmOQMirIGLBak9RnQBjxPmOV
hkkHltaFk07vOdhV0tp9HM+mobrJJIRvFqbeLpNtdGgxin1cJTPwu4LZOzHFwMNNt1BPbWrHGyDn
2Y7yhck8EiFCRIz2YoiyuySInyguKiT3cMrWuqXX1Bb9LQhq8zkJTX8foh3W0g+e8Pyv05p3yDRq
wb7UVMYGSM6i9pN3YRFm96RjEZSdosByBpJRPuw6bFsgPAZGV0TgIqZoC+ztE3Z53FoHnkHgSUWE
eFUYxT4aNfVCQzntq5BYt+YfvLOHVgzW8yCh8aR1aOABpSU/lSq/oHJZ1E7qolKUZyE+in2LyJX4
ocQCYkT95NcNs8fAeUYwZm8T1DX7MscPmcJcar3YYP4TvtAjIgTLpg1lyYOXRdbRzuUhpNhHoz7b
2zbQpwlCF6OPtKitb0WuXsBBffOaBXLWRfhKccUf7U7vDEA8BxFaWPkgejgmFv8qWvCPvf0V4Sxn
5yIDngZL59BEpCbbq6TT443LXLUO9vh/O5RmiuzQ049ljUodI9njhzF1WmS5Y+0/2+i7GMLQy1Qc
/S7F2N2X1gyH20hgqA7Iq/os/ooStt735Lzj60W0F6CwvcmeCZMROzEcyXcznJ293xCZO0To+4hA
ttdFEpXYWinXcRnwvM72w4wy5nlAI75K4yxCnMRfs7q7w8hjsdqaAOo6ugtuNyBqicR4izWnftEn
JCfGXnJoavPiK6M4kH5dMC/GvDhi+NtKY4pwYQfiEb0AP37WT5MNZ8lU5pagR8xejgedjJ0XmjYj
TwApk1M9QWYgYVjXHcMTSUT1zIS1ADN4IE7b3cB4zUwspwgIsoMMS/LTh3DZeqcQsa2JBFJHF5ol
EZAhVqEGfBP9JSLgtEgbaIgJoXcMsO4cCEOD53J+gpNyx6MAtq8UKPRwFpyH/ZT+rFKkomj7qosZ
x4syBcNJhrDyArSMSqW90OrNtjQg/XXtkvTqldKFzVmGhHGTtZA6Yf3MuXZdeoV84MSEZcVv7oq2
s67w6xI8EY8Yd3JiADrWGNBX2aZvfRoqchzO/P7RySlsgKHeeEtUMd1QUEU8AfOqH9x6p2Tk3Yyw
se4rXqaacnYdIsY8xfjglwbucOpr4wI1MQ1ChmSd+a2sRnpyxfCcgq1ip5ymTVuF9wiIvac0/YeN
gQkrJMdTm1P1UEkCyce2iZhX7ltMFn3QI4S6+aPVPNOWt3ZmTcReGhXZacxC8tpPUxq7WEva94zY
BYIIBNTditQqjSzpXJbeY2OOilv6HnUhQSGOd0p9RHAT4vddzFgb7plFBLru8y95+qVrCPDDbXWO
UZMTjlGdmDImZ0OxxWkfSnpUVOgaXcmxktzw8dEghLsi0cu1Sv++bKFBj9rU+yBNHmRBq48gB7Tc
FUQt8iVqRDfzcIRrCbJ0yr+w5bNQoVHlbps0+vymw5CEvm3NmdjHgjT2m4xh8D7snNUYlgRoMk1N
KlRE0mvOFR7ceNX5e6OueJtNdfUT8SsNnc0kgJ6jC8AlrUa1jVFNESxqgxjS5ZmMkbmsg41TyDfS
ue0VNASSlD3FuTlL71Hd8zEkFeQmSA9MgAecX8Y+zDAK4Babr4wkabSZMwFIuIl3EbblLa6YfB/M
NV4J34KRa5L+a4orZQtaNfg094MWOPmRtaJNssXWo2dPrLvelK7tXRDQddtSldEO6Za5574e+jab
SGhJx6MSNZ7z5VszFI7Xli4w7ZVgpKQ7Pg2sQluXJdRjDXqq7ZBg07AbEU/cpBLqqWapzMlWvc1T
WeyHviVvQcNJ1n2KxQcG17oOiITkTiZb5Sq8lFOzWEbiC/BEVHnzmLyb/ouTXmXcua8OvI1G1Rl+
LZj/yTj0kPf0+kP7W6ZAjKdIveeug6owyaKjb7TbOjDkXV5A49a9vlFS/rDJ2PV6fz5a5kZylKIw
Gn8g58B9mDcPrgstziwtdZCde83S8GrT4763m4lo6op4qDC72I3pH2ydm+tZILUNF4YfETfWniPa
totn59BgngDlawLylFQdEWhsZ6LN0DZ9RNXsHCFpWZuylk8fY5muFenRMTSwuqR4E+AOcX86l7ao
z3IRW48huh0g4mUi9dFOCYxqgxCjdQ982Cez8yD4KVZekTxWlPs4jKyL6p3z7GU/6jbxrwGyIEGD
Z9/O+laPAOGyMJhgds3dKbZgJc/nYvKrK/oyJMWyMo5MnoG8mNrfwkw0YyANtIIgCEzJY+l70Z3C
PmFNlnepNeHSs1AbHQzvH85yghNXXk20oJ6bS+0BJlY+BBm/JQ1sGYa0FSRP0HeburaszYi0dTvG
9IhKGtFb5vloWgEVEgUUkZxiPVR0R5LuHwJ3a8QIUgfQgNGUrKIAyK0yMdzLAuu9U2F9HxYLIw7R
jYlYhkFd9B1p8XioSKhF0UqIYaIh7zldcKLIQyePNXptkah0CbBn7mNbvceBEHdqbhajUnK0zexb
MA6SwCUPRmWOecHF6xObRXvWrvPkZ9U6lYkBQZUoAqekAoXR+VSIxjx3MtwwRJ3AmcmCZjHBUNh+
CfYpH+ntPeeTbZ6zGb3KEKTHLIaOmmFb3U6uiK7ISXbDjL0ZQAnxHV2L8WToY7DXitSxltWXtmBO
waxujhG/sIzr00Dz6J5wZV5ApzwKL2IBIQCpm5V/T+vEiRFQxkwEEVgy9qub/o3uX/XgPHwATsLU
HW8f51BE07vMF9GF875gGUfSbdQLdJY3f2NoUiRyN0RT2PFwQsCVsu2OiDyaTSi8/sHwiW0bQ/MO
IiSIxZDEjkqRoVBE7n1iSr03ctKDgxnhHcwChCpN/N3t0/k4Dh2OVT9/1FbKhpYbT2Yoqz2QQp/l
PkF8ogbM4HFw9Me6eiwWXrtlOMvOGRKzxs8a+/RrL5qnOh9fHGsIHukWoYeqUvu+x2RNewjAzJQ0
iPmIRz6QeLMQjnysef18jhtzvrc7wAM6H4y3SWT3OJE6x3B/gT7lt9XmO/Uw8VJ2e4lBRSY16M+q
Ta2jTglFNCXPRraYqnCANRWmo94hv0fgDz04tfcdOoCNc+xct0zJ5mDKT2m55D0qX2DcgO70rwi4
AU6AeJRxKuailVNPwwmOz5cajHPkV8UDauzyGEfeyCige/BE7r4PvGD+jC2oy8iwDhFHPlYOmhtW
k2MckmUyjl2CQZ383sXgV415dErkNwdgLxEPDZLkqqksMtjBhTVVHR+jfLqF9VzupJyDb06E2maE
A14m/S3sJe8ccfNXl7xf/Bv4WuLIvgVC3vtqxAMyiOwy4aX2Yzj7nsDjiLzvrqsl/YtJP6imah76
HkVkX81yvdQPH8/tgCZ8PWgYLk2H8rdzxfg4Dtq6Jp3wX9h9/K2a0MNj9NlNFUCCHn3sRrtQ1v1h
ItGbOo8K+0X6gzwbuYnB0rSLPZ/M11EXihkdq22QmOvKRx1aQN59WJAylUYcP6WjBNAkxqe8BVow
pP3ByTB20zb0njLvNZgVABTLfxrAr/zLFeG11utmjtnWl3FBZ2N74mnDvFgGjBEhu0eNrLZJAfyQ
xhmaq2I85mbLPqkliJq+H8EB9Nuy4zyQ1QLARZbOez8boBtkpbyw1UzwIWwESFXxi1aGT9hgaq8b
ncMwtsfpaFq4IoJRiV2CSO9OlGKHmCc95wybjq3bXmxQjqeRIYun9I1vh/g3mZAwp2m1b32kGhCj
jb2epnZfBuZTwQzgPNGQ/mhvzU30TwGce+3jfF3lXZBcsFizNNvOMyP456GYrtrA1SU5wU1Fk+B4
JDvHaCIC4zVeT4v4LpM4z4Vl1CQK9DcenBrE7DZYXE1Y9Zv7isT6fRH6+Kws8ivZ8vb4q72dTfNr
E3fNu912AiRZPzNNQLlDxNGyhhWT8cVEvhwqKgNnMjeZZ18Zlo2vmcKCMu3yLHM42o5bJxiQt4dV
Qb1VNNehbdOT1QYnst/LswcoMmxrY5+FI44OyRSsFMzDPhBJLfrZLbItgnNSfx3TgrrCxNkVqtEP
IuEgCa32+xT5E0dtdFle3K/gZOL9tJm7OPGYbQCktOc+bMUpjxUNs1J1J47D8UXlZ/Lpw7uxjoYd
JgDwyIxKkICDOXEYsqqIe1igolrTt8BuNg7HztUkUgbjNURweRht+5erJ3WXm95l8vBFNBJPCszT
4RAhyyQMTbxJFMdbh4qCoqmHkM79O7j6ZfBYGmzBtt4Nw+MHCIqzEUnklQ++2PsXM4HU3LoGU0x0
RqTvDNU916gW102r823lOaS11nG37UMru6OFHAzleBnUePKoIU4VCLAOZd0WxW8KVcvRZzex763B
ax6pz3k8F4NsHl97Lz95qS/v8eWey45QUUBZ4Y3+/aZPfOJ5wtDctC6yysmI6ouuKwJPdH1vVd30
lZwSmC+VGep7IP0gn6DA9HNzdTt1DvuITx48xC5Q5dugF5B9yElcDUTyjV1xn2IV2lgh6ssaV8Uq
9dqXuhPPPTZkbEYTsBO5dpMATBgMojUr//fciPCgZXZ9N/Azj/6gXozSf+OssqqlB8m79jnm0tTY
Z7rAQJMldzWR9h9Vpi6mfxulWeWIYwH4vrEYvc6KvctcupZ+n11rO+LA22VPgfhpAePCHl5PHKvU
waxL+6sXvENR/B6OeGakOwTbyM7wR1qU/aMtvC02S2sTNG24w9l2CHHHpLNotrKHHRP5RJYWyQ/Z
cZBzaQwQSFIT8driCEIwjVvNfk4FLTHL6pwf89op3oxZhHdlRDpQ7lnPfuasmtB5Fb3q7+04O2rT
zc5JnT+GmsJLCgn3JRgfhkkaKLAMwMip4xHxUXnHuLXPTRdO22YQ6r23YgKnJnWEhC/uqUUvPPKl
04xH9AD2xiDncvVxgitZXa2Y6UWM6phfyUfQBoTRJTIuwC+4n033V2TRj8KVidG7QxYwTLyrDYrV
yKV+LQeWHb8R3xqe9VUUTu1RzP2Is8ootr45bVkmiCZuh7M9MQLtLeIsGGuybiIgA/40bpIAsx4N
yBAbhQT/rOi8BxPPZt+hMy5K7Cwpzco8efKdxV7ZIBxE7bv3amls0L9Va2EEZHDFRHC4QXKHa2wg
nG8uQO9gEZrn8afrAOebzYTUk3yMFq/gsqA3P6okBlW9fFfe3O/kUEQ1jh//OtjdcAKwT0CTiPrN
B74LqgDspBHZfmiT9DXYNGs/RJMMisntoHm5ShVAFxWOe+mSoRFQ1nlF1ezlwLHbzyin2IKcHj1v
gbF81fbp1g7L4tS36XvXOvEdR3lA+g5RAB7nJhi77cPQ+uIoGpctZSK1kaYpnbzl35l6ImzOCjcg
aPtdOPSvg9TtboDAvk5Th96nSyoE2Q0UeuNiUWkXTHDUmIRhseN3LSSJEsC6ptqqBb4wnklsqEDt
xiwfvjmNfYwlrmfXvGKiNdVYHYuRkRmBagbQlTVw0/GGxNNduZpJqam3Y2eLY8Ai23lOc55N82H2
yL8kB0FsOm3g2B4G3h0KUW8pdrI2+K4HqAme7niaayAbnmpKAjCG5CRBf61nz9lnyzDRxJtHGUWM
il3We+Yn4lhhDyJ+okD/NGOssoL6jf+G+cXutm0cW5dmqEkkHZ2jMWEAp5d+80/l/Rpii0O3qKI7
hdPlmKRmsyHl0dvYTvNUZXbzSI6GPILFp5Vo5Dd9dQYlH1QaXrRX/mN6mbeteknQEeIEGhVet6Pj
az3XbFXHgqlHqctbpmC5DTFuvoANAYP5EUnz9Ag0/OCkE9lgRh7fJY9Z7amz02XWhuXj5joTuICh
Dtd2whI9R5Nz4STaT/f0kDdCw/BIoJ0+oFllSFc700o5Q8PbmE73ApcbxuEqW+GDFA+Gx2Ir7cY7
BEBm1lWHo5FaWTGKWJ7cGioMVt9uD/wUQJcqQgbhjSR6soHRQFDDNh9td5daHfuaQRqcCYT/dZh+
eBHuLKMKKDHtMbuaOn8P/OKtUzRNpuy5yW37i03U9gdBCaxHdbZV/4OaP9pgmiLEG/XvPbvVRjp2
cWkAlezI1LTJmsAvjozyUSu1nVk4n0oWoynyTopD0y4a5feqnuIX9AbfPKvagvnVPxX9zjD94hWe
uHREqN5JFmQLTRmJiowPPNotBwjxP4e4jLA2EPuBilu+BMErFdFzTsfosQxTsYkj8s+6zGSSEU+7
OYowmA5xSog4eNaCdrpBesGTrkxen3ZSeLxrok2CQYG8oycVOWHzgMfrxeYIdCeqi2HH5t4qAOOe
pijtmAbVL6nqmg147vrVW6wIwVCN93Vdmg+DVXzDT1fdprL5VXTQyOwhyfbpYLhf5yWggHXJuJYT
3o90mOXOpvQ6NJ2fcIAymms43jooSOXezYKNcBNEwbTY1hBIWKucBVSg2jq9aNTTpyCeaQBO9mnG
IoOfB5nsESUnja4lCTayi6chGb8GpTGS2JQ1l8AazmJpjThT33PappjLSz1d0dFNV5ulbGOMI13d
bvqSdqG89RPfeCW5tLoeOO1mLUPoru6fIiybB6cnuOvjr1MVdE+mf5ROZt5nZbQv3dL6EkbD1rXN
/FUzXdlnYCp2urTaL26dHzn4b3oHt/tqG+BV5nmEUAMq0ni3qul1gP/xEpF6m3u+t+3zjcralEws
ZGR+ro5uC32KKt5z2nMZkc/t87NxgJDaw0g6we8Avq5ztvtH/vn589avCPFbk2G4Zr/eorXcwws5
q6t9856zr84PusE28XjDahAY/CG5LGH1LSeIeEPSHhadrc8qDB1gOoA31pfBu4+HJ3TsFaxigqqg
28jNdnvdXl+vOMtW74D816SGb8etvVOn+hjf4lv/4n0Tv8DecOqtHMCCtHPWeET5a/JYt9tOMfrY
EjrkfR8ZVx3MY3aebsPNfiZbEtE6PhM8US7spzWN66DZ4AQz2l037Onl415FCYKDxLxGU07ERBU9
R121awCi4ZZiUNlVXkXER96T6dVJrPiaMEUxGUdvKK7Y7sqr10WvQ5mPvKjOlrm1+J5yECDlnQYp
Zl33EBblJUv74b2sgAF0o1HeTUjubt1gvsxhsWuGPvvKFwnKJKIcizzOvtJJXiuNBCFVJAfZtZRf
Re/QMUs4bibFWWD4+H/cncdy68qWbX/lRfVxI+GBxuvQG1GkvOkg5Da8TSBhvr4GuE+cfeq+eFFR
3eooSEqiKAnMXLnWnGMWvIiHl2ZNEB4c1s2l7Vc4Mg+XFHBV8HBx7/BV1lXvrGw51ofrh9qq6kMN
7vP3XTdK6CNWuH4SI2kOLtS2AyHdzeF693orJU9m2+X5jc447cDk60aLbnI6t5vaIJnBr5ySeTm3
/u1uw3RkNxH4m0CpP5S5C8kjCms+6szLSDP27q+fmQKHTHG7oUOsE7YbJOaNy4Bwc/1kUKriUKuw
PMyvoO9J0v3zeFWQU2HhwSl6PT9cP1yp+kEMWv/PY9dbYG3mZZ89O8O1TLS2DWSF/TqY5iCn60u3
44pzJTNd4PrEHoO6OwQyLLdjmzXyKCqj25bg3Sbb/uvZpYyL3z/n3x5LagBOepM1S+akT1NRR5vG
JYZ+KaO4XbGhQYTSiE/j5FMcJLbOrEimLTpGg6XHiHAIMag2MvHPD9fHQrfJaOmVR23+q18/MI+l
dxr7KR8HZwB3oyGRMAWrvrJjKFtNS5Dh/IN6xvu/tYP/W4H8pklH6x+akNVH+/F/fgoaw+PtR/7z
f//j8Wf4kP+k8f/1HX/R+H3zX7ZgjCZmtf1MvefJ/qLxI7D/l2MaswZfN5CQGYhr/qLxm86/4DrM
Ll7oEhikZxPJXzR+w/6XZzJNQcKFZQJkv/M/ofHbkFv/q2ZZ1w3bMugtGyjYkPkZs9bzH5IPOiua
qsuSzBWcHjtHqgd6HSGRkDmp865zIjAAqEpQ3efhbBefxpui85FN2WAq+RIjq26oS0qiZr0NUW/3
SIw/YD4UoOzcXVVOTH3Uow9lZmH60V1lew89C0JT0oaPJoA5KurIubeeUEuTqIXr9cY2m4+CFHON
/lMN/mGIjbOjuwsz1g96UoL2q4Jd42UbtyPWvUhJHImKmxRz9CKo7bvalEhSByabBT66jqS7BXKB
C5sUmF45bXsv3dhDezQ6MulCqO2N9pXQY984qUH2GKtKDr4IWBl93xIVfabn68ndN3HEAg06CfD0
tO307jln+DHp7BSmX2w1kqekzxGgJ2CLaXXErtO3iz5GpiPCkSKS3SaQ77Wn4361bjrXhcpmRHvH
5e+xNHuXePLmUBIzdYgzuGIlxKtVT1LAkhgd45Tno6A/wSxxvmcNtXG63tI57+wZOZ+Qx+u3mMzn
2jT2t2UakrFkWPJGEJV+lJrJrA+oJoW6r50LuwxphU7hpaStVJT9dDONJtgiTiUrYDbiEk72tCYO
vvx9tyuDmmybRSpiH0zFGK1jO7YeXSWNQ+kqorlyFZ3oKb7QrdDOwg+rDZAztXQ1LzhfPzTeqJ0r
o3xQZCz7g8vJwyUm1suc6TYHuHYscrzsVs5jgmaQFvBfTnBwWEsygNjEU8hVpl3iHsZoHR1Zys2l
y+WN6z2dS03XhSVmLyJtoN5Qgwu9o6Rg4HkYVqroMjRufMuoDvYGnIq5K40gSBjDNuuLi+8I7cTh
ooPhEkfbkQiCVefa7UOBuOtOF7fK30eW3jyR+sMH8R6aU/BwvUMthzezVBfXjhZ6nzhPKodjXGjx
q8joP5iCQwySn+R1qgTqR6wDcJXN16GU4yMdlGegGOoz6Tm7DpNl3Skn0A8wRYd1FAhO0J3ojiPX
tKuF2k/taFzAQ3WranSuKgMYLURYHPyisx/Rdt36TtLeOqKPV0VjPFA3cOygBgz7qqOwAdDJJCJ6
K3ve4pmPWtgiwNEbnPuoT5N3PSDzCLyx9zAmNknjwo2oNKBLQNmY9lkCAKnm/3w3kbK0jFMPDOUU
7iuVBp/KwH6sDWefgzKk1HKC68poyJOmpMVTrjMMrQyMh24hGPBuBw3JpT/24TMMOmvDdN1ae3My
VJ7SJVJ2KDbXz/pkw+jdjH6wXG+Xzh01V+ovY6qVmCpMtDsN3lYEZ6R3Qcb8zj+Q4wb3yMTn6Xx9
zHLl38ohJ7MZiT/4IxSBkW5QahayeoycbgsE3loTR6KBEp/Uoxc08uAo48k3LPjmWfiRz7yZBmb0
pdRRFEdpBHskH6yFx5vtWFcmUAxvalgofOo5rR8eCgPSto3fr4ebsEnmx/tIEWsXE154/Yo5wmrX
KChHCtuKcvPxLm3c4c622v5EoN/hz0P8L9Mt+Nxj7IAbkENRvYjKzLeTV2rr611gUITJowIy8jw8
NnNlaEMnCRDb3tlTlz6NCKictH9nujOd+joqHmUxMxpINLneG8I+XBlRFu5A9C+HcaBUr8m+ZbwS
3oxxKl5ywYSQ0yU+4b67NLb/bBMS6gonuycTKrtrGZkXPWdgyxntNQCl/GQ1Q3bSUjLC4TtuPMQa
SJGIaTwGxiM+wP5QxoAtSjewHyqLRtiIYu4n8rewP2FN1Bj9Ha3CeZ2lxamgvjzz/0PHpVS0dUcy
yYVfPoeWJh+0Qs8ZYQpBqkVcbdyqinc0MDn2q/jb8/Szlwnta9h0urMHujS+EKxoAz0mc+96FypN
ZK2arjbw01rua8ZVhQYrfbF83z+61KN0vXLvtfehAAouL+Ynlbl2EVi9dmu2/OZVADs4ZnFdL/Wq
/aXgZN4bDtKXPlfPjmZq8Dv0HMl0YG98nwgAK9SCu0K3OaBIuEJB67oraAfWpRllQUYob2FY6BDL
/Bxxcddw6LCi6hkUBlZedwZkxcVtUFb+uZ+6fBmFbnjgJSdPrp2RrZWNr0bgNxvdCuMHJkyM31QO
W06gP+wt1urAqXZ0r5AHJO1NWnvqYqWVxts86V5IM9gkMW01R+vip0EiULXcQu6Zt8VPRlOnBFLx
G10/i9nExQN3U+Qzx0RwOnRAOl5sp7sjVK4jGmJ+bL6LoLtcV7l4DqqpPXnzh+utvuD19MqO1i0k
gePgGup4vYWvmpi8iXFfHpF+bsJAQ6fH8iQa0DdejNMsNoyKAWkOpBMmLHOvfuem8hfWCH3rq64i
dZxxFScBtkEnO8RFEG50RKmLiT8C1w+40jBHLh6hdvDrN5NJ7D6Nw12UiW6fl/FmRM+2ZRZLldO4
wQ3hG0TUtXBbDlXaXHKtze80Vll4JHMas/OjTxREFpvCNhcY0VJDEuCaVhljFvHQBzGJp0mg7ybA
KJgtG39TphVEwvothOurh8pYMxjud3bffLIIT5gDNP8cjqREOmX3UnM6PClr+LBqVGUdQwbXZn/o
UsddVuNDrDIMGCqwFmbLOCcFQeoyqDqY7pc7Jo/grFhRU3pnEZbTZiB/iKmwbOpfQTwHNTQCeqRo
F6Q0XLQ2KBemob5NpndZM0iEMToUIY0A3tJK0KQkrrW0Lfk6IQ0TSUfiD+K9jevA6aBvFwA9AADo
V1+hJHKbd+uz1uIO412DjJwx5kxRif1nsza+9Fw7MXq71USANNR686po2+uwIkvy2pOs/3E7wpjr
mmFiHDtPYSefSdTZQn5z6E/TrKnGn7RC0GbTZO/a4cUOqi9VOmpJ4OWRUsNFvLkSzN5aOKR9FN2F
U4lBcSN6odaBCt5Ln8lN8d0RbgH5vlv6DT3nsAO4Ihp92xrWZuxHYiMyW6LADL+MFNWTyO07BlEk
IX3FSfOKvGE1ZWpbjOT29nFO9yc71H1Fn8jWXxB7PUA3vS8739/kKGdc8QvPChOc52A0Z/Ttqgpt
nKgaGrL2HEzaoRldZhrVeqL+m9RlAHLrNTQbDDC+ytQ+0l7eiVDsQaVDTnB2owuHjZV44RnDI4J1
sLcagyCOzQUhhhJc5LQsQdOnKrsv3P6RVK0cnTzWHDOpV7z7AaJ6zhdWJ5L3QBv0TbKvDRvTHpNo
AFm8s03npqbfF1r1U+lyHPXZ69FfV/W5DuGMwd+5oX5Kt6xqcGjGBUFet0bRMxGxeokAFScuclNf
BPU28t2z9CuYhuayIPqIZgW35rI7Fiwwefhq0+e7zXz15ubEcE/FV9GKaktmyCPASJw0TZ/wZzR3
6GNv+qpmkal5I/pCR4diu8vCHy/6SEfFTJCZkODBAJ1/TxN1D2OaH3ORJIuCNvpyNCv6iQ3ZkMMI
dMdzkNuH4lmUJmASlw61T4JPbSdvE1kBwBX4vaWHrBeK+OQbA4Wcepa5+Sbn59F1+41okFuzC/qZ
ThMj7P6pCX8BIFl/MbXD+djNvKgnN/ffcRR8Jt43O8AlaBpeagW+AchXIb1fXk52iGPcGC00WlHk
Dcyy7pKCEmWfdFaxNn4o03tGL/yjnP5njOsbq/qREiRnXuY3uE33tuRfbmfRV2THd20Pcq+0qw8d
rTSYIMZKDmN2wV6k4urdSbiW2Qfoyg+7MopOFMyveq9ews6+l45z61X+XWaMl7I0oXrlw5vwuhPq
YJof2pHSyMBAFH1HOukO8wWYW2OwyMiaB9kIgLxyzg0xat00rkOyIzWxDqEFlZ68BLPsoG+w/GQT
kheTEViv9RdIFZekst5tEV9C9l9HK6IFpu1yo2R3E0prVyszWks8fSJZJU1+AftXbbsJNXZICkOT
5+cQ0NqmpY3SpBGDtyhc1X20qrx3K2U0D0X/p/NI82jS+iidWy1P1lESBEuKBo+Zl5PuzD4+4x9q
t46uLt7YQShq3gO/25eaC42MSdwyk3LDVAfRiBrWyMJ1tEuQ8rD378baXpN2/QFnukOHDvioQAB2
y3kf0mTVUG+UhLw7nI91j7+BPw104BNEKr6MLm4TPMZl8ysdJV1SLEPEqG4Cy/K+wvvkwevMB8cv
4keghC9BwNYezkp4LUBUa8t8Q5UlyTzgkip8BI6TUZytun3RST+/odurFkE8ppu0Xw/NquYoBza/
P8k6Efda9hib6HAMu7JW+MWsZafOnPwIeQULRPE1jDC74oOFngDLrBcsa5XYW23wItZu55lgItCX
XnF2kaRtFCG3CKxd7MGyO2r8prKN9qOpQsip2VnTenI7bA9Atid3ocg3TuKjy7Eaf1WJdlp5LP3M
Jod3B/XMnnMibPgIuqOHJKqx0zcc+sahIXFqhR79mwFiw5tc81bwNzFFmBb5R3SnM72tX2XebNrG
W48c/In9RANBD/HDMM1+GSI8XrzbmmEtvciadq3Hudnhn7+oTZzA5H/cRWOw4ViLArTx7p2cT4WN
+SwM2GGSAHl8BbRTW+/MKIiROgu8m6H07jS1LpIAIqIGdF2gEPTbA6IaDugVuhDCoohg8ONV48ev
dpZlm8buwW6LXxGSLrayGAd9modrvbY4WIf+RnZWdWgclMYoRkng+3P/+iAuzpcUNhC6JL6uz4vq
4Mjx//2666cTER84jdXb67c2RPmWMc2If3vK6ydFQEVIWsrN9SmvDxFkuxpAiS4YMaplYIbFUbiM
TAgYZFnut9K0931T3iaM1chA/4FChd1hFK80PE7xXmoCUJjW7kvZnq222Xu0ffBLKIg6zqsdq09Y
6D8Mvn9q5naLbgxWch7j9v3PlAasBGX0yCZ2zKNl7bfDss2pFWzDEgt8eT8jAb2pF62aSidoOi6X
6nuaSneTAfWmwanf1JWzsmKUT2VniqWLOWHJOB6+U9m2aN34oMb0r1sAkT0U7TVo/M7t5vyk1fWT
1w9RC7R16u0nxMcE6xnxRx6RnCoQ0qneqjmuuots6AakD62/SMiwWAgLrYhe5JLed0fksed1INLn
+xVn/EPV7dKWSCmb5DGZYBQpZNkvgjkC0o+iQ+pkxdq0qc4mI3/JrIm8DJdWeT0Rd15EyfvkARFT
ZmgchTL13x+Mv29h/LIopRCd4tNMj54y0j1enkVhJA9ZXpPbZN5qrv2N6RA9wUNrhM9ZHx5lSqxu
rJ98u/kiY/fJjQkbIXbNGG7RmGPlvulNsTa04mDp3VYl0wn/AQohy7gJMUdYNoA8qIxxqbbxQM5F
t8oiDj1cGxxSUJwYR8asEMwrY51bHPXd+E5VpjrA4GwdzJ2+9l7rITuDW6B98L+rEbkG8cZziWDb
lLMN7BI/u+t0++gWzaGt74awO1VFfavF2C4AFOtCe28DZh0eIKy4XtulWtRd9K5P4mTWLe+lKQSY
D89JiIb4dktcvMKvV9F9gbNnZ3b9LS5yepoWhVS2maR1VCQUz1G8WnVjiWRLHgxgQvTno2ecjSA5
p+FQo8hAjt8U/VZxoMaYn/JrulzBRZ09lh2Ny5Icbk5RXvY4jojvLCN40TXmRlrC+WI4+MYZLUS/
EVn7GXhaumiIcFrhKrsYDMUFqFLLrH6lREv5mXbwRqT+KNFgRNIRQPqxIHKgvK1Y+BcDVYvtlXuj
IL44q1S1l3a+HryKwVZ3U89ss8oRiEPTc1K75bKszoiBvW1jvY0BmW9ZhItSRocyuXQ2AKxWVuRW
2JFN3YhJsGu3OTSZRTqjc8r8BZnCemDevMxiMO1NFD9WFiMhN0epxSmAgoNLX3bIGh8myv2F5wPn
bxwME1hlniKbxdtSINa0+i2i7QCEDABss8gb+WURP9xahLokcfKVlDkErJSKNR37ldGfrDR7H4Ku
OZiSi7MI8fn01Q5vE2L2ygJqF0Tf42h2jOypHs1qMaRsY5nnvySpjZ2k6x6TWHGU6RiEFP1rjUou
abOf3pEvujVuk3T6gj2ESkNLyw2EnTk0g7D66QEPkLHyBeg9a2AqKLQnz039lRWVh2jsmNKj+CL/
jXTu+9wV51AjI6Id7yD+aWSlvlqWxIvw0rnxwYyQPnQ1gCzrPinGEhsdOhCiOpcZbvylp+xfjWae
ND1Yl3VyLutxQYVOggiSqcmEpNnVtzJTP/UUwwG5mHr9glKTTL4Kg7UoHHPTO6xoto25uccwpILw
ravKLx17oCm1m8HqzkH47PFGNBVViAd0qfKCO92HJxdSijg62mUpXiw7OdpD8RAaZBJkPXs0uRA1
rtDGJZGWaJcWEl6NOQtxkc7I3Ue1k3ZvkeVHW0S1n0HCJB2l/bTMYfxHUfqQT9WviIXCmOpfFRhb
EbR30Jyf8DrcDBJ0WVl8QjL5DFgUdBBCnq+j38aj6brvY1K9dxNjZ7tZSQskQVXS+1d6mW96nWUl
BceON9d4ayCwgkqfHqWnP2T10gqApnsajNL+LvM8krbSGFWYUjTyfZ0XOJ08PD7++ASyztuEY3ko
5lI1QPDaau1WGExPzcB8atgCulA/W/6EEAeLH6k/m3JyNyP+oUWClJKtD7FReJfpAybhL4MtjHn+
kiv4zdRJWaAIGgsIVf2+HcK7RE33jkVRRkZkgJXCs+uV06cXixQ9fhXtPLT5QdpmsvCtU6xDtYlN
96EGnbhsRuww/YqOr0d3Wn/rhX8fMUQPPXi6LrWhCMkb6Gu4EW7Gr1uSNklOPBIvY6SCztZOSMEz
lcPd/Cfu8gp1nV8tHVaE1AFr2UZfGuey1ViVlDn8CtFbMun0lCXZaKM+LmTiPxmDfuod7hT6hMei
YfUEfrm3s/zixV9K2uPJiiOEpLb2iq/gzYy9+WjloydMnxv8pIv+qZ8VbE4en69vpDbj0q9+UXw8
5bFbrkOUTUkrOKN5l9ohuQ16B912DWOUK3TOH422GKFnu2QIMcWiZtema0eKbTKdTobOuciZAxAM
nkstMpMrhh0dpRTTrm3Uic8gAnubRpe41z+zmeTa+fUl1Fve97JfjyVz38zgD4jsae3Nx23Sc3Dl
hPqNUwkagql/y39/j9QKHyGa0QVwOLJWLdpG8wA29OzdyN6xdFADrgL7ya6d98Gu6e7ooK5pcMxB
rC24xezB7lS5gUi4ChBfrbi2skVg9uOCsRP7SuxpK0KsQurI8RA0+AM49P2ye4dcCAJg02G8x+7G
v7ZTuGM6iw3VMD5zz6mRYxyS0Q5Odtc99dmwzKXARYywBV8vtigsIoyipwVUI/QffYbKerRpuVKX
SppPAni10hm6YReI6xL5CwoPdvSEDp3+NukfeZ88j4xgFlCb6TPMK2Qt37RBfTgmEcoeiiknJyfL
y6hDsY1DTWp4eUMJIcGGdDUE7K2K8KWlYVgmpzN7ZP9x8TXqhB4RL9iBom7spGAgQuoPDW6w+ImX
r6o20rdxFF5cLXLW8djOrdcUC2HkbfqMFCsQtE9NZw6sWA1CNP9lEiM2l/arq1EHD9aEMMUOzy5h
49KgS9qaD209vFSmf6tCZhlZrb3SsbUF6U9DRB5nrtGidKKYfZYNLY7HzzhCyTLVJBmnza/JQfXW
KM6szPnI4EGhhHB4gEFKKhlt9X0Qf9K2Ry0+4jmwWryhxpucuylsG98DLnIrd/nHRaRkT9USYbN7
v3BkqzaRUT5HFt64lheg4NiBwKKrPCHs0fMyvNFsD1Asl7heztNNFdarOjcJIVX2ptX9L8qbp3Di
lCsnbRV2E5EE2fhriNqvvLE2bexSu/qxsQh0CKRBsBEF0Ea97Z51n/NTJ88wQPn3Hgn6qjFH92et
jNAtKgbB6K3w+6dP6KloRq0oljrr1iVW4KgE4a5ZWOo3UZ5zfAiD6BnVBIbRHsgvEzaUyfLDmhyy
PVR3cAN1KgZEQpaHpwbCFO01uWF5Hld2zzmdGdTBw4QTa8OjSKuTG7LmkQqx0NJo3Lt+9WEZjJOi
cN/mA00s9eNVcNEdzk16YiyQhDwNfTpu4hr+q4rg/zioNskFWZdotpCY/RTERG40aW4s+vx69ay3
zKWd2KWZF8efFflxuTp4MLC0aku88NmZBRpIFn866dH/Z65X0K7WtHkFgFyETHbNS8uhYuWEGqkc
X24hFkkVxhTl/osz8BdvQvVRdGjcg3bt6020bM1OLJnYr6V07zjQPkb42QyoPIux9dZm4cEmF+Zb
Q87xFvF0uFRD8y4J11vocYcAeLDSNdpENif9DIFqZQekwWPUQS2npSeA6xvoGhZN9WSdMk1ZGwFb
OiV7tZMu6vGqcShBgRNVk6RGt4dVrjS5cRyspojGOhdkV2fKFW5JHKgOxjklk++akRl0kOTRzTg2
G3QC4F6gVXJoAvKTDSYCK8WYC5edfLeDKIbAQmEsAjIXXW82c07P8FShl3WYO3oPB4tTeOOqE8MX
7BWxtHPjgqwqWXrDIWTyguQNS4U93M8Z3Ws3QmYQzXxtuUNKPpFf57VLXUcElePxqwxNLWm535O1
FqxGncySqi7ateHhnQdvN4sKKCbtl8A176whJJ0opkvo6UTrusVbGeJA7J67BKBMRGr4LlOBjt4K
HSNeaMsAPNg8upVBND0LzCGfsluWh03MWN+5DTLeyUyeTEKrNbxfoSU24NrNTTewyWBLgPaU6j8x
hz+kyGy0JAY1ZcmSjU8sz/Yp6vSol/0uz0iHIHZ83/tscaTu7aml78qOYU/SRyfNZNoQZ8M+Tn1m
dBnG4kyfdpNHGeJYGAmMaYm4NNhqXbqyEzPeFJISwWqAAauuZINpwa07HMgnqb2WjXsg+SbdVNVK
ovoWIf5tEdJQMRsP59+YGARFqHZBZgVrUenLzdiOnwbiCeJQ1IrpWbYS+X1MUsay1twTUPiBIS1v
jGtkbpLewKl8CLqewsPjlY0RXTuopwtGtTtEp5uE6eSibbp7zrGbbjbd6wmTWgW27aDwlk7xQRrF
BXQyVDHO2QvNy+57jDkvQXugh1NWtvZNd249teik50zekW3G8uUZErNaaQnkIX7eR6QqVk3VsVKT
fDNYVbkxVfEpkmhVyiQEz0I0ua6ZLYZI/lxhcmsXBsQUzG2us1dugaSy7SJ2kxJcu0O9GTiWg/q/
o9nmfqH/KXYk5WEvixJvrbNHOaUEYW8EDB3mTg7zyNDVPwvs9EcgSiTkNcfIdZ+8cUZ+BxixwVza
Tbap+JV2YRlGe44lR82C9DCFtEOQRuzTmlhHB8AGIJfL2E03phsjCmdKJFp5yZuUUQc4JRTpAKZV
jfZSkcjepZyYGnDTUxo9mB5i6Dosum2GCfbOC0JGiZr5VPvlPfDyjmNHxJFTmU/EWW4mQljh61li
r/SqXDZ+v57o+W+EzNtVUEyXTLu1NOiWXHcnM9VuERWg/BiaWxJS6UtwhkO8E6M6nLSPOkqevFca
+sdMe8aHvDdLjnt9aBMRCZAwFz9mr3Aayuw5RZo694KYOHQfgsOXU6EQQt6Ama+sFn7Kf3IyBypX
L3fWlkOqB9PoF2V4jN8KczMSG4S4ZdoB67gjiReBHcF4qzRvh4VZOvBOMu828i21kYJqzyiiE+po
91ZLXYK/bERQZkprrXuLUQ9txwqCucgDGhUnoUVvdAc5ibRNuHQIdTVwtnCiKJDcRWsmHxZxmx0y
wiXbBUFEeU5QDMNl0sEdBR3CoJPNdntUDOmWlVSfTmkB+LNqEPHqlbW9Yj6pf+tEly3RuseL3BTe
Ove7U74lFXjVN2QvaIXkzNu1zIYUNr4S2xVlbBdzpKIpX5uFsWJmWaw40/lLP7WCtZ6yYtsdbXVF
4xuGFvtzEKBkLjIY92F+HCqdDM2uFkukJjvLlb9CHZCFniLBJThrFguT3WWunRpfMJIY9oEZWP0J
0wQvpnYw9GQdjIBcMKc9tWXygI+FZFx8DLienkZ+G3JA38f4o7WBWmboUNaRMFaR4xakOhbZuhyJ
vZpUP/+bMJCaubPN0f/gE7oEIOhxR2447ucEF6GjrCaAhKp0iUcp028jYsojHBLmgmGHbOKtY/wO
vp6FyK/lx5REOypp4U7uLguhB7hl+YtB1TPhDSzl/Hy6tkAoumdXH04SjxveG9p1vcJyDzAIAWn2
4YymwcppHH1DEJdIysJA7U996z0qZxsRdLQpk/4yjvWtD3digQJph7CmWwc0cZd9acitl8rvVO9T
Dp9UwJlw67vZqRq7NimhRPrUrjazi4wH0EmKqQqDQkFQbRS8MJhqNjQr+N8AJyFfMFmlsmqWOZun
RUdjGQ/5u+O5ZEvP25IXDaz78MXZx5ddlmyrXMm1xo5pD5wnKwcsf5nLH0ZxJacPhFeIkBeKPh22
/OwQ6ubBGZhs9wy76GgSQa644HhqVoZEWtvm6Lg1nQ7LfyDY00Z8Ib+RdnGIyvCcGg4ez9E0ScuW
uKRsQ8NnSbGp68+T0L6Bh1gYAEuMXX567914j/oQFUcZerPp16HfGT445o+TJfJSJtNdCO0D8veK
DI3hFh4pbxFOXBJOmdnDQB2daVyK+kSAuzoRIdZsPbMSy9gLccs5BArWsnyBdyuw89j3jWl/lnb6
GuZ6sLWSUWxY1ZR7b9Ng3ZqoaY9Io2omORScZdHaJwdLxiIlRpU2U7MSriphoHj7oXpJ5TTsg1mQ
K+z6E9tofcgrQqqC7gJyANi8QYlZdjR8KszR66YlvRIyVNQikRwl4Y11DX1ey7A+auleVyOppG5y
k4UzASpuxN6ZxJnGAd1sVMJYDbCAw0aIOgLCLHjZcdyLdUuHfilxOOJakhTYvbwp4yT4jnJGbBjX
Ce2BF+IE2ZZsIFIvDRII66Ff0Rwh9yK41TTCfXuTy8BTye04Og96CUzHykpsh421HUL9IWYWtRtE
EVKaBgfE7vq2QLGtGOwfdM8/aa4RrMSgP+l0CG1LTZs0ENgHEGAfsAt+QFaYM0ktQGIkZ0GQcRal
rji1tNMayHvL+51YIfRd6dEX8bOOGXgVeO2HzCx/G7HSQPXLV2NDhyyI2m1qDoTHYt7ccxAmurLw
5X7GdLOUvGdIKpY5XvYNs/eGwBTGQNwa2cPERdZ4KIIeEHmXfSi71s96p9b9nDZtp89ZkN3FaPjt
zFm3FURdP8Mu2BAOcI1lI9KESwFFLRAT7Xr61VaB63y3Tfui1WB7Yof0BzcCmUaU57ZmXxYEsTsh
3KrKB7hptdW5bw12SnXoywokah3uWac4TRXRS59orL4m0r7cD7bDfOL8jr22gEMSv0Hg7bY57epY
KwpC39JDzkW9Mz3rIFAm7c2a2hpbLBSctWtSPo3h9G5yGMbCuHSqJF2LkilG3L4GRhOv/bR9k0YT
LANaeOCW25++qfDbyCJaQs2QmOlp2pFQxgALZxX4oU2ucb1OfScR3eJMFQ0v1ij8ZRjHczpPwhjC
PVYsNm5JWIyqxYugul+5Sj1imgVLNLeJrZLwoa5sH/MYe0grHZwMQNdWdtQRs8HipJI0OIx2IVaJ
jJ4KgzweoyRqtjJMtWwmrdiIiJUPLUm9Ds3xo2nzX206VAil3AuZldbW8YllyZg7LBGuPKcxJSA2
3Oeu5+9mmd0EXqe8VaKmx2vAk/Oq/lEozFo1ONoVwBQeqQNpp0tGVPvIDwd+USs6wubOeZdjALje
op+CWPO/f8zg9A7r+O8vHOdn+PM0FaXQ0qmjtjjqSVEvr194/ZqqdhDaXe/Tx/dgevz9E4O04lPX
+zHmMPoP85P+4+af5//9mTmx3vD2/99X8ftF/v6J7Hewev/5SGiRQOnWVpcdncbk+ph/metP//1C
rj/NiBzynf784EpLKSGuX1qnM0PnevP3k19v/nmW6y3hDg3vBy5S3MnvoWN1By8nRbzAgrdvdTwm
uhdXh+utAO3D71t/HvOmKUbV9ffXJIis6Kr9/ZXXW+G8Uv95TM5EgiCB0DY//vsZrp/9/c1/ftaf
7/u3p7G1Wdajh/pSd+ijr+NO16kbwvOfFwJPkgnE9bn+cbOUXKvr/+TuPJojB7Lu+lcU2mMEk0AC
CkmL8sUy9HaDoIUHEi5hfr1Ocb5Qj1oTodBWG0aTzXIgkHj53r3n/nm2siHz3R7dx6wgjYmWpoln
tjevuQrLq98v6TSXzB/48tfP/nz7+6+yk0eZlcHmr5//Pv73Z79P8ufbmSqUvU/Z0W7hxf78x58X
+/Oz31+BiIqV59891+/P/nqa32+DDliN1ZLNRQdk++f5/vlxf7//fbmyV3BX/nqaf/7Sv3va38dk
c3AFRkttPULArtqSsswShmb3xbcSzA5VPF/++tYcO7JM//rvwdykM+jw4NJxMZv/eNDvI3+//PUz
E+DYwhlBqfx5hb9e5s9j/3qpf/d7VhDynv48F/rC+oqo6N8f/z5AqIEZ4F9P+i///9eL/H77938b
QaF2U9qv/+0h+Hfv698+ze8v/nmvv7/z+7MYBdl6kM53n/Riic4XGSHQf+QSA0HzvlU4TXcTdQMh
07/L6eA8GW6bh/MpttXj72pQXVxdcVqB6nMyGXMHp/tQrO0sM2gpsmXzHONyEyPRyrLeO1wHW6a/
zWFChnRwL/+iW9cIttieWmsLIDuf+WxntM5Mv3gww8bcBXG6zUb9UPcJLUeDlqYsS8aILeq/3gPx
Rgh6a1WQmbhxkPU9rFooNZPSXyIMV1mMnsAhh6ermMPSA4QOlYO6M/0aRZpthtvCMr/Afj9YikDH
uEYUAa8UcVHjLiYrTNZ2QZUUZacCu/aiScwK94yKjx4qqFN0mcMQScgUpDgXFloAhtjuKvBKBAGU
wkzRAflkXXir6n4/mhPu82E2b4Xv2buZIBTHY7s6ymdKE7Y2IIOQsFPoEDUWwSC4VGLMwHXBVp9j
uqrYq7DTu4bTS3g29GOwbSB+Lv0YTC0I/edHR+T7UqkTKl21TFrxWg81cJEp31BAJWuXezsVyhGL
JG3PmLYbO/Zq1ZZ73I5HuhLsMdIL0t4EhBEB1TQdpgBhJ5LNUHPs3M7ZhX4MIZUZ4qwADhih364A
aEFYmK4zPf60kgMDRO2VmTrjUR0cowmjZAITnCho84qM3nHL7OxoazNG9JSyb2ni51r/pCEFpGlS
EYyz68OsW0hDEcJmM/4GKLRNBEFPg6CdrtpBrKmNn6glxw3AyWqZd+2XTG6KiKE9usBL6DKt5K1j
TNOdbcBO7S8mX6ZuhMJmb60O4jXj+2KnDBoEqo+bjT9bw1Z0+QYSGU1YwQeP0DUSg3M7JkGz81ve
9HhJBI2wAlyZJX9otXFiGUB4s5yFH/kmYwOupc5mZx8bP11YzKtmPF3OIDv1ulMez9+MsCmTW8YD
tSCSU4bnyu4/68IeyYgkRBIZoF6M5OQh6pVqKcxUsJ+SF5T3sGrwhoi2HVc58i1HZMZ2zkhn87qJ
oUjBbBHly3MIDgiKfr5As6ZRD1q8YV7LQ0m2KrsZk+VIvGbTu+jojE0RteHtZHWLGRaVynFYR2b0
Pmlj0/kGCScWdZnlnOgnENdTYuUK4i/jonytxpi+Nrm7QT2ZqE92lvFNyDTik8RJ9uR8XyIagSrA
9F068DHCWD+AhcOfFhx7n+q7ItF8k2lS643sE+hdv5lrCmMaj2pj+E/xpYJ20yLEJVX2MAdKeiFG
dZy5pJdDN9AUt6zraKQ7UTB97c13txaUPZPU6765b7P6ETF9DqouWHuBerU6fWaGVix9B4xZp58q
M3SWok3pjIfQltHDs9+wRnMB+TdEPsW4I5XxzhWGSZ1s3XmpeDKwiwtsa9B7801b1OaqTNUVCLho
bVr9znIQXOb59BwF+h3SZsPUuPpK55fZzkhKRB1qJjGze/vRr+NHjfvgUCadtRkOAQBNTwfv3Ug2
FO0qIjnlMq0oyL3Q/ilz9NSm95oO7hld5rPOg6Ow+bXCwsRvor/rZpGuNZKWTuGFRx9Ca2raZmS2
kphbxrvpw9NbGB8PWdm/WaT1rsxugipM0k6PZ9Cjk4hJgrVbMAirsfRaZU+DtRlWEefEsql61HHp
u+YgLRosxgtsFns1YsHCplUvO/aIYOVyKfH7tNXBwQ9fuOEtapQOrASpPpcRsjcWhCv2LAQGHYc8
JzC2z1dWkF+U8bQj2rZ4Vq7lLF0c6vmYYXwGI7DyGpOGDPEhJir7dWvkT15q3+rx0px+1h5TX2CS
WCkRRCT2V2VkX0Vif7a1Q5eDiIvedCGekk5ZDj3lGmTmJRkJxHPC2FvEU/RioVIYC3Sdw1Tdm2l9
rttpWZTTUfU0OlsaVvbAG47tTdBivTM7u1mPhkdf01TXzK0WSeUJeAYR+9Zo3FcWN4ViAR5LwclM
aY92XrRMwcExVZetxDyUV+cio7HlyH1de+8t7I1qFDBd82IlyIiNLVnDhIHN2A8h+g9/uOqYrEeA
QVc1d91175AOJgZQifDB6eMYHVAwtxxXoWN8+oB641CPWydxmAwMaJSkt2Xq/SAsuNfAmLaVsLfu
PJzgtT6W5NcKK0eIDrkYE0T+mricZkb1EphVeqWXEchSV9V3aIAfCjd/muYuX4mmfYib+bMavWe7
QldDa7jwyA2NxtPsr2RGw9VqkbJanneqAJj4VcsktWIo44l2T14UyGYSYxIDdwlKtVem9m9BRKi5
6o8jUL7UHBC45rtW5K/ZyDmRdu3G7qkNHH2MZ0REEz43s6GplSn7JjEaqCNcn5ASXPDSFyGfzpn1
JYOHxL6aoB+6b1M3vkUtM0GZIwn1K9oECRPfIvscZPLoQArT9fydMqTVRA/OOtn3onhgvspEzqzu
FK7SPoGFrsnTWnA87sWMIAUipl5nlkOKLoZXEUTvrd/uox5bDt3NNSwRpB+d/G4FsYAdd9hF3yFh
KAXjJxO5hUFMcV2a5Yp8PDTo5W0WmeySEEasMUVtRy/Yv4KEvzTI/H01MqbHpBYtjQnkQpxwbzbs
Q5337JdDBO0CkshFR12rsFwomR0699MsMB6Zw0vPm9qb6jlRWb0wp/wpaIwDK9990oRq0feSQx+d
IWmhXre3XTrsxooEzV1LC7nlsLBIIJVIsFwtBsaEbzEJmMteqnPiX9QLHXm3hA2txuCYVdV93juo
GewSkwpX7+CH33k+XlUZMBLyn5+9HhZd0N30PjyVfiA/LnpzC8QEfUAbKh3y10tiJPqQSoPUo6nl
CHrDM+dGRuAGOAvKhsYaqGjGte+YRy7JLdj/eQ/UI6yKM94A1DaYgfDMcLn0z15HW27OYSRCDbjO
UxokuHw4mgI9p1NED5VHWu/FuAIHbkB63T8mNOJ3TcxUBUGPxLWAxwDdeRnpA9ItSGN9+IYNZsWS
a2+8ot7IVp+cJjh1lYJjGqKlJw8iI1GDaS+6AizURYY61Y+ksXBmlya/w0GWHEZ5iZwpUFmteluS
h4uHnT4Lk9XiHj214pxDzISGegH3JrnrNJxyr3vgBkcleRt8mWPfHy2C2tuucnewOh8MMbGbC/o3
NL+LaQJIYg39W9MGm0j7TDWSif9FMpfTpGmYiuRVVa+QzXPxUITVaALriPEZsz4EqUW2K8jJ2ftz
/iwp6hV38F4rdODUxtPA5VlpbobJUeDH0tEAOCfldKmTO4vlZ9X2XGthmDEmrI9RUv3IS3gZAlZc
Z85j2PpnBCcf1ogqZW4gu1mYhEKC7hn3nvqoPngUixFNNh1EZ0oQMNnuyU6yJ2rtJ99z1NKNLPTR
9vhJV4phi6/Hsx9wq/GmVeb37xHJs6n0bo0opT3u1Ui3CZJVw9KDW3rt6oJpkwfoT/jUYF4uNmmU
/OhNILqDW1kgNN3RWFjj8OhWw9qyXeJICjhtiWQf7PU32FAZ9hrZjUNvnJnrBy2xcsuYDW7OzBRz
jvUWXa7TMt+2/PIRBdEHO+V66WY1sleLib/kpDF+yHl6T6psH3pMB5O4OyhxLpQpQE4jJs4LCtHZ
hSXSZv4S8tQynd1T0wcPhdF/M9pxAnFMxnCN5H014ZReYDVadzq6SbUQiEjq17FJr2Bd380OzRkC
baGSoVYNEI2ZVfyoBJJRcgIf/QEBbW1G1J2Y8tHKYgD30XKYIAQQpzBegZsE1Ink8fe0h6SnIXeJ
yLM3wpkebBPzUsoVGHOEM5GA8XaNbxdBySrv5II9Ymx5KEHGt3m8Yu7zmEuu0qIY6nVhcZzEIIAF
FacJK/NlkwQJe2pPhBw/GzAGBDYy5Kr6xW4PhrXxzJExgGvci0pstGA7xiIFod2EA5ZMT/7FuwsZ
T2UZC5vhHJy4fdWx82F7xkQKsL43p3A9dVa6nEBpL5OGipDQwxRLF3GDFCYRV0hGQQWkOUHSR9j5
j8O4YuGN/TdD7d91c5FAYl0CwrxNUNcv4lqusoDZvRFwlkjXfies8Ru8ONPEDAavPcCvBxWf2dZd
7QZIp6wAUbGDdS6r3MsD1knidisEWLvRzxiM29PSQhQpLfjaZMNBJw6Q8CDueEmtet+E3cFAoFhX
iP7aXD2meXmKSUXVTQ1Nh/p56AJm8JYNjDi/WP7S1aJq5zOtgBclviYkSaqY0xUDK3xibX8ry+FV
tsNnUnS7maG2Z1tv6DvdlXKGDCJcTcJAg61vHhgIcPIoca8zedszDAWlW5w0jiX4eyZ0n+A1ddGf
oH96CLu7XpgMQtm6L8oG4L9JEiZDpVPuiqOwmHxmUbf25hGjhimvFbsODVhiFTMVCMTwaGsQn0Ff
bqJ4usPhplegDW6LkAhCnYZ7tlovfnDn02tHZFJIKKwXw0KXUmBTYHoSX1JqEycxuFfIxha66bed
jNEP4XrOH2scoFdmGu44J5eNip31mAL9Rm7Hr9oJeQC2R+f5qo0wXVotPr8omddBj/e0lOuhNl+M
HHZTQxJNOE7bagxBr+aYXmrZI6nqPmMSHibX2VNf4AmnwBjkwqWqZPc1XJvZnkra3RsX5YlOAhQy
2uNlvDX1voHvI3gpawcNnp9+TTJ+ibuYZA0MyYbuHWKIbERX03MlCEEK7W0OhmRR6pIwAVwtXspo
T/QvWcmEPWTauQpT/mqBB0KtDQbcjhYWTkkyyza9iK+87HGEBr5wKwStiijspfa6ZeC3CgxpDypR
Blei+lKhBCsYq3MXxRsncxNMr+NBZfYHIIgdfOSeTRt65Lr7TAbIW6jYNgAyg0XNFb8ODDhRTsCl
NAztuZwg7ONWnRKYcm1XM/mKGIVWYQQKfi1yrRYpJrtVHl6CopOvKsyPcDJxeqXKZVvvqgXc3V08
VlDGqbMXTWV/DQS98oe1mF0TbGK9SdQsciaqnSSXfeaor4oZ0EZW+RfQn3cq6gFoUnyeI4SqNV9g
EDG/hwDdxMFO3ozcTbkUzziV3xM73Niu/gHJcg4DfF4Ja5QFxbDQ8imwxsMEB3c91+ziK6e51o1A
V8b0TzK9ygJ7a1xa4bGajrlrdus8KftNgoDRY9i8UGp44hpFDWIpRC4DqTFNNIEeDxbFTMJ3lsZ7
Kzcf8aAaq4Tp35Ow0Y4MdXjbxV/B+Fz7zjP6mQdZ9FSbUFdcdBbLNgyTBaIOFEloKSW7BQperk00
u5AKa1LTnVfTs/F/OE9j0RscUFJJOHg0BeH05RkhEcJ50XA/LBiOoMcTJJJ5EB2xEDyQL7KzLro3
EcUtpTC8agQjPntYTIr4u3qnoA+H61HbN0Ec3apvFt4wQsxXO8cx1re5YKfmNTa6naFGQmC+xE1r
Lya7Orv58DCiU9hMcXKTSn10AnRkPjNZwRiW1PX6OGDzHifn3npHSv0ucS63Jidm5j7J2Lu3vXKF
P/8UB/M267Cg5NNV23C1wENDNLJrHfOl79wPQyIJ4XPtMVVtcOPSjEm5/5M07ixMW+/r/pzV3qll
AQgECW1NZ72Gl82rb0THGZpZbVXHzAama+j2UxHtjlbgKSe9HZsucq0BoI5puohFQs4Wqpi+rEBW
kXWFsiS/qsLuoxT6VsX9DB/AZU/T38uc1EUyxZcMKaipkNr7TCx5Y4axIg/pmwLAYihDghMpJ59x
Ee9SN7tq8BabmftFTil9qoZgUUGgxmZMtvakzjA3x2VT53ulR/wkpDbXlfueWe1VYzOJDdxknWb4
b9PO+YjD8raB0MpbOPTxtYSG0M7DsTSg32Qe0o0E/MXg3IWdgTsj/JlL48G+eNZw7DwY2ZtG4+DO
9tKITBhyg422s1Arp7M+Zd/t7SC5h4gT7asy++rCy8GO87fJ0s9ZiVUFtLa9aCs+czKcp2w4VWly
j4XinRLi3bzInCVcUFdNb72CPu+b3MiNIiAGZ67EcrYl8ub+t1M5bkeWzJUz0Zo1E/sK1TrdhPgt
wBJ0makeC4JLUEHfFf4gFtI0XudoOJp1cBUH5clmCQeKsu1gNTO4tlHVdOtkSF4Sov2WP7WrPl0n
/wgVURC9Xd0WRr1Awsbi4uGOCTF/eGDxy2EdYnv16OjlmaUI0yzuEUMuSomGhDSe3TRgYYqt8DlN
UcW6PeSXeZCHZBbgmxVieiJltl5dDktz2RGCsZAyyTZzJA95Vb57on5DOn5N/py/TjhPuUKecTvI
tQF5vaxOSe9HW4KJlnLoo7U0AJGl89kIwaTlet7WrrN2e0g/3PKMNbHYJK4gFJ1NvXM1CvOLnnr0
sdhdPpRygrtR0rwB08SunIqOs7g8OfkTBJlVnFc3Tdy9xBrt6+UUnKfaXpSUR5vI40Shl3/G7rel
I/4Syu5M5/Y6JNmRXYI9sDpZazdVh1wU911svxbEerHRiylrB7X1g3kdi44bY5nco17gPmzSlKF5
rHbsxu67qXhRXfrJ7vdh8LtuL/GDOOUcriAIvLjq2KjwlfKg38cxJUpIo/5o+GLdoKNaIrbPQDHZ
u8YQtPXSyaFkqKNjMRGoKJVxZq/5PBb0dudebhqVlCuUFgN7eoQ4GGrojIMM35H4UFYGAwKeAIaV
8cm+dzH1+kEkob8b4WQqduX7qMhoYhI2rZOBTaMBY3QicEaliO7V5G6ntrCujBwtcz3XEZMIyUaN
CIdtEVrbaQrqvWv4yPGnAGiu5RR3xtSiqYHMsf399p8/CwtIzD8z45uVzJMMLbCyuVd1Ltv4otrm
sb+KyvHFF8mJwU+/8SSeKhI/95UsMhwH8s2jj2xhoF5Ipzd2fJ7NbFGo9iKk02cVS7Y2TzMYvq2m
Qm8G7mG6oQGZdPdqrN77DgRU4nH3mY1hLywdbGX4I+UE7CVnNFTTN57bWiOXREXQ4k0x+qnDwkRp
7w3WN25gLhoq7CIMP5xUgM3xaKFDVRIBFvnYRILVeCxLfn2Fc+TSPDcQbfo7GcrPOLAxv5AKM7EI
h30I8Tk5moKOVRfYz8FvEsYGj/CpvrxccpnAOJ5VIxB9GwL/yRcQMfxyR/AJMvUpPc6md1eoa5WC
YUBZcw+ontuJj+JcCVqa8vqSTtZI/6sZXcnNEJKXm9+ml9FBAK17MY/NQZjRgAvC4YoIymndm91V
r9E91lE9LqoJyRpCNy5rwOBafAcmUegm/BR04nUW0wn1wn5hScIt/MyRC3vCeAdC6rpJ9QtZNZRD
Y4qt0Sl+hmRuT13WbSPa26bLTtmJAm6wExAWXFXrIDZfkkmegugHFRTw4ubiRWDDqRK/ZHlM74vh
KXSwpWifPVocIY+tsH6PXYVKuEKZEaTsnSWyPBgy2zQxrecsYLXOICy6GS0WaFDu1koOoqf74mlx
Zo/94JnFc1v4xHU2GAy0BYIiMmCF+fY2uUjhUhSZ/BEjNu3mTtA5pEmFTpO2J8bfOWdWgqVZGTV4
WO88ulm2RRnEo+yDwyxsY/re+4whsQAwvQo1wxUd8aj2wngj2oXZgwNhqcz9ZeZ51jqc9QPpChSq
To2zGNLPwqFh5aqvLK1vmqAcdvl0cRfleEZsaOBFB1o6YjDVzjSfpMzee5p83G0qA7MpHTNIsfso
1ZcC2n51PfyvdCvhk9NcujELNEuDjbztMnoK32o6LBiXDGrX7ohxANMghsooh6ZHMXIbgnkBMkez
szcJidVnbVwQNEWv1kHpNtT8jD08Pfj7vqbjl8w95HMwapvAiTIYHM0K8Rzwuybrb+uCIVALt3rp
DtWBvvwpcuEqkKxxHKE4WwNtTWopRbAnFhp2U9u4FmAH+oTcFsbuOEpZxKQt8dgkJ/IBrgMlnK0g
QWtDcOt+rlMMGlkJh55Qxjni5hBFoj0M9NszH0tDmo1PXokP1OwemZrx9y9nYHN0ZMOkTa/yirY6
+9YC46t3aBy9KU2iNYa6JPdJMj+tG5r2ihScQ8NZDAMMWGCH3JMNxEsQlGvA1RfVZeceZr0nxYvo
laR6Kr3Z2eE5S1nCqulKtJeZUGMSNmQV+LZk1lDXkrNT9bTVRMxpYQzCPjBvLDouNLZZnvtU5NjG
pFWGSx8kug0lwh0Uvlku0Vb5l0vyOh8vLNuJS9jJG3dJdLyDiq4+4q997jyObWh1HpS9DA0Nl/2K
PJrG4xPXLi9pE/AJottjWWMk4/n62SUKFil4cfRpSh6i6takhcIZxaCbv8o6JqSMvXrDdo/XBi68
cWqWUOtSZUlmPWvPRwmeRnon2LiT4lgYxAITOcSw2IndchMgw4wBxrd9/U6CcXdX2OFap9MzOIaj
0lJDTUgr9JRYK8qJEdEMQGBMZn7J+BEF4XOuG30ox+tX0u+vImaoNA4DO2gAWNA299QXKTccoim9
0RenLpEUT2QZ+Tt8Snod1UotOjSoK7uud315aErOZDfENcWFBJlFncTUsdyMpb2XNs5OygqXc04o
62uM3HfT/tHj/EXe0G2giAlz65u59cisSDCWtyEwX5hLjDo8DN0PIWSp1ahYMnMqHs8Y9Hlgxuzh
n0pjvW5j4zVohI9UoTGXrHdICoQh1/nsf8aZYKbD2GuJMpZaY6YWmahY2ddu7Yq1shgnEsZaY586
4XTlYcVZJGx9RNlTzEbVuCHvdJur5J4Mc3PT+De2MCgMzelJjwCqWpOu8Ng8dpqJiDfgu4vKFgxQ
AF5nzGfefXSK2+71krfQOj+2Tm58dvtsgrkraj0+C5vtQI9fbRGTbLZId03lxtdRhSuBFEM6L/Nq
aNHzVvoVeASa7vCU9ZleiP5r8Gnoq5QWvI6Mh46mQGXnwSKyie0cU+dRh2wP05zoVLQg7wZb9yaW
E+SwROyLNL0l2h0IjQvdRs6K0IaA/rWl2fNBjaP5r8pv0xk+Onja28IbdhZrD+E7FazP/ANHechj
MZcYPjtjWzZ3fCKiqF18RY1y823sgPGc61VmpLvChC3UhM5N3QbpVYUueekQPsZBXkwqOHAewbeu
8drE3TCcFdYscUkgG0Fnxf37NFXX3GFTqmBngakkgYlaogNRmyklNh1nGV3/IFU35qy+0hYtSBen
97YZkCxY03qNKxdCH9FOKwx0/XXpLZPC+KTXPrwZ0Y7pKzJ2Q5x1y5htHstPKeGDSsHWqGnP9cWZ
k5KytI2g2l0nly8u3bfCCOTV74/wqXxql86Dyjw+bes/AC4YdwUC8UWGBIIGEdEDBkRtr9HTStWs
w6GyHtI+STkPzOdWxcPKsm25jJyd7+EZE3PwHCUxUJmGnnbVFsO6gX9/KiCzLwiuGqt6X4/tg5Zq
3toYkNYamNKYkebJIofDusnrLRcPLmIfi1Ln4/21mMRRwrHGeqjs2Xll1dpp2v6slX+XlxzQcsav
qqzmN5OcCFGQlDweAbzRMd6oh/S6CSea/LQZcRR+DL0Fk1Qylk9768nxaom6403VZUg4LAZr0oqD
Rl4XTMRWWNiRE6OcD5Wx0YxYrdxoidQYvlNMW6GnsYZDUm76cVMUNfCw8AyU7BR57FXYlqGDVfBi
jYx+jIUeOlCKImf8ZskFxib9G8tpbuseBn7iQeKYmH8K7ktR3rETwJsZ6huyX6xz4jp61ZVFtDFy
8G+15f9IAlC8onsaO5RmoqHckBMK23ZifXbmLzH+hr1T3f5IjxN0LvLPmgAmmp8dtZ+B6r+cosPg
qMeG3IxFx8lltw9j1h6CBoUPPs01OvNHsNw28lvxKXSDT96xQMsFNqFptjzakVoAqeaPGHn7AMnP
lUrHR+sCuY9IE3HzigMgxRfcgG0fG0ucIvlmDP10BcH/AUIEc1OJkx8ZORq86Vo7TA9cEb7GNyhQ
WFWW4TCve7tbGbo5AR7Lt8gy9pMOr1XLgFjSi8gsQrPo6aUs/9NzUbrfzTyeBHgDqtRVHMYHDMnl
grPTQBDUbjKBTyu7VGfMUa69NMbSnbUYNjWhRW63tyAm9VDbjWm2Tj1aIFuRh1kl5CNQ4hIr8m1n
DjhjWBFGRdBWP2fcDDhudr0sakRPjR8fOmZp9NzebdF1R/SfrPb+tDG6Lli1cJQDEXO2JLd5BZcv
Yq2vmm0rrL2niWDIACSvc0u95R7RheGIXck2viO3f89E9tFBVObst7dDzd9FkBiMDyrbeHMLrpYm
JJGZa8NImaA5+PnsCiSIwMVGh4GJrcth1miWET6xwhLnnT7y97+THw1+yVVEv4A2LU3/NjDxHbKt
cqPvsR3vWlt+q7x79qf2nikEFNLUiDjoHXNn3GV1yHZAWBf1DnNUA8+1J8AbmXHgL/piJj3JMJk6
y9A5qNr6sMIBzFKJTuwyzSq7COFL7gMLK9Vej95Bk4TsTFvJFVSi3itYuEPPeHH65KexcWLDsh63
FaDmIcQ933yXsn0OyGFdpmV1XZOOGHLnZE3P4dftCqFPI0AJvLMDw5N17ydI6kyhNhGFaq1kvnYv
NhcWny9pfzPQ9NfxHJxGJGmr0hKfOeFsmIXjKxhCV6M7/xrKTwpAGIV7cfQABRLYXGzJvTDXyOZc
qguIjaW3tYYxOradqjdRW9/hA1ubbsXln4mrhk1p1NUGRnnQA0VQd6zwGMnS7xjiGqYFEoJKg88N
TlF4dHEob9mEeRGBRQMWiDg40NlYjm15uQ8m1nqU5UOsmhund1YjUAfeRrIa8NGufLrly4aenwcw
d0HsOtaQCYaedLJj6tW3EazbhT0qJlYjQ4yxIOhnyrd1ZwAoUdfdbFpQm/UG1wR4tYyiTLW7qgT1
0dMTTohAXHQjkdDxfErgVy/DuC7XpuquIrLLSe5FqI7iyALAuIZf85ywWcxH/C6arHaG73DgKPoB
QHxFDPTqFLBCEBnJypjsd6+rr4XZ7Yogn9adRb1LbIVHP8gxiKuoYG0PN13kfChxiBxWzTEZJOOw
nwCNQyVciJU6+JZT907zS9T+ExOU7VhGzEqyg8OmNI4oI8bIvpbpeB0PSKqHHrWHRXJOXmysS+Rh
4d2MNmY42lPNVtXmFVwZ0GaN/dyO8G5qGqZuAWal0+kyKL1zOTukZqV3gjVl48t+mzUE6SnrKuRO
Lnxi/CoGZB7IpJQIbQcLHPFKC7senRUySr7zI4odhS6mhWdsdsWeaBZCaKyN7DqqEpqNAVkxC2Xk
RzE2X2Gqv4ixrsN0Xlj1HZnZPRfNhBWmekF3/5WM7nevq3UI6dwxc7U1jZF52QTIsGbX7sUftGQZ
2GMgo3lmXDvV/BC78imV484kqwhTZr0yOvuYDMYFL4tGp+eG6LZ4bY8/aKnXtam4YZCKowOxcWvu
sObwgWT9Js8+hHMBHGRECOW3WMJs/n7V8xwGqwb0AVYn6zGoGtRIwWvcI21n0nk0wCQsENr1CGdH
0un8e7xWNLgL/9Fs9LEPq+tflP//r2EFrhtA7/8v/+O/fY7/Nfqu/o+sguV7nvyQaZi8/2tgwT8f
9R95BZYl/mEhD8Q3yDrsukL+ySuwxT9IhjaZpHmWsF35J69A2P8gn9kO8CrbEj6e6fyvvALH/geB
Y7SkfNP3HQILrP+XvILfNIIqn4jx2n/99//smrwtCzWx70nHJKxAEKfwr2kFHSoBLqx+PDP/wfBd
mRt2ouKoTTVuIxXrx0qMJRqpBDkrYYakwFI1MGklMpfYHEjrxUNh5p9RUR31GMQY7WGKAf2s41Xq
AkoszICIXDG9JWSObuMm1/sxEDuMy4+D74/XZTqN10Hne5t/+UPc/PMT/CemaTdVUnYtn0Twxv/6
YMIMbEkZbgofOvT//sFEOaksiHt9jmzg3pzoS7sTnzP2UpowUUmjV5ICVfTptmwMGjHMtY/NMFoX
utd3F89caCOsRk+NQG1ywu57Amt8W3unBsWFOTT9jbzU3syss501sqUlEpVURD/8gjmc7MyxvKtk
bzGgI6vPslvguKnSB5puyNxNQEdVPByai/RhEh1dknrY/waew0ZLD1nHij0y46QDnDHcHa0QWcNw
ExrwGNsQS3g/csMPJI6oeO1yu9iXk2/ce7O6BFrSdY2iJvm/HFOPc/X/OKae9Nh6Bi4pG7b51zFN
ZOx7wUQrf55AXfUx02ANIyXqZPQAbILonnm6MmbBm02MhLtX+sb+6csXEanKQU0iIIlSjHdNYnl7
Z9chVV+XYEa4F20bGqL32PmzO5r1Cw60/RgEPqT40H2hRNdXOqcHr5UuD9EI8RRmCWNlluIyMQfQ
nUzmYi+9HwGreQRmR5DBYkURbRfVWYxWzOgjbFZcdMjxKj+/1gDzzV536aq2mHFP9mA9OJJjGcw3
F6Hk0xS5K007bNWRSHTKrOp6ujBTFN31BIXkLrbdO2xtGNvjrniyQYy7fX10/idh57Ukq5Jt2R9q
zMDRrxlap1YvWG5x0NIRDl/fA/J27VOn2uq+YBmRIQlw3Neac0wze4pZCB//bIBSKq5lSbz678e4
MUeJ/Psx7lqm7nKUO5zDppjPgZ9fj3ERckYY/8cdtXDQqozOuv0jBcN8AoljsusSDUUboPAkEPGp
t2znonqLDhimeCcoNvS/T22NTEgU9rVrLf0ct2AQI23nt2u/rvXX//45CVf5t4/pGq5reK7JSkWf
N/Nh9bePaesqJOAuLK5YXuURLNylcHCf2hGslG50/P/l7eacl/94P18XuovNwgBm8o9Tv+L4n+om
Kq9rqRnRTTN+122KfFYT9sZoDOs6thQwY3Pyn4iIh4BuybVDUBuW1/YuRL7y6D6aI9kJrannB30w
Gc7cHwkxa1iqtdcywuoaIKecw3OpoCNIv5QTQNRKwKuQeuBc/pf9949IGZ29J3RhCy7hFKu5mvz7
DnQxkkYhkVRX2zI/3SyKTm609OlYhVcEOq1CJ9UpUttUufpKO5uMRKdmFiwy6XyMYxGu8WIwq+NJ
5shoKCvjftmklv/bwKp2wKqa7OC0pOtBh/OtJtwRJPoyQ2sY2Q2+nVtMw3boqCygQT2SnJ5TIKFr
NWmmcdRj1gJQ6gjhcwOUQ1Pivvl5Ga2AbOKyia5G0rFUYemBhBbfxVwf6ftKbiHLeHcBbYSLhgTX
aH19UxhCHWl9mCtNdn+1Uo+uWjOTOQxhrcmPQkHoUb2o0I7tQyeTM+0SHDXZ6Nf/vt/t/zyQPHe+
PJrEz1tcSP4Z5eN0dmHbgXYhI7ENlCDrwx4eCFV+HyKNgbdPqEs3mGtFNEIT8JLfJt5VkZTDV526
xqpJLecWaYl+IECvB33uBo/JiLQ2nh/bUwE0tfFX16VXKzUPSjjJZ1J64x0ogegGx2i8rzM4Jg2o
9HVfONaXZUDs86tHJtg2rBGibcceRrOoR/DO+XCeUvK3bcvXDmFhPBFmCWtd1CSmTR5dZihMe83W
621hKWsfU//TNBofCsUmCx8SLELWpH3QfPQYeW+ZWTWvlvvAMlC9edJuL7qx+e87WPjufxzapmUy
IjhEPxgWVxUmOn8fG5yGnhNNZPPSEjaxqo3MOPleB2lVKh2FfGzsssnx9ss/lo3ygkBbUU40To1G
lub2z3OMQPtZTVXzt7v+9hDbRUcHXJMn/nm1XubJCnRYtf5+3eXfhPjyFn975ORglKGxjQeA9CYK
QnxKbWjygyYosSwf6M+jv99y+YBRrgcoTK3X7/sIROQT/Hnz0U/5MQK30w8youzy//tOfx79P69r
/MpDbzx+f4Z/fZk/b7/84/szLX9+v2lX5bfEWBswXHZ26+mncv4OywMCq/EAosy3l/8sm3HZ/cuf
FqdsWl8jrvE7o4c7GEjoZ2ZAvLvw95h0StldeoOhr/eVuUnI49y2PbknA/PY196e/ppYSQIrehm1
4a++pPTSpeY5saa/MD46636Mn9s0+iKSbVpHqfpR5bq9TjoWeYPrpSulTp2vVy9B515p/6WY7h36
bE3xJmKmq6U9XYoOy29jhLuuyE9c8BFsGhlBMYW2MUVg3kUYfO+qtimQKzNNSANxFYLI3VE9DDBk
VyF1hRjudDvQ6BgCKOiYmrQ7qmk4q5AkiaAByqCTOlMwjHZwVO/IWgEjmvxmdjbjliZzk8dHq3BX
chDOmySW3Il/kbxyRTOZXGK8NPxs7TZ1mnujF7cu9MdNmiAO1FuQJLmDH8bttF3OabAufA8Jj1k+
RmbHBcmBjOL1n1b26eWgJ6jEk5hCgq4NDWR25VTgdWnezqK72KNflTuEWml0cIl7R91bOxuU2D5i
JuN9UhOaKvNIS/kahjI6aS3GqKwcN57td/vGaTaSAI6zTZeau9N36BF3kexTGqPqF/3nJ2E13bp0
xGMSNhdKKd568vPHKbTYwbLa1b6MYD8dtSJ4DnyEMqEChakPm6Lrf7pKrbF6pbvWyNoN1WnzZlqf
RMAS7VyZFHUoY0aooj0WuNhvip0XOsaJJDUlDKrAY0z/fa/VtA0jh3W9353SDlNIF2XxNiGN0k6R
K/Uuv16ifsZ19pi7hXYRHqNkaZn7ylXb0ND0wwgwhbBQDrDCawbcj2diuagy9vYB3COJIzifm7Dd
Gwlh5pIE8toed6SOBvRfE/oWuLoBOEyI6xWUOyGRnE5dwuyG4oRI3RfE3jNQGlIfqrGcAsxKE7Lb
uECz2fk6qqxeHBpXE3f5oI30lNVf7pAeM/Vq2ckvp+y2JbCDDT3FR2pyzdmz3WOpp+OqHGpvWw/d
JhH9D9ONzpmGgkeLH1uu87Nl5VzU6VOvoyur5Dq24AQZpJrfWRmYIuPUZvarSqL6NlR0/6MOvLvs
75saTmbLSm/Sy6fIrEjHLB1ng7P1qtmkF6PGQvko8aG5MNP72gqPfoAaLSmezZ4ahwehX5Kqedfp
VgnXOkMerAoqcwjXUK9nvyYLRbOoWvj4LZ5ScrWJGrOZdWPXA7WD+FE/k/4FB0/LdvroXG2hNwhU
fDACERkUKdqZwRi3ReL+6LXwxoCFBFemryMUHlZ21binWXscg7HY2Kl+zENBZ3aWLVHmf7DKQHFq
kUYQfOWO1q5NJhtbBDlbVuvtUR+rreeE47V/Jq72ZoLO1BkQ6f7RBp4IjMb3ClTQVgkwWQt5SgdI
M7Hlc92zHjQmojhdOpnK5VQmSmo/Mb+8c/zyhcnWNgHZOjhhsqWAdjYAdR1aUX9wDNVolTzictIc
y21OcHc9THgTa/sDphplMpso7gqR7RZOx0zoIxBXpWf42EBFMnQ61IWeBDPUOy7bxR5hYIxysNbW
ie/9HqDHrfiEBanq7onlEBiVfFXOe5qW5bSxPO1Vi0lJGp3wrXetHUsxgG5TSwjOtLPj5KJqb6BZ
iEhjnGmwZcRCCZr2yS4YJzNWRVNiJYB9aUWIUd7LJTLCOnQNzQk7pXbngAhbg+FNQSyS0ALZADUJ
fWZMUZ9p3w937EhJmRVT71tE3Bj4LA89DbiSRtGp97v2Otpzkp44qEDCsayIGhwmZcCVeWgnQedv
ZNHY5v6pGbEy+T6lSJ1AapXpaBWM7s5F6H3qb0PviRNGaddv7adYz1AIpzWNXrxVFt5dYojypyJA
uYQDuluxLtoHWVDsDPuz83tym2lwomh+toV3dgN+4amNDl4feasx8NO1jKcnUc+xgy1oclEaatub
X5xg/S7r4peUgROHt8QCL4hoYVY9peSCQg4w1ioNdzn9B+VjCiPjpgJEzs3GrV7rVH+8I+fxoyDn
xJ7NGYWfGCvyBt+bWl0jhk6E/LsuEN3WdattXdJT73K8knGUpduBsGVaFdpOJTRaSJAjZGQW+pAz
eBhMgxm0iYIW/DgFnJIRQGgReNH2ucPvydxEA7+i1e7Wb/1TG1RkURT1PSXbJ9DJe3ICLnof/O6K
9LfRIY43ehhf05QDflTveoHJCgMJ5501ILOqkIQkqrvULXYWa4DeDAYV+Xvx5qCpW00c5MQHQC5s
WDVFdn2I8rMkZYsBJq5M6+cQ+/txDIx3YZP84OvWcAI2qF1B+KN/mx+xbJabKe6xm+5E6hTYU49o
nqfNzzfYMT+9kPfup0l7xHyr9lWfubswDZPnuNX/Wl5DDuNFK/vuDQ5UtLVyXRwH39Vuo0Z6PYlg
9s/Ce+hzoPG00WLUgEZ0RR8lzxjgCLrGY/fR581meS2XCGcQBr73IDRVHliK5bsuR4yTRKBIJxpV
rgaNSOTGyYll+67hTdt4AuMzZZfhAsqUxEi9yz814AfLQ9n12NvTkPJI1I+s3ob0EE1T8wDHae7L
za/WX5JRZj+Fqw0YGXX9poMtPXoRKCNQixiwKv8dJ0vzS+/SSw8c6X3sdLlRehidB2TRlzDlklFZ
/viJqGcz0Ef7pVxcNmNXd09MeU6KVfNmDIjf7XvDeNA7WqPLw3TrzbQq6HOwuNFVFM1tDJVxtFH4
bwe9iV9d4aF15wXtybomwN7eutBTm9hV1inXZHiNaIhbBT7hXvss8nJd1nbzywsp1uuOmTz5TaMh
aR7F3m0d7cGqhQEnke9iYc1t9EL+UKWPhZmwhlvnlv7RQZmw7fWmZQXvPS87yMjqey5X9VtmS3PD
eTCc6rRurrY7JOsSbelXidRteWjlxDMgCZlwlQbZ3imtfl90MQV/ExPu8hCf2a4XecGXZuPi8Ax0
Ab7ppCdNyyjSe6X9GvjR0/LQsAsfh2QuG9SwA9E8lKec4+7amGjEcqezvlrUGN870tPQxExF/2gE
k9x7mKv2xtDqj0EJMmB5NTB4KMo8aPkhr2FLFHCdMVZnqdfWFUf7uIr0vPw5WG/alImvPsCzXfeN
fi6zsgUEyaJ6eUCBvIoeCAKNllxYrQnOvaZF15HPSJCEWfz0S9aXg/Ejd+iZWcRxXkZrgBJQknC1
vEK+Uj0HnO5gNMq8droEjisvaJvzNY0l9wcdwO+P0nRUV+nRXry2QXxakWGTlx7XZGlm56DfL49i
yke/l/fC/a6Z5+UBup94X6P2uHweJ0D0Woyxfk0zqz37EljVME3yq++p+83fOY8gH5SlH1zHykhQ
dbuAClvb+3T5sZZHUIdo8Nbk9Y3B0z5Fo0g2LVLMTwnFbHkX2x/wb8zYgYzl9Kn13QoyYk+PnKNy
eQ3ZgKZlB0X3gMYJvpqHpnlx/+GQ1LM8Ymr5eYQfyHsSY73jlNFhHq0s+ijGDiYR+xbKn30nSmcf
J1rM2qCe0AYX/oaDaXxPFM2a+fu0dJBxrzrpgz029THkmktrUkvekVYdltchD1TdRQnZcxICxnFE
R7O1E04vpgfH5RFYrTosjKX/MNWVdRA5NI2kxCkr3PK1NEiwUJP6ij08orY+xqcaMeOjXes/EVGo
L04ewAiz9MyDJ3LRI0oa7vwEXWRn6pL2SybMYK87LGyCSAyfBjrA+YnCTohvoq5x5HqebUw9AmeM
KXL5Z1USbhSPlXMdbK+9qgq02PKqJEE8DoPePSeNJJqohrZapvH45dB2ZyyEnNBgzoZnciBqsn4R
FPiWj687LZBcsMOXIgzUzciQwi0viHDqs7Xd9KmTpnmMSy/ZLPcXePwy2Q4f1VgyOymSdj8oGwSl
a+2Xj1iaYwgMdTTOSRub93ZI13Z5ppOixEYR7z3EiSNO/chY/f0P+mwi66J3T7WYhzUakViv0nc9
ttbLS0KABn0+xRQO9AYPzwiEBW9WA0RX+vdVYQBmk7VxX8nYPE/tgH5j/u6qig6UeabXsrBZnxnK
3SbKnz4qWr0GTuh72hwdCoAg3Sgapcc4QU7fedrH96cSHGhBDDxcj20LqwB9geUfMpquaegWL/3k
VIfWT1njqi79avW75dN2szO9lrF9QOSPwk4E1IhF+fi9d2SHTCusJGN54F7tSEbfr9oY0O4pjD65
xpAdlZkN3z9gpp0EF/pPL6y7rQlYj+ZI6bx4TczylC8J4h3P23yIdeEQ3JbDbvRYGoqEKIjop+q5
dIcok44+TIyNybUd5ogLcBi8fdtl1aFJnE8yzioCSOwayWPI1KQw+51DtskFwZVNe3icGAl7rqrd
I2rr8pC4JnHS+EuOhmXsBh05a+N3cPb83rsl7fQ4to11gbO8QUPm7wpWsFxifjhE5d6L2EIYMpBg
38sB8YxC4kj75dP1KtozRmywsvPKl9LzD3EyKKxAtXlUyCKbgjVg7LbuxTVZVYcWJGuSGzfGhE1V
y6xPyhj7LPHs106QQSBE3+87B7R1NEefSLsixBhL43FqiVkLcJ59b8Jc4BOhnjT/aMUR4z6Yp+VP
ZYOk63pxalQd7bw4yI9/7v/n45YHLxvTgCr5fbOzol1YTKflacsLLPdPfcN7LH/+uZNh3F+Vrm3d
dZBHWDtZKXqtHjqPVbkrqOaUCzw5XnitEoG/lm36tHgtXLAmccwKKNLaaVd67Wscved0uJgQ5xlQ
HCK65BzCVc+btNOZ66JeXYGZQuYVkLYwtDE7V9fWtofl3mMXbTPny2318aBhDD2WDU6nySqhUHVZ
x0VAkQ/Q31yrc74fsORPLVlVf1Kr0pNOcWpvKvGU4vG0ZSSPrf67BNSJry+uyKGZN1g07qbZsk43
BoLIAEy3y0fMOSCEwRCc3JgFAAIZidt2Y9n1LXfNsxvipFh2D2eZhKg1gIFNG2IhNRYMSd2/LF+O
6mh1RG2R69Vcciwnknp+pC2vqrFS2RYwLYy+4rVl+wxAm9yFlCe0Q8O+MnQdOjXZ8LFRIhea71v+
W0im6Djq17Ae0zUCh1XkNgjQCxdH7jmsWnO1fLDITPx1WbGKK9HlQClHh8SPtmM69kxM5qxM1u6j
POhBa/dXK4nXGApfNdc3N0sAF4hweVxSuCBoN6TH60SbOV1wDNIIma8p7e/j4/vV7aYtj8v75rHh
rxKFKgEH0MEIkj2ulnQ/AbXZhAxVtFhAIk10rdeOTckhiTOgzZOL4wgi7qpvmwc00N1OB3h8Sjo8
C0K6Z7zg0MjjFH01XWgaIpWPw6UZXmPYV25Ze3si4XywsYgo7PgI7bdBQag3x6ZXFCER7q5sTyFI
mnt7VYWVgIiDcWNEpnPUVPBzkPJX4gbQhzoUL21tXgEaVRCpnBtJMOFaqOEVIkPxDZ2UM+Jvwa41
dM4o8WvwN9rIgvkApRFrkfk6xb5zwQGLNtO914CTnfCXMD9MKnwAPPUih74nMRElSFNrrNMT29ok
7qwWJZZgF7jNXnbOAJRBQG7p03FnGz0hEL3REeM1JYdw6l9nlv+pTczsVEirekTnhPN2DJ0LjgZz
m5g4NsYuslc0Id1tAI722HcQiQPV3uEDZm6BwPDscmkAy6TBUzHL4uZ19hYbc3AKIZrpxBzf6eNz
aA3BfVoSgYAOh0xDPZsetYIqI+9DCF9HzTaNkvhojHQ4ErsmHGUwjH2VZ+IYWf5lbCsX4V3AcEIs
PMuhusx20kxPGCHL47LJlXnvS2K0x1KcwduBaUwY7v5sUs0osGeSkaa72s8wjTGaE1rABCw4amX3
6kQEgKeKZsPsf9NreYQwLo9u/2l7BBKTLnIfmaI+utJmCe4l+8hkobOpmflzXsOyJkaEHSSMZjeY
5TlvR7D1/9qUzix7Rzp6p+UlKTi5j+cDRXPkeN+ff0BrzEWC8OSu6qN1FSfdcdlQcuqOMZbjslcH
dFXtEb/7LS4y+KpCgVqc7yr+9RcaaHQYrv06aZyAmVIjRDPDlMd43ojR1DZQPt/JWI4A+Db3uYHt
RxKiuc66IKEcLKMMMtZ8nBMX2RDfhyq5P0KmX7XhpB/IfBtPNoKhlAQ+LLMBkyOXy2id+d33Zrmp
o2HBDzX/R6d87pRDeRjmb7JsclOzodYjqVN2FByneVOFfbbJC8Dohh4RZDuV17LXn/2GUZ7Ilv57
4wF+/v4r+NdfvJiJLYdefpq0oJQc5L/LX5YixPPPzeUvvXLXeUKIQ1iDG102pg/TNK3zl9ASyTYy
/Oa4bIgRkceAGdv3zeU+nHF01qPQWmm1RHds9lwMEszQkeeSFW46L12IOTggOAzLME9NBUNJZCJF
tfNarTTLVYepZyVpVBVaPY+EcZWH5GukitKox9gu9IEyNC1QQRpi+Wr1E4UaS38IWqTteVCVpwGc
E8gMxotw7sEidkXu0MyNUvbVsnGYrd+Vepx/75IuT8ENZD5VyvmoWL5JCi5vF7BchwhTmF6Hczj9
0rs5g6xHfjiS/93N49QybJEEQuGDmiGNkOCe8hr5DxP2njAa1NG2LHVE6BLQDRhIbJp8/Yg4Njyk
Ev2a1jNo5y6nmiiAxn3f9rsE2XOXHcSQzDL9PlpZOZnFtV8du6bYZCapEtQKONg7AY2TaPliGwXd
cxYKrrnzubIMB8tf/7gvdDgQQZ3SceW46NrS31SoDS7JRCptFhH5kpZpcaZXSICa4ZV3WgSKZ9JD
tXNzvaW7y2JMlBYstbTe6irxbgrwSccy94seDMCeWfUIu3ni1yCsbqi1c01P+tKpuKMEHHK/Ge4d
AnrOJiqeY1DLbayi+tPPxSWmxQpmq1GQms1snT5Ftq8eCzn51wKNQWlq/THxaQiaEb0li5b4nRMa
cgc2YbwNNdmEuGtBScGYpEDoO/VGioE2DU5parHCPhs2Ql5Cxe5zsiQ9Zu8ERER5SEk5mZcrrn1F
8TI8CCq8BBaCuINgMTy4ts0yytCDfeSMWwHimRQLYOGOQ56yVxcEQ9C6wXMOvESr3g3fau/yeh6t
EyUwAvbp2UAnRgoOCAhHZOnZrcKJ7oxHAEIe+s9Zn/xq9KC6LLeoxTMFxKa3yhK83NK3rTcFiG5E
0vzZWZqzMS0D9YXI4zdl1Zvlfrfq6SKICPW2mTavTd7syjKxH/2h/GiIllj7qUlNqcaDJUYEMGKy
nyvdbt4s+vyHKjaydYfz5q00JqxCYUFTaP6vRyoYDi1MXZUPBisnE+AuMyLtoJdcm91+bN5cB9y6
5/s/asvg9zCnTZqXeBL1NqKUs43zgWAcPPeJvC0bUxL7I5jCHpIaIjzzREywWoN4ILefCUPvWBgw
8ZB2Nt4T1EL9139FBuy9Yg6O98WQEhlddxtCn8Q9jCZQfQSMb6JYlXuYoZw6dpsynSOPJsoaTPm2
A356Gss12i+YUT0AepUlI3wpuEogJoKjS2grRsCxOeiRLfbQSX7nTadD2aqqV79P6W1g0HvyAZ6t
hYnozPMAvDJvADzKtfIHUQBkfcBoNvVX5cVHqdJolThh/ewKBZRU9ZBG7CfqyfpVSs3mQ4AaSgxH
oZGTE7I/1V6I2VUbJ81Is05SLoV+Kx+aOu9OCtb9bzPFhSQlUqKNITsSb+vqtaHB0YVldrOmBNGX
Mq+OXzzSmRLPcWS2z07M0JDgiiSM7NCoTt4KvoXjjvm+NdsCTBlneux45ikmJGOk1TXyHH41LnUF
jpasu5iiuSy3DBfRnqbXdG7cGgBiGK3MYIpue01l1pursl0zlfmPwafOFvRJeO0z9VErCB+0Ral9
2+D+XM8WD/a8mfrpDNPOJx3dSlmxuIx/NQeZj9nqHu0Tth1Seo0GBGMMxerBhOBx6CO6bYEJHL9E
LFKMNLRFwNwz6AvzXVCsvMM1s3IrI/rhSaYSQXNHX7v7QHcFHENK+xhAt3wGq3ZvO7X3iacLV17k
VWcaRGTg5b6zJb9Fp/Uxjj/JgN54UzR9+H6PIioDXRl6UO4q8LBb6GLtE1HAjKAEX/5UYbz2SOD5
jeFBYejqh5Asi8w7llW7YSCLPhBAhtvci/Lj0On+QzcmrIvUm+GH5ktt6zENRC4EgqiRFzuo/+fm
8l86nDRJbaaKpQzqJ0cxOKvReof1BLIAziap4NysG/WOMQbFnRj+krY+XXsMxGHvZ7cRMcDJS3wm
uBYVYJugsBtVS2IAm5BeaTxSN6G8qzs//Zz2PRKP6NkKaATQJRkJy/bcx8nAVtkk4Dsscxqeix3e
R+svve1/lDST34pi7NeId/JbFjJLimcSat7E9HHA39JsaLZoE5MXK1YfIJ6IPCEI9UtI76H2RP17
cEpaMwFRtVO5p/iDJ0GmoIEqUASI2yiR2uBd0jGURG86zjNBLSF8DhXuNHcSa2ByxsZU/XCLM+Mj
i8PpQBxQe7EmF/5iUr1WjOx5Yr30jjM85ZzzhWm1YMtDLByjZxw4iCx+Da/cNDrxw53s2uNoOfap
6tunss6ejZrApcScPjNB0BxAF9Y1so0fpSaNddP12j6cqv6N57ynjUU0UM2JQei6syK3OliNC7nB
r1iiWZb3Rs6ld4d2PZWm827S4c+Lg6p142bWcpeFkb7F39pRMI32JqWkPWWmeGU7g7UHaKTP19dy
o0F2+bYZm0GGnU7ga5Gzl8hKSW4rC+E+NaMFR49I+GOWmvT07DnKNu3CA9WjaWdm9iVJ9egjCjE/
TZn2IzI0enSJYu0ajtp6ZET+KRX2rYEeLO6ci6lZ5aogWO4qk+5Vafj8vTK3z0knP5vGaJ6ysKrw
F1DfdLzG/vI+VFmFO9naxvMANPfkt7nxWHDxvGM0zZj5FubLNLkEbxhrLcIz5DiO2EyBCA8GxJqV
TJJkJycKc15Zt4feNj3Qdz6rs9YjB0IjYVfo4XhGKkNdIS7dHd2v8mJ1c4CMpV0SRNob+sXVY9WY
MI7bUhCfufyCrcjWJFc/Ozk8Yc9P5ZeMky1qZG1nD1F28Mp5r+jmU53G5kFPs+pUEXN5MAy5NnuC
3qJJaUQS9rvllu1gfeOaAqYNsnsJKARoQpCtbTc2f4Fx+9XYhrXN+fU3oYwVywj3a0ASO92lTMVW
bhHV17alkQEw7wUT5bACzm99+P0LQdvj2Rk8eFqB1MDdWvlpHOUsJdJPMp/+36Ypdy4UPDoZ90MS
ICzUTKYW8aQwwQJZiozkJdZGLLHI5+YkDP82pp1/46wcEX8bJXDpJv+t7Az6wJxMT5tqzuk+NI30
js3o4NTUtSdphhyFEvMmhNPpCrPmUtgsxaQik2PCykUyE5ZdEWGxWBbTMu/aU5CJAxZ1/ykzMAL3
cXzf5cgeIHvK6xw3VnrXbGBZVc3fEP0TLIqACRZRUcnwkutjd6F44V0lQBnWFb392kTRLvfH6U4F
RnWgaVytJ5inm7jgua0Ns4aXe0n14S1mUfUqFFHPwVBsVFBXH3Pn8SvGHLS2ksHZjHJkhpbTQODb
ZBfg9T084dg/agPxQHZV/KTCe2uzWDyAHSXalPLYupKJvutI68QFT0ZR68hjQczoq6NTS8c/tMrn
0wTKGXlfca0e0tH+oVe5My/hhwck9vnJYmqPR8kA81vKXdtT4E3N4CWcKRzEVkU/CVbaNZraOwhg
N2VsrUrvwTSxiDZ93//AFL9xOkDe1Isy5EFGfE+SGf37QFvrYupetCDZEE4Rc6kLqCjBX1iZjH9b
MNbJ2Zbmk+XSZXFibboJjRSYARH2PvSBtsFJWtHCl0Sp0gTqmvwvajR01QyX8HWP2ZJw4sfaq+J1
BnFpb3v9QHQoAzZw0uxk5SWgTzN0D5qelXvp4dMMhg65GPATUpEEIT1WZK0rt8zeyFChxEK9vpiR
sBRz/R86Fws9CvOnCldk40od+LXj32JhtrvKjfrTWMbhKTdCfG0l/VTR0cty+g8Q9SHN2zzDnW3s
pN9yDYtnsIY78IEDVN/aGp6YvMSJuclgCXh3NdF69yKxuxUfgf6TwVKIr82HMl/CdoLGV4QPxNKA
IUCAu6GAZTzmdaI/cgI3xI+3dEYti4Wf1ZwXqXheRM1GiyVg4qk3GFcijLwVxD+uH8iiOtGclgiA
KuYqXzbjIUSAv2PGAU/PF9lGL7JmlfKfU+OBSWGtfNUcNFlBO7yoJrvUaWcemJsU68ISlPmSyDwx
zeLqJj+itk7uVWfXJz3VgK2L9OqBsOIKZ0UXKl85hBI9OqdZtrPyVp6MODgYeq7dByFWQtVzKmdU
w94awK1J0b22QPizOL+2npldtXoyDq1NMPF8V54ayGnJixNVNl4rkT6Hse4+9zow79rw3/q4cbAq
vgFhVpROHhOsY3eaU4tdr0q5qYgE9UrqJK6xb8nMi8NqWvdmA6NOY6qT2ztBu+LThFJwl5T2p+10
9WMy56nDLnZ+6LWxMsswfEpBcazMFhtNGH8m2Nu3te0Ue6KP1FuLLikplL/Kc0IBNM2ST/D51oBJ
wr3nh5JoJzucoc3mnMhdPLE3KEo1bXRCCXMXjj9IMmK5a37iCAbDooJgP0y+OsZxeh575jk4iAkj
xlnx1SIr7nHnI7FzBYQwNWH8YE8kY6feMJ5Mdwl6ChpMrnpjzoKQMmgeO4BWogrTB9YQxXooGpAc
pdPsbQoYc+0gvCybmFzStV2AoffDdtVYrfu8bFJKu6OAKB3n6m0g93VbJ2Gyi0m+CUPHx4Kj6ccg
6rILDAu1sQoUMIZq033WRvoxDQaxJgO3+qRSdd+awbtma2B4Zc/UiqEg6Vi+eoCJr8WnGBnuko6M
WMvxyq2knYMgJdOQbfXZbgQawC87ps8tWeiwzK23HjMpVynjik8dnIpmsVaP82fNT8ntpFqbYAq8
b1nQ+Kk2HuNOgl+smuok5nSLONTRkA9QRVpEe0VrGJdRsswsM6JNsW4kO0S2Nsck6zY1ZA8d3I5L
MscsOIqc8A7GypTTcNYQtbgu2mxMr0QZUfj2Z/JC2ptHK42ZXXv0qChi4jOVgB2z8FOarv/aQbg6
ZkxH0IiWweukwIS8ssgvcLdkxQ2ByaZ3xXCOdgah27cwqtMXO5oJPvpwqcXcDcylcWtCC7S5V7wT
oGvc0LGcijauD2bnFC9uYRwLVQOp0OuQlGhVUaxI4h9qPLbJbvBE8FwP4/AsJizpTfqLPlZ70exQ
PrACzunvERmrSL64y/OyxOyT1Bd3oPGqy8FEm9XRgtBJci2kG+/T/8vdeSzHjaxt+l5mjxPwZjGL
YXlfrCIpUhsEJerAe4+r/x9k6XRJbE2fmO1EdGekA0ixCsjM73tNNiB97CIjDt8bTYKpMCt8HWut
R3pfTvZGVIZr9kDKrkfw8iHJDNLDnWw8+XV98lI9eXdUGx9OBFmt0rvmGjJCbRNlb2nukcCxjB8a
aXYzRRD5QTPYxRvOqkjtcJugG3wgTCUfsBiRD8DxsEEtpX2dokhJWOrNagHWYhIY7DLP/VITE16T
wSPcx/GdmPM5wHrIK7QE0VS1edQkRNiTlCw9+9BELuX3RrLB20nkjBtFBtxG1nRj2FhPEKnUXmQb
R9lgkAj/R4b6oprABfrBiq9dgvdRZlcfwRg/WzkwnbYJRo6vVb4kqQ1nuyOTrLr7CqnZa2LlBz9K
UJ8cjW2fESQbSgy2Dd50SGujnxJhQrtUieqc+lb2OBNUX8wq00+iy/cre5Fmbb428oyYIatmHMju
gmU1mtX55BoMzHKPUvF3nZDWLGukL0mBJrDbFN050L3+rBi5t8Sm0SZz0wAiIpscGja4/16OXzjx
HaEqFfMyaKI1+RjroQZ4uSb7rhH58Mx9qBYnCwhEjZDdoYOudamJZ8BolJ7RHlyOFTpJUNPCpSZp
1sFsgh0A5/xiGjxME+tblXSD0FZMUmQgOJkSVF3bio8Mk5upcynOnlGj4uEbk3MBM2Wh6wgsxbby
bAZBsYbXzoZBycAyDNg5Rw1gxBJxmsxFlwLPvJ8F9iLONkpRQeI9lb8ncPF3opAqdHMDeIGEXJwY
8i8edEpWXAH7K49Wk0VrOYCpDEca5f6ScygACJS6xt7WH4eQ3EFZP4ZTUSDmLOkgkKzCnNdkVeeK
soNmHb0pKdDGAbXFhYnKAoZhtkKoWwtBcUohmJsG2fUkTNfkopVFbBcwuftcPQUlqgKw/bC/lAgb
Dp3UraqhtxYlkVQIPKm9RZbPXipBcW1My0aOabB3jueH8ypEhkAy0e/AiDLb45Q3XqvwSZ/eu54S
2Ks26conoCEc5KtaRTik+khMYCb64I/zHKXtLXJJISesKlmDUt86+YSCSd8rN/EOQyvAoENz6vAl
f3DlZ61t6oMbAb3ClFfaSIp3GUbJOvZZYz4NNc97AFHsdq5usaqakZEmRg0Gri6/OkU7vqGJzzcY
LvlSNAGI7M1sBCNOiOABV1p/q/aKfspRlgReOqIOZeSvWlVr56776DqlQZbIg8qQgQZqCMEeOEsu
IwX1FPacMadTp5ijgbI2dAxEQ73Hsq+T5Y0aNGceNDL5Kg7ObgNe1Cxda4X5sXXwMdclpzNuu7ao
Fm47JbADV9/1ouiPRH2KbU1qFYsA4Dxr8LZbhCDlY9IF9bzs0pdE7YoZQGPtzSxGxN0187EwIQ5g
55Rlmvmh4wz90Ddhf0HNb8/uwFkj9wrcNovCZ9KBzjGY4OS2Vm6Nkr21rTv6JUWJOS+J6UWav00I
R5VI/FhuCBZSyxtUpHpy/Gr6ERQeR56gOsZhpyMz4LcbhYDK1mpaZP5V5wJuOkQUzdfXognYq51b
UHPPo63s+zwFs9aW2iyyeVY0ST6AZs4WREpNJPpi+ZDJrXyIO5U3esiSqGhede2bt0RSg4tqVdU1
Y4sseepbasryc2Dyp/Ck9GdN9EmtXSJMpmGYIQGfhHR11WLnQBilfRsHQlz50AJsUsrJy8DBmQlD
nKUCBgkyakMK0Ru+Ehi9al3ZX4MC8542jiAAmACWmy4p0f9RkaSPR202Vq3xrNuANQe80F75J5EY
C8JJNdF+Lj00L3jU8bfHWnSU6zNqvjVxByhQeEmgqWP4vf1tYsmqoQVC2/fiTSyDeZJTwDtE49wn
vQI7rfrmFmHV/qjJkM38oJqYA1m8gWRbblVZcbfRMtb0bh/GbTq368Z9rw0cBZvcfG1Dw1pmNZbz
FpFfpYlBvqgAsIpYli6EkPOZPKbRG8DFLx7JyV06couO0/jGrIEnZI7kPfL+BG4fCSeNAIHCnFRB
jArOVRTofkC/GR1rq3YJkuWWg2RVbgV7UQQNCY7C195FBNcHZ6lg6TfPm+YHStH+pvDONW+vdST1
zTok/ko+vbWRRSPNrEnSIiPTBrxagQUZFCFodiVZgcSCbeWiiVa1dUs+C9OyRkHx064thIRCifiT
Lhkr1OrstUHYdxaVpPEK3+EIRGZybX+Dg+Y81gS4ZlVsJ4gPWdWCV5o2ywwCyoq2M6bwcKF36oNg
xv3/KpSgoPv6C/Xvb0IJ/yd+r6L3X0USblf8RyRBdf7lgAI2HUL7MptsiJjdj6qGxGyp/9J1WYHJ
b6jgn00omCmmSP7//l+W8i9Nhy6jW7ptaIZiQDuu0O9jyGAIXQVGNQ36v6rp/y8aCZo18drvPOvp
94EEaiBOr6CLyb5qIjj/QmC2yQAlCfSWH2NV/7vsB9SwRyM4AiWK5w7x6HfQgA8RTvMfRYpQkOkr
2mMZVuEGYnS7yrAF7v2uf+QdOC6aJukXjmFk1xJZlscmmNTa4/wqCg8kNibRHA99b8ivXpHrh8aw
z/CrMQSoW6cmaiy329tk4lzbRkeAcwSyzQkDWy0taL3DmD+46FMe7gV5s+xgI3iGq0UgOZDUimR+
HxY1MUfU2taS9i72HNNNRHequi9AsRqw+RL+e36hvMaWcjSKsvkBLm83KE3zNpSYwGPaZB5j4vzb
SEZ3gTRVcNXldgTJqrZQoODmp3JWHhLVLQ46DIM1qJLne5foF8W9r0BFtMJEYSv6pcCsgKw/SpjH
4xFU5Ozzp6KKvH4nmnzT4rVTJn/rt1VMcTD8hWIjZovi1s76iDFxo8DuNmXcNWtLzDduV6Vpv0kN
xKisEjX/MquqR6/DdVQfJEJhqBjvpLYxWIujNtkRx0dI93PVDRJiYqjJbJyZZkWLMrW7g4mz6kHU
SPXDUrerKtxNo2KgLtAUTeFhLnlfAVCMyuINeUYVydPW27K/tF9zYIQJ9meOSyC6x5vKcpDz8PtJ
93KwsEVTgKinJRqdNofeFwWsjtXl+IQQfl6jtOMtxTRW/scMmtzFCs3ul8sLrwXpQCqMyFRjWHM0
wYOtbRfnWxMvOv1I6KkgE24CuMRdBr6ZfSLK7fKAsLFte4hJhe7YJ0vJnJMxFYiS7Hzexbt7f+On
5ChV71F0iYJ10DmhtNzOSa/+vAdGwOND5vXJskrDbt9MRSsbLbEawCNSz/fr04CYcu+rAng/mk8k
leCbtas04I1KVXwRrWbUa6AW08Dnti/FDDW4m+ziOEEvfwpv3GemZaL6c6NVf14pRgLE31xMBh7a
OqgvopDjelVabE7BudSXJldqRDGDSbY1/GiV6jjIfvKukal+iHPHe0YcWoNha6knpO3GFTogyc4N
uxxQIWAFI4MDiRio1D37LOclrhCJdPQrDhES8I11D3zxfCugXe7TWAFf9FfXVJOm/b4Rec7iPhCg
V3H+UPve/3ntNDEJK5doU6zPcNfgrFEX9iJUHAJiMf+yqdBVPufGROLt3he4494JJe0AmLO+QFdp
9rIt3S5yg9DbWDimsClS9b3TjCRrk5VoBCGGW7f+W9UfKn0/OGg+eqX2c6SbLgvJNyNz6bv9YtAU
AseTXIA9eAmO8/qBiFl2aOLCPwoZASyE6HeRI3lIh0hf3eY1I/oEYjyp5A8Y/Nuh9euVVOvyBe3V
4WJxLqN+Kzo1X3nVYM2KIlJufaPF2zFyy302dfVekiJlG73eL6p92A2fborm7jQ789pTATqLj9FP
zzbkrlFWmwPbivR864pw+oYojKLLNCNWqvTsDGpyn3vvN4a0WiaS1M40nultMgIyh33pHroQKxq/
N5LvdgbdIx6/yQSf5hKooIM9IBbaGT9Xhf8+gS1jlpMV+GU/cL4tpr/q9RAR+bTIOrKjqSgR8T8y
FqQXf19ks8pUsroajR+mYzVEc5Al6bVS2auG05pLKzbMVZHUz5KqyM1DoufRog7GbJVPf0UQ73Pg
ecZJqHcoLfBueUj1h3IaFH2+B8Ke9L6/xfrBOChJuEn0MrI3aRh+i4GfzYBqrZCTfY9UvqFxS0Yj
H9KlaImiazex2SRPt0Ye7GV/DM6130lPRm1wTHScBl8ILs4TpL/TtCw3oinjQ1WZQOWs0E5PcTy5
OI14u+axHH4Z4SV5fhJ+KHLwGkWN8pyZgbZMAaouMdPcJz4q5nkXymfwItaqjLVg61atctARokfN
RU6fFQAckLT7aDXEQUMgU43YY+OR5betfpEaCjRSWrylLHdDqHNqtvExGb29aIlpdhUXcwRsEUCs
LP1ym7ZpFIINvqohw2RDNu8nkxmnDqxnw5JPIrPuAiN84Ns1npFcGWHqe+7cTnoAjsfOUpqFklTW
fIw51D+CbP0vAh3qJ/kqna+C5SiGpQOoMDW0sD59aaxQ7RNsBz3OLQA/47aMLi0+YY/oxkWQpKNZ
gSgBtM3ibNpYBQ5uVS+0sE+eyFTVeysl+NF5YU/KIuYbMAkX8T6RduxFnQdODgpmjK27uw+ImugT
80TzU9/92k8Df5p872OHqT60vbUhC5cuctTfDiQRJA7NtruKWr09w8u0Z5xY9NfBaq6O1un/LoH3
5iQsvzd+okzyBpqxFyBUA3YVwUjZxvNyAqWSbIJNSrj4P1XRa9ZGtVL9YH+bPk0U/Y4KZyEKmnjf
hWa4LlS52uQuivgOSOF5EuFTZGf1aZgwO0R3kIVAUBxkCTxQp5OPsdqMiy5E36RqE5p1MmLwMVX7
uDhB5o1AVjNPdA2uCRw4CVnmIithaTC+9UXk7GuNZw20jb+oslZDO0uOkE+kkPNapo9dQaln0aPW
StGjrfsJVgRWQf6APjFPhxC9Tmx0eUVTFGghS9smHAC//ud2BGOSgzVqKODoxlwtO3XNGKbFObZ1
UQlyoTcJ1k2FrpGudWN0hNNph3AfEDXRVwUNnJ4/DYMKVx+Arklogv/nhqJWqx7q92alvY9xV+5N
x/uhx+iQ4cJhvFixg9yvFzwpqBFe/SFbJKEhXXIZumiO/DuKOb7yzSS05Hq2+gXuqbH04VtsOjAW
VxaX72KCGmF7aBjVFdeXYqMP+PLmkiZ9KRt7RTZY+ea4XjjT4J+eoDjlWPCm41wMQJkmR+uNKqFR
XTNnIrBJPsc/DKaKh7Thk/euVO/I1thHTqk+kwiTD4Vu+ldoB846tEB2ikFRtFJ5HkpFPojWfQZe
rlw+XfXXPcQMNYUuJO5Rhx6EUzVRF4VbIGRkR669vVXDTLG3kjYJgv1S7c9jN0grq9H8BTgE6cVt
CS9yjDPWmg8JXoaKxFaV1UCMmmU/lyw01PwolS7IeRJpYVaLE9rqn9c6Vf19qbNkFjoDY09bNhTH
5Fz7+1LnonKClWCc/ohUpz3DnsgfADRU3/IIM7SoBL2Ak12QlJjueS0cNEt9tptMJ3si7dGuh28d
aL2MYCm6nGJ1IwuqbSuMlbdBi9vQEhD0sBwt0FZomXb/RbVnOo3/ehzm19c0EL0OGQWbl679SQZu
iAHpjmbvfkhdeCgwnXnpwbE3sa29VsQAN2nn2XNT0/TXUObE2rYFBwoOzE9FlmxGFw8NjdzFOsg0
GyQMTbfJPmJ07s8ajtSPluFdb1ejE4FpOkAIce/CyR4r+aAHqG52X4N+rLZeklc7ucTuCAVLqrd2
bf2sRUhkJkucg6pdTeZhAdy+nWcgRtuTj3VkZWCeHDbINbt6s4lsA6vqvo3sXYDN8a3AQbTD43lq
d6FN2CqHe9wmqHaI1U93yW/Vtf2qK1AcezXrUWbOyyvP0IeYUPJ0T0ZD9mUcY2sD4z5aVr1TvcWG
PdMDJ3on3xEto55XnDHW6jPIaXmZVkjRyi0KePemPkGvIWSQsNG9Q6gE/kHUROHnHDdtCDfLTwPB
6CXbf/72mr8rK+rTx8+ZV5NZeSbhJjH+SzSESOsgO31ofrSVXaLWAVvaa83y0CfyqcLg7ILhGwUy
1pj6qf7SmJpiIJaAmCHjfpvmVZ27IZgJf7EjHqrIG9wUa9V+hDnmPiJW55BMTV7azHYf9bGbTMzz
aGV4iOa3cWaFxD874sNmGKzEFWLi6HlfeL8aO3GF6DdBmXJX0ZF6ui3uKlriCnHXRPHV2f0u/kDk
GRZKsBLz8ArYFl61BJpibJWojvTZrTq1RU0Une0bW/Q+ONKIahOOc7nUjHUTRenynz8FtM3+9hQS
+NIVR8Pu19YIn/3+ElHhf0R5YKgfcY5eTuAW0Skp4wvaQTEihV50EkU7KNEpDDTMLnOk8EWfmCtq
ZQ3UtoN3T7SWK+4DfdEBRvOH10/9eExHx7y7fuqOpp+ueuG+zgbgBVNLzBAFFjOIEsaadPvp94GJ
ArkAiCjdfvp9oCJjtFbrhEfnr3+IqKWVFx08zjf3/vsPkxR8o1JF2olB0R/oNQQgu4xXSVq0bP19
ijrCzefW/lwVE1xEBWG7TXN/qf5yma9l4DP+drPpAoScpbmZS868KXvSjXJsH0QNWJeqN/0BJNk1
6L2r5pX2vsgqJKW7JlsahLxbOOG+vRcjJmHIvWgOxKcg7wXFQxSiRuNIfvdcqcqX0am8CxGo/mhl
Fvrc0ii/4R6Lfv6kAzR6dvqUx+pO9HOYDpddbcOP9QPlTTUvg9qWryZRqk2uABoSs/5wVyUtxvk/
f3FV8+/Lh6MgaWubhsoawvvs9y9umGVK1LVq8kHQg0/YdHuE3RvVPkRduaxd2HOilYUghee+msQL
Iq71THT+MtKF696Ni4Poqgc5AEWF1hNbUL2b3yf3o+fc5lQ5udqBbFUNjWQld7y31KhZBYBGjlhx
Y7GMDfvJtCxsMlPnUXSldVptdSMKH3QEex7VqchHs1wmoYST+9QU86LaJiVkmvhTT30dPnMJ6/HG
LlNjlyqdsRO1eyH6TN9Pl7yi4dRM8yzg4eWt+qfrfhk2om5YS2iki4zgp/t/av7pVkXFkoiN95+m
OnVtbcHQuLtR7idDtFTCEItaEFQvbWRIq0/94BJ+zhBztZIdsJPp09aEOPL9+k/zOmBT+IjhY/Fp
IMsKF6bcdFdEQ5u5zW9LzvKvTnFHkxDZGnvRo98Y+s6NOmgfRNx3o7PzKhw5llJNvxi0+wglkUQL
jNu8+xVE3x5dVx5W9677ZeKevo5MzpXorry3+V0WslR3L7CK3rQp9B315NqJM7yD3URf0fCLlUvk
8tyjoIKyb/HVBho1jyGeHqymsPY+aJI5kF7zzSFQI479JiK1D1Am4muvIiRsFYgR4BI47+LCPanu
uM5hlb1IVeWd8rh+S9yseAnRatk3BRQy0WwC39okUalCHpvmJpjTlg1siWia3JUbydonQQZuMm26
s9aH5WaQzXGVG1Jw7bLJX8GKrQ8ZF18bIQyM+UhJwBC92MVob0ClNsSdtWlFb8ZLjk7mgxmWYA2n
PiOsxvMQIKA0XSC6CPY3S8C+zdzzwvEiBlxPw8AH9SAxA4Qc/0BCXAsPKdGZ6YREiYcSlaDbG683
euROXKJAg1JwlOdNKQoxen8z3geA0y4Nlbj0vQtBB25yf6Hef9K9T8xGbPjn7d21AreRJdwbgcJ0
tQNYS6zrt/Y0MigGOQ3FPdy77su/8ofdgJh33xx8ut39Wv4EOOOKtq50/n/ZLGi/q2yyZTPw0DYm
/okiW+zdP71yQUSQbY8t7bunSTsT2p/9gIxxu4Yelj/c2k7gQx8rdKS6wjpb3zptILCHfkR1rB6g
sPi+5p9HeTTnmM0rc3FJHSnYAeLcNOPsHJILTXCJZ0c+1yQzPIk+UZixY64q6OwPYsCYRq1S9VYt
cNuh+y/hRO1vRyyDw5U5/YfGBZnFaRH6ZZOKtQ1SBGFUfddLbwOYN9/HuQuFrwh/kMwfZdTzq3x/
q3oOGDrJ2rI2yN89yX3KWLdeYHbLC7c3nF3loGzDll6fo7+ozssILjbK3ibSf2Z7GHvNAWOvLgNf
tl/RwEKQzcLOt7d85xVZsXcg3+YZGY340XO8N8L6j/+8ok450N/PY8ChDEe3IGQpMjrQn4JgihPZ
aq/K6XczxAupDHvz4kImGSPfPIuWLOO6h86ZMotRTE2RHcoePYWPVowmHeYfsZqUDy564suowB49
ckcXxafCxdCFWq51p1YeCURNLTKeJuqSU1UUxoB+8jjI284zXJISUOUKCcUoTAnlVZsBs4O3xiaD
KMST7RfYluAp9wDJE+WBypb4uUbgAW+kIJIq7URN9I3QcTeN5a7uXfdpYi4mVx5+8NO1UjndKwiQ
fB+C4pltJw5cNqyvMSykFxxD5Vmsu9VWNHVN+SJJjnESLVmdF/1Yvzi9rJ1hOz2yAw3X//wxKZ/T
yDyFCIuYbIhkdvOq8jlYiQSj3OelIX0LJCNHq1T6qoHEeBSFa/QxCZrwzK/pENYJEvkQoNeLPnb6
GBgh/ryNl5wixHIcCUYUesSeeQ4AzQVtgMVQ8250knsS90L7NCUk1pBK0Mvj/WcYAZ8pXLC9uJ/o
lzAd8pR0Xkfq+Ii9bsPH7zq7xjUQ3kQEBbF2tD5jRLtmQdd2712trJM40/9t4zKUxiYMp87Efsdw
vOsQjojC4ywFOhsPp7Ys7bluZsd7OkgfC35VTYl+TRGV5sVxDDSfphTR4KTNIVaKP14UNDXCDwCv
L9Z0gbivZKMwN/2U2o+VeJYP0a8/wZCKc2B03SwvsvqCZ1RzKIPyGERyfRFdPBRANH0NEtY0Q2md
bEkYxesz8CKWudddLG+iPDt3WuA89pp97XiqXkuzGpcNhF6eqsZ8Lfzm0EK7v/aJH5/Kzk7hedDf
Jn2w0AcbdqSLTQjOHMGcyF2207EuQrVIOtwLXzZ/Nsu6f3ajlhj71VdbbUcc+2ehurq2ixsDwRHX
q/RNbMRz0SemDHWi7RDjUVaRTKwAJlvzRf1eWq32Ra6L4ZAUeF2LpiTl/bLUBnNploH2pWRL8NC1
qXf8eU3mFToq/L658jtYO7ZW6LOYf8b3yjyMci5/DZLsoTOldo/QSnY1B8Ibcph+LQZjmBuBpG+t
rh6eAT+sE3IuXyEyKwsJtctNhn73KzolbO+Yn/iKxdOZ62wpaeJZPl38lmq8QwnkNv9NL18B1fTp
XclTZxliDXRs1b5loX5ZFwyvy8sETXPYkxPGPrdNfBUpYLP1szqZcKJTs2vykmSirK5Lm3XiPg8m
ZQfZx90XnVbvbII/2NX0ysobGkgBHoh83EvfQyepEFK3vT3yo8NWG9KNJ6nlOTVMFqTU3FjAs86i
q9ZDsKZGhVPBX31iwBhNHuC4PWCXXJ6L0sEDOMmUpYHaJ9l2DdgF6YJup/joUhstOBLR9LwceVGz
HLrdrSp6TbNScRKc5v/Sm+fkfKBv4wTFQD0Vt9nT1ci8AOt3IzyidOhsuuTmV733A1CuNjuHIZUv
XmnWCNZBbDVCC4Zllfl7UbhM3A95WuC/hrDfvU/U7Gn0/9qnRV20c82n+ywxlRzZgCt668z9HMIM
ujQW8uWFjPkkwPmHxnTVjTGdvdzp8Gbm9bJyFSAqUxeo6Owk4ZE4qa4CJKWo2jTekpiIYeu44VnF
3+op4yCqZdXwViAQs9bBaC/Bxg1vfuDvVDaQT24c6aT94FOIaXwwxkNqR8ERsVjt0pb6RfSDhsGJ
b7C8jWjCYbDDMXkzQhuuIgBh8JXIlgATRD/Mf6qnosVVCnTP9dbjJxqudMBgwfcapyhN8p1v1Du1
b0o+AgpJ57OJ0bfZjopZXlEglrdliGOuGEUID3QDyrYbiY3DfAi94AhMpYTCFmerOo2aizrKSHfY
pvutwys9qHX3h2kWyF9G5Zeu6oy5PF1U+FI1Mz0zXMZe0KQTWJ+joahamAZsb4VEHh56H21Ndt1V
HsIbIoZdwP4wdJsslAO2uI7kVQ71/sGWJmI2uZ20JeMImHFYicSPnKTdBgDMpOzrfWETEc/60cFQ
xbfHKyHcYzqFLjw3NRZRLfWYHwLBR//NOqMS5KB5IG1Eq8gz6yxqtowqjZyZRzsOyErY/TKSh8kQ
dHrx2sHQrms1eBPvXQNU688B0U7Gfj4OOQaxf72kRX9gaJeu6Q0wp0HOGpXg0epkaCdkYTb3SjV4
jh0SvXWU+G96Zn5YqDF977Hqa+3E9R6c7lGKUClsIhomVoJHUdiFmexD11zIFvzP24AkGS7cQ+U1
QFNncxuQGkc95qjLOqkj791hpLATZS+adh2PDdgG2sjnVWu0wc63eVPXbVS0eTzk2yViHl+xs7hV
X8WAvuNsrvihDu9Kbq+iUNjoA/u6mBkZKDcsoNGZOJOJMS/zs0OuoB09TW/ctL0WZYjgsI/fsUbQ
M7cN7AOnwinCam4DQ1nc+xozkk6d6yy9pDL3934rsqZTawtrmgmqXHDm5F2eoEdsKEvRKSbLaQvn
P0yPkZXVG4Ag8eugOevaSMh9EVQ+N034TXSHgR6tIkydl6LZ8kWH8eQHJzN17SenliDncnVtW2iL
4J8+VxU7fo16X5kNUdAtbcXjoGtmytdMypE4w1duDyXdQbkPCWciqOW7G5GGB77jPYJ9AragYZM+
9G23RJEhEHyW3URq2UUq2luwOqneCgnXca9DIqqd+hIx7IU56uamWu8UXPM2TayiKxoiyWFhMD6r
Sin4qMeZhfDwd3K8UKLdoDllYQX7EmGVpRbF1kufIAw5zQxU+SXE6PzZUAaMEWM33joYqv9+L4Tu
I4Lp+dlCinrXxQpsJFHV+0grYMzQ22Mik+fQq3FcQr22/d5gv/RQOWa7sTyzeC4SpZ6bMe5HuPaW
z7Ib1IuOFWTJtrV8zgabP6RfoR0+jTpJx7rvGvJcjFoYxW0qEwUQ0USEQ97qSo8K/3St38rpHksA
jh1TM+UDs2LdvHhjgRt02vo/HAd0ltthGC8jVkguxPoauqk3w2ojvY5VJS0MV3F5NtpsKyE2uO6U
mdogiRNZx2KARN05mfqkw8d6qK18eK9qedeUmvQ1wg6cnIj3ZOKCeR61YcF5G52xTIreXLNKDqqE
lgBKOyi2N3jbZ6mebkjBDrvMYIUZkr0oFPJ9t5po3pimE930PkXCCHyhGCnBr9ob8MQL0SLvSXBN
BZHveofgLaku3LJIaCW2tMJbvVlrBAxOosicJNi0af1+7xK1USqVpR5kylpK0IIJdG34mqjOCSAO
rDYQ0zvR7039oSydpGi49oDvdx2QnXnpRVjk4g59JKCcHUVNtsrsGLfDz9Fhaoo+MeqgBLWHAji+
6hXQcXWQjaNm9tUBK3hnJuVV8a1FtGTMzeRt8JpyWakJZt55oUK/8t7VkR0wcNG179TlMRvC8ihq
KvE+VFhtc0asjM9JshkWI7YZks7zjJLXMX33AXHxUBkIrltDuhIDou92B0MNrhZbtJWuVsgv6zMQ
usEp7IC4zwpIYaI5VF53a8LxRchKyvdA/pGDGcthV+ddQUTIis6oI3REoGV+dY7LD2bTN2fo3EhS
KQiSIuSlPac21FUfOemH8vemVMJadgfCesm7a2d8iYtEe5LVLHhrNb1HPQFEsV7H5rIvan2XxTLG
sc2A5pMt54/ANeAYFJjc6oGfrXhycbdy9Jc0SOWNNrVEF7ZR8SlGCn9mNmG5RFBU1vmzMJz4UbGw
lekPWxYHOzf9i9JhDV+bFkINKdheP4mBk5nNkxK01j6H9QyvtGjfagvtvb4J+kOgmuO1VvWDk9jN
m5pmCXJSKuCR6XLwO3i+puFjAb1RJO4JUCB7NuXtRWH5qXOriYFMZPjvc/TYRdHCKBaKNCnfQ2Rv
MVz+EvN8Iu+ewOXW/fpLqHUw3HzJvo3yUWKfW3TWXoyiEw2FO7Gf9BruXVqA6wuHiUcCiZxEunsm
LRseMpP89dQSXaJI07ehN7WTDlDwPEpOvoli5wwbNpgXapJtEHeqXtQE0cs6KS0EOWmiy/ZeD51x
FK3UVdeyXIQX0bKlhWf1zVVOzGAWFsVcy01zXw2duZ9ydAgkTFXRFkXQ9e5DUVYI6f41UQx8aiJ9
rYENw+ny92l/mvune9YFOVC5a3BAAG13alQvQJwDW9yAwEq0iNk3zwIdy1s5+jKYjflRtzxWuhag
EFBUpwIZxjdknMrZqGloXk/f1raTh90Q50Tes05ZKoMcrd2eOHePQuQO4QFAPLxFvnoGPHhPyp9E
f4AGzq0/VeKTwT7porbvdRL456In7JbnffkNCYQjuvTei+FWbNZTzmDVYA/oBRGumiZIZjy9/fX+
FAyhsjfHJuf58KpvqTFp+CrNV1h4+qIM7Wyr+HF3MfswvN3bDsMPaOv5tfcqbaM3Vrys+I6/jVk7
E/fWJstAuFk5yUjdOuYaoOp0+qFdjNlSFnQoQ5AzkkKw4AIFLgqB/xZQcVG7D3ya96kpJheBH0HH
6z0scrjp/Qaf7nf/GSobepB5Yz4PTEyLjWzo11Ux1G92ucwguH6tTA0IbMzHFCp29JUgzwxh+IFY
qDaC4SiKhZiGHureIYjy5JpxsEV9Qsb8ZEAPvrNKmORYWN+b7dQHvalhgzNVRfs28a9L7n151ndC
9HT+p8k+cuHr0ggAlWUZwp0a3wLM+56aKvzu50Z6gESmPJWDbcyizhjXtYTTjxSwZPkPWY0Viwgo
8ecx5oYJJfMehrJ7lK4xqbwFmWyHyFtYBV9uEaT7Bbd2KHm7aposY10CDdLwt1Irz8jwYW0dqOPP
2tQn6WHxbx2vW0AQzv5/GDuvJcd1Zdt+ESNI0L/KlbxK5atfGG3pvefX30GoV2vtvvucOA+NIBIJ
SKqWSCBz5pw6CibIUdPI7r3JfYDvjfbzbvnLazIGEwUi6JPn42JR5fVTPGPjRrBEwPmadi+7WkPt
rzHCCwznXvZiVU4G7kr5jHrC+yXqdsswT7STosXqSsnd7DMp4SGMPesHZZxvuuX3b5lvmWujqsUh
Sm31BMm9uqpRD130RarshQ2Dn+1pKFDolnKxjO53M0Dysug5tTxYWuI/yoFG6ZuL2m5kZ4wMiOFg
2+o3BO32NeqbSE9XsO6oKEc0+yJwk19dGPwMVYeMlRJzKkDR4BSQjNtXU48+stMXT0AToVzhAf0t
GRI8mMQe6bEpXOtDrY1o5WbmeGktgOT6YKw1aDUCz61XgTI138puIxHPYQmLwZCW4dmaUX0aZTlj
PuVXQ4FNVRiZ+NZMyiVoYu8VXVPjwVQN9q+xVlGx5z3V1Nh9gTLvdYKT/cmOu+xJpbJ+yfE2eZBd
OaBU9RYm3O4sTYqdkr0nEdjo75yWwT1oxQ8trt8r6AJfM7tuNrrrD3sVvbYLR8NhGYVD9t2AwWqK
yx9pV5KkdrX4mnhKueOt1w8uCXMq1qNwIV3q0XrQG63/pJTDWvml7R0nytiPPY+7VdtNzafZpVv5
ugTE+aKyR30qzAotqMzrz4M1/W5y4F2H1O8op/jH7jqzrFEXgfAvOTZB+fuP891npMBxkaPshy6F
eQ09NXqIhjJ4Y6unroohSLe3rlM7yyTgQ8jupMEHE3nJtJddtGLgl69V90AwLXgzG/ANpRZXJzka
Nt4HAWn7zK00fOMYfC4Gu328LUSi3YfR8ElO1HQL+pUmhXEMIRv58E5JYfXwvS7kQ1vakFUla1pZ
cCfxHL8/3gHJ9SXR5MaCrnIIIioZqjZ4AK75Fe4j4KPlmJS7PJm+AxyetqhmwIxR8kMpc718a0dt
VpGv3R8jSWYx5oBWSr0+t0SSv4SZmVE4WbZPnjcfBBWgthYkPQeX4MVDgfDilai6ulQBnK6SyfFW
ljeC5SnBWheuGT3JxoUkUwUJdb71QgQzKkvZWRNSqdLkKFSO6hFFqXYzi6yIvWLOgopz44kGXRx5
Obof3RRREe97bzkKIIe+pqjMiCf3LURMaCMyG36Juev2Hsyvjebu5CiV4D+KzHDOcqqJ+mWrEi4j
8FE8wbF1c7KcQhwLPZ4Wck6OMuM2SzN/rTb+2jPYmkwQvx77fHSh0i3sEgGwRFvoEfXonArD+qhC
vZau5FDu5tpC+uvyvyBF0mHlJ9Cx1GyELlrrQJGpp1fZg+WkufynXRX9CFnY7CuSpJe+eiDqmxuY
1X+tIe3SNIRjfyRU9ZqrKTRmHIbIYol115JDtyUP5QTfqTw8qYOAzCSvdu5s/09/ae+qPH+pfI4c
c4lq27WgyOcrkQIvFwm1OkpMsHwYFWR1yokb059Np2mQ3Jj68iBNDhLQj/IrW3kw2RKsLYtSqUiv
9O/3PeJ/2/KJxvxZ1JD83t3+2gq2ca8Re4Zwt7Y+CJr0n0TAuy30Zu7anrtBCOGc8NgIJZE4QSlD
EcNs12OXL3Y18WxTreylY59fcd7whf6qBGlIkZtBdUmqKp+xUL5UXmdedVePz/AgcBCY7ZbDRo6j
eUFAy+3WIu+sfa+63p6vHoHuP3UbtWYnywQSyq0EurLfgM1HoAzZUpEjaz+KCLWwqRfDStpS24Rf
Db62tVZ2a8Ao4vGmLJzYxcp0Kwr4qSZ9JmiuHkpYRBd+oRjP0uXPhAE4J0flCIimq6Yvg6jXk7DD
q5h7ccU9MU+jl2jmeqpre99Z00w/3AzeObVT72z66eNgwlILzmGfJUlz6Hxrwf6hOcHDEF9kI+aD
V2zaH17f1TtpiuYDWjA3FkGtJYjPmAQNKTxlQo1wUvwRRZO81fa6N5xuXRk/NOLiFBaW2MteNQlu
qA7KyeQJH9gEec+yAdL5rg9WSVmB6z1TK42CgYHgcTV3W48di1EoX4y4gZ8IkrsNu6vxUfrmoQsh
+9QiTzivpodz3NmOTGpJS+VZF514nr4PvWrB4TjmsKMaYbcfmt7cQHth7YzoDZ5+mBQ9alVcs/lA
18Zf2Zn1A/0jYyWilON1GDckMQzrrGpRfa0yo7pqAVqmsynLOs7js0czNDbEBwxKt9kE7e6e2o4C
wq0ZQkc5sHO0rTyoZhr0Z2hU8i0bmgksyAz0kMM3z1KbptWg6/XyXzOlk+n7P+K+VZbQP4RPVa1f
YbUbPyaVoz7ho24ju9QLfEm4eT0iA3bz0hpiak4D7DzkoDg37Gn4Mk4dwOE/tszPgh0Z0pIyxsZA
fThBORNG/miI2Jb2dXjwBis4yK5soDXLSCuhKVjmBVthadQSJQg28jIGg2Mt5aWc2WzIbxbbprbK
bRJ09ZNfBtTfGnb3A2gUF4gHqokKGKDS60vjtf3e13g8eb0FtBAJJlIT3Q8RCYj6tWuKmhSSemmL
umZnkkIPyfY7WRWciNWxoera6VHvUXgUFVSHHRUMaWKqj5JgbKAXzz051lNxI8ckKeI8VlSxdhv7
/+fJMW3GQP+ZZ7hwYHQBtLN1XNRLfcjIqI1Q6YIy7x94DBTPuQ6jcz7DmSwFdTxigpHVrNs0NL71
4KJQs0rFozJVMGjHZb7WwMN8KdmbFZP+rfXn/3KVWEbXhfEZmKlYygENyilL48RU9fxoqjqAAM9E
ZUArbR6F89pwXFwGXwnfAo2wiYAQZqs1sYJoHMRO8Ama+6hMzX2ddL+vBivfekoP+2WezsCf2eU+
Kq/u0wKjQPso86Iz2/XFAN/8h2+L8aGIY9jH3MT7GNAEDDKojHhMNWuhpfHe4vb8wp/p0eLGt/AD
iEzKaIL9qgoAp6GhsYGxv3tR4Bglcl5nSznaqTX1iIQj9Mz2GmJg9bJv9fjJpLz2hTp5AsGqgRbI
n5VqG7x6PnfxX1CeBq+bF7fHFAbapQ+d1bKQ3drmP39uOsdCd0Ve3hxnY6xEbxrfpAdpvzfl5F9B
21FqX1Rv3PbrX9Ucc6Cy4Qdb3m7RhW7yUli2D4C2RQVrCNWDEaLRWSjDOa7s4QoH8XgdkootEUAB
aZKNOSv2BXV7kT0i2MP1NionBDDzAnhpYIT4Z43K5fYNk8X+vkZoOOPBDao3aUq5lZy1ogckNJcC
A1C3Ia6jXLiZm3s3Vfz3UIWv3ZcVxXIAXL/abIy5elj2ZVPHXkyxUrmUC/y96r/6Ueg/lcJwKEg3
060GiHil2Yr6ZghgGFajdQ+e32hvnVaWQG8Gcw/TXbIb5+C6L0AqBVmYb5IsSF8DWDnQLrRmocUs
eY2yUuysoKqXI0I5r50ZB0fYMiDckt2AKiWB1KXslQroXbeskPh04/JQRXp5kFf3RgkdUiSyD/mG
69w8a78tDxGKBouwgIHIUlqUY00kT6AufoWRut5XAzLAshvN7IuZQF20VNPhNQ+gYvAMg3rQ2dke
FOfYDfAlJZbZv/ahY56glPiezb2McMc5isY3OdaUiX5xw+JRTox9T38c/eAgxxIjNK+lrWzkWF4U
9pPnwzQwr+JmPPGa7KccGowgftW4G/lROC6jeJvZqfEi/dD6WkQVEVH52jYaQaTZHRRX4OCSHGle
P+5gQbQfqRbIX6egeVeRGjrLMScCBixgqT3KQX7m6TJ1q2gvRxU7hOWbHfVWdnPI29fZMKgbI9LI
+xfOIfOK8FT8ZzOOEPj12lGap7YqiFBDyHRzizTisFA4QI4eClQA56kq7Ks9iYhp2iaC5+2tKyfK
cTk7aiMV6S8jXRCRcfeF1at7tgPEnHhkA+kxE/2otw6iByTTIbPRXf6rZmNfVt6suDs7OWgUGOpE
cLEX0+neTIOvnkRkIPZqip029+SgtMcj8W8qxF20Niakm6Qx06hiX9ydiJ+H67pq5w2N8qsrQLeR
8gWp22tIkwxWcpRN4AMM727YR9k6bZPehtIyewpHe+bj+OMjLxUlSo82f+zcHodLbEPgKyB53JdG
VL+FJU/3wTV94jF0K1E+TbEaPcqe0SarSe/GZ3YvHDXyY+yXUDVUZb7yBAnycFL0+Y5lXKHeGzdj
mProukZBtGSrk8HMm+eb2OA7t0xtMu2+St7s1tcq9xKkznRMDWFc5TpOwQM80x+neT2UfJuzOXpA
znkJaaLgatqPcfNLmm72KYGzJIC8Wb4JaescpB2czocxp9Pyjeb2Brsm7pHx5NcXf6Ja1PD0E0xt
9aWaG2lXoKAINFU/SVej7HsTTe3ftrubnPXHV9rhYiqPmuB73xbh+MXzIDTQcvVjgER9O7Rus4mo
7ZN2H4akD6eamq2pIi/mGpCIs1EJjkYZ9cumLI2HNu26p3Gmhgu0beA0xlVaoEAVMO3D5WhPrpcs
o0xVySmZ9U7x7e7JAMT3qHH+v40CCKL4CCHtpZwcpPHPDijxykJE6a0dyt2QpeKqt0lMYaFF4Qo3
Ci0NndfgqzTWodM+V4hWyQnZQLgit5qDHLPY719cZXyXYz7h2pMQdYZyRSienM588yckPlGBfIlK
33ourE2tNC5kmZ39qriecjLmMSup7aWDhtVWusLbNT1AVlJzs2A0nTwXFrvf64ixlutEMftVuMup
UNfERZ9PRuVQmc9Fhkhs1Osn2fPVhlhQM/ToEXBYckOvOs/+chCtavNZrc2//Ynfov82D3r6VJ3t
0bjYaQBoKfHghXcGZ29Bfr4o+sJ44iFlPEFXgGDs6Oa7pgrMJ8j2/MtYhFs5KN0CbTBWtU84/j7L
7J9zitWuco4o9PZhgokYiQxWlF6DVj05nohOsucpubN35hc2Zo+/Xlh2/Sg6xlX4alkdPJdmVa/U
OPAgWMx+uZU+/Qz0F2QrkJcuqDyGuHj6bEK/Ba2iAz7iMbMpK3M6xLlHYE3hEJSDkITha2yW6Nmb
b14BqV3WQf8wpM/13FR+T82JAkImQwvr2XXYSIjQPMqe9LDL2kblGDksOcvt0uhYje4327DNnGUR
CQaV3ILUsvsd1cAwx8GZfO6cQexSu7uAiBjURSXbEIGAk6Z+So+bidLL+Cz7JVkmkHHqQZtN0m5N
HE6yqBxWat52l1yvOYIkcfk51Xq1KlVt3Ne17r331YuTiuJz6pEQ6eFyXJthXBKDTCiKiaeaWyj6
sMi7FE/53BgeaoPBFBQ7adM1jYAvx6DW8Z8oAMyfPIKwoDty+OLmMelVQPRAYUZ5MvtOv+hzY2Zm
t+zNJtpIW63F+gUyCf1iB/aVg4vY302l3hrnULuKmn3BQk4vgIrzg0+X/KIpqfkxWbF5lI3iuIS6
5GXelVzmhj+uUk5Hy7tTPbS/3cn3muxA/+kGfovkheh3hhd9577xc4Csh7jnNB3RIUX5A73hZwp+
IbREUOdrZkH7J3TllwnHr+Kr5bdZeGWRNqn5PAaxCz2zDdmlXmv7ED6lGVbtX6FcQDrKB6dlrvSh
tj8RboKRMTKHB23uKiTvYEky3x3ds3dRp/kIMpJkz2EGXySTp2/NRNHfXT97pcTQfBRDFr1MZFel
GRbV6KAE2bCUXR9e1lXapbAY/i+T9CLOluZUgd4iOD3LVFiBKVZF0+j8GkYIZTPogRu9+OBc+Wmo
oGo6wzSfytI7SnOlUZcwQsm+blFA+chia1gUQ2+RYB7CNzIxt9mDEIQR7bR9hJhtP5CM+SQUA4MH
OKFNUoz+pz4Gj14PJk/hNnohjA/n+GyH7Qba6kHMwU0/+ETso49gcwwyzWKjMUWrIB88ji6GtgZv
eVQ9Qh4IMOWnTkNmXZmz21VPCGjs9OgEcjZ+4fFykGluxHG6zeQ0sDvPyXHq25Y9WZ43uHzLw1hU
EKTO2XCd6h/q3qrsYsDkcR1H80MuW+bwsEKBBJRpfpV27bRe+QnzXL+zrSZay8x6N3mfZLZ7Yp91
zR11guNuXnQqlHBlgg7Y1eM3s1PRftH08TmKA0RuyE3CLyicYJtR83ScTPIIcdu4D8jXwO6dNl1z
bjpKGIaoPxBchc/8ty0PTw3af/nsYRpdt2E/HO+gQ1YOVYFURt2n7ktYjsrFdJOj7MVoL7zMnCfz
kNP17SFHfX4OW1BNRIneMa/I08OK7D95mqHy7cqDj9RxvxedqfzwvHpJsgLuwIaNjtNX43cUPBLo
KHrzDe6YcAYYlUBzh27dh0P1PCFxDpVWCeXE3O2oTH50EcAYNQ3dCUMHrZlRsLAOdM+DyNvpnn2g
VdzIn8KhpzOzEcY6JAdyTAmK4RQYJUWaDAZ1jEes/YjdMT7GlBSgBkWohGxksyw6zhdTmRqXolW1
GwhMDOWvTB1T+ANIqtlscFcSHKZ1AxImVv6uVXUB4aUJ5m3Qrc8qJ+Ra11/5FQ8oU1FOzq31l/CC
kbqYEmGxDr6jVY2UWIbwOJugwd7LhvINAJnyEkcukeay9+Xc/D3+L9f7fL1pu9/zpVFOvw1XDfGC
MhNXpyVuNBRx99VWgYXYKhTnMK6XcEsA1A4uoasEX4WfiUXZGe5LVVLxDRJGha2cbLxLxSwMbFV9
UCKk4nXVSvZVanpXKKegp3QDdsxD412lrW8z1LCnUt90mUpgOOn4Hibw72TFVD60QJ4/xsr66uRl
/FhRwvCcwdsZcIPgtIqofDxZIJG571nrdiBIBIqhPXqi7p3TWABjcIN+ZY4kIDOwH08NIImtGoh8
C+5GeQp6fkMF+6ZXPdbgENfrlNyaV71PxTAshGXGJ3PuKq6yKJ08fIXyB4hpZz9JcwMF+y4u0mDl
sVd45xnvAcrXu60cdVzzF2W57lkOSpPsNnl/MKj4fx2Gftq6feysjb7VPomIndrOM59FpvknO6hf
4sGxEXLrohnkwItDHL9p88Fdi7kLxq7aVugoUIxKl8IEZa94ZMIhuApf9bDwz1pAXF8xP7M8eFfN
0Xyp60xswIrl65o/wIsOOffetFFF62bZJofkxNkootekrxGybvpho1T6sTUhnelmhGcGQQ0A3yg+
jDPqEzYpf4fKdQx6gFHph2zysmIDeJW9fhTwQaRALh3oNAEJF3twdtZjABSA7209fNda+HG7LP3i
GVGwZm/P9kY46rktTLGUHgWsckoefW+IWi1rh3y8N4HqsCtbrCYX2qa6tRe9Mp2tMjx6VZ192JGU
Ko/bval76UdvOMuex9Bra1vduS8Ccgj8IT66xPTW7ETFg16N1SLwiY9A+uUvJg2IS94F66Tkax4K
ytxsQ1fOEcjO/VDwmOH3b76ImTxfL4viisZ3tE1hIz25vfa7UZPyyYSTY3e3Q/H8mBhDsxuzHm5/
vmOfypRfWjDOv7w0Ru1WTb5nIRE9qwLsRNUlWvYt50R1UPuDhUrRRhWpBc014jTojPvfbHQCI2GO
v3Tf249EY77UIkfkcvTdo2lG/kKJq3ahUl79FupZtIeaZ4TXn24VWNYDmBWydHNXxDByoOhqbsCn
VW8kbvOVrdnOdpxHLUHAyDJKgjvzKJsh6pbRbD8rBCfeJqHBf1bEV7lS0c7KnnX/AkxnfEERbka8
8QK6yLbQ/1uXdhi+Auhqf3nOzlCb+ifJ4HQxxFrxalFOs65HI4NXneC+GaTZw0icl5g/VfRjYOZf
Y6faUqPX/EpLc9cTaPmCICM8vWE1XWNYlR9CJW32WRGMJwMBAwg+WvGqz6lah2LVn1a7ZP/X/OIW
APF0rL41SWIDJnBzvnHUxCcU3z4MMDc8IusLTDSyN2bN3xEYf7dXshdAo1q4K+2mOsBWUxPTGu2I
FIkRVwfZyKF71xIhoCoH3rJ/zckSqiq00lW2PD7yM1JsOfIvQbLSqh46cMLTZ+JLQNjksFY78b9G
Qs507NjxkaNUtby6nCSaYZc7PItvjZn77I76ZlP2CXjVeaAvPYAZWS0+Iczydq3sVlHkwEIIYHV2
Uc3JgB7T60i+aOGBjDjqnfJy9LX5cspqhHq6822k7Lzw0HVeGWzk5b/8A+cyEmC5Iv+2CYmOvCM2
lJ3IKQIpm7th49dbXefmoHmd/66i87giaDJt5ShPanSV87Y/yVGS6jB3KeqzOZYlKnXQrTSa8iaX
DFuETGRXLtmT/VrJrs/25rak7MIO8WAapb3lN6ju64ZolU85FiRlari42+RVb3vT3uyrIb2NSONf
Pv/NxoZlizLLiQyPAZnAa1OkFITrnfPY+rbz6FDLlcAtfrzbjWEQixTtNXTu8OB86zwmMyqxIRJL
huqfqQKK/q2wun4h/Ya9oZOU5f4cP/RB65yq+Upzot9X0sZR6ffoX37/bRRQgnNbL0/8kwebaxwL
e98M1BPCRESFrOMahrGUl4YxseuQlzcH6UsyTywCp6tvU6WtkvPl5b8mkS6x94VmNqsxsFMKBZRq
G3YAddOkggM89X1qNjS2lRUwnTJzST7+GRhj2z9TPr+Ubne7G8Mxy/0CuD2hamchhxtDnEAV94e7
nxKJcF+H48dgmvau8Vx1Y9fqsBcx8iedaWRQpc39yUmQ71Bzz1jfx40iY1y6SuPN/9YXhi/ABQIC
hfVpEamXzMmmr35uVWs1yRr0wsP+WWjNh7R7VbEwx3GoBaX5bPMSARU4QhXKY+bAoMaXHR732lLY
dgR6vSX1qMJWN0A6O6FweQBlefOWU9hcupe4eJEdcn/M6k1l45LiOkmbbPQEbDEQXu4qauAtOqee
g6dzleyirzP4vmFE4ZeVKfuujylN9cdXT0+ba6GK8poU8ZtRFOMHnAmwE25KdH9em1cY67vX2ut0
rkXcda8S6/z72tIhnkx9BJgcGI8iKxcbuPEF5yuIooAs/az01j6KMBlewgqEZqByegojb3hhq+tv
W3bgKzmq1DlKL5P7TQ4mpa6xRTqAS0DOPZyqjab7F33sQDQapXuSTdqS5F6YHhpXnYKIy61/H5dX
dtluVQOV6baN1fahUUJvVWREV92o6BDCJVax8DylPci+PRvl1V82JxGU0hOZZCOmQyEiDPA+jh4e
m872L63T/25MG7rgAYGEzV8DFAzAc1U66uI+QHzPv6TIfZ74viz/sss1vSB/RnqPO/n8CojU9sfK
I5A81wbJap9JQ3YZlXRqtf4p+5F2k0MapWj3QiJ8dkgn7u+m25VD9dB9OWmTa/7xlaa/VheBf9Cs
st4awxQrVDND1mF67daN06igEqEdSdP16BB0s5a07MurDKbUhZ6ERxEU3H1sT4djujDOhpiQN4NU
QOuU4myNHkTEWphpKyQs0DiTowb7h75DDnDiiwJWeVbiGMP3UfA1yowuXctu5pk56s8g0sANR++6
Fv0UM7RJDsbmE78S+xUfJI5t/mlK+A6W0d1bHXSG0skfyorbVSlAN7A+P+tkCR6yPkjnIfBOFeno
q2NZ5NP4Tkhzjd4vtLSIlcpJAp1cRflygz4U2WcZW/GjhDSwR6mvWKjgSR7vSAcw6H9Zcu0zQnP3
EbBwfcNL/M/r3F6nNj/ua/SIt3uUK+/bbARTQKA5OCDOO1pLAPRAw+aGysZmlU2ItaJk31KuqLQR
quZGdJRXjTROk8XhXCCLd3OS42Etmt/+Ny85IU7JqEN1BjT3r0Xk8G1SZAfxsd3nnIgOsdvWD13r
vhDgVQ6BMZjVSV6GfeZTYYVx5AfJTYOiBtB+dgfGjkJHvgcIbK7MyFMOIdGRRZ6dB/dH43jRag4j
FguZdJSZyP+elJRDAAJK6m5oFD3YNH2V7Q13gCCFAtVSzGjSivP5jYbt1v8zXKvopZz/dIcQnmq0
cCFt0+A/qldJPCz70ozRvY0a/+HO5Nbo4+0FIpMsy/lP97YCDEYDdDlpT1Hn1F+1T8s09atsKku0
p8gIgNsjd7nsglrZhXaV8n/X6tesToxrXPpUjCieurzbXO7Bqzq2SbzOS8mB3K68xSjIMN5tqmp9
uPGEzNO8krRzX13V4McpI2KmruXRo2JXt9eTpsoxMtKz7ZOcE9kU3HaN2IWcsSjeL4aj3nC/6jy3
Y4daRosMwo6WF+4jWrUySXbNDqPnrxSkq/f+PLGQTvLS80k8apFTr+8bsWre2d27/4cN2//uUsd1
swDQhTh6x8FnAt/gt3518YAzwzY8N1b/6I/msG95zJsA07CVuf1GBNbYyZ4dV9Ul0zWEitzyx2CW
oKr/mKTHKFA4b2H03Y4mVMRxVygnWFbDhRd043syUU45tF7zNPSptU4KxTu5TadtDQ2JUQGB87F2
Jv9Bz5vqETmjfhWlYYrsKAqVRmc6b0k7dAelVcFHkSBxgGnS+OmQHovyoGWhexSez2DbGb8HpYcQ
Y3Q0RLBQORiriRk95nNiMQoj++xY3Vr2ZKNwF9gnevOjG/04AoYa9g+FW9ZULHjWqrYSY1/7FJv7
YaA8GOPkvHRKxaE1E4fGBFNISvvRDc9IkMfQP9IgpBRfG6h7U8duLrJ3s/vunrOgciQBMc21dvUX
zwrNvfRQkyS5OpAvL0hdm1vD9lUf0RcDSEJdBQ/31dUUItA+I3F+t+U1+kGTnqQruYxcsC3b8YG0
Op9oflPm3AxZ3OyKANWd21twVZ29gaW9oHE9+ksLZopT0HQP9/fcWnr2mBM+/c9P1w8jBDIpoPn5
bUt3eNhvn+5u+vMJ7+8gMhxSIpFvbW8vmXHcAKjC9uH+mpFtw8CTkYG7v2oXKt6aUrjfn1AuWIXZ
7094+2uFgQPV7/zpbmsL02e/w6eT3nJ9+QlRunq4v8l+/oRpc/v/u/1Z+oIi8Hj4/enkbNU294rv
gIqa/xBydp5mXyJRmfv78jZpx8VQKdEKGF75DO5orndVi1Nhtc4TqbLnWtjuJ8U3cOxlqMBmmle+
51q2LCwlPefCNdbuLHfe2PmFG5P5nAkicsHkcZcJY7KeiSGOiqZ/lYOyKQFj6KY73vyRNTVXDQHQ
jcyH9lHQHp0i/nH3dzXihzzz2XA66qrVFfZ65UzTng4D6leO9hT4uXiCEuvoDM0s0ktvLFHpDKJZ
rmnuSjfLg7Ke3XYADyY2xGWho3CgPJ7XkI1oimGddnbxL5sX1xvXsuvL7VXGqCbm74mFfBk5qzFC
VEGsIt3L7qCN9Rlw860nZw0NdEalVUJH+uf9BqIHfaBxBJ1NEYQPqL1H+fL+fuEM/5WrCdWos0fS
RMHJFvXtnUoT3O7EQVGGJ9v3z4fUP2O/a29/EsD+BdI7KTB+dCfdk+5l2blWNApYRz+8yCszQVYK
NBF6avOAbSYwuZcCBEJoNKiL/ae3G6vDrqLa8b6A9JANr+Bl4+9XuJutuIgoxv/nFe4DSdn+fpWc
IhT449kPqR0cyWqQroEyE9pm07ERpqJTUu/HO7bzkFmjmon40OiQbq/Ks+silTCoQXPVQResyOdY
L0rg+MtOz4YPs+4DdCr18VuUN6fK6bxf7kSuJgsG9oQIk0GVDit54gjgU2rw3Ta0n43tKx9B6jow
hLXZK1LnsHDDr3qldImjqa6rZ96u9mAFnX2w0bXaIc9W7QaFb66e21KGhZ2X5n3nxzUegWoV7aKW
rcaWv9G7dCdHBt2dK44ycskL0aXj8Wa1dXcx8CBAq5g6nmjV8L+cLRF9JN6vaMmm1dieLMtsTmdr
1yyuDbRzDaJwdbELKy0kZur6F9UFDwK+WIGAskuWsUib01Rb6lOk1q/S7vixvoqmqkGgbtKoqdRX
WWErn+BZtY0rPItEMtOHHnGqFtLd3gh2/DS0tTRzQjz05aC+RFdzChzKwKykgfzVpc5ywzaRICQZ
3+TQD0ZyqOuioUZ5vpwErBWOqe17zc+JLwar0OmK9TRm6atrkT5DS9BdOraVvBbIS+8ttNMWstu1
lFxFufpL9ialcWBId09yJpwv5hMs6Uu4kXkWz42TbUGWNC+y08fFA8ztzVXOTaPp1fBD9Sx7fBKY
iL0gOkrXpAcE2BKq3xE+UF5Szp87fgqFujCKOiRWT6MPWogmWaavpzD8bZtS6rlguK4BCpuE/aRj
NIh/hmdHq53QMx9z8MZ/7IU5Bxo6NeZGOr3FqK0Aqy6T904ZBfT/PPllVy+IeeqR4e99QFrv7AHe
VBOBXsrVp7fWXEknLXOTi150fI9ZwRER9UyWxk5gnpI4Jul8xQMlMI+OGjfH3p6ckxydyH+DQ/Jf
R9BVV1NvzlWTpO8GsuGHqQkrwvFMyrsp31hgLDZyklmoCijfkMMDCisH2Pu9jT9XTMomkro8bogO
TzJL9kijDpaQ6ChUMJNfVc8RYS10w8W1jfUKtuUwXuf8hTdysB8dD93B4daTpqrt/WWWjPyE5uku
Ke2Dho7wQh8KEpAQob4qrR9xTGAlAsHuLqK4AATzL82sv8HsAOwnnMvEDbt4jI0SQTJvmmvmBngJ
FR7ZbmvVz41A6R5q7+JrbVM+pc1pdK1FLAro0ncLze9FnObqaxFYpFoMIQhkG8j5wRC1c5VpxpMU
4Rou2fy1Tjia8aXsvxNfW91WKrMYifHO+BobVCpYFIY/tw1RLyTB05Ou5mTukPXdhqrtXQJbz1eO
FqfvoaX8SG0EUpPhelsH0asrao7qZ2v2DeCrTrm6sD6svGlCpWlIXidkrV7QJS1euholqNjOnqQp
mgXsqNoAWT0Plm1abnLC6Ws5yr0x/n+sndmS2zrSrZ+IEZyHW82loaSaXb5h2Ns253kAyaf/P0K2
5a6zd//d55wbBJFIgCqVJAKZK9c69qiJ83hitIRP+bk93NYiHzdHtZL2KMcdD53NzuFDprznXtc/
j322qiBwfusstAU1PzIWsmuUqN7ZYVdB3d02b5zEkHJKBsonZmcj8zckPvonzc/qR0qrrubBzsJD
Xszo6NkrLfjOUT4ybEe1sw5CadOFaSniNPNTrNQGsUzTnoaTtMkGKMJwSudmilt7haQTLvMMAXXv
CHaVEdnXVShab8PSJkehgwM9ldsHtUnjZScm/76xA+fUFs6wHI3J/UIIbh8M/vRaTgg4FH5TbanJ
jD4FaAKXUep+UShoXuX6ZB6jXosvOekbynp150sej28a4hMBmY1F6OcCXKOILrfGaf1Tw0bnQDFj
5S4S10vuJsUOUYHHL42cn85BBOuyqeanxKa0aWETqltUVtvw/Zd9ThebKuPtiax8vDQQmu0nAZRH
Vgcg8fhXPcGsJCsHWnpAekLYnJAtH73oLxUh13tZHTCPtbPn/8U8uYppDXeuVkdndaJUQGlIxPtW
4j2GlvAe3Qb4iGs/SMuoEvSBJqddyTFps912M3jtdJa91EqSXSNgLgsRgcuXtt9coOkdTvG8WOHr
7mZCRSrSLfsxRGMFCs2Mg4nR2o96MbkPqQPMhTFpaWxLWfvUsyPp3cDaGCfx2qAA5KSBynbrOl7G
cVK/ohD/80raKLPqnsahXIKhiD574odhF/Unp7TzO4cCt7U0+0F08JzOJNnLrxXSMVAZIBv6OZ7U
vyjZ7x/CpCvuR2N0FtK/yQ2oIgpH3HuGmj34uvld2i2v9NkHVDa0NXzPPLc6Sju/rS3cmVl3F1tZ
8ClGa1vaFaGk2xQKtq3s8uqs369OCHdYF/OrgGHmUHXOz1fXs5VaCt3fNFCpxJUovleOdiYiW3ya
kE5f2cmgnvzWqw5VAdmjEFHyMvVAFIjTFN+pBl8m7WCeO0PPVp1p+FBdBoiAzFe3JuuUcWv3ydGz
uz/t0tdUzdfAdMOXvjcPWmrrn/yhgocsT8JTpXWUx6t+sdYz33kb9PTsR672LTaKR1Bx2ZsR8GeJ
ulAOsTGJE+wUVI6aYfMOVv4uYBv9TfPLz0hzmS9qreQbtyT4biC0eS+CKZpJM/3PiRKspSt0SCg6
eWXzXFD9venNLtirlLKfYY8alro28iUezR7y8dEH1Tah0W3E3o4DRiLJgt6mvG4XYhrTz1YZfS2z
xv9KJOG+gKDje6WjF87PfrjweiTJgyJedDb0N1SMLCj92JhFVn/3QvWCmFr31eij71MfWjvF9sRG
RXnkyQe8V5RP0EUUT31dcQAdfTTiZ1s/mfWZwrFdXoji6gFdYYAsuUkYA4W5sYgewzz2zlDag2Ke
r6jEb1ZdWkTr1oVOZB3CMMZ/wDvUOklpHq+cG60qebyOtj51SbHbRuvEgbyIdHfHOr+mXG28q9cp
cv1QK7R1PETtJnV7ZRErqXL2XaEf0hGgXBKge9/Hr+CPna9p3flLyMa1E/8w+2RCtLys54Fu/Cuj
DvlLbIt4HdScA+wRiEqpCujVktj5Oplo0xZd+KkUSb+J3Fi9U0pLfXTjEMmo2WPo7WeDGsyXKDeD
HfygLuA9u37pMu1JOkBJlC0g9QNy1jT1VlcinbeAfBFQTOB1zScHTPZOSbNyUyME43RJ+Arjv36H
/rRYu4NqfbbHbhU5+fjm14O5c3V0Q6S9Vr+2Q5S+d8i5bTvgR1vNi+zPaZZZnw2XiMKQqs626kT6
PqZf5VhCjfOGY7WxQ7JlehuNZiXtmsVBNW4ynZjXEL4SUN7JWxDfcVaREm0NO1WWiEcjdcZZ4iCv
yrl7s8kBM6z/DxeB8jD1FJ25+jB3AGm/h8ceRUso/mRTx+CUq6g0/rDlmSjOvIh4Sx4BLaLfzuk8
gD6BC8+29e2DXW8puQ2D9vTB7gdFfupA/PeJPS4bqpaXQoi33Grqh2ouTnTh8Dn8NlH13jwgTnM1
kWWrCSJRFatwrA3NUVuVKOo9BIVlrFtzgPCk97xNaZjlyeOkt6MqdjioLf9P0uL+XWB75SErwn7X
wPJ5snwYddqkJIOhoOKHErx7CeMGTgAfMftMQ+4Zbd8QIhD1HhhAca5tQ93YWu8v8txCG14aG370
d3AkcDK17fwsbfLKTz1rT2XQvewZXhxAZZSF1akhIRWlIj9fbXGdISGYqekqHEf1iWLwYN9ONQBW
3xwR1tXDJQBo8SBHrbStVk6EPKjsGokrjuVYfC3qTH1qzLq7h2zxmAY+rL16HJHRtZKd7JqmJhZ5
GfvX0UhMW9NL/Eeyp8Fzq3cr6eVO7F9qk328SrUiwC+4ZkZrIk8o/PgY1mb7Gpn1MhkN6JgdIoWT
2Xdr2e3a5Bu18ePFzfrkIefsabUpIFHPNNalXbXwXjIpQ62qIGOyUwv0XR3bah5rlyiwmUanTkUL
MWmt6NTz8JdjsglEW687PazXtq1NKUDo7mJatroNQJDc5ZGfnWWjmVWyUisbQTujyK+2qJ0yqpWC
EBVQGzjj7Cxt8ooKznqndiQ4bzZfCf0VbC/aAuRhOa37FM1xc+bgybwu28cUNW1T+hfmQWfXdx0/
UN6Lpxv+jyjd88BwvyMs/UPvBvU1q5UJWFITntuicXcwwkdwLdrmvdCo3y2NsnrV4hKtawqov4Pl
tQzD+2HU8XP8nNeqyRNqtK9Nmzkw1PXZQ5UUSJr+q72fBz/YiG2guNItUiv8UVlBo9974JkpyVCn
tQmw4FRMhgY2Mv4OwfkIq8s4HuTVrXEstKC1pKOKGnk3b25C9iFUPc6XsVE/9zoZ4pvQm7TrCnX6
0nZ1/u0nR2/OQ61V61Q1/Z1CNdoWsdURtJEdvemaosAdqFp3cRNEb2GSfYlsrznz4I7ezDkLnjav
ge8MhIazJzllqhp9T8pQLKVTygkW5BfVHkRheaaMPDYmlNoX1uAYL3ZsaqssGZtzqunpTlOrDPyC
YR+rOE03YT1ojw5FYktBOcm7mJxHguwzkJ/tF0mrhU8le+SzDQlNo15S7tg+mg1PkKzS1KMGV+0+
d5VgN1XqdC7DfFyNCJm+CsEpufzEb052NK2SFEDciAUBLjVZAW9Nj8FcJuV1lEIuZF82QPJiEA7d
hEZj8mtEriHdpc91juzrCoyton8fGzN7CGfqa20QxXHIq7M0xbMJBIJ1ikW7lSbZCFPvzsQKFnLO
zS6v9JkT+2rD4+r6e32owbbXBdWMOF2WNGc3zIuj9FenSNn41tQAxDK8rUVg6zBVcbVvC+ERgu/C
k9sYxgZ8W3KBF99dcXAZn4rRakkYG9X8zC0RZzKCldtRd2YmpnaAsQUSg2xmC9HqNtlIY6zlbnW9
dAMYmn2iaeNBHXUgaBrn6SLomqdepCDBTZ9gdaYiSd4JiBGH0rwbs7q6y+fIZAwj42by6vRSKjKU
rQfPplpkS1ttqk/oCIfwhBJa7CEmpZozZ6s8bv35ELUAWLjuRQXVmF84W8cdF9YM+OgrJdpzAEfv
be46YecvqJdQkJLP+tffbp0DutAdqJgpQuOnm9/YPqJluHmsJu1yNXt2A9fypxu7EBucwJQek7at
t0rqktxPRv0psu36IeQX3G5Dq1r6OkUBPYwE+9pL9SfHzvVdEVhU8s/OLuI2TzmlPbOrWWbFUgPr
tpOumtqm+04Bri27ptMieOlV+k44pISgDVKfshBmTcuzktcy4NTTTbr9qY3ZDPPv174kk/UUh632
Tcl79lwpRNvEKhYuYa54EdRbjhmIroKnWTdJVj0oSmMum45S8zru4WjqMkKHJAG+UER+KsKOuEXs
7oK6cH+Qn3vxh7h6LzOrXDpKZT4aoOQ2LTyqJztOjLtuzIwdEgz9vVwRqp8cUi4f1ux+CL/UBbtT
nl1z7Pi6YpWB3plXNHuvXI4zSaEJLOpOnnH+7hT0wUZGrNqHGaHtydqFFCnGhTnkKOyM2TqDfwiW
bsUos4eoLYuXqqteCmHo96Pf5y+8ygJwo0VEZh6clAKqO9eo93LU6ZoY/k6r38lRsh4V7E6+jT4n
cwnDWpuGWPfQdPdgaCrw70b67kbq0ZpVV2yH40nge59y057pRqPu3osbgJm95nM8bykIS6p+0RhO
+33a+IFSfq/TdFiYBpRYaineKe3wjr5S/2zarhnXaZEaiw8DH7p23XDaojhS2qeogDvEQ0Iwm0zv
GLaEoSFf59AaW5zwq2j4xo4MQuZB/ID58BVB8fCTl8ETTF2ROMfpYO0a6nKodXHLc0ZCeAXNtr21
zdFb8njjbZ+bjgKDg6258MgNBvLi0ligioqw9JiQmbZ8nl9TtIjMwDyKpvGf/UDMXxS9RZiRbtZ7
9bruLCQvZmdUAuztZJjQbczdsPPgcUYM+bqUU3rdfah0L3LqxKn4EcKjpTO72m0nlmx9ok3KeYK6
yGBKVmXKwbMwlMF46zJ+fpoV54YhXABJHlB+iCAdsFZlMorvaqk95WQZv/i93Sx0x/ZeUTAbl2ju
Zk9qp0ZriKcPXubAExiOcLbGU3E3gMSB+URTimVb93u2Gi54dkY1x0y3iuWmqyLx86dsbkYyC2Qa
HqRF9YOj50x3KkOnMLS9k64V1oRuN+XTqu1nKyBCQl3J8XokIlz08BU3nX+KicsvK3NwF3moPicO
1Vc2lAzbkfTTxvbzeimZhSRxUDwXwLZFOUvHA2tVpwZ9lVR/dUz+PDfRz7KnEkIHef2Mpmpz0eAc
3tdFXq+C3LHex7745mRW9lB6jXIPPTRJb0vwPULnYY5GPpBNbr5mYffN4j175+HSoX0JLCA2umgJ
Y/MFtXlxX1DEtI5cFySx5yCZqYnmrg4ot/bhmxxRC0JgSJ2OfFs+axM/kOiAoHjX9sHG9kBYwvcW
ffP4xxi1ou0SLVZ2BAC/jjXE5pkJAXkFH/rPWhYYInO9dN7M0fS3SJ3kW7squ4fQLk+pP+rIkBkc
/evsL7WF2YWgc3hx4upBKGF8NwyRfYDEG0bIubHSc1B+KaqwDRaBoF60iPofQt+ohrodosr7FBa+
WLeGWh9cDhDngJe4jDs2WQYMDhtUt81zPXXBUhCLpFqoimGK9sJk0XaJQ9mneja0bvqizRKrkKfk
C98pSz5R46ZQ3bcQrt2vrhvBrCIoOOOBEm/tGmYUX7XEm2cD16rNsP8rsMZtHVQk7jrjuc9Njyo9
5SGw811rQrYwOpCOjIm+bFtEpkUWutsETvJDMTTDznaVvT8V+VobvcOUNv1CJehBIKYbNn1k2JvC
7z6FTt6i8O5GiyYfo6/wMl1cq3K+l3x5oHJGAxYa9I2ntO0e6te9R33zPQ6zmDkVCvf5CC49AQYy
BGH8IBsIyrSDksBKP5sSRYFWLHOtNbkd7SScUTupovw0uOWlsnOi8UX9TPl4eobYWX0pFO0VlkLn
Xo/L5jRa9UXEQHnKLI4Pkfc9Vrv8qEI64cXDeBc4MKAA7y/Mo3Lvd1Qqhnb2LkBlbMGmQ800d5XR
Ps+RrUdb78V9Z7cUriuA2kwljla12oUH3etOWtu5cNbPiMMZmBh6XLFF+JaUIRipEfoCaZcNxVjg
6aWL7Hth85lNfw6L9vgyoKZ0rtL4pdWK5p5AK9+kSZDhE03/qrp5vKDIItvWUf/NJRPygEywcRoG
h9JGM4yW7DaKI1cPchDSePHQDw5w5Sn5SlgfD6FZ450XJeXi2o90Z1iMjZ4Cqsv7dTm41WtlxN0a
GcxyK7u2YfP48TT4ZYOJ+jevHJeipQyUKJuRH66XDqfWg29S6becQRWHJDAfSQUry1Aguxh6+7wZ
L9UYW2c3A9Uq2rXpGd8411ULNW6/CtPqL1ObkXYqoPmso/ep5nsYK/py7OLmhzCfhOvA8pOE3rEi
zbSAhapfDQnFM12MFHmkdP4OaTwCTnydLxlMnpd8viINfcn0tKKIE5Mc7AsKpYTgt1J2Vd3M7hWt
/pqA6ilQOnuuE7XnGQQtlOw6UTCdRpdgGc+5ZzCg4jHriiVlEPZzWajZIgImQOJ8+FNNbpq7aWLw
1A3tL38nJic95IDH4+HOGLn7b806B6bsMUp/VH7p7ocK7ke3Q9+GqptsF5lUWFGfSWVyDTcZR+5x
Y5RGdZ7c2qHYUu2I4QQXr62KXcFW/ZC75OVCvv47niEk5wqoFCA8nM6QMhdrP4rUx25KnGVqCvW5
TB/qmg3oLNf70PdxvOtNFOHjwGvPYzQnX7y0ftf9/KRWfNOTdEBtHTgTUS5jaTtIrhudZe46f1J3
YKVRMi/0dK1ZTnWn2awGuHt+ZIiKzDT7UqqW17pa29/dMnvSRmSCmkJVka1R1sKKyx+c8u5Dfgvf
g55XKMKkgKIp6nb12N67fJW2ie6K7WC54wV+y2AFB7T+ppKg1O0s/pHbJzJZQMf5Ml/soXXenRCe
06rXmkcSTN2mStsCrEsNNpowFnuu5lI0ZrfMGyf5WhXDMizq9Lsa1ogg5FH6YgMN3PRQnxymyYCl
xQLLG3pCI6c/nvTWdJ9dz9P4yd4Q5aq+RKFFeaerVnvfFA54QvFdCxJ+KF0HKL7V2ADhu/gAFXG8
JnIz3meeXS56y/oaa2XwTCniuNMgTt1Ceuq9cEaHKjIP/oLGAgBhno2PY2YKyn5qdVPnffcGL+pe
ekR2O1G1RnxOF02x7YZmpzpBegcnhH2nkX848r9MSP219hnqCW8VQeS/7gaC7qMejcecsO9iiDz/
2TJNwkH1sJ+xJ8KAIbgaQAsObXqKAOpRUVO369pCpjrgvVzZKH7e8XBRXrt4Chdu75L+nkebzkVx
xjKfVXXmIvULNkUtD9IaSIVh9uKu64heT66Wv3up812ANL1UXmxeCiP8hlh7TgG0tyjBUS+p44Nh
wVPtO0Skxu3QJ/ljoM+R66Jr/rIhz8qiTvvOKed7pUbOSwX101rTknd3rMsVeU/vks0NmGWYVMkd
7Xxb0RU4PxptNdVglkK/9i7S0fNsoPkxSeybrVQGm+gvPyzzKtItJa50ca9rXxdLbcR1uvPQC4LN
ShCu3aLMT0rQIEAwpRA/9UZ6BHXx2QEweYoMa12EzRMU1NFSn/Tj1HgHMyOO63iudioRdV9OY6it
rLYddl7a6HfokIzncm6iXT4ScgFlEO3KwItWpt3pb/YIn349DD8ohptCwYkdWquXmnj7omm9Yi0g
SOLnMg2mPRmEZWgqFkJRpbFTR0BsaWVrxGoCZ+cnSr7kI8/3VUs/hZ4ODYyLCIyhluNxolh1mRmk
o2PbGFbCSojQq6NDSV3X9Yuk7Z4gC8p20nZrqAr75dK4ulgLRxgLdiMnk1TBm9sIwjCOGb3ObJSr
PrOMS+KF3iakONvPrC0ZqelIgVG+CywUb4RewfgTtSdRG9kTjArsq1HZA3tlDnfSpmVAX2CXBQ6q
uBeOAs53TScMNc1yZO5jYLBLRm3ii6oo4z40i2kPHpt3xyeDEVHUj2qlItgIJp+UhrSDoAh33UPA
vMuqwX1QETRVHb3n0IPSPHWvxEojzjhh1C3TIIuOYIbzu2giYOEC81hVzqSvjNDzIXcRjwHRcM+y
SeFPsWKfWhCKPvVqD0oRFA/spedqZ2QjJptdUwB698VGCABxw5BNXtrWL6h8EURPzGc+PzYYnSUM
7/nF7WYl5e7FoRj5QuQzuzYVeelVBUPYepy95EBcNf59W/4lO0i7qmsSpsnKcerpAsOUtzC0diDL
YkyXq0217K2euib4V1zkAKcF82wBkZwtpYiTpWoh4N4qXX0cPKc6dl368yqFagGGbmgYIb0GpCx9
rpf8EvG5StV+k/IkPNUWesaKapXbTPN8qipp+Bh4d13rEL/Pp5NV2zwAsvihrZSErz8/i+xgHbRt
YehG2IQSktpyHqStdQsCjQ20pbGrc0xqfJJ0RHVB/W0nNc9XRTXed9ABXVSYDZaGHwYPIa96S2gu
JVsoYM0PposLmOjIl64R2gpeQZPHtG8evFLPtm1svvdhn5zC/htB8Po+7cZy47k+bDERCkSND+mm
vIJTGZoceXlrWud+qIaR0CnyI4Ot2ghNOPBVK+m7DyvKZwt5i4VlKu0rv/faso394Klya5Ta4to/
2yofiiiBtCdKDnaHGrHeWTxa5q5sBKQeVEF6xVAs5JA+ELfOxUoRqX4xmsdIkjOpdoo8D2/wlbtJ
JRx3R1UY6YuJohJOvfoc6kPATRIsyaYKNbYFod1ttEA1rgROddshvzro8AvNFE7ST6BrBV+0fUwK
eATKOEhXnaOZ+zaiXt8DzPWshXbzyHF6oQ5Z8Qzz4xqYpPIwb9T9rtHejNSrjnUW+deuVWbZMh5F
vIHABY2VvB+UNXKtyjYFpvvYmMVflE6AEcuF2PNdixaCTNWDVSTg5bx02lqeD+CqVl5DtK0exZgt
za5unoNxrJ+LzL2UkAnfl4FSP3uGsJb9OHb8wtJ1Xc3fkqKIV37r31tFKU59Ofr3OfLy8HPGb0EW
13eRGpYUbgTJm50QmyQOGe3kaEIdNRh5UmVy1FcQrsoT5Ul1TfWR58dOmgenz49pWIBs4qAJQHIK
IW8gg2kZTbqiHsJ+sdIEAm8d7nAqquyXrCH2DdBMXblz1xpVbVsWPN6VxLFeMqqUgIRq6VrO1b0+
2MLw3a2vczuQwzztDRh+cWaH12yKyQ/gSWOppB8iSNup/5JdHZHKNcz86kY65wJMugnt6HVUDZKc
0E1Ybq9zh8FfQfijbqWzQTHFqg5d/zqa2k23ciiz30lnNRKAnvo5DSvvO4XK0mzbZAtudGc5Xn/u
g9HZZNFUHt3kUBChe0btq9dU8TxX0jxn9fBKfs47FTAL7GB4gF3fGMS5a9M7Stq9g2MosLFIW6t9
qSYqs66m3hDJvQlSwVdLPYK6NDcPZEf2rkBfW/rndZSuOD9HCLajbuLkgi1eRJ5YjVME6shdZNrw
V15a/ZeyDHV0fA3rTF16vIvgjWpJh106K3npVKTCbC/X98TU+2XsDcFbTeh4Y8BzsJGjWoPsR1ul
qIvMo4UJpK8p+ksQucZr96WpsmCnhwWk5YKwXZzZ9apRqnoLmpnnlhtM495DpsJax5bz6zKdL00t
q/TlHw5/XJqZVm6SudorsB4Rtw1ebf48ipbHlQIN0KvBp+3BTxEimnuKJcxzHIyPshdPeXFfgc6T
PTBW1tFAoWcRzfTqUw3JkzsM8J3PqyLQaWxmdq1VbCvGefTVn42p3DkKBYE3Mxv+cp/6gClnp5s9
NeFcDMfIXn4YKIJYXVR+Nm5vztKFeARnHRuu+d+383sOjFataS8IE2yo7x7f3cn2V1PrieOo5epJ
1Ql3dTrAwZgzcjhCNhHNikKyqWZZIXmVGtbMg4Ew7OSgKCRt2u+rtJiTzD3ytB8GpLMchbUX0Y95
ZTkNzd8AHgWILNYTIOrrqg2xZWBPJKW6BUjmVTJO+b5oop8NtYH5nsh3vpdXt4Gb323gg99/4HJb
HrgZhPdy/ds82b353O70H7h8WOo29x9f5T/e7fYKbi4flm8C5dfL/8c73Za5uXxY5uby370f/7jM
v7+TnCbfD60f0XcMo0dpur2MW/cfb/GPLreBD2/5f7/U7c/4sNTfvdIPLn93tw+2/4+v9B+X+vev
1A3Cmt2hUSDaO7K1i+avoWz+Tf+PoaQJmZWTI7zOuvY7Myn+7F8n/DHtb+8gjXKp6yr/m//trrdX
rQpUaNa3kT9X+t/W+9/uz2GGo7cwY3bntzteV/34Pvxp/X+97/WOf/4l8u7tOF2sSvSb2197e1Uf
bLfuxxf6j1PkwB8v/baEHEnnf/kHmxz4D2z/gct/v5Tr1VDn1saXUbGiQ6f0M0MiYLND+ruRI8k4
VnvduEiztMirRk64+dp+HR/kcE0C6c5LkWUzRPBYGJ25DBqL2qrWUh6KKIVArR2eOQVDZDv30pJK
wh58yzwu50yRae/Jvv+Q49LuwxO1mWoYsaRNNs0AW4ZtAgJrIds/Qhd9htQjPVeukt4J10PwWVDn
69rJtYGhMj2VOQyks5eRJCjJydHIUYCzBerxapPDemJ+7wFQETnroJaRS5XhQJ1zqavrq6MPq+Sq
sSIXnmSL+pJiQmKHkz04TMRUN2GClqsL341F/byoziZBA/L2MdU9c3eMnOpcaWl11rTO2AZmBXRd
zu6NZtz5FciGP2Y7gwcwOe/eIRdkRTmxsUtkiaz24baWXDoURkNQMzhc14uyqjvGeQot769bSrd8
EMNJZ2NxdTMnjmiOvvPUeqCIGb2gYFaov4rVQ49MifofwvWdSv3VNIqtxf/tACg3OIbNrGXvW0yS
Rjn9NlyBE/EUz9xnogNV4ZYVRac5TB+Fc1dWTnjteFrkgYaZ7SVwXAiuCF5dZ0jjbZriTMmSpEe7
/mPO1bMZ67VIs/zwceKkjeFdFysPH9aSXauwT0S6rTutsdCqTxFam1QR3EddFtzLK8BeAbqtdbD1
gcyS12b0NiD9hDclp4nK0tn1NvO6kNE/um6SEjeNzL1sJkJne5SRzb28QjBtvMuUbCEHs99usuub
ZpBTcMKMguJoxGaVRe+pwMtQGwshHusq/b5XFO1eWnvE5NZgao2lHLiOzu7ySkwqIW89OErfmwcZ
J3ujlFB6gNf46XsbTbTwCZEhnYDtvwwaU2HuTN39crPb4Al1+LTygiyPr27lyO1mHhqGoOoEFCbz
q/79uq7dnFI9Sg3dtXwRlhPovCN1BsOW6+9lYxUFivXX9mYViY21oCaEaOHsm4FsQfh6RPluSoXy
xwJmVRIwSEWqXBe8TvpjwXqA61WBoWGlw4x+MOcmjsvuILvy6tZ8sFGnB20sB7HlbeC/WuA27XoP
ffA2BdR2OQefejhmHBFRQNazS6iG+SW2ck5XMYIScoB4W4IGNSK1s1YlvLTunlKAKV/IPtjTn0bH
Cp8RWlA30g56zNvfZtx8aylsKZeRc28+H7plMFCN4bV3k5q8K11OJqO0YHIz4+QpAqB25zoEDVQ+
YW9Vb+ykBwVcHmduL7w4M4w9L6iuK+20BlLlQOE/w0n6GU7SjYB6yqm0ST3Ol9LYziPy6uYjpzTD
xhmQb7q5SvPfdSMJUbmtlKrTvd+348PkWRezzcRzxYF7X5p6vR7rNP8SmBYpJQBWhM5GSN7mFJSa
+J8qC+BqUkG/Fretv1Da8U6CjSUKWTZt4/pLy/Ky9c0mYcs5VXXrDPzWUg5c4cm+58dbw+Wj/wfo
OWj75A7mxa9Xx44q7iaCMReBK3/vVZ635+Rq5gt5KRu42C0gBA2a9ldrTRX0UOnWxrh5QnbqI8M5
+5A3QiZ2buR0t2ojAJaEBUq7GWAMzSFUV6egRTYnau7rEt5neSWbcsyots1NUB1+83Mg+X2VBoAc
YHI2t9JZNQzkoJMQTtTWac5Dnr7GvudAPpwCOVXSEd2QX7aYVNZZDoTz1T/ZsyF/TX+vkfTPhC3L
Y+uVyQnu/+TU1c6q8Qh9Qur10yQHp0pM4EkarbyDhPaoTu4oFtKnESCoyXuiDJ97CfWB81pZ3zbR
Vl6mnfXdjfRi+4dN3ir+UcILfpTXCiHTYTAyiO5Mb5/NzWBrMFLe+vIKnWB0Sexm99Gu9N7+72yD
Ffp7BdEnNN1nn+uq0ir7co5s+pHSk6UcqapR3ZFV7i1bu5hmWL62xJtDFSC7nYbmC1GP1u7K1yDI
VRTUBbh+tXjVkJA/W8J+kjPi0k1PdcmmsTSJ1todPzQmJdeHMA/9g7zKRPl5DFx7I3tirPxD0ABJ
5uH+yyX+fXWzCWCmqOH4qE/Mo7eB62S5jlzxw+1aqnVWeZvNnPj/Mu/m/HNupKJC4UQbNYyKbTWZ
wYOi1rDQV176iejduzWY2g/EtT3LJPXrBvFT6iTtu9cnpHTiPnwMY5ffTCtWDnZrp4cP63SQfh1C
UcN3w4f4qKmNcyeUkvgTtAOLFvGcY4S8xHjqYAXc9DHQS7AIdv0WJ4q3TmHrWjgEykmYZska3rHu
2M0Nybo/m5tNumiqtk5qV7m72eWEW1e6SVteGvZuSjy02v5lSauc/rzDbb4Rk45os+ziWxaFUCni
Dg6s5FvZTdUyu/ey9B6AbVIuuxw1iyBEbSs0Wni+BhS4NCMaFpBqCRLn/9IU6PWi92rB7b2QQ7HQ
4LGWl2WQoQJbEVb7w+hXhb02RAzKzWu6TaQl2lxyED7JpjMhkEDr/kH2ggoCnJuHmN0EHpEz/fJg
1wT+UUPeW6vyZkXaMTjVkiSpalO27X4xrKUR6szwNEpCpHR2ksZ/9rnNufk0M+2SHIhjI9ipYPVg
ECqNF7hCEl8rX/oGJbpfnV8jlVIpm5zqKIph5t89I/gf0s5jy20dWtNPxLWYw1Q5q3KVPeGyfWzm
nPn0/QGyLR/fc7sH7QEWsbEBySqJRPhDsY6RcljK2+D9rlhMKOOGouEeu91HRYM5+Wyki9uqLO5D
3Rvu3e5D3ZMLDJvYr81y7uvt/AzXf1y4nLgf5gS/GD1zAs5aoRSljt9VywatkrDTn0bRiDCGu+w0
kNkyd1Rs6xg1wu+2MPqKY5Xo6NZ6dJWtUclfJM+QMZdVh5P5ixmMR4yD1Od6WvfwYxqQdEAWhN25
Wxgrv7PDfY7RxSlzUOFiTVQmK3mJsPjULNwCZCc01HrTTvnYLCpD/Zl6a793lVdDJDQYJtYqssou
O2ymERBeohRPLmzji98a2svEoefSSBxzD2pKewlrx0XtPvBxnC6RClPNYWmL01cLy9e9ZVTfqll1
Wa6KGJjGABBYV+9ncQ4rCzPQzH3Utt9krRNntjI3grrzn7lizHt3eSXH1Qql3qPSlR7HZKjgrzOf
0vgcrmYNYEbGeg22Zuv53nauCuVSwtNdT22P29wYlMuxybTDLIu0AeBUCDvBhQz80STaC7Q+DkHW
/7ySKX9kG0n0kRdqvQO9Ux90FWHJ326D0nJQVouoOHIsEh5lqJWuhE3G0Zmt5kKC/5c/oUyubZhz
yqgDPcay8I8eo1YeLdsJjrcBZMt9lDlH7nr1+21MfcNB+RykSysqv3OUWj5zAlU9K0r6mbP+/mSK
mqZa4w7IJFZWIqOs9Oq5iLoV0ufzg8zXqhkj4hGKlGxULLt51Fu27kV32cn3Uw3AEV7ftxdw0+yc
5RbcfqMslwNbJQs78YqjTAZFMO/1CaaQfH0cItT95HIsiXC10xvvXVMbZ0cBHiurToCo8tzCypHV
ynOahWomzjkPFPX9Z5++14yzkqEz7lee8X7vwyQ2ftB13P5CNC0jJ/2agcG5FqLgCFO7hnpmrUfh
XnqPyYbMLPBJSHD5kVVZyJTQjJ5H0ImHe0hewRkdbTZn7uNwduge/BzJ398vd8vU4Zr7owfWVbwF
WYyOiYJ6Hm4HX2mPFmvPErUBvT3qY72zh2DauVrbIk9LKNVtA9aKrMtLGb31kd3thkNEoLhVsw5n
8M9dW/xHh0KF85lEyk7rWELIIu0DH9SVqDeqot+C0F1+Nt8T/4rNokdnd97PzrLZNFJ9q4HL/3to
K/XcDG/Pfw1bQn3ZGRP6jeiCpKsEx5kPrfMGnrQmJp12UHxo7iuiyM4bQmf1uYmxDHTGNP/I/alc
uwH0cpbYCD3X6sIpVG3lCWQ+VtD50RLITXklYzNAdGDFokUWxe8rWUUmjWbPSpHlGcSDtxj2KnPm
E7rU3YMWZv2Drln+ahhwvLnHbLUKzk3pb2VogHSJyqyQdDUmd9zLoCxihCG2NoAOoXPdPdwL+zlu
/eIBdKbDUtGCxFk0tQfgnhesYls9ZxZoNiimqxh5zV3JafVb1/AJNbGF5bBwYob/C7va79qjKapD
C4IVhrB/kq22G34ZJm+6yK4gYK9ZrVcPss01y21n2umTbIuUdgECJ33RPM17HbAfRuHFs5WXCKW8
BwCbzbHwQaSKWoa0we2q81JMCLS+2cuG0QrqB692ux1KWsxHRPK9oQuVvaqZHYYXpMlccGzBpgsA
ptxz5eiYyFVJGN5639rCGjiGYmhrJQj8jTeE6BCkQXGVhWphDTW3GOjKKobGPxuaskGaRlWDzT05
F61YTgyrMCmRnvs9SjJqxTUIdW89dCUGQb8bZA9rYNcuVhzEmExlY6O0ved17H2u4RojdClVYbWH
LRdewVLW8l6/N2NciOClrE9tW+0aE/JymMzbgvN/VJ6C/sE3dL5v4spIzjEegFfOlH9GYr8YxK4P
fyCZIBr6sq1hMAAmZbd47SspPP3YQycQAdr94LXOwyQKWLm4ANfsjqVa5DyEmeU8WJrvbNsxcRb3
mKkp2gmG01GGZFeZi4zNos31EIwio8lGLQii28vcY/eX8XoYxz3aNEcvdPo9xGzI6Wk5v9tMuVeZ
2bEfKaoualTQ9s3HsVea58R0toGqz2BN+uCYgjBdRrJqOsk67YJmJ1ujavwS++KoHnTOa8W3V2ah
rYLwPQtCTCsYumq0fIMsR7SV1TmuQFFqoXeWVa0G8ank77kRdheeVOmtE/4sKA+j1LCWWaVhKYu6
Bs8vq7mDYKeO4bZZ8bW1ywKnBeSA9k3p5FtuusYzhw3cyRES+Ceykd9GEP8rGoHj0sHq+/pXrolO
AF4s5OYpLu9MH1eQd71Vq87GsReFvJJFhBXV0alCv0IDnRYFuNWiN5IWwU2qSd08GV4bvw9J68Uv
Zd6176Xafde6aOM6VfVYDqr+Ai0deGTdMFOMQuNlBO2xCqzB38rWyGS9j2uJAQCD5Ann72PiA5NK
RHLNHuIDFPCDbJT94+pb6rIakpGwjD8FtYLCtchWSoT9Z4TlVctSVyk/tSdZQL5SrfBpsPryCTLn
zF6Sitjl7Cfp0k1ZruamiTDq7/y2L7ZGaFkX3dG/+xmGZOOgpdeh4E7JdBJ1fNCI104UsmHMc3sf
jNlra1e/QqJDnrvlubbj5S2/s4NDHM7nTkqUCvF5eXUv2v+ITZn1/8q7d4tjvv+F0o4rMw0SsNI+
ijuTCWNYcE71JtRRDKKQV33JOclC1v9qBgsa7cLIP8n4bQTZ5a+8e+yPnBKtjg2/h++aWulMMnjh
P17p3kVe/f1ucpO9oZFp3eJ/TZQj3seWeUaoWOuKuwpK3XgELAcXVWm+tUm5sYTWtKwjbRIBHgbQ
eI8No4GH0R910bGTQdnnXtSuEx/KclAeAQ5az32Tf1MKazjJGluu+oa1mbXq+d48Yxyyi5JiPOWd
q+GSA1NjsmMdf9Ncv8qYLPrcQuTS1Yu1rJbKDHa36uc9e7Z8/7s6fAMNHcFQ0zq8Aot8Y3pTd06S
xoOnEgUHRSi/Migb1wCEwrkOwKAH4VVeWTpPm0LrUEf+dwMuY+we+9a7jNtzFiNDIVK09EczcJAk
x8gKN0QcYtS5zSk2DrJwQ28Dy9x64sDA/5ZiTHLM2rQ4OmP8GJlWto1/h2S8suuwXPx9OcJoJ8oH
fest2/9I+j2ajP3vQ5a+92v0tgy2gJzctTZ4+blJox6hBZgGJRyTRWT34fccmCckoh/8ZT4MtLHe
Z61oV77mpteiQEkQcT99N9mVdrWZo63sviuXUPc9Dh/a+RSawLM3dQiVyGmccfVHUF7KwggAqPet
4QPXArMNtlufT/fmCYn7btH5fEz4Jn+5N0TIw2KqhuelmhVPPG25HSNHKmswJcxjU8yfZE0WQ2mK
L81Qr/VmKp5kTI0Qgqlnlx83IR/TbI5qo7VsM0UI+RN9OytGt7zHsqx1F1MPWP0+0Jh89TW8y2+j
Qgc7QJOLF3IMGcs9tGX9dIw3MsbkKFpWetTu0Bm5FuWExQc2S0+9Z49ndDPPsahBk6+eJlT4N4im
zStZlQV7+N8BysfsTpKWNpZ39Tnxlp1kqIVtvUXZoF/WCEPDEx4nkGQ+1oxjqV9T0PFmOUeXVtRk
XA9t88jc4SBrrjqboBT1qdo6WG4tZPBWNKp+9XWswowOpTkZCwfVuJhTvGiyOl7bnlJdotLidBZp
3l3qaMaF/7cL4NnRXnubAxS1N8N/plJbZoihQObuzUNuRsWXsIK46qJKhdiRoqyTuXJOJgolB69R
za3DpshDDx9yhQSL+m4V0VdOuOofTrzFUSPYcJ+ptw7suYfO0+1lUQXE7K7zFgVz81PXegfZaisJ
ivfpxFccr1F7p4KF3KdY3KwMvbZP0Oa/I6kQQqDQsPQWoXtxj9lotO8KtYNvToaMK+NU9mhZ/+oG
d/P/Z7j/elUZE++QdZe+DkDK1+L4shVFJ05eZQHZaBUD+D3dQzIj0Cdt0+kqf1CRK2Oyv6xCBH0C
727tZe0+LiyZHC2QbQFd6tABKxc2y9lL1aeQRZ3PSNl714YTtqnJq12hq9ElH1rYv5ZhP7IbhPOU
5yOuhA/pAlsM6/Nodc9DwjdYGZulNXDGySr/eNNX/UNqVV5OXqav68qEKiOUVXXDopBXopAps1Bn
7cSudTRnP2a9nK7c0ZC5HsP+K2SVQwWt8j1A3GgLv7zfVZEfY2OjfrX4ju1y10F+p3CKtxEC0tZz
52ktq83Y9muMmvKtrPrzEK9Uy4j3surpQvwKo4vjxK3yLUDJCroR0luVqipn/J/BNefIr1Wqq7+O
Wv6zWov9Vln1Es9Hiqz/2Sqr2UNprqdA/d7Ps4fyq63iOpSaYH3bPAEdPbCCsTUcS/jPrDKlV8+y
JosszISQhf49How8W4/OXrfZ6GfbwIAOoxq3KzFZhxhTDRwCQTSTDaaem7dWfmomFCWRndaWvi71
Ae3Z381eZRnlSo54GxZm7WLKfWXdYhWz7NO+OFhJhk8gdrGrGfz5V9VChEH3PivzYK1nLYwOXe3m
z0ZifMXEM9uWQQBOpwuKsyxcf2xPg3uVlampqm51bzSUQFtaNRZLY1cNOwQN3/y8gkzo1frC0x3l
0go7D04DgmueorZkacYf8bLKA3MxuIhPRm3HvgFpshcKtP1+7nG65Pgi/tTpaFTalvulHQIedEmJ
TnwPL6Mb2h7NiML7gkzQF63s62fTmJIDUyVtjcTz8CVhepwa3heTnTpOaksVLKyuPZmz+132Yx3A
4xvayeMI45HziM7kuRtZN0kydXw2NVv7DKMU704gInu5dJRFxlIodEoeU2I1KYuogvapthUG4bnj
ojRczs659OyVXIS6sbBry4Ol5rfqtUli9Vo0/qc6CrS9rMlCNsaJvxjgxp3vcUPXzVNXGnOFVaXa
eG/2bMxn24+mRa9iKjgjMrf29NHdymqmWK+4Oi9xY8UTQ8jWmFoc8qnp4UleJXOYNQt5GQRu0izu
TarbsmipNZDhdPkj8ecltn8Ls7U91Bzn8RSLImAXJl/VxvDhFHa3lQ24b/lYn0TFu23mMA7LOmz4
Ww+gh+RlKGR3YmFqIR44p1shlHxu9VtSx5GbhtcXglgCMy1R0Q16bhrLz9DBYxRdaoWtYvxcZ33X
Cu+eBrg8T/XY2LWZrr+qvf+zFem7+DANOMMxT3AXcOmCr7OTbOvYNH+gsL9v4o5NPkQaWD76e7tx
ige5kZ/q1bxQgzw8ymqgheG6UpEmcxPntRln/JGS+bPtu+UmbUc2Hz2n/hDxotKnz1BmkWXlK8zx
zrICIXUo1DH6MN0EMWOveekmVCCzqP8uw242hNvSGBdWtrNZox1Q7kapWVyZ/65OyjgI+0Kab5e3
9BC4FdbhiOf+7vPXOLdsDXuBfHEfM/CcRwcexLbOneGkBMWA4T1WVtagXTu8zE3MfInJ1kQdh5Ms
ijp/UcbA2SZNbPtnGUMaBAyNXtYL2QOQScT2tBi1yudkp3H+U2L+itc3nKQyHTbJbzIXf0BnXshW
K4o/FY3a7eZW02E1iB5R2HISVNoRLL3fiZIFhqSPDcDsC8vYJEHasmdCUzIJqVsOMbZKndibEj0z
1K51TV0FQfujLNnKV9IKn0B4LzArfpm983/F9r0bfjZIA/hbTChk/NXg5g7k1/swMlu6xN+M4/89
/n8Nc4/d7ON/98gtlFX47fJuIvFuImEPLbPv79UK9afAzI2FpjTVij2G4gGHsfzBEVfgCyAw2VcZ
kcUc4iJXD7bzR6qXthProd2ty+8RxmrKuI353Vr2lEObrtpfJvayZMjM+hDHC8tkGzkK480cW4G3
0Hiunkt3WGuyKvtlZVpwnKmaGzWANg7Nr+9OEYjQ+zuTrw7f1+GGP/fbe4PXdv2xYdPx9jZMVZiA
KSucm53HjG2nzmOjVLcq9zFtPPMM7uUg21QRKgYHoQ5jYnYkqrKhLbthXWuet9Jj5uFLVnD+oqFd
uEE7txz+qFcb8Z6THIW7QveIm829Hexfu0fV5ey4yc6NOuvSWkXK8zXjCFRrVCA6KBtc4tm0LvLK
DWpjH7Tt8y1PdgmG9J/cz+ddxj+DjW96OPwkdm1jRAtbjCrz7kMJXOjklMXh9pIaWhkRrKzVIE4b
h74LoOCV5U5W8TrHCNiCiiSrbobUR909YxjgHvGXcG7FX1XZIGO9F0ebcgpjlAfB/hnxkC7wt6kf
8ZirH6OYMy+z1GF8DVPNx0wBz+TPmEzmKdiu0gG1DlmVebJvGzP3MNlgvvX9a7ymCdtt2cDF1nA9
P5pF/7PwOuc4MGmAAo/SEmSqXw3CsrzCCAE5TituinqDdjmaE8gMVloVrOQIf1zKYWW2bPFREOGH
hjXSrGIehfkmlphlhid8G3snKNNssg0WbunlkKmrWx0Wqnu6ZU1egIKFHX79o8WSnQrRH9Vzlt/w
BJmGp8xXzNpXjjOsQuZXFFZSKtgwc+qHoI+uHZKxjE4RPFfU541DnKWbgD3OXexAq5rLyjpwZmvv
AnN4UowBljWqyAtj7tsNC6jpc8IuAvzT6UMP0ETgG9Ju6rS/xXO7nm/xIdP/iMv8GTjJLd9MO+WM
qyKSLCPySUNVXWrhrpsmLI/bcooOs/DeHRysBTQM9DaNMNs1WLjs+EWFK9kaIM168u2EB5ToW+WT
/aAq0a4TuVgfuAc38N+QMJ0fG7s3Fk2Nag9acAsUu40vhtZhjxH0EXLmJhRXvdEXaewllz4q02cc
l64VauKfgFnlGztoFATWvPKTB5OZ/aMSsh8e7Rz445qYnaFo1mekqzEQqjABGtz6FgrsEIEiTvLr
s1Yr7KVlwLNlssyRDbIqi9KBx+4HOPIEodB8uSfKK0VIOhfDt/vwMiwHuceGMPrcOZ/SsZg3tdEE
2qaabUiLCsu1FUak1ZL7aMM0SjRZcVKdxs7gLp55cbphAylb/I9eYKnig+EZq9sgcrxbkpn075pi
1LvYiKPLvbALUNTDtLxHkEeKLuhY4pUwR9YLW5LBXsbuKfKqKd156Wuasro3aJNLN3ZNg63VZ/AO
xYvdgvKyqEF2oN60MlLzz3dhOGzFdWX3xa2T4RD4U3/wVOdnIWOyKhvu1T9S4kpJF3/Ufw+jzL65
9LHVWsrWe+f/dSxHvLDSluEOz+Y90h7zNhqdcFELCa0WZX+kANxyVSqeccxDD+ktKbWVIBp1Tjjf
WU5WxGavX08qLpf0UQv+KNOsH2UK8gMRykoYMAVBae3G1HGYPdbKp2HQ9jDnUONWw5HDL6FdLuLV
XH03EpQ6ojjUL2VrHpqw2wxKf4gbq/gaZm7DU9JQXqPYrFZjowwPtmpFWwdtjaOL9cSyS6cSazsd
8fu2/ZI1TvxqlIrzUEAkzpF7e/U5j3kpgoNskgXSD0Ca1QbfQLKZVzw2jbnAc/dbhVfwS2LoPD8N
ZSlrFmZGL87Ij8xNutXEXHvlGAtbiZLnIOz652TM4pWb+e02zez+WS2K+Mwd8E02ymIM/M8us8WT
rCHH4WwbE+5mrLIttGQwVwzmOeHPweYm7bZsBJ+nruXAby6YwwgRnx6FbDAnooryydpp9W2VogYU
RcrAQ/iXE480xtHSBmFnC3zpvaFqyi/YvDhILLMLoGQhp0xj8iCRVqAMr1WbJQ8ShCXaGlGTbUEc
Xxs1VRdTy6zDsdqS48JEXYDVL5+cwiyemEtDlsjnfCurssEo4AnHsXORocbq65PeOi+3fNEpUIRd
asCiJ536OF0OZvs19oLuKFM4yXCv7Wwv7x00tV2q3CRPjWYuEodJcFJGvYVUcOrvvUy5xnWgsFgC
+HnBsqy/ZEPD+b+aQlrxkfLcGg6cBTyK6q3vawYfot8sKyvkiEw8TFM9Qds4xvZH1GQhGwuRcU/7
v8emHhe+sYHcmyjrwnZRJ2RN7SI3sp7izD2OY1hd8Siplri0Zt/+3xkZY4z/HqPTKjxJjCLYVUna
PjeT8uHzHk+FqNV5F+7mYdSWimI2z0Yxts9J+qGbafIkIxYeIzgZWsNGtkWT51zMEZ2koGkf01gH
1lyZF9amOHNnff914JEdWkr80TqesWk8I9oXiWpfOm4G9uD6x5rHXA1dl8tx9pS1WwKAxPXdRQ5z
xmxpbvXXCemlW1Xvbf21633nj+q9VSb/V9+cvb8dmrfZrLcnWXgqygc8dAukHH/F5JXaoXjBVrDP
KUguAJ5Thq2uirLk6hbsBJo07pxdZhvzYS5Rx5ai7B0OSDyTnJdem5Xd1HdA9XM9+qRWxhLRz/Ar
wEngYJH7qjsxFoklGJykR9jViC7WoOiXBAUZyE38TE5ZUK5vjXbcOns7UN9DKA0c9fhvRcMtwrPn
bttjYLMqvNl4qUKzOXL80S9kVUcc/CFqEkx6aqVbGsa7ppfds2yrEVhIlCq8yJpWTuXSvcwRt/IH
NHDc45QoyRIAAPYikz2d+2o2ltgthV8dw9kwU7Le+7ZEVURHIcuelPCtFIZgIkH2TIQxST2i6CR7
MrWOvs6Vtcknx3ofhqHc9sk6DJD+nkEM1/9EFT6HU6spb3Y/fK2tOrnKmqq/NV2rvgKp6x45XDun
aYHzd+dzkqmnwVJW9XzItkCB7TU4vY8Mfvy+qu18BmWvzLsS1LWesjWkisIKRzSnfl+NGUoZLAaG
jWyQhVam9i3PQfDjiGjY8t4/bThEwf6oa1CA8MONk+OiNbodK+N6Si5ep+rcMVPtCaXmYZmUjcuH
PgeLxqlN5LiMcVm6QXG0u6pyb5eZXxZHzbXYgnZKFBmVb52BOjcbbgVWQyMw8ImnVGEM2OJ07fCs
+8IzPDPjb6nvL9l67H5kcf9gIkb1aZ74wZhGVT60XlLu+sFmj1DL9IsRV+oq1DiwR7P7i+w0ufsS
FaLvjjVki1DN69e8x2i9dvx+UQc4gHM+2KMoym+umcx61yZ298KehPAaA9suW+siDDjkMb/JRqcI
vGc+GNkkC+zO3/Dv9s6yZtiNuzTcAcSZGBrp4v8cSzZWyuz+e6wIwxPT0LyzKTrLsWL9JUgzcyW3
3XqrS3E3itqf+3V/1PtRcZdZh+JQI+bWrY72x4wezA6tCOsl1WJnU/V5sm7FXLuPa6RvFe7Avaiq
ozFf2LXm3JeaopX685g8yo5yMMcq9zh4DDzzaMcgqIKtlXlHOZZqjP/9SsFrGUQ8eozAvxWB3lpA
R8Mk2nR90y1ki9dXP5tl9ZajZo22B+exv3eOS1YWAfpBC20yuI3WYNyOuo23GTBWzgJT7q8i5AvZ
czXUpghbJi5v2VkEuFbR4sOMRJ7qap8sNQRm3Hb+ZgiK6bMxoz31K9xVKO3KsOr8Z/hf2XKQXOzp
/StbhsM4/scr0DYeVbffsXKytglq9C/mFHzr7Xr6hkjIk4IA0ZupxxbkKkuFuVmz/OnmeSEzkFnc
DL0Hm9MPSwDt3bsRa+PS4AT+zGwS5VVVaYuzrHfgxgehC+UN35haY9tVmD/yoLzgK+N+GvQat6OK
XW2H/dRtjc7OwWk65dT3nr6ei6F5Qdh8QFeuGb8VtSFuPOYPNoa2qA4vutybX3qALeiTqGC8xKdm
1cA9/iOOh9q5NUv1JXDRgh0s62d+hFHUPf8eF/m9yPcd8uX48gP9d/79dQPG+Stfvp9/5//H+PL9
1+L9O1OxHjlAeTE863todMO3DhXoOUnxh3EXMOkiBP+tfMeWgf4N//R/xth0Dojc9kw4LWuHelC8
8V1/+oxeG1JstfLu6GgeVyKOefH0GUWepfk7nkO0u8VF/uya/Y7dk3aRYbhybMykrhdpptjHajAc
DDx6fSVbZCEb7lV5VTcGXf5qLuLu0IXjuLvHJ22w2CkL1WdsndFlyhL9U9k3ry6nqj/Q280UB72x
bh52Ix41yxEZlk1aejXSfhT4adUnWZVXslAGjssDs21QQuGRpEDRKuf2LIuk9NpzJApZ9a3RWiLx
0q7usdrs2MeW9UCZ441hBvNC9pNdZMNUoioLp7NG3t9RP/WzgdVbHbwWrhWd+sHRbvEpRuJkTG3s
NFUcSVgbmJd+QP4lSbND5XS4qKegubZejrs32u3KiY1eeHMOVOTZEPp3+fw8RixvvILlljM94w4y
P7t4F0Ap7TFfFDFoNxPGrkw4Ihuan60/QG6bntvRQwIXWAbKx15dLYPRhVGQ6hfZakeCZwVKbK0Z
4fzcIcQlVsNMJtuloRreRxxO7xq6hD/S5MFByTBY2Db4iFnwBJHVX3cp8xa9AHbQq91nHYbbsMV5
LrwgASWWmMaAlS9KXONOdUKQARrCbmpVHmRtZGvkKq+qa9NX4+1a4Rm7svSUz2wECASHH9ZQFkA9
r2Amnuu8HItt3U9MmRHUW3I4OZ4taFs5WlAo/Rj9V78plmM5mejdlso6ULPokGjD/NRYMZKzCMvt
RtXy1m4bNht3xDFWU4LxrU2E4GObh3s97sa3yY21BQvAHB8GWucq4YmCAZ6ZRSMuJRVPjN8FJpA/
q6yP4oPiVejRowV0gQbVvzZOt2QuwqlJrHHbSAI8cUQVnj2id32+ikeD/5LhCHXNAiwxW/Bru2z0
j1IRHuJN4l05cKuPJugSvKGUHr5kGG4YvF1ULeyI3HX1R1kwub8aqoaUYYB22S2O7ICplA8NyO3H
IoWYEukzstu/uphRNbBvGH7cQzMinTvVYEP7PgznpBjb8GS8dW0Qplymc5evNB8j5BowzjmZdeMd
Kf4qUNv3wtKDi4uY50KG1UTHQcO0PzRULTnvdzdYsIObSthQXCm6gCur+b5Oak9ZdXHNGqnIzc3c
a9nVTYL8VmRYnWAMjQS2DRTlUoCs3KoGPmxW003XLOht2Dea8xmJ5k1pBsX3Ymg/ilob30xHHdaK
HjcnHN6GU9EW1WrQu/alrzJ/xRF5tGu0aH5jfwEYTVBDvhi06S10u88KWBNogtTUwGJ+kw3PZt6a
LyrYKf6881uOM89DOHtPMqkSXxk4D9rCiVBa1vNuq6hjsqlM9PvgvoyvRu+dFJ67X2wXHUxjBJwT
RbhOQslEl24c2i/VBIWucFL3cURZ7Dho4AAmkNpfKjbfDM8p31HeT3eBE0TbprXaT+LISCbg0osG
7pT3h7rX9Wc9qt469l23AXsBu1oIv7aepr0IxNEmqZ3ogI0vJEjErJaYfelfR+VHpSvTPwBKufvB
F38KPSfaGWVk7NzGVx/bAG1vhMfmf8APIaClfKsDNwV30+gPgYNtddM7WM4CdciLJj56QkFaFv40
qyewP9lmEtCKe+x25SIy7bZ8oW4tlkgMNT5ixzAJOr/H4bOxMULFXq0q8/EQzA5bi39fyrosdNMc
Dyo0kv+ZpLaKyrFzMIwHK64YBQBjCEYIqQQVkJkRaf0lqCPrsazH/iH2vsSmga16moX5KZj8J9nm
eK31GJa9uqtzMKkDlIJ4mVihue4LW+MMS9QDVGaX3JoLZN9I90w0Hkt3m1Wo/E2lru3mmiNpyOwO
82CNE59mBv+NgWXfPTRNBOxfHS6yhuBt91DaLjvMeaKvZUwWQk8BrwLtgpEJQ8lY6+sfmaa0h1uG
9aFnwYEdihkt0R7uVgHWAu8YgX+sdOeR0/v4mqoeJjOh+5gZlfOYZ1Z7wFM7Wshq4Iz6FTdFtvB6
d/7SaMNh1EG6KF4y71rFNDdMOtRPABCRP1X2zag8svPUP45OlRxcS/cWgR/8MMtETPmEh7X1bFfM
TVrOzRYjCsqvehKnq8avGl4/xQgAlODZaZiwOA6UdTWr3WMXqg0ntkV/9YVdARKx03PXgRKcTCX7
CAJsmx0HoTrbRl0Anvdj6TfJV1z8gkWfmRh7DEiqJW6jYwYRA81w+uwFuVi8sLrYeezY+FtPI/BD
aOPapq0a2BgAD3Z2rhvHnknvPuj5GF1V3CNUu92Z85CcoX9zK7LH5IrVIo9FVgGPkzAzqYJyfsbe
TGV7BEO20XEttFdG7QP/hATGIT9qByHbNnSqf0x12pe5EOH3LRjD3YzFQRZOC7vXnNfZxh436moW
1UENQ1pPVl4T1B8gkHCGMArEhw2n/ijTBWuh4GNS7eKElEi6lFmpA+fbSF1sR0QnJF9Wbpoji6o3
/cVq/JrftF1jhVopb27oQYr02J0o9P7ZCpSlOp1C69KnZYRnzZgfdCyUvhll/o+lWvEnVQO+GMUu
vrKazblrms4AZW2kLrKgvki7Hh3Rfsd2q9JYqEPTX11BI5NMWsm4BYvZI4ffP7mCjitDQxKgzpL2
+sFz0/J5hrt4wGS6X1R10u9GMHEb7JHUa9JGEfoV2kXWQMoCTBEFyoXtNkGfmCdkYMbryhj0hVJm
9hNyLPpiGm3/c99VV1wg3GDBo9YWgra86jnKE5gjVR5tcqPgSTkYiQI4KsXTVY8diBmtc2abyphX
AYQr5ond6Vatel/ftBaCTC7H0vwZ4njjJpqqHtSkwWcLmdFFqvvVWRaZOLyp+eTHWzDJd6jXmCfZ
qGYm6iPska0rCzOP1AUV0ppBfEmNbGMrSN9P4MD4GRfmQ9x7xkNY9NUFgiGqrr9CjbhqUZj0x8k5
3uNjophLu+nLjRYlATrRGHbubsNxRwS7M1m3oeTAWI52p6YefmjNjLb+GBbfs0szuO13JbG6helW
07Nbzx7/U3M4sLL9P4Sdx5LjSLamX6Wt1xd2oRxibHoW1CpIhhYbWGZlFrTWePr54KzOyMpqq+4F
Gn7cHawMEoD7Ob9wV32Tf2UFYOGiQQm5U7OAShgUO9n87Lg1KV7Fbp3d/RIfzFZdRehqr+Swz0Oe
k8Iws6uMmE5aOKth1NqlbrrZevAOqu53D/IQOPxpPb1T97KJUrmG4i9KPEPdPSj8Ch+Qucy2vuPg
Lj/PkjHUNGGva5F7kOP6BuJLPHmb24R5WK4H2aaevHElZ/WV2T1UlfqCJWl+kqHBwWu2q6OznAR2
L8dtJNgVVCjOWk8ibtRwrjSqnmQssvw8PfV3xU/9jWkZ/oG0svagTci7yhGDXX8lu6U+1qpT7StR
9xuvwStYzaN9nRfCwORF985lA9+/dcUJVRIkXPESWAlzFqnCmnCFDGy1J2/pvFm8XMLCNl+CUItO
PRi0ZeFZzpsR1DwK1Spil52LF+Fhf5I6wbLJQcxrmhPv69TQTuDTwm0URf0lb5pijdqo+kC23lqa
dR29lGWooS+ToktvjR8KhhC/1V20L2LD4N3mjNvQmzx4JRzagIezm406uxuy8ZaHsH4yvnsicZbN
5E7HMu7s5zCx1kExEUd/ZatN6KaKzBjeM52sdIesq0cmAhdygxLIPH3MgYUFxVBc2mKq7r2g/yKn
F45urVKBLLtO9ToO0zuSzcbedYGat8XQnQ3bztYBbrtPotQEFNYs/FJbuEfLLU/V78Out35H5OBZ
WHH+HuZ5uVRrTX/IhtHfyCv2bD1uV7TRbT0raY/51GDlT+UwCKD9WvhFBN2dHutsorhiBqrim0bF
a/xt9p4x9MB5t0KD76O3jJORBuZj0APD6BP7vTeAsiioD+xNVKQfVT9hF4lAwVSoGYZe2Q1F52dm
e+TJ0S4lig5Ua7scs6+eU4YYUHnOstIqfee7NPsuQSyp73FNJl8Dhroxt6GCRbjsHWJ2aAGQ7KXs
NUpI7TbUQrz9xFFxdWeFZrH/NQnWvPy1r2WrNZh2pepJhHVyGRUzm6lqw9OMMCtyfV/V1vjMXr84
+HoUrCWw7M/xcI5LINqf4wXrhf8Ul+OVoaioSKZipyaRv0ldLcCC3oieg85Qtm2M/oHtRfFzryvF
wdIxv5S9uZYo7DtG3khzr+vquKkPyd2kzUWcpv4q4R6m0iWHvkem4BP9IWPUOynH/0B/KIOZHGRM
AkRkRy2oC9SAQ20DoWMXh7Y7ZzIoIyuR/l46PNlr3cLypHhvcLx+qWYBfZKAKJzNQ5PvIt60OahG
mSkwx9Y8yzN9PkPQ/zIoU3KQoc94nlnNtv8xS3ZQEP9jqteIn2bpwfStmmpzp2tadGnT2F7l0H1W
okBlXcbkwYfasNMLF1crSDyXuupaFrhw/+B5mctuijv+hT+m4A62dcvWOd7GyWt5HqTJZiau/BRU
VM9a2RN4h1bUobLqzLzaVQjdLhK3DjDcnD8h5hPkteV1brPnTzCLzl6lnkbeyWjde2vSYNppQ/XN
Nb4XeTR8FUVmLPkzpBdKy+IQYBC20bHbvQRaLPBIq+21krrsLLUue7HUDnZOqbe7YW5mokJ6OXaq
g+xFzKEDyhT0p1ENsxfRph9u1FtnON3ZixmxleeuOjQBPxs14VPrSS3ewfAhbxSY0TlS3PQR5tBF
xoWT5yA0IA1POCq9232xGl0re8H23TwWffjHdC9FYixERf1sWMl/nO4Danm3pvw2HRF28+jbrr60
UwM0hhF6y9gl2xMbI3sBp41e6/bNRdToualq5eonFNJTJ3ptjcA5kOJp8LQp4teBXetGtWvQUnwn
C1ex6q0+ejjMGVVwHhrc2Qf0oXf1iEWS4o/dqgkK8TKF1u9FgjtFmdxDTWaJPZMw4GssIis/O4Y5
nKTTrvTjnUP83rHjEP+26P0Rqko8C/s08oCwVu2+SsqHCHVqdQsnoPmpiXdMu8cq6qFs1fwcxBUM
Q89NV4ZpooA4H9K0/UiQS9mPXYlx4NhE6UVDcXwZ2Xa7kU05Tp070lGniFgZ2e0C1VCtXCMBhdcZ
49PgkUWIjPoNB8KSCvkoVqCR5oQCgttocid3Ay+1F9Eki1jEzZtpWOrBGxxlKWf5vt4uU4FNtOxV
30bk/d5ItISnNMFJDY53w+o9Sldj7RWHOlStFWnNYNMlvMHRGOgseIzswGzzdpoj1F0DyD2BHyJL
0lH9j4M63RuzTM6KtbezaPqK9zsaZUuyj9Gz08Qgs/BK/Z7WIPU861sEDIG0sT09Ghk2tMNg+kdT
wGdDKiJcKzace1Hl+BVNpJuppqOPKL72PIUpDfpIW2KbsB28wt7D3bbOdeiWK3dM9LdKFxf5QWYY
7GK4kFjD8SIt1AmoQe5FF3lm1eU3RQlsCoF/ipdV42Jgj7t4SupzNyhsODtVdKfOqvuTPGuz6I8z
uxfKUQ2BijPgM/zLUNzR+1tv2826KlZBYjKmbBa3QbpzsbK6lc16vqC7Uo/eZGcxw0XycDEmTvIk
i1+2Yn5hqZTdyS78A7KVjr/FVnayBElu1ypDVzmkA+XkINb9KyZ2YoVRE9CmEDa7jHnzGXn3taLq
lItxKbzFS0+vdx3V24Uc8TkhCZGWcu2hBKX574uEKf8pTojIz/wxMi5nxZ1jrtwYO3LZ8dPV+UDz
EkZqcc9Won2uM+cuHDuQIHPL0dJnRQ3ds2zZdf7NS2dNjjHtnm0c3fGaLKaTmJsFeOZFaTo90Alm
qojWLHXf7Q5tPXXPcReMyxSfvL2cS8Yba8nInHZy7qDywB77wNze/hs0FEa8DtcEOdehyLVpDTXZ
yN4+9gTQx9lfr8SCs0otLBS7vnjxrGg3qbr9YZmKtUoAP0AeCoon+IPXWxxVjlXMfv6kDlnz4Jj6
FxmX1wnHGnVOt5muVgb3umsm52NoTY2nbVNdgjB2z5YuLNIQGhqCTTqs6gFbydIJ+isszP6qzPT8
itfkpLpAzn7EhS6CFYVLwQqNEbLDFxpmFRkKLHPIL1TFRdh1vGSYlRxlLDXjaMETU6zKfRMB/tZY
xa9LVx/3MYXNpz6f7puqxyeoIRc42nX3ZNmQEXEIOPVz6xYKUDOp0JyVrQi+Gl7mSX+UzdGLsrWf
BOPGi8EgOm1rbTLJ3FEDr10U8ynm8Ruz6oJ5CUOsndk9GrjeYtVEASCcGYerTfE2dadDVtjKe8Mj
VaSsyNla7xAZ5dcFIvK9Sd0dJmr5My+J+ohC7OywSxyNoN9GXG9U7VH0WR6sxmtQltoxZJl9NODJ
OC0Zcp2H9kL0Q/WQKZm7C8Zo2A5RMj6l+vAbqX/rt8jiOYJewmtemMnGAXlxIJkeXpHARU7Giq3f
nOzBUof2a6Nj8Wt7VnJ2NUABdQ3qVbFT84g2Qr3wWPfwmKMpD17cm8c5MQPcfw7+dOrKqNGW6Yb6
MJqPc38jtHjpzltNlvdLDAm8E/lr01n1thquQkWxV23a2GccvFv2PBF3S1CUu84wbPA1dPiiBjDa
iQGSIg/rnQxS0XJu3SIIIJu4VrcYUOpatRp6J6phTQ9454rtbCyFhdfYpDyNh++Yu1TYNETTg++y
4URk5SxbcgLVQ3U1zFtVVSnalIVtuyyTurrKIR7vsP2Ua9bCQA34QcwHX0d8w89idy+bRucn50Dd
wXi+QrknrV+9CNQX/AXE+QeV/+T3wI9j7JLC/FGFu7JWUywGClRZ9rY3BXt2S/45cUP8kMi9PAZ+
qSy48ZuPrkz+uKJODeTfV6zRzdq6U6ausQrVd6YWo2lRVd4bQszfK8uorgFMAuwe3RcZHg2V9Eo6
uVtnHlXYxlboofbEbnvC9F0XfNfEO/RxVwNY7gPOVPVblq7k/4fJqR8sgy0vdDo7L+BiJ8PPTdwt
lQVFKGuZjhNGS71ZnSIFwulmnE+72QpIHmqttPEOYUyBAEqzkMHPMQbKvVtRpOoyzEg7SmdgTR93
WUOhKuKeXAgwms+jnejUgSZ4wH7ur/uqcV4aa/4F5a8Yi7lnvw9/v7UAbe5qVnurwGzz17FMGx6t
Xrb3PSVcOZ7XbZQS3LXu4tSVdrypvL7b8pPN3zJET9o5cWtCgVnFRYz9J0K098K34wXWZtOXFiQp
b7A0udfjOKF86sNW/CHVKM+k4OJNlfHWw0abVa63+RzXRX26DK3UWGZ48/Vt1l/H+ZCUDnl0v/je
pmiAyJaMG34Ii7QcWYuiv3wb5iZVeSnEmxz1GW5GFjhCz9PdZ0dZkMCKbACM8mry82q108C7Gln8
pej9tcmj4ZzUAz5X7Rg+ZGB5lroFCnWsADD0QV5+aFrzgull+D0zqIbqLU9dV9tmrVawBTT9g+7U
mEop4rsxBsabW44BGZx0eNL7eFhlRWleOyRgNnod1XetDqNE782Z0Nl3q0+8fBcM7dIpXCh6FMyo
sPRBfSe7a/igOMP032s2iNuSdDBSPHmMTVx+P7UWPjoaMK5MKci9xzrmbxhN8m2HzaEFj/cGM08O
j8iz7OOuDpZV3ec7nlLILtaRuQrmB648NE1UBLd2LKqsWhg1TPJ//uN//9///W34P/73/Eoqxc+z
f2Rtes3DrKn/9U/L+ec/ilt4/+1f/zRtjdUm9WHXUF3dFpqp0v/bl4cQ0OG//qn9j8PKuPdwtP2a
aKxuhoznkzwIB2lFXan3fl4Nd4owzH6l5dpwp+XRuXazZv85VsbVQn/mh0ru3vH4XkSpQjwb7Cc8
UZIdBeRkJZutJvRjhfkOf3J6QSZ4F8OLTrLV1579BO0dvNGt12BlieTlRXbk+gC1qszRNXMQ6jK7
ZN02RvHmO6Gzd6akWckmWoPZsnLS6DSYRfHWrkBUp2+xQTEombRkKQepcdetXFKhezMLnzMnO0/N
UF010yt2rp93C83IoY/LYFY60NUC7yRbpFSra6Up4zqr3XjllGl1ze3uy99/L/Lv/uv34iDz6Tim
pju2rf/5exkL1FBIzTZfG5RzwNTl98VYdfe9kj9LU3gjA1OUTcLaSIv5qFNf5Ch2EwmbaXYEvpZ9
L2bOjDyITmvx9Im/A82r7vnKiUdxe/gxSsyZkh8h1bdMVHnVdln40fCSoFsxeZQLZAtsMGSU8CVo
kvYhmxzIvIzxFa8+R8IkK3L9+z+GZf/lR2prjq67hqPpmmOo84/4px+pDuhx6tgqfp2qutloZptu
TNaGe9KYyXPU5xfHjNQvmZNSYGlFSD47iC6BmygL2VE45jPaut4jdOPo0KXuuI6HEpu9qnnEfBTL
yikJHromSva3ZjCXDmT9QCUhu22VCOOZIGnhYP7okTWGET33uMeq7LPiIM90xbDvPufKWZ8X/Wkw
8+XnyhGfcW8Azop0IL93oBzHIhv9ow3TPL+1AwMbS/5aW9lrzUM+xyGQF9xmuHLGZ3cSpZm1xHTe
/y9PEV2fHxN//rm6hq0ZQrfnzbNjWH/+hmpVq9Ezh9zdKWG56VPVxT0I/R/HhVBJmoF9KdZo58ir
ulPRuJD0u7x5s2s9PBpJl92HIsrutQT3z6R3zb2M3Q4dzA8/KDAkncfJGOK2KbmLrt3KZjta2X1f
6A5J1KTZjPLDPa+gqJuX3RpKiIcMBjTl2DSyZjFUCrrMRsxpCaKeFKlTL2NbK05uUsCD+em0QXB4
F03e1VNr0O5Rxl+8T8SOe9M6TUMZb4feCC95lOhrYKP9fcQdscKIMX7yO1JU7NK9F6XooZgNk/Ke
BMFXRQV8rujOCb3p6Qku1kNlas1uAhhFmrONrzq5zqs8gyvzjQugzPgjlDeIHEZN+mK60+DcJhSl
DzMzBRf6Ob/poBV6pOFChbsxnwXfJisv4y+kVSAm24gs+WppL03R4/OrC2i/81lsT0i1y9N6Ct1b
UDYBmpuH5ncRU/v1l2C14zkdmKzdJgDCLA9+vDOdUdlT3IxRsFZqY6k5ARYAkOhPSOB7p0RpuiP5
ZgjwtGTc8ivW0D+dAmpeo8Y+HT7H5C6LtpVsW7r1NTL9euvlzT5Ui+A5UNtiJci9n/LJdM4u9eGl
MSe723Q2lEzEG6+YfEP10NxjyE191GupV1bWeIPpS2T+4PlY9DlQOWcg/9i55Flr4EayE/BtdOkr
+P7Cm4qlWaXjYlQj7K/mwUbjUmbNwg8w3s1pcnv1DFryj0OWYUDDXtfesk+d9EXdpeo50oDlIdu+
keMs7bs6NsHFbmLnbsywZh88K/hwe1gf8SjYbnS1uNoDOm5uboQfVZdDPPKcBHyMqTxSZjqbnec9
k5PpFm50oEY0nhWvUv11h3ckZU1gZG5ZXAwF3gCStFhnp1N5lLEMLCdal1pxIVPx3BdoR1TsQP01
WzwSO2A7dyMixf66ECzalAxchJwnp8gzN4gg0iT8az6vNTkIwifcLOskSPjDRmDL1ubkBSub5fJa
a3Te3KjGn2E55EfhVdaltnXrMkag6f7+zWEavz6XDENXNdPVVMPUYHCbf34uDZWXNn5viy+D562N
2UdBmw9k3lq2/ZwJxO08sGn/DpbOEKwqyuM/xeToFnTYMc4VE7WRebZsy7NgQFZenVKKT5OBtGDT
bsh+J2whrfhcBTz25KEbsgi/DHmOrIKqIsTDKNn2KxdWkd8d5RwZvw0BQvSMnpWPok6tqYtcZPDZ
DIyu//7vJJcTf3p+G5ZtuI6wHFfTTUcuE396w4oywt1YsYovihllS5us0DYvC7xFATK9dwIFO3Tt
XnLHaY/kk9EvmONOhFKiWojpkkyKd/WF+a0vrBGfWvYvLCfqg9AH9TUqi4WMB54R7siGFhvZ1DIs
QkFwPJG1M05mMFS3y5ZawYK8UdPzJIJ0k+haj/FCEm50x3d49sb2a4+8UTyDYn+Jp/7SLNr8wx9j
Z91jDLRP0F18DdX8BjCO0Cq9xXEzb18T8skS6PvL+Iy4BAy7oRKh43AMKyd/nOuSqyILzY1sKmOT
X2Cl7mLyXQXCyzoM76DL91GbF48YZFNhaerv46ho67//tpy/rId419oUwgTfl9ApY/z5V12VteFQ
xQy+dEGLE7SWv05W7d1HaWmf+7zqF41o+/ehDcAP+K4FW9nRntHI2WCJ3b+Lbki2TquHW2GmzboO
QLoY4EuO2nxwqKwdZVOeyVggdGo1tn2I9Di7st5B0kXltinxQr4iFohd7MDDpS/V4uRpY38qMMt4
bkZxCapouiBKlD+7uvhOvaO5k61gTlI2RVAfZTNtw35ZuXa/r+aZpc9WzZ8Meyt7Q3DjayOt6o3v
6ukhmCFnYCDbUzfziaxZO75dNnVfn0DtAbWUEdn3OarsdWTEHXYLWY3SVBv133joW3N9L9Ut6mPk
Nh94jxW7OKpJpiQqKYxYZagRd/PQuvF3tgc5s3ZH+85Gym1aCDO37/LKPFe5GPfl3CF7ZVxrLPu/
fPHyi/35NtXJUQpNtQ3VZLOm/boQ7pGi7nrXNz5G3a9WuVWAqBVKfzvE/OBRI3Ff8iqyNmwpojur
dKz7dEJ410ZgUbaogycX0ZnAQdkCz6ZS3Tr3zHCR1eBqxh4pM3lAKyo7OzbPfr8xFRajeI47qE6R
ahnOHUvi/d//qP/yqNaFofJzNlSYsIZhaL8sIWNTlI6hRdqHrXmvNaTmu4anzE+HoUedD76jxkJu
shcp4tJ3oEb6lZl57rVM9XwTs73HSAkNUpHl3qF0QuugAqHZdck03XndUG0KrJmv0M/6RW+MzbEI
NXLxZlHvAF2DEkqmteOl3t4Ev3eQZ4Uadbez7MfZf+r9jH2Oo7AW/5dX2l9ufl24lu5opmMId968
//JKYwE3sWcfq48oTb9n2YX0vHc3RJF1Dmcsj8TnCD2NVygeidVnTJ7FraOfNAy2bhNKNGoW8jSa
ZhCxUY4beQE5WHagZDNnP7zjSNF6/APq3aEwUAZjgNaK09/d4N/yVB3qWappTNY9OVBwBxBGdQA9
cMP0+mJLHZM5ZoetdncbAurr1jTmIT6aKwu0ZkdkYOvsWtXpk+4I8yDNhnAizq6+KpqdQEQXAhZN
eZBj8zS+jU3B+zsLUQbtzleGTR/pNXRfp9UW7VDegZR3PgI1wZ7eAYxHhsRmEyvezMZ3P6zebpYw
F1AX0XrnWiWIsepzB2JDpIPzILuArPEvxeQhujl3ZCNrvMYbMQMXQX7XDuqcHqIjmopXE0Dk398m
trwP/vQMsFjTuABbbdsBhGj8mhlAsjLR0LL9sAaQ42UdkvzCXWAdKb39UppevxJ1be2Cuan0YLhV
o8nuZC+vbtx7yQqPhRBPGUtMGR4tsFO83L6iBmq/tBr4Dyc31aXsdHVsWDxuFQ5zr5PfB33/hDtR
eRalsO+EH+rLFmXlr8DcYVQZ49tUF6D+cE3ZZ6FfPFVK9SoHdEpWL6x2bO6Re4yPgT8l68QblC9N
uJADcj1zV4UbjEevyFx84j1e/fOl8dN7Yh9gPbGKMXaDoeBGJomXTmqR9vN7vl9kjraqFtX343yA
/vNHrMrM6l4ekEr5OSYHf85Voq6+jfuM6RFKSawp/nStX69f2qCC2E7qVM8fbVs9B3BC3hMDe6G4
HLJ9Xiv2Wx+hG1/b710Dhy7p1Aq1Js96t0vswKEssoDvwJVgMILIGXHolVAT6sy6dtmA5nUCNdR1
y31XUPhDKCThNjF87KKh+0fQ56qxP7Lw6IMXN28eHR3si57XLy4EgbvJbJxH4GzGuncRdwtxI34c
/arD5g7fowjpiiULFxDmQ3uRY4cJB6+kUjxYq4z1NYphVT4lC9l7O+TN0nSj6T5h43gSg2Zs9R9C
KVLv5Bf5k0+RFYy0py1WzNfPkJzwy/xfmr9croXRtyqFbi3kXCmz8nm9FMuxg1pgaZTbzbrrc+Mq
Cq2hwMHHGvPZMMdkr1q4+u3s78flaIZvXJUamzdj3C0Jd5enfu49G61l3jrITWsnVyLkZa8zj5Zn
xeADTmFcTI1oMiBBTKzFQFGr0b085F6DmIEXpssZTXOLNcKc9nY2w4Xnce18UJsWfkusXz6nRnar
nPWpXfbRqK9RN3o2HXe8t9WpXmp9V29lUx6GTGsXfeek+64ppnsZ01LgwQqkJ9mS8WJ097lTjHef
oVZE6Oe30TUzRHMV2XdPo1RcJzgakWod37D1+k690b+6imY+DFpwbkZ7eBOlZYCmQb0Jh5SfR/Ux
TxqolecxLcDlwxhcRqORlsvEP3tImz24qjI81n5EtoGS4dbvpuFRL0fjNPMPHbfLSvKTeECBcwEp
yNguVxzIKLyctPhR5x2BLv94z3a5eFSHtF1bWq+vZXN04/A+G8ulbN1GjKW2NH1d2cJYJsXok0tA
2MuuNoZnGsdQ71j99dkOm0h7J0yrr/eyQx6SHtjnxhXGrGXVVws5WvY0tnoXJEX5oLmIZ5eN6O9i
29HOXgsgCRBp+TVBgCxF1vE1T9Nsm6GnuBNqXjxj/XUvB3yEum8fArtWQtTo4HW4jXk3OM5A7mkc
LlBg0zNkgMVthMZK5qjE5ulzhBzmFxkualYDMtlUHRbLlUMWIcCafBDD/DdLqqPmIyIfpDQTq/H2
WdYba9QaSpQ1SejYg5d+NRDQKWNr+IZREcBiLDUfuslHHidtrJ0XqSPPXse+DUm451zL/s2iqCzZ
FdcsS8c97+MUxYrXFqYXJn0DAoB1/sfBnZufsSI1+RpnouUGhJu7CKjlvmHVt5TKAWllo7unAsSM
yty+BCqvZakYMI3Jg52W+qno+StPRY/iM6qNH5MzU5Y0ZTinKik9EzMR3WSTCvJ7WTRa+QFvCPRR
4OZwadr2HWqulWTlxwTIf+vVU7GVzUQ/FIMHPGwYy900mvVGTkYScpnDc3vtFQV5Jy8e1zIe1OGu
iTTxXExqd0h6U6zkZbTKPqsJ6UIv65EOaNGdTIRlwhb0hncTG+NFaUuDomm8x8j9Q8Y1H+w2+G5p
bDC8xcMxmIfrjaLuXAz71nJUoYqLWVuUfEFA3xlWoaDY2Q/vo2iQACgXMX5ryz52xLOltvZiaOrp
rfHrGLencPwiIh/eeqV/M6JsR5nEB4Sp/J7DjYxI6FxKduzBgjL3ps/T6nvsp/fK0Bn3kx9mMKbF
cM2AzS8hTHibONZnbV+l9Xaj3uSs9YagXntRsqjQT7y4Qsm8haHBEKz4k27izEclP3rXA9Vlh1VW
yp3Xa8rdYKMDFuvlUYY+4/JM7b2efxQLzl86zMBQ1hMftq0GC4euKb44SYhsj6l4z2NmJCCaXeXq
5oV/zw7HWRhQOKjEErP8PjsLPbinRHmKVKM/GoNmXtTGFxf8QuJZlm0tQ/KQArTBpmVoD5QiyWC3
LBlcVQue+xjALdCXGBRJGz6j1GFf4q7keUWn5cXDo298z8swfC5UvVo5Y4rnkTs0d8N8KPQIeYes
2qle1typjs1hPpOdclhpGsVSQOJby9gv48pkwPbSeoK0o50qXZ2OvZuWGOjU0dM0UAb3AV98D/HN
aEzveyeCcOEhPUW91Z/WPoix2yQIfOUmSrSFACp9tHWEYzUYaR2ClUa3U8zmemuiKm+exhp1mIW9
NuHbPTcZBgZVwW0SibR6LiEKrjEGC7aOb5XPmYGcJU91G7cYmnppYiTq5Ihezs3Qtu1dgJb0Ujad
tisPLDCjWxNFRfcILxH80Tw4nSz1Ti/8b4n+5MWT+gUo+G8REM33oS69hV8J+ymp9HqVO1ZwD/sv
30T9oN4NSjmQ5B/VQzLyJSVWgcQKfj5LS9XbKwzbeKfyv72ljc0ZUp5Y+dWoscnuvmla0P/OraFU
SfJ7xMpuEWON8FKGY7CuCiDCvzuZnq5iK+EOUCPLPfWlvsNmkRugMK2XrMyMQ+GN43VulU3BX8oP
smdQwMlC0YwJEVM1fbZ9E0i0r1QH2etqGZqL6NoDiadX74YelTt32sgmVeNo25PQW09jlj6jR2Uu
0laJT25eBxdd137nYdi9hkGa7wp4NmsLYcpXP3c10n6FiioLvW4XnPSgyR+ajCeI8BG2mcN2aVZH
2Mzygdq9NujdrouhVreylx8LKvdJlYDP4pJ9v6qAKb2YyOhd7N786XMhBaZrOcdoh42OPaOldvUD
jmM50OQSy67YCs8+Uosrp0rrV+TSX2Em8fuM+iUVb/erM3kAteZJAu7JdggEVuHzpMABqWVga/w6
BcltkuX0S6cqnK9+nyJQYUf1gz9/UqoHP38SILj6Nav8V0vxle9p2f30SbB6d5NiLXiWClCiczFe
lujloUqbzX/Z5M25jlwW629VecpouqlaJM4AIP01z9NmXhEoKnwKOwoMhD/b+KhXmf6S6tH75Ef1
BeE//SUwYhCsdfU0lCx9+tFbyUFwsbE1Bmp9mxI04yEyQRXJ5gyY3KJCZ/DFcQlnUPoV2iTGTl4R
iUhQFkVMkW7uHcPoEmNBc9XYlR/I/oTnPPeyXZDgs8BqDeEPMYUn303yRRCxpczDAXZpOuCMlVhP
coQ/vKL51j3K/gDbET67OctWqPEqSkc1OYxu8OLUroVgisFuXLW2XmUoM5DQOcEthR40N2sli3Zx
HEXgjWi6STkgr+naO9k0GwtmaNHox8AZH3kQv+iOlT3YcZc9xGw5QGJSyegK7oWlH3Hzhll6lL0g
Rtq7v/8GNePXysNcCXVdVZCrsWAJiV/SWZHN06SsnZ4d3jBuSRBOBtXbiQejlyKO1WCmHd21QjWP
VpXxo+LfCtHOo9BsjeLqZV911YkeiiqPH0pMrPdOLBrKiBHEchctURVh4m2thsp6zIvuTe14Mbep
0Vz82kFtpZj2iaJ3b1PXT7tJAOMMEId7Kw2UNyZSYGfLxCEHfPhtOvSQZu/U3Dr9fLWihSHrOlZ5
12NP8jICz5bT62LKDwVVdAy4GFbOcIrMTKtTCvr01fnjM123jo+Om5lLOcoXCPppPB2P8hpoIlHU
HFeKEw3LgUzgVUdh7lpgvuDzeDt/hlwBJsYYEG2TMXnwsOLZmKjr3qYi56ydzNJ6VTHRPfn4K+5y
I0XvbT77jP2ns78fZ0fuH9dzf5z9cpU4dMUW6DS1VvW+7hRvGwVhuGSDNs27tOleS4NkI9ouX33G
fK2dVl2rGWs5TXZ0pl4uzdTutp8xWzgIpo16uRH99A0cOPKYtSa483x1LwzSWJPoUaquQ+cB/fd8
aWVB+6534gn8WAAIR1kTgMCkOuXZKLv64+9/338p+BsGewTKahYsdNK2sv+nglFmsckJ9SZ4R6gm
jA+WvauN7P9zdp47bqvplr6Vg/2fPUwfAzB9gCGVY+XgP0TZrmLOmVc/D2l3+7h2Y+/BAIYgipRc
pZK+8L5rPesBg1fzbljtVoy18kX2LeEGqqldS5j6+yqYjC1m//yUQ793coSDDgorPuTzjQTWf2XE
KEGXQ7VuLn/9I2ufuyaaaQtTo7hpaJZu6eJT4cxQZD8M6Ep9mcZhFdlTjUSEGz0pyHw2zWbHNjl2
etn7+Zg8mER8k2fnqKnevZpZfcTah9xcwWJFGwHzVJr2rz56fScVqXzuYYbdS2N6NVK5fy0q/kAq
kTK7NFhhmy78TD2PTUVpc9DJ184TJnnDthRiEzmz3FtulgtRKvTkVoX530g1NOvTwMQvbpkGEGXD
1OmK0mf8vXmEix4lRjbHDxgMmCIp8xP9GX8O8uauOd+kqp+fvALPOQXs/afHl8Plil/XLo8lIofV
muhk/c0v8um6X4e/npvbGHdwNUUwYfX+TgNufgyE/YpxgBpIrY8ENJi+2Fh6zdn5Epyg7oBz/mZ5
CLXWsGcknWDTcnJ5kV4mxqm2Qn0Hjm64k4uyB6ZxI6Kcl5Q6Ppt+1UJtmZ+wvIjklYGDfMI/Li+C
w2y8xETHLSdF3cZrr+j1pVFyTKgRsuRExhDPN8u9ptZzB8xyu/50IkthtTvLhQZfFVdVAMlWbWGC
04snN9DC7sFMjPHCG3LXph10r/mmHF5xTMX3P84blEZZJNen5RwiFjXLmlOekHljlA0sVz9QyGzQ
5FOilD/vLY8tN/F89tPFy2PL2brRzb3wodP0k18cZbul+DAmt0IpCuri/7pZTk4WwPtNro/FcTn+
dVqOQBrTNBho0trk7UqTtNHmmVeZb2T0K5HSphdrnoeR0cTnqcmu/Y9pGJH8hrDWFp3CfHZO8wHB
mdFJRFWxvEhXpvKtaDfLueWqMJ2qPdTVkYXKPJf/p/9V6cZ96Ok//9coHWTXGgSSjXSaIOgS0JiA
3HutUfzgSivsK8ZN67oc9uoovao9VXwNAMOpG9TsmmbNG/nC2gWqvH5Z7hmezg6QlAyjLHS2iRMi
nOVExD6fGIm6XC+Hv26WZ1RwXX89JNN8cFolBpPS9NIZIRAwNjWzNoFsSOflsV83geEHrl+EyYHq
cXyE4UUC4Hxvuaklb8yd5S5dq2QDG/UatUFyivwMApZVZGuLP8OqiopqnYLZgCoBD5oi14Dxrf3w
yxx+Rt9l93VD3bofVXn947Bu21ub2CBV073cFVlF6aUsOvLouDiw+/aSRdOJ4k9y9unhgT0VluM1
uvY8DKqxbkU9bZfDnHBAR5/G+FoGtf9UsWJR7ER/Tqaxw7D827OM7ibFJMNys4moC6j1V77NhxFx
37Nn5NU279n+5HlQQLQM75YLIL2Njhl4xs0Q2t1RFDkI4cEuvqIGnV/AKiRrlSGcOgIWUm/aUZ+c
5QRSsVsqJc1j5/kFdBmAsnGGej201MNygShhUksUXTqLPNXCjVNP7x56m02rB6ONnXO1mU04b8MK
cCIiqxgDG0tmbeeFqv6k10iz5tORFaPmNtivpH1lrK1ADIdZXIzvC/ScFEjHciHODfIqM4FnLcYM
v4j3QV2k+HLt5jjk/k/Dhjp03+knFLdkoI2XqixpTyHBfK31aa2EjXSFtzDejTZ1pQIN6S7O1OFO
hbJ42+qn5dzySKWYBeqkwHCXQ2oXt7quGwcyFYN9HWraJpaV/GXM6s3yXhhD27lBM9WXNClp4Y1C
/Hh7ATGvsizPXhWNLzWpPPJ+CIbyXhD4tDwzU2IQaIXAk1AjVJJ0317bwxh8wavx4w+hekD2egtG
p0ZWx1VOysw1KsAIUgfyMtNhm9YlPjnMraX948643CFJ6Medf58a5f+fa/78X/A6Wd1W87Lg138h
+ar4m2lZ/fOsTDKVJiNy1U3NsD/PykL4jZ0a7fCo65N1jZP2SnxH+aq05GN2MFq2y2EGtsOoVApm
FZ1Bt28pQY79yst9qYt5e8zCzQDiYRKUIiTx/7on6abNKmOMtsu9H2dL429ak2BKft+2zisr2pKG
SUAuEiLt856HvUNdFmioH/SqB7wJdVeuNGVn6sA4l3u/HrP/w2PLdXZ+JTXUGaWUrhTMmGQfUpw+
dFNJ5TGxvUOnFvsxmyJtqwyeuRlbZp4fx6TTbOAZw0QZkteubZKVVlfmobQBior6PjKlhFWZke3D
IEwZnjmMxu476YvKDVYmDdNf+H25igpAutYsksyWw8p7MJG0PBfIKjddbVXGJRmyEtZcWDyrLeuP
OmjIf5wPwyJf+ZpXPfjppN/y/WPNNwt0RpPkpdwmcTNgp2fFXrINIDlde7q8J9MbNsvRGLf2dblX
tZYMZYw8vdgEP+0sD0pG+gpBy9v/unh5PlWqjTw/9ce1y3OTltl4ebAbSB0PfQ2XrKZ4Wz+US9Yq
ffFMCdhECVAkh+U3iWz7js6lTvE27B67JqPCy29kkFfg4ikfIG5lpngt0vAtiKb0WzhFr3qV6yz7
B48PqIUClHDIh/mCkHniMRQlQ11vI5mbl0s/7i5rKHWM+csqY1u7usYP8WthVSlt4bm/llIQSslc
wB23nVo93VjhVO5Zj1sPtIlvNS3U3grhxRATfe2iaUFx8cuaSWg+0QbTpeCL9WjLmb83w6rblD0D
Th19W87Teg7WU0Ikvd7IczaD1681lv+XJGFd0St28aba0TMurw6snyoONHKl1fI477obEQ/8MrNU
t31r1luzsKWXAHjNckFCftRa7bXqAF89eshCCjTzC8q+XrnWOFln3MPatS46WjLzidaj4QvJSrpV
vdo7TmlaroxU2DdRj8MFLulTXeU1+LLCfxTsDQpfGZ870yxOY6XDTxqz8RmbR7hpQi1Dkc/ZsACs
KhH9dFnOVnieTD17hrI0XCpiE9iScFUcTtN29CVgSG04PTdRG7sy8TfH5Umm7a9b0G0PUt1LN2ZG
kuzyH+N72Zt20K2WJxG6mKwazzL2IM3qcxXBZpnGCWFHPe+awkh7/HVITtTPw7LwqiOlpf95uJwN
K0oOy3ObOV0pLH1Kuim9R1un8S8C7xD6nfh5l6mvm/OpS++gYOOW1n86tzxD8sRaiw0ZTcg+zjxP
vJRDXYHsADiHUJWSfUyDplONfZLPaDqvkMmVMqNjMXriPp6sux+PJ7ZB1Q0lsdUM3i2r6ffl8Zol
iZvWAAEwLSU3aVM0TjBLTaSRuJY0sPSrMZX9BZ0seRARWN2uRVgDnHdtZo15+HGXvBrzsBx7NGO2
xG7CyGGSBYajn7MRjGVdEtXz47GyNM6hPEmH/yGumR/zldsRSbvHYMHyFZVbF4Vfq96/MyMvfO/6
cktScR44Rfo1JSA8cor2ys5YBE4eRxAt/Om9Hr2rUVn9V9J3vk9Vrryqkz5ABQNwN1D2dqDEg9n1
TBOkYMIOAgObzTwke/A0O4si13x3uWi5V2sNWVGWlbrLY1KFZcaRAl4jXV6DDkK4hd/5sZz+9Tyr
J3osCKZ83Xnp4NhgzvGaxv5aMkr9wh5Xxs2qKPvMjtozui0wcSKo76WAtbI1Vd0XSHFXz0et6Egr
P+u6H+6mcDY1Lc6mxcXk+6lyDCaUP7P/qRmJpjC0NHe6ajARoHFDsQ+bSEFmne1HLEQws6q8/A0E
te7gB/WLMuezLTf27CRu/fRMQLx0XB5aLjUCoJAenNPVr2vNgORBRQS7JKrESlVH/6qmzUR6lTGS
TJfo5yaSu7Vq59kDuVgq3lvN/6oNSGBq1tBOFxerGKzPt3yIZwKfoj/aIfDD5ZUqX/n5Svkc0KoZ
kro1pEqcKW3lIgzO1nyQsAw9p/2UAHbry3BTm9Kci8AZM9EjfIjkc7ooIamaRM2OO+lpmO9FSpme
/KJqdjkJhD/uBf9+7NPZ3K/7tYyVH3WAfLCpjeK+me8GhiwfJMHNcrjcCM3KjPWPiyAbCpWgDS61
YkNxc6UIbzrQm4mlJc9IftSDpbf1SjWwOsPLgAwWUB3ArpbeWIlGDut8Ah5asert1jqUfmA/VUnr
JoY+kJGCRSLru3GzHKL72pMkJx7I9oloF2MAS6Bvt+S58laz+s7D2vtCaHvopvkMKJO0apMlYXYC
y4uWGezutpz87laxp9ENAtzrckLzQZsrTP5ca2r6UN9bWfX866HlnlX2+iqc0wxlAn+UOLVOJJJb
bPrxzUGaE646Hy6PLTdTwcrFwXNIRKQFnA9i0G1FAcxV6IcB0i1AKSzH03w81D4qpuWYWfxfx35a
PetyBvMrk19k9MNpJWcfbBCBdmaC/RJCgyDWjTu0wsYmsIrwaJipf26tueEkNdVjm2fQLyD7vrdf
kyTOPzIVDWlVqdajxLCHcCBpzn5fqYfcTONtUrblHbtOEB9pmXztCNxcnqV0xdUfGa0Q7nkuQ+v2
ryt/qvjdnkSXULdNVaYsbAuhyXycfq95UaMMOksuvG8in/EHk+YfU2p9eGA+1Nqvv6bxtH4RLZjr
iIB1Nw7Po0o0nlJjK5aEEl5bddiThETkX+lprMjySxhV9b61V5pZhNu0yIO7ILtL4uaaa75+kCWh
HagWEOiSF4kbdi0KGB1TBrsmfZXLI9SvIZEZOng5HLQwPjfts6JL+qoZ4bdRt2u22E8oJ2sVlpom
INZCORiz+MaUcU8BlH5RFeBamfYSvaOc1W6m/JEwOhulDwRjlf4myVFWdpIVT9mmVfso2RNBRT4N
TLz2Ykc3NXUxVkpHM7qn6AHVW+3rqxhJ4vI67EghFOmjJJu03CGkOhk5rZsUZeqq98insoLE9YSS
b7C6yZveS7TNJL61uprtO0ota5P6uCsAmW6ogA+uWRWsvUW796Yw2eHFRSszoRuKRe6A6MXQSYaa
FPIj1zk9nljAcE5LZ5DD6b4HGh1JpDeOAXM+9l6YImpsrtExSWuEd8Vm1CzViYOe1n3clCsZIBvJ
D7BkpF59i3OQfZ2RlevM9zJHksp0lfpqcRehBkRSoJ6BWKvnBi9YrIQtiQyBC+FmOCA4to8kGAI+
rzGS0TMM7mNMk24yqJQcyXVDhFhWezh8K3iYNPOjZj/BsQfWUDjGQMUgmtpvqVxqJ+QzX/1A25oB
ayajzKPM8bqxPFAN9xs/PaWa/jREhnbwG9lcxQJ8L6sW340UuyE70qjpsTywq0tPmPnTU8kgPQZA
X1scGVXkFfeBXjwI0aQHEdKq9vQj5esrWCzjhbF3H1iEu5M7bgXZOdeM6LmSkq1i9j2hVmHt5rQj
b3XEdF2lO0lgon4oAgLgSNDDKRs5Xdc159Y4TMgg1jPNc0Oo77lNrOkc5AhUJJOuOBa2U+GRMivj
XNuYgy4ORRk95anXn72RomwMM8NSKm/XjuqtxX7UYUi29mBLgUKrw70SVe1luVFNyIlDmRHBF1SI
rkpZO2pjjVROM08F3dhrjxJlNRoB+H6TGFrEtm7vTU4jn/3SEk/YNB0rCI4lVeyDlErDfrS71xT/
+FlXB7TRGn9GDYGrq2oEC7OjR9yIfnLVVQASvMlStwMr2VWqmm4oad/kvlyrocr0Mg7DWc7Smwbv
Iun06GsxyYPHGLVmFWctQehpsKZgYW8T38xXQJRXxuC/GarW/c2wpvxeM2BUwwqgCUUgBsei8CfT
JZU1O4/xo31PwWsdIAAaR/QjK1LNIyKCEuhMRId4ToZL1aF46JHDnRCwrVr4BYXl/vUgayu/bf6X
n4aUcICttq3Q+vzsJB+QnKsdH+/vNmtiKBxtRZx0/t5ZwWyhGZvVpNuxY0RwQ6zB+tCk+FvbNMOp
7e1pn+vWtpRNVtAUsXasVIaDJwXIn5rQ3ChBCeV8gm3YdsELiiT5Uk/BJa5NBalBF57TVk22LbkQ
Yr1sxglOfJby0HPUInoI2/KeMdVe+0Wfkq+ViG0la89hQuxgpMMQ040Yhtlc7o5au+XtAonTloa8
Vvxun6a16gZC7tzRVyqSo0xMLfNhZRjJuu7No48RiRSC1EkHsgnBRn7YTRhsRdi8qtkE6K/I73JL
tw+qrxz6ULqHVBU9xXyGHMWyv6Y56DptbOUjKhF9l/kMZ7mURFvhqdUx8tfVrLJt2w8x6lc+nXiy
qmQ99tBMKy9uT6rcNCg8bSIE5OLYlG1zTlLCgQ0/b13oubETy1ZI1UK5AeUv0U0Iyc2sx+njr//+
yp/mWD6J8+cRdbqumqb1aY7N4XaapfCz75kpDzddZReEPXl679JluK8DlUV6QY1XnT+dRZkHt8KK
/sYfo/xegFo+g8IUGMWpoxGK9FkbD5svM+3Kzr4jxFOf8xGFIWlKZidhUWtMiTIENn6oauvC453V
O1F8kCRjbgPWeCQHxSdFjuNDjO6kDbsRHz2z3V+/TeqfviZzsxRRB98VjR7k58apIpn1gE92+q7k
yTdi0JoTcocEHFvqI+sErbJ0c9W4OqOM2LJl8ffBqAxrasDohfvc2oRC/QrJvz0PpMvCUhmlY4IJ
PxozedX3nXqaenI0//rHVj7V9nhrQXXLOCktVbHn5uEnPYMSs/9CCGR+Dyu+H3Is3uy2V1ck9UHV
8Pxyn5kGmpKpeRLBmmr3Htq49iW3hj1zHS5YgvuYtYv+InWFQ7nSPtTmmDiRBcwf+r+r8LFi7Wgp
D2GpyOsxyHcAleRVU/tHxQLW4JH5Z9TpisARYz/4U72i1Ghte4viWN8kgElSAjZJM5q52MmzJw3Z
xuzBFwc0d48lest16XmgS/ywO5nGSAOEviseXzI82zyqnTIav2Y6zcAAC6EbS2O7Hv3B3OTCCti4
5d2qjroS++Bob/xW2wS5qG61vkkx5SfmeiDoauPpesQUbrO8E35POWxqMIhp5arS/cb1ClZ6dvSG
ky6oy6+SrotzmbAgkyTybhWLpM0S/7tjRuFI8ch7wFtm73s9/GhZKGHzWRabw7iHWVvsirpBfkuZ
YssUqxyAzoZQdr/JGjm4EDW0qiOIKm+CvTE3p3T2p8RFhkQyBvq+7v1h3cP8cm1DZPc2GPOd3bXv
AvZgyipAVXYKDrKbomZpd0Wxw4ZIRmh68MaTrRbxLih7xRk7PZwoL2SuKBN3JCv8RjMlclhL4I+9
bAeZQ6lfug2zl0yn4090g5IeCahkMZUpK7//gM6d3te5buz0rp7chpqtLJQbiPBzLhD2u3xq6r+Z
qT45aH58lHV4Eib1ahtO3ScHVSt7Nt9L0/tuVGHA8qPLnNiU7E2MZGejyGFLl7brLoYhuovuKwRi
Rv4xT/DMM7ZsBr277+aEPqx+Dyl/lL/+pqm/a7+Wn44COg4fRaV5b+qfzJ2KrCZVWhbR+0CYIikY
xPT2cn7L5yQn5n3sd6pJ8FhB68QtKLduEqV2tB5x8kLeLyZAVtFIDoeWbDTFqDdoFKj0hU16m8uZ
vZanQN1M8/Yki/uQP3+irfVUEJuXB88NQ87f/Dp/Gu9MmgvCRnCgGKr5J8CMpvbTFA99/N6H7RXZ
sHKv2MjdKxTGrsdMuRrbKrlpoKGhk+hcRR1xpCmW4jaCAVvSSPWuayX/MlgtCtrY1BBBRt292T/Y
ufV19Mfiwafn/3diEfvzaoY3XlPpxGiaZesMJL/vGA0lrNOayIJ3yQd8M4FU7HPzsUkilgrgSzfG
oA5OIHn5Hs8O7SFksffQhm/MxD5kiiH2y2aqk7WzVA/o9bK92pOWlbfsdxTyKRwfdaXZ9PVZU4p9
ROFwq1j+DCzBWAMxzT5U/SQ7mldviQb6NqIUe9ViC+FKU52j1Ku21Ibjh7SrKJsxmDbt8PzXf7lP
Crblg2jpbN4sWahoXe1PepkpbSEnDHH0bqVqvbZjw2cG97B919atFhbx0RgUY41X6n2UCIpqh4M0
1uKYDtUa9xIA4j44a4NcnUQaFPCtlReT4PobzZL2JBZ2UqM/YfYlDRKzxgr1YuiUddK5FFVgn0R+
eZky70srt4zRHpsqfK6PHr6eY9XCIv/r35XPz5/+3uh/WLSoFh9SQzE+jQlVn4ra8rPsPRFCXqGk
7S+4gW2Ctjvf3IcsM69pGK/QyWRne/Lv9Sb48MpJdWNZFZtEt/3zcpPblHYh9wB7ECgrsVtFbRvf
MvJ6+8KqX4lgHk4S5V6rSdehVF0IVB4AVVAexd140fnZbnSAQyGfrZ2t+2TaJ5J+M9Duu8TZa2ju
macT0izJcYBqkNmaIwoLu6usPZZGu/bo0WuxrhwJJUfL33QypF1Swlp0Mxn2+MJkaqTutfP8KHBb
QkOc2s/m5gdbrOlOpJkz6oZEqEkKKgWDzhXsQ3ZqZuqRn9olEfYAwdHS8IOJVnqSxqRc0aK4ol/M
L+rw0DRTuGPL6VOnNzB1p1lBynCXuAjBVXfSHlkSIvGs+/fWaI92WZHlw+QDDNyhqRhfE5bRzoSg
dR2ReOKkM4ffEBVRxWV2Yc1uHy0jD480sXKniXWxUwJvOIzW+DGErUrXIVMO3pzo6qnZe9CWoC6o
YzqEBgyngpQOrySXsoHtNzCybwSrLixyFDxk4D5zKVQXcwWu60yH6Jnj0FVAxaLkydArMi3nBF7V
ouaGZghvjHKsg7E+690HDfrmmrAYcsCI7GG99Vvdq+InhP4Hr6JGnI9frUTyT4zg5WbwoXpXSOuc
aIQdQW1cPor5Boe0Q0JrcfK94iuMovcKH/hOycUFsLN+p7ftsDOhqfZwaa9qiKRyEOm3rK3OugGV
vrH8m56crRtgqW6tpHckR+Qfps/Ublyo7ZvPmTIZzkjr4ZjJ6mUQino/KsF2tIr4pmePCfNsbHYM
S9S3+6AnQijASYteb2eElP7Bk7K2KFJ7HbEyOaJ4H89+S6lqsuz6xif/7G9W9OafdhWmoQhNMBma
toLe8NM43JFMyadOb98N4mPcOBhZxaX4siy7ZQxlBXS1rJIPZL1RyXIvnMgHeGIo/iogmHFrhNO3
dAjFNokBzkcC8PgXqh6mAybL3sfRXKFi58R0fiIhEjMIKDyGOP+MN8OJjawn/cUzHFXDJu33o7VS
/BF8f9qPJ7n+EifZTkP0eQciICdAMGvPMEjEJsqVj4Wag2tkS3aJthcDPSDwZfFrWnfJCusYs0gb
sA3h/+rTUGzwxKhbzAN4Q/0wP/ZAteI57zOrq/a+jVTFnbqHlM4X3LUhWssZCKVgyt4HC6WRMXTN
1vdoKMXzR9irwksXdeM5NMRNMxXVjz3M//qNGlcvFLlvOVgxxGDNp8P/3r7nl7f0vf7f87P+fdV/
/37Ik36+6OqtefvtYJ01YTPetu/VePdet0nzL2jdfOX/68n/el9e5WEs3v/5x9v3NMxWYd1U4bfm
j5+nZjm9YgtG+39T8eb/4OfZ+Tf45x//p4rfsvqt/vNz3t/q5p9/SJb9D0MXOutdiKHqLOb+47/g
+82nbP0fTBa2Yah8EQX9BuaNLK+a4J9/aMY/hDz79BXWEAI8Fs+qSRudT2n/kBXiSW2Lh20CvKw/
/vXr/2T2/Xi7/zPDTwWC9tvsNZMg+EdhG72YIC3i8+xVhqWqF2o7azUt4kJT3V75aX0MQvGU6Ga4
B/YBq9LQv2nTxqxdg4Xhnlww7Gt8YyEMMWIb4701qwvsJAC4bFUO0QnUiST/0Va0c5724V6b2mGt
ajAVgjDBoXNu5ZFhWk27FTQr4Net+YzIZNjaUFMChgtMrNahYfMxCnM6rwIk3xuKcZaTKKPYsEGO
0WrwjYuVrwyqWAfrk5yF6ItSeXAaM2L4VzSMibn5EXeacV9DCelVfYXkIrgmwtsldeOtKLrN62F8
LtGAsZaGscOfZcC/Qw3HHIMbPbPV/TzixukXACPBY1FMxtEqrZE6T4+5EFEfpqPpJgojZRWDgV/V
t4HRNydE6uSw0/Tg3YjtXY5TIYyjfZhH4c2EBzFE2+DmajRcRX61FdJnaZ9Ha1tOFYJODOKdUo9A
qTZ/z4T57plasmXCeyHOgnJRn8Fimo7jNKGSzjMZQlrnORelo16bt4fCJrA3qOoziXuOoaJ3MaPx
qU/Ve3IdtVWWBs82opg1o4oO9ExCK8U2bTP1H8zv16bybpIo9lalHMtbvQsofnRUEKo03cUtEVRG
P7vrZPtq2nrt4th3+lYFt6wrzx7ZausmkyvXi72N54cbil3lhuyfTVoi7tLtjj1nL85CsTbgxreR
bR26XCtJuiOda0giDH3V4G+V2Eqh0JbYuUb6Lr6wHwqRCaKBoOqFPUIZowAV3Wdfcjm+y2uAtHXx
pbJaloKAjC+eZLI8meM1JxsO7mjXF9UvD3ZEwc4wAmJi5exLKe3gW/mPdbQ1s2ml+tm3iHohxa67
hhxqa4x2VOdYC4nhS2CR75TQR+xTiCeprFx72EqjUSi7hnAVmSXNJqkYdvF5fZfI37Bp2doQDBIr
PzABzUZF800f0L1YbKWNlr9uKfI3kzBqJog4W3kWyTwzX3hHi+Gc5mPsGpNHgmwEx9UjChHjrGvi
33aGUn+Vi/B9Uqt0RT0HP3+hb3qJtZhOTFtS0DwAsxGNUsSP6791qi/2sXcjRWzd7XR8iTR1p6bG
Flflqi9F6FAqse/MtNtp0rvAwn9XD+JbFyYYzjN/F2X1dy9gTmebG/CGqrd1b90nzJPrJzLDi03G
T+20mOPoWvbu0Bo3FbF3fe4qtR2CZkaNV8bRsYOYSOkcVrQXfItpkTm6bjF+FOTSqNoXnZgymvUo
pnPb2CgF5TclzleVmNf32D/77C43+g4uO8jbroUiSTkpM1iiDXyhAzV5KmT9NU9Ml0YuyzzfsQuU
SLMWqj/zOyGzOCu4HiK+cay1iDJRL15l0vES1CEyWwmdoSPCI2FLrKKsldhudIl5q0v2Wvd7dyzb
aDfoJamVZE7RmQ+dQE6/qR3dHKyXNyVL8TW0qQdfolPjqz08GbiLaTZHWZTLhoDWQZ/1H5JGo05K
ylfRIpCalLUmVdGBANMvNaS/i06Uj/daGgORWkNgHPSIjkMTtrtwIFBMacQHuD/qoQlx1f6dVXik
E3ildK+rByze35OM6MU0ivQ1ATJ8dWBJ5/gA17JfQraWqUx7CeA5gGqD7b/ElgaGTi/4mOsWla2u
QhEzEUiTjXfDoMnzl7Lf4yxwot7TzpElZfw2Vb0iKMjVOsQQaiPcEYc1uobc25lBTqjmNCuPCL5g
LAvRsITDlx7aCRWaCnui+VUPz6SOf0d85qMQiJ3JxMCY1wmcKcq9W/5qgz0lm7SNrloM6niM6XoZ
fl2tUi+SsBX7jlLL9pxQfMCOiKA7BnNXzW3AhgY63lhvFyMCdRI0evQG/D6nZmdhGDJykJ1wswlk
sqBlm51btB2aEJvUOXQu2IylVR1L3SbyVBefd1dI51Eep5UWhnRjBxQNhWIczBSRzmjUyXYQfDLy
ATVKfQ4sn/hiOShIXqvCzUCbaNuM41qxyc2DMkytMkCdm/SBv2nK9Mlj88VkNrjElIZrzes1d+gM
A1lvpK5IXKVRVyUbNVWlt0FJSE2Y8epANGXoieB7huI1DE3rZPfNZSjzcj3Uw4vUJuhn2xepyWqX
VDEaSZnkkjg+uUUQWK5QYoNq9rXyfZ00mpFBOdM0N1SJogWn7dYGIx7L4mqIKQxDl0PKgrdcE09W
7j+VhmSuy65CIM0GaIUvQXPIrS824WjBsm4vCe2qLTxPf9UbEv4XHzpz2D9GeTU9Tdaupky8arUQ
lnG87rSerkXU7lSL96fJQAAb3c4a28HRh/KadUBehH3wtbqE1GSejVxiRjTCg2fhOsy4iYtw14d9
iLLIfuqM4BF50ga+mRMa9lbWCaWyiu6EqIwftfX5y04UUejbYcJk2EWXn2yBAvC/qoJ3J0G9Xj6V
FtMLPm5vVUxcWEySSWJMqhA0RuFrvEftfDUomjgSAwnL5lDahUCxqEpUULMaJ4m98XZMjS9+SVux
Gvr9FCoUIagGDTl9rEoeXY/0erRcNFKLNjh7kXEKx7Q51aJzGxl3beYhZw7Lt5F+c6QeM89UfKfQ
P2yN3Bdl3ORBUD8G2F1hWDDmQmwfAP3SerCpQKBbUlEAndljIijDYDRoZ4/gYjrUBvUTzbUQQ6/C
1t5hSn23m+c0Erpb4cFx5Z76bIPPjsylvQIWbC2Z4424tiMfvBjGgSHHCAN7JuheQjPPYLaKqoLu
KRKruCU5TJ2BeYAyGVv0rxVfxBWIipcO/bU7JiAQ2sRYTS+m3HwZc50UB8+6yVm9HZN0pGA8Z5WI
2P6iQP7blKrJCqiPHyJJsl1znrVxBZekpsv2IeINNBHTr02/9lZaWr9MkiZv6WWfTbyOXPlQklix
kdN3tSRoKRrFFk7O3uuTN5JC81VdMJNmsQ+d0mSwqsM62sE8wbxj39IjGv4vd+e15DaWrelXmRdA
xYbdwM1cwNCAmUwrKaUbhJRSwnuPp58PVHVXV0/EOdHnbiaiCkGmUZIEsPda//qNZxZUgqmxflkh
CPqyhyxcbW3hirbH1EwsC4VOv4LGaeesU7g8RjXyIsblvkaqqee0y3mjmw6ygUbYqKOzLbfUq9HP
e5vD2kUVOGJ5fV50znq+KlyiUCPcCdt3Z0rHuwYjVR+GO8oLAj98rBtOo+M4uPETkahi4VdAW/Dy
ujsww7myLy2BrPXVj6U1cEVygRZV9EUzXGsbX6dlcryon8U984YoyeRhqrLax7LkzZRtE1QWDp92
T4T7XnPl2Myvs81HnfVctVFI0OHOR2H4WyBKw8K20WV2JtmO3AqB9cmGs17QAdqrKgkDmUmkNaoL
w4+aQImSB2eeYnawlZfUiuetaE5D1D0nKYaw5qYSck7QLGmMbtcPZxSOX/pxWM8qHpGHrIqKPR6B
UmKWvjK1TAdGZzoVA/MrLIl8i5PplYvlQLKIizPSQ+Jd3wpqlyPC1sHXFtyK5Ca/qbiljEyb/K6K
f6TbGGhT1LtqZlfHJa/Y3Yrlso4YBqy0HF6pTR9qj7EZar06gHcP9jEzpmLIs5dtBuUmpWYEE2yq
Z/06f8x6831NrENb6/fYAjJGL5hWJqP+1trVacwHwzeyIWzgTLC42Rj4p3DKasfb8T6YU4d+JnJH
U/F/mUaCEedke0b/u/hF2RFNLuvQ7JfXHBGyvzQoGMzBqIJusXW6jhZvUDEhCZT5c1+zvJtK9rLJ
yQTyRdniDJTg6L+/p0I8VBQr+27IyJU8ngIQb7Fa4VVn+XO37DMFXmeYbXGfgOvbM+YFBc675c8t
cRTXnBrmCrZ9oXMVr+t8NlOM7+qqO6R1/06t9I1Kr1oQoNa1MQZw/X3sX2XQrWMfYEAIPSxW3VqL
I3fAVNhLFNJYNKsNpt1Tgcs6KhnxCdoWXxIiFa9iV4BZ92NU4z49R++bNdcHzDfcUVZ6UGWl5fX9
oRgIR1IjpORoTpJJHmxVL72VoA23LIYHw2hdc5tsljgkcRixXnJuwHOnaw9Mb00k3cMXGB+lC1/l
W9nPDNGU5l7fSEwtMXtwTbNigDfiksXG+DSu2b2SOCNhWTBFYmTaYmQaonfbqWv0DxitL1PLUmqp
9xCdaBFB0HBlcYIiFw9xfxCpHED4+rvK2vn+nY7dKMzhae3uojQ6K7lIj3arf47RDbjtONfYxmC3
xh660YW5crpY2sMUU0vEQgv1arG8uCMkdx1IKzWVd+wJxEApW/WTEfR52QQ1F/LBiCK/U0jVTZUf
2axCbzTJ+yBckVhYnZqEZkcNRkgYB03EoREMNPPDCpMHaoHbt6gtKWrZz9VEdRMKMS9HTgSCROZy
lTMjZDTusZ1+2La8Jr08AME6xzpvFg83qK+poX1RRTS8OFJ5FhUDUaaQoN741cSfJEnBbp5G8yGm
ZScw8qS1zwZGIJ6zTRsLP2FycbO6mmi+q/me8ZfmzsHqqbKyjWh1Y0RjWeevjpzu8PnpTvVovCoO
DPamWzHkcQkafc0y3e0XAOJ27Gpip5OLGNOcBEyMrxy7/byuOqP0lcTLODV/KL35CaY2p117c8wy
85OsY9+jjNJViEVqFcxzlvpqU68HDI38qbDCnDhbf+wZQiWmgTZRRYVbfx2Q1xHqK6aDNn+b06S+
1CwFKfaiiL61lz2VuxAQsAxm3AJTttSydEqER9Hb0p82pppj7i/mkJNiTeRDnb1XcfIlI+/oDl+I
+01hGs1+uagfjtJ9i8cotAdxMLqtPQI2pq4GfVYrdZiw6nhHqhXm1QQPWwlCGZXX6I5Y4xIBz45i
s0XF/WOVf5uHFZPouW9gDWRXKeafY/WhzY7j14jlXTGO8PfyyTPn2QwwQfEWyyAziRASfxvkoWK6
wxQxm9y+vkprjp4ixi6JXLow18i7alWmc6N9L9IloHtTglIhGcu0oclHO8WLNGyyyxvwAUF7uo5Y
SY+WXxfD3cBUnDUVjKon9YaZzKs2t/Js69uXkmm7kkdembG41JF6n5eDdhqoeKxMzfxpVthHY3uX
PzXXaK9L4oi+iQTqe9VUjONgryrrqfjcTM6nTudOs4bP2J4Sxm5p73Md84WMa9lo7+Z9njgidrxH
dRWYWnxfNuXrJFiiUkwfBRanXlxmLwuTbnICgWW8rIhfCozl6MXW+6EFGhqalaAfIcgX3dK3XBP9
s5rg35NV8/fNPM591pyxOHiz9MW7H5zhJd2S142xL2eUBSyFgIjmvw77kXP9++HteVb+zHFaPCvp
kJ1aZQvgWbPt7AfVso8W99zx9qyItTps1Wo42kb0CBfIW0spzlFSwTfClfkAWe9hSmFWYQJDNKyh
niO15C2sCGm4mng4F/ZxAHs7JmrKSpaPp1szaQPwH4qYrJ0EA1U8H1sEcPNHpffoEVWrC2Iteeyl
9nnsu9hvIKKChVM6TNOKgdhovs+QCBNz/DEXBDUgmnAxMq8YxiCfECNpumUxw3NNI5tXtrAwtTDQ
h7h7t+RytpQNwMIkucxWzYBPugrU0qZr1vKH/XZ1EwdrLeVFSAiAQsyPeiTvldmihkRB5WM6ecYj
DxBIJcMvEidsL9bnSAGE7/pgEsXwrJjtO0tR5ca6hcNdGeZzgfvnfEVKR9SkIrwuj6+avHSp8WnW
7fy4pSMG3Ala/4ZLu7HLIHG0zRPiW6qytEMCxDGzsHt3tbXnAh6NP8jmK9vDRRVks2cwTMoMqQ3R
2WjrkRpaWLQdu0Z1fFnY13ywvjqN9tY45XPbNMz0m+l9XJzWnetLWpNLZFjqeMxaaJPMEDQuepaV
DTtIl1KPi1Y8jk53r64Tseq1VMFn4b9VagPZqr/KVegns6heNiWgJHuaTCU/1sOgALNOb6WekEy+
m+CTDEeY6nguUijvrX4g9wS2s0nIod1uSMeKnNGjfjV07Q5ja9wpJqMJZ0dnVjgmoy/k1ITaPw96
VTWhvv/I7WtML3rGu0uFNCOqw3kpkTbYyntTYqcGSeWh51I63p5FbfmpL+0f6QRqwli499FpEVG6
3ywWErvQEDaRwH3v2UQ/hZDK9XAIxdI1YeXMoDKz7eOS8aYXgte3OSWb3v5NfIBXvzcsVqr9ZSnL
Nh/Tjd5vk+oGEMLXhmktCpqihCFsrOM5mH+rje0JI2v+mGnjWLgfyjyu+VD++VzlROHwlJxvL/F2
WKuFz+33/UxOFnA6NMf4MuiZc2hjv9OWek9kwQhtWix56KLuPu61bPPSHcyh2yRwzv5yuxkJ//KR
lXQn9Hg1r5BPgfDVf/zr+99GRQ9AGtvleGn5I4VSlcfbOzblCEn/9jncnleJg1pZW59NffzhTNpl
TIBPZnKyj+YIiyRp05K9dplJYDAop+jH0NLyimjG4jk0nOE8o847KkQnMsXmld5WkdtTmE6bh6Fj
7HX7S7y99E4v3lp2K7aYsQ8dojYJkjNgRhnDqYrqwJYsvwlUAzrz8WnoI+OwmNmem1CWceEuKwuu
4jjVoa2cZyYVVTitBuPiejpSg7EmlI7TnNAjAkuZZbiWi3LUrb6bPYaVF4ELwEXtRjqyJZkDh2iK
UMRQtoZOkjS9rRjuJMgowtvf2eKOXoaUIBaOfAglXL3QVLA+V3oNUqphCQ9wcW1Oe4VxW3/zRBtC
p+oxurydwgbIv3WoRvOEwW/G4fbodrhdcTj2fGxYUUKAIhkAZAWA2RbF6fetcrtf9oNmrSyYjZTe
2g91ODZ2ClduX+wdfhnDs176TZqNXPl6BD0dp5xs1HfKNjF/9Rm7NcLUGvNXGY9aWBbm1QYpOCA7
mMLbgZCOOjAHbnmJlXmoN63NNa8v0svgOLH19jF4N6vNsIVpT6lOc1V7YxEd8yVLLwsbm68OdD23
m/F2aPbr+fYogddwGvAyVLqKcDLTSQmUbq3692HbL413hv/ssupYw3hvFj0crU+igj5/Ow9aYVd/
nhHQHFtT3pXJpBW00h8t8a53tHrbXW/glmBiuXKMxfZp0Uzpm2lJqrWt32Nlqt+3KWmVirYSLZh8
FiYt3QJL+/f31E45mplln+VSm3cF6fMuEemB3dAwlSASd3g/fN6K1DrefgDjxP6iYS1/+55azne9
FX3MxsCa0SpH5M7rEaI8FsBzPBkuyprpqHOjoWuvyutk6BiQO/2pBw1VJ3xOXcSIyX1rgkGYy4iP
T76/q7rxQa9ewBZAcHenCG1/0aJjxtUo2+SVFBr3yUJbqkw8VYzthwNJsc308W6QxmXqq1OOxgNN
H/BFpVbQ7j/qUU3uLFQumGhRd2zJmp/TLjvhmUdC10D3PM8rnjRc4ip0nVa7n7pR+phup66RF3dJ
3m6nsUUQS2zHYaDFcqWtfG1j8njHDJSzLi92VNk1oSpR6zeL+SScHmuHpfzWrKA9pijexnabA7Ph
YsBV+z3tStwd9vRWUuePI2QhT9yldoNFl5XeERDWXEaMi10Nm2rfUvuM9iSJmWsyqvbg1paXvw4S
jwlXt7G4r6I7+Oe7UMl5AriFHoK+oriUKpacRK9Rg8STN6ZsdTvl1Fw1pGO9olEK8ciAtaOomnUS
oigxgrGL3wdpA3I6JsXZKH8tq0z9xIS3g5eeW6+xFsKEV+F28KjdD7dHf30j6RstXKIKlhATU+/2
DYENKbx0s/T/+rnbv3L7YUNNP/fg64dWKFY4wfsPNbipBMfvD3HxV06rQYqpYs5hJ7zbV/86dHMt
f/9S1SHvrfF589RJp0RbZFgNg8CAbN9JwMnDOBJ2iMlbfiCt6dThyFVQEa7IWHFOQC45dcMPwBWD
f4AoTfgszhyRK7VyxziNHrAVcF5YHmNdCQUb57lhVZ1Xls1SMQpA+dnyZJzPFxWWr5HN+ByXFJNq
NJ93+rg3KHl9MFkFXCQO72ZCgrTVf0mH4hfoildbw5tet9xe9oAitX9Ncd0DpnW+zLkdeYWObwt3
FXAr9iNR8rNocP1ZZEHW39wweusCrS+tG4YZ6nnxTZ3vM4wSzBwkbULY6ita8b6Itg10PrKi698d
yczbHrCk0F8z581YAcZT08igr6+f2LI1VzqD5q0zSFfdvUg841yEViAnA312KUuIO0cMBF4TUWwe
YIbp0R4FS11+KfoM83T4gpU+ssmy4pkwm/q+4VMwgduq7NHuodYWyT5hS16n8ltaTjbr2oO+EkBt
i/Kh1hThN2WEN+R+s9eBMIqAdbA5q9UCOtRSLGyJp2YSX1Xsoq/2TjTsLO763bpPK/AOoS7Yq35d
bz6k0jD8kierzR71FTtaDTdTZirDD3aG+WBrD4WyhMzxH2GuHOcseWtXZmxO8TowOOXC4o6x3G6u
XjuJ73CU5uR91VwBrJRHx8FrldYBGT6B0mhpHibQxWrp+IyQ+fZNDWJcQPYOBKHokkURPqSp7Xru
BjekXGOw/9oPaedPuva4sQByB0dBR4PraS0p3mIT93C5vw4YWWdpG9RteV7gRu7GA7gBuLJMDnXV
XouaaY7yqGgN8lJG3k7x1Eb+MOJjOkTV1VIdV4VRlyzOz0lW1zbKGClM6XeIG8EyBmOjT+xo2Efb
uZf3eoAMFwadql8Up/OUNUbWXWPC4YNG+KM9HVUgvzpTXMNpAtPQ7gAC4QXZ4n6OpuM4U37qImAK
cQd8jgzpWnzg0XdCVPopMrt3TPvubXT0+RxfCGH63FlwZa27SJo/ccLJ0QW44H8vCyx3mpv83C5O
dlkVa/FNC7n8NukqcmMOt0e3A5oY7bLarKVlkn1rNhV2n6Rky40tOUBC+KKZUe1mOzd+cZKEyXri
lvsSwMyh5R4fxdHuMR1vT45N9basThciXOlDbFnQGNye973c/LSm6p61wXHzZVy8DIRxnI3d85WV
d45z/WtC7eEWw8pKSa2GA9Z4AqvgZA6gpWG3H7QETnnSrBl3Z98h4yeLV8n8VNfaENPBLlQd+tjU
qojx3cvC2wEe61OPJdShGYCO3XQv5lZbbzavX35gXUHESUkTI/eOY5qakx3J9Zg0GHytDoZJOLFR
+OzfXB6yvixCENcmVPcDYnAqtFJMg1cCNXtlSzynllYoVLlXqkTDBhtzU1dW3MO52sF/tQQnngGd
C8vBmypSxlmCHW9KzFkDB8MVAfe1iomuNYfxfihpeULxTd/r7WFTXuyKd1Ip+5Z3+6GuZGCQWJWX
aFkX9rguhDRrPWbw+0OsO+CDdYGaF1EAfRW/U0IMGdR2VIvm7U39rh4ZBhkjrAxycfXxsiDNcLWx
BIrfK1S9R4dImhv9zF/PK9U8izkejg7px4X715/P9hfCYI9JN2sLOeu0QvAGrRaenKOILrx97fbo
dlA0/P649amPnCWkVJGnRaKnKLavutEPdK7VZ8Ip0wt7gQoEB8hUwxQNq1pHujaOKJNTIOFpHxZS
/loQgkOgQJIrJV6la2oyBMKRL7wd4o0bNlaWYwU2HN4OZrLbNCnZabi9w36rK7+g5AEJyDRviBVg
LDVLD2mjfyKqvFGDpVgI7JN15zedYJ0eJ4ULgFqb3ot2I7XioMdkc/+c+WKBc1Q4D87LjYL2/yvH
TkJj+684drieV7/ehxRJ37/S7H7/2p80O6n+IW1kD/gH6ZaOkFj/J81O6n9ICnghdGkbqnQs6Pp/
0uwM7Q8aO1WXrHHUDboBA+9Pmp0h/oBhZ5k4EcGM04g2+09odjea37+48pqGDVTnIN6C0idNau1/
U7ihtIIJCFHn1BWCASuZlmPc3hmpTHcqJlzSYXgblA98y55tgWq2QbwSVGA4Xo6AFypSYUANwlFg
sqsvTb17iduv9mTnIQxsGPHtxzIWd5Nt9K5UiPOpC2DaFOYaaScyY/S3jnhwOLHD0yliDEfFgScI
rjxEbzPWZG4+QmJRt6uaKE/Y0aQeE77v/ZJ/ktB9ChUeiIjne0NhJ5aPIjCjmdnaPoxuJeYeqEVc
+GF38x74on7P1KqBFAHfY9mJ97BAUuPJWZ9pZV67GdHSxu6/JR8JdkiWmf1AyPnQW8n93JH3OLDJ
CNjtKo0KleHmjmQje83UvW1J85pE9fOEd1VfdMdVLEHPhgYpRH429ORxlPkH3AToVWbzVtTpB6R7
6No1H7O0tCerMS+dqd5pFZ9THvOaY9m9GXXQ0O/ppYbqkDAcvNsHhwJDNQDcjOvkZIwTAbBUFuJ8
6wVmID912HNdZxMkyccW9XXm6vxKFpnQ4JwoACbQsbLE5N1a77VcgaCOkwpN0QmiA2pzcipEy2so
9hAljClPAvwcwtDO9rGDRthnY7G+RXJ4jzp+L50QhRcZ7nlzecF7GNIfCVwuJtZcKUoPx2/7hmMA
k5CuYQAGpJgv+JC0VgpxwXjaJGVlA+Vr/4czA9j0drajXvlpNNAu+RyaQh+CdrG/ZCN7U58ttg9I
9YR1e2i2C/1j5qU77S9HXXU259afp8XtjZ69pp+vuIUBI4G0jjdeUGNx4rf4U97DeYrkaPtUPx+9
jpCWbMdTjatQKrl0+B/YvTcZ5hH9NNTySzfY08Up4veoYKA+dM5rJjuYu/F9jAVyX8B/A+9xe5Fl
MD2zbeet2yy466Myqe9a945RnPKsQQhQCydxY8QYvp74rWNFnhmFxoYRZSdlemI/QZagu3rPa51N
eZ4iijlYYLebJaIM9QRehlurGt4mPho5CV9d9Sdq65RZq4PVZvwl3Yorfg9aDsBPJMTTlHYaVp3x
U4v88JAjJfSNnTveVrzN5oD7S+Ktu+/o3kBMkdc0zBWtSnt2hqFz42cxgzsLR17JPsd3HKrBWDi/
oiHAc+y50fSAAMojJqkfDMQWd4Md4cLoOhekSELyMK+Qwz4Wh2EcsX+2y5b3xZyx/a0ZU+fcCeKL
CpDCNbq4kwqJi4h7Y+YSkRPTyrLkXMVVBztqjt/Uurf9obYmLtOe4XLfEUJkqa5yLmObjrLgFlO4
6egvjmQ9khfL5ZDqryhoUfyj8cM/JtzyH3kbHyByUnrzWY+8CqHGH0an+uN8MLb0Nd2Wg5qrj0AD
pCsReO92E2qOpKRhq8tzaywKTyKAT5njtMT3LTv7AZES6fxC5MLcRm9Vl6ynkVOImuxVw93bw9YF
Hg9+DXDSHDdtEe0XFuupDqvGi/dxBKmvuMT0bzLn71oStjJr7THpcWZi9cwtCW+yeayIjvbK3lYP
iDIgAuXlD4WFzMuG9gz9i1+SpePViVdovUnYXSsYUepuI6ABdIX6PNq4G6FGgjEB6OWhYMWHrlsZ
a2r7PTs2zEVSeV0yFsu6675rtfOhLUXuKVi39AkW5VG7YqzURMfaUC5ADssRSvRjnmxhl+hagG8V
Mrzkc9+zHOEssveY+l06M0yp6Hz9tge9JO/lAAGqYjPI73U+CApL+z6GV5oyDXdS/QUHJajAOIbY
2G4ZO+VSZPmHjjTUS5SqPlCDXmeFMzgZZu9VsQVtpapweFntT2JEPW6rtI9wc+9F2VGDjZAeRYl7
gQMfhUez6cp4DGI4aMcZP09vyadgUtEcT7lNF2Q4j0h4D4b+oJScCiWq7jQMV/CzIolczf2kyRhA
Fi/6zNnKzbd5mMm5kPl2qJvOObZr86NBFM/EG1d5Nl/P0gGPjMIGmtLgnRhcLvtaAkT+tHZ55sfO
8EzD/yK68Sc9x6fOYihiA3KAb8SPMv95u8oXB095CvKsm2ArHGcDI5yyX1O3kfVDil0a81WWWyLC
zq1ORXvbsBhUpN6m8EJBfiNv6uEgEv3IBNBMf+hT87Csw3dw9Y+EgS8WH18xRG1hzRQ/QW0YDhEK
7MVaeSwNzQyglZ0jMkSQrCimWwhMKTIHZVEP4L6Y8MGxL4nGsxLjdBVp1nWb5f08i50OzwocTZrX
JlEwpriXScgo0SZ+CaaaNlkr8N/Wp00nkHir2q/pSCpiE7MZKSr8LlJJcGK2uJe3qevYnIqrApHX
2ypmVDIrv0MT+9I1IlS3yk0X9smcm02IXzh2YlAYLd+GCPOw3Chiz4q/4wo6eVNzZ85fCYYo/K4z
ezdS250cNwhvtlhs0AienZHflsNQHcjvO8UlEu6OXCcFWQt4EMlbYNkY/ErltZ+I1Ots5AHRqD1N
Y+e147IcaFLXo7XssW49OzGyh8KDvdIukdvGzFyjiTcxj6heswQK22pI5ARXXXJeCzEcSlmg1dm3
Q24efWfCvhV79UUSiLso6nFKWRDxd3zd1uFtybc8XGAaeFXHYmsaTwJ+a6qK5OCM7JSJfm8O0Hvy
jLJBMZsXZea9JM69jk0sq1sh/KQV1V2vBnGtJNe9dEkb7V72ILtSU6/rJt5uV46j1wA5wAa2gq8A
UbuBXBQwU7Y4qJtWDt8JhRncjod5ir6kWQmxwmzd+OpIPedCMtBYL3Ig94cx7zZD68jkzlyO3AxK
alDDEOrS6pc9qy1B1Ra8OxF9H0YTMfaUMF+JIEq6dSs/l+jLglyhzLLyA5pyhoVDRmTqlB0GQrv4
yKuTZlnDZdCWPw/tWg+XDnd011w7+EpdgODICXW1P9oD1Hkq8K9JiwAtB/Pve+BEimPwyc5RYW0X
Xwqx+InS7//aM+3Y91ia2cFuGkQQUbepYdxz+P1cAJH71QS2pBGxGCZ18QAFeoFsKl7sHYJoVr0P
1R2CqCVodJwFJEmSh2d0Y2jubeFtKnJ7ejswWB/D6LDG/Rhaxo/5n3MdSJ645q8zyC6+Lhcstx4M
khcO+d7POTZDkC5TcX/SSeXTOqhew4EgEe2EaREMXeOKu796FCis8Mgi2hp6Er7PmAM5x1Krjgwn
YKJUe4OIs80QLmXxyeyc4tDevtHmXHIAXAqVdzyE26DGmBsHaYsAJGOyx52Eb3aK0tLGfPaSVFeA
VRFUWszEZVVj/AsG1IzJ6HVF1FK09/EdWMqdUmuCwYNuwfhhLOoYOpC6sTC7Gtyuql4i85e1VNFL
v+kUYM70XtfddJdIMd1tT0ViXZtWzxkW2mbIX/lEEHnDnCDUSdXCVLE4F8ALQdtxwdi9WBhERorq
3R7mUqPEsaAO7d9ImwJyxSg3V92yFwhec5jtAMntUUF+WSXjC0ayWK5gZIEDmfxaKRtAGhert40W
1FKU67Wm6uGcMNq1hM606K/n2gJFm8iDn+UOKEFBAX79/dBAGrJKdC8wySTmlwDwqoITIq5GDgak
fepT5gAiLfaGbYJ2h+OygoESc9/YBH3dn2lk4Ha0WaAuiz01/oRw83I79Pu3fz+dm89wF6KDVQ8y
oFEBFC2H+QLHQ8W5gbQ+IS0cT8VEbwgDEGugdL6zokS6umZib9thyrkJE2sLx7y0ZWX9fhQZnfSN
QdERwPC124+MGFtW/RaqFmKA21f0/ZesChtg2cHNGntxr+ro/uZsAj1XLoS3dF/zLqp82xTWdY4g
CUzOOF3mdrbuV0W5yzaqcCzwX1KoTdehNC/VDEDdEtV+aeWoYvdJEqdWW/Hx9hQ5yVVHxh3Imdqs
mYX2CkVAveuJ9XPnCceJVS1xmHLs2MeAdAZrjBmdyfwpN7UcLsXytRxl+bkZHTMgT20fKJqU5xaA
/cinnUjr9V/whT9Vcv+rGsvHOq2GHpXf35Wj5t6t70kPkDq5WBDa/Zt8vXAUbTPqbjwNZV8dtR0/
Tj7SHBGnXtmv8MdoHARtyYRvupGye/1P/r6hIim3bCGZkv/dQQA9mrY6QzOeerl8MjcCPCTFJM2e
nuY/Kfa1ninZaIH7q9t/Y7qwi2L/ig/6860jnEWVCIUTu5a//2mKfwVjjmo8FSt94t4w9qPzuhSr
6pKs622GOAnsI3/7avxHkNVrXfLf31WgfxeS/u/79L2r+/pj+C9/6v8hfalNLPW/XBv/l77U/1V8
n793v/4V+Pr9O/8Avsw/hIFIFFdPk4WMtMK/gC8TTEyygSIGN4SloSH9h7zU+YNrG1DMwUZIwljk
l/7EvXT7D8NACSr49zDzol35T3AvdK7/djk5wrSQq2L/Y4OnoZr8++WUZ1OSqZvTnqZ8T2YDGt/U
qT1gAR7ONy9evBMCLqzUhUK6D/uVyQoQPlQndWLuVyKpQqqNfzc0eBztFChSmWG6RKNg/YNpFPn0
Y+EeIHMNAaY28WWq0DnZNfEw+aQRSaQNlx47cKjyd3jFKUQLf7OtpodXP0AdtvARSO2YHkGh+Ffb
5LuAs3zsJSsfDjdnCjJwD4OMJcuvEmGAjNtxkK71L9rT7WiQQXmweYtePqGTqfo3UpuvdROmpUp9
OhbfwMtsPzLG47K0g7+ulk2/JolFws8RQ6mrrXdKAB0mDzpsZQinonHYIsGMwDxG9PQvdVZcRExX
pYzm4E1Rsl2sNQakhsUn0/a+U80oWG12+3I5E7SxoWEY2oPR549aHH+zokJ9gcCx61TuoqwEct9W
1RPr60jwI8oHZmlDArWVOThJQhnT1aXd6/5YfN1E75Lh5HibZr7Ms9YEi5HnL1Esv6YNDe693lnN
eR76JOgM9ddWydnLZHNFqKR6zuoQhr3bq+JFBWCefhtrxjIKphY5nvh1qS7emg5DYM1ByVp3KMtS
QLk8cA195DMVr94AVHTZ8HLrSyyVc38Q2vCZyBPIawurLuHHl8SywETjn5DSEreKysRVE+2pm7Qn
M8ch3HHyBMFAMoGh1e7hASHFFSLP7Is4/1iNzC9kuGG1Ao5Zw35IM7c0rNcowotU9lbr9d1KHES6
Yb3UYrtlMmxkmkkSg0VwYlY+JvwhGJrQs0lXxPUBlEPTnioldlfsBpHV3+PHUmHBXL1MtNteyujc
g4vpMYrLUApVk0t9ec7t+Emzy7t6Le9M8aNrykc4/iHUWliGEdrPLOOk5Gv8DSTrvDZUWwpDU7Af
XX/K1/xba7I7yLp+GfMywLqz+JwDMAESlQMEbD1J/AhMFX6KckJ5PXkps6gmeojH9mHRoyCSlM24
Pr/yikEmTKbVZHfg8qyqh3LSaiiWIJCjiEdEPCc9VpqgXDSvG0GOpgEJUsk97jbTcqrn2ThYrSRg
sHM8R5mXM0EjSMqBSdQFe3G9QnIt225vGElaISyUDDTm2zii72rKj8wGDksuCEwZzjrqQ2Qo6MAj
BY6IpACxX8aunx+sDt9Lst7k1rxYygopMyoODmrnSu2Sz3rDgHtOP9BdRsTinovZPAFD25Duhhag
2Tll6wuE7z4oFtpKEk1exwTTYqipiLc8Zk7pcSgaIHSnqb2+zCi/MA2N9ZzY81KAErat41s9xPic
pSbvpvTc/OiQlT+aV71I6AJ05Qr+SyLVvrYp8AQhRsUZnmdf1nmpCb2ZnstUKpBl4PDRUpOAo9nu
EEKY8lTZdT5ZJY1vKHOP+L59atdiuUM0Cp+bOhE17BoHiV51QZU2xrHEjgxV2C5yKJ7xtDBO9M4Y
+KOoinLKdTkOQKWJeHCmzTkQfzi32JRFafJSJ+0GsFbt0S0tni/lBwps9JdbXEGcV99ligUmLdb8
EiGPmuC2C+in8LdjR32UrVr42Epdp/VJ07PLAG/I1fUEk/My+j/cnVlT3Mi6tX+ROjSkptuSagYM
2ODhRmHaWPMspYZf/z0p3I13n70v9rk7nyOsUImCEoUqlfm+az0rJOCEDE2ZhqVpP69m9TGNccxI
aAiBTUz5Fcm4eyWTDbifs+zJlI4PyLnGXcGi+tqYa3mYOAGrHbordJaOuXWGuVpbf8icNWG0HKxl
fs6gUe4cA2OGtL2jFQ8DWvH0wZ17tAQGNoM6gnZBEdm5mqYdn5sxDplLYkofryah5VfdmDFIFITL
I5EaTit8GJFCfssjRfgY2pwwqiKA3ZGcC9r0dT7Zx9GbZgYdxtHFT1dV3O6CSunASqv/aboUxYFz
aFd6o9o1LXobIah5r1U2M2WZUsHSlB+zaMsroE2dAgEvp1FyPFXTekcEUHWCcY6eatGx2ZToK9Yy
hLkGXK718xt8L5/9cc2OlLX86yLb5mT5zi0eOhvt+AI9oRNOmA7CeTuLTp3Kdj4tiHQ3c0kN5Qgr
jhlOW/d2llVCFHA+KoUFpeSVlQ8CKJuF0bbbptgGgfP59XqJHetTrVtmqI3JCd6veeiE+TBbqMFp
OcltxeX21mXbq9QqTIB22g0ZaKR6lT9LEnEO9dK2OzP7IguORk6h8M5r0GFC3umLuI8rke8Xf73d
ev4x+sazQSWJRSF6Em29bWeqrNu06r+agP4fmjcqmCJTrf8MJjnX0/ffJ42/vuHXrNHX/zBsF6Ka
B6TrNyKJA6zEVHN/FzmE6agQlr9apRZEEgZiYPW0Rfm+f2mVWg6cNsiOnieYcDr/zZSRjiw/6vcl
iK6YJ4L5qSV8HSisxey0+S0fEGHWICtXueOs/PM8qD5QYu97PjRj69eBHmXPnrmklOr7mz5dYZU0
GCjdxfyuZVa61xgrj6A5b6n4EUbqfUtajGpWmPV5+pSiqxib4ufCKHFaFv/H7H4bMG9eBdSAcZHa
Cfi0+cnS1/3ceNa10bsblnn63QhBrNPzc1kp3PZUfDLpOD8sZGgAabsszYSiOU5pPFbadHQqIGw5
iATREGDZDS4mPTTVMaHpcedSuZLzGUljfLBGmA12JIYDPrA9ITwlGiGgK1Xu9mFROJ8TH2BxbZbm
Dl/Zvsni9Y5+dZg50bSLGmE9tJXz6jqFH/SJfE3todivnX2T+sN8Fl7/1M5rfHDJpAcHx9xI1JZ2
FYJ+yTR8nVJuUin6IznhqSIlHQ6gMT/lQCMaS9yaYiSw3XeutWK81OvygBxRPxvjcKav0QZg2Vdi
G8zsGC3exRikfoili2iJVozXNgVKw0jfGc2HaeUuhRoOAkJKRUQha+302jVof6iKwXZslvUKL+Ik
ivMyxOHcUh2c7RMT5X5vpQn8uCYNvWR5wVCOeWD0YbNMOUCNuboTcjSOswOirKu+ia5/WswU+VUk
jpAUyqMR2T/aqhyDvnD6S9SQATiZi7vzpVsel4mic53DY+5MVMTwqY2VND3KoFg+M2eBqwlo9lik
7tVK9qaJS8OfJ2/voqLHjC1+WlZ1xbQ/XCsNzPis+TfR5B2c53yo4iMJ27fFjHd8LZIXMbUS2b5+
ETI3mc/Yd8Kuy0Nlp/MprV9p+DgoAuhO5nNJYFM2fmU2PYXpupR7OYARrCL7bJqw2agZn3s3LvaZ
1VFlSgroyDb4UMqJAeixH1UNRMMV9JL1OPphOOl0svJeYNfzUkJJiMnCHDgEjeY+YGsEBz9hWbdj
22BRJr9VejJTPh5u83itrySd7Kx6Gs6lVp9tN/avK7Fsy7LzyPKFkfuhifv4wclOlvRDI+nQ7XOB
HWmahnbjfUH/DqOGBZDUzOhcms1DByL7FsMsqehwrrq5QGOHPM9mbRV0EBFDMl9or4juii6HOPiO
8m/W6ddSNOMZOlkVDkP6eYQwTsIZYfeJWzo3ev2nNvfd0Zfl13gZmO54BTCXDk07vUtov/adbkY3
ndbQ+UlR8XnT8tXySo/wMvTDmq19mEriDInqA8fKAjPRz6WHj16Kj1UhqtuStSeCTQdYAVwSp6Fx
by9VHggPs5sRR4Gfw/UYIBiemDEc0JK+VBgVjsXIXSudivgIdubLgIQjcuVdPNvMor+lReofevC2
fuI9dhMDl8HyEHwdTUQPSRN0/V0bcdVk1TdjtcEcAG+hGWoxnzKxRNf9Q2GuPwVAfS8voZ3I/ejT
tk9t/dWDt+jUGtEPMMzDiAD1OSv/5Lzp6ufuuanpF1UtOjkPeb7NsuG62iviAsJN67FPjgPB5w51
NhQC+56WNz5EVI168lQyaFNFBihiF0j9ioHiZdc3S/DY1ZhsV7AkKArn/E57jNvh4FZVejab4gMh
nPIw2s6fkkCWoDAgKEfEwBJx29g7bFfmGbEZLrYCTLqT3Xe9I/co0Zu9oE1TYV8OS6jjACW8U0YY
jo+sM8tpOkq62uQc5Nl+0ei74DMKhvJLs3b5gRtVi2yB9AF9ljvRovo3gRUU+O/32vLDjmn8zzk1
LpbJh1JQ21uc7pszc/2Imd+yxYIV9Kv7uXydESzCwenWczcQyU7eU5LWwGwpVkJcqEhQ8VGluvld
PsJEGIxBC3VW6vSmiAvjlGsJ0pC0K/9cAYXftabdHEbtFY6Oc0gxCe5qiq6hNb3m7oRSZ/Z7aARW
/Mw99zDM4KI6IDp4erswW5abjFCoY1GVL7AWnzQ9uhoTuTAxmn8nNsFHaPJziwJV0+nbG1mEQtkg
78AHCFX08Ue/lI+trOzDOlvdnvoQFI4Rt9aMbXrnze7HJdL7g1cjnnR73fyQ00CjXOFFlzEb3KBH
dICC0ml2fWMsx6gnKFN3B/Js0aXvRd/rQexW/R7b032UQ5jxx/bGiHouH+pXcPKRagDyrbnY8cuk
pD8OcM8IdCHizBPYhygOYAhrbCs0/QIAUEuXQPiteUzM4STWBvUIDc8lLkOKl0ADeiiLxBV3AcaB
4SLxQDsEi99ZTtOG0ilNoAWUeKKJe4I3NwdfK568xSuIc22fdH1RXjfqF66c212/YFAf0XCBzILE
NKy8b/SYsNrLurgT9cLgGw0HoAe36djclA66YKuDmBKb/Q1GRwoSc519mIrh6JAotjb+dDE1kgeS
NL9WaRkTA3BCZ4JPX6PUP/uYq7izo8WcqqNo5o47OhUqz4C4kCGBJ755CBxo53gwK5xnFVgGmJTu
UEKtStEKpfDCvM71EQ+nhDGgyfArgys3a4YzvjtU+WUdgOHgQvAmIqVM73ZshHkiaThttFOCmhsB
AvlYLsAa7vDt0YkaDF3JXJ/AGHPLzXcF9b0bO6IOkWQZiMsGj0pPi7DRIN7YKI0KaZ/HvLYp5HTY
pUVVfuhTpgF+jsyrPcZxgTQ1TWJclR5dFQ3TuTOuBdW45UhaUhzaxaIH7dy6DEBGeUmyqKQFVWTj
x2HlAogb8xSvymIniw6VTLzYUCWcHoQUsUqdaBD4dt4Pc1i0UJrnzS61Hd32hBKoujjHAMtX+6KX
H2c3Wi/eCIqird2JqwyzRGM6JjjHDLMCl9nFaaxvWb50rKeQtVh0xTsGsZM+6CdbH5fLtlmL0UCp
7X/PaQ3tY1v+qa1QXd+cuDoGtL1Z6PhglOuutNfxFNkacQ4Gi/okLgI39TFjjXl1zUyvOQ6bKvSt
w5e73Adym/aPlqMHijX4QcPwMjAHh9oAAmc7ybmaYPVgLArqKBWXebSTYJYUKKz+qSvJYYkJPoq1
7inKh/xAlbR9cx8afn+T4R9B24YXMW68G3OV2gEiWAuhbmzR2bJndtqvve3htinxSVhN6p9Gpbje
Nv3fe4tpaWdIgZDD02vi4eeq/Ucr0jNyNKL8LBlPqhE0s13lWVBlCGFrW8dLx/z1YIjmfjvdybW8
Y5LHJ7hn9WUzKG8bSOlok98fk0hBNSZyPm+WL4QeOPuaGKRmpD72M2l9u461DPfWTsJmqbpjTyWN
uVfHsW23F7y9OeCcYLvedOMzXhVwJ8rVLFFHLbiH1ZLWJgShXVvEUH+7Ej17RCz+tt1sioao71cH
qQHt2q+bWY3r85dj7d27Zqnq9mbcFDpJnKCydus6LcFmb8UE01w2k9/2EDjQq95A53w/lDdUTYVP
apChTH7be2Fvb8v2XvWmfWObaXQwP8H1Wi+J3YkLmQYOtp0M/6XqU2+bXu313s92rKCTTGRB5zrL
7hxJNJyoVl5mOQcek50T+bQSRfZfmzf/Y+HWh9xfn0qt0S6o1TVW/eqaS/l8tlRoV+XU3DaedNFQ
Ov1roa9IUtapXRFYuSeNeQcBHUrtrTbe+14lKOXrqynwew5fB6VS3zYuHnXiimCYMHFk7BuBFzW1
D3RXWQyddATihvl3FuuIKqDvHn13Wg7bF6X6sFvtnMAepl4pQP8rUd087PQa9OQ2TjhqiOjUq217
BkBbfDDqMZXNZxIv4sP2R9n+FtsfSuZWeXAqoimsDHfw5tVsHf/gpoZDdIuSmv/r9dtPE2sqVJUK
6Pfrwoa+gkfEP5tjC5lru5DfbKtiaftTx4TA294Q7uO/v1/+3EDhKMlnPrOceHsLtt9y+31Faq6X
99+cYbs6eF1yLhcZIqAFY6FbP2oKWaoiLU7uYDwYrIgBmpehbXbMvS2fEJ5VfO1pingmzZhhyA7L
Uj9pFZZ6YDkKfLciJfaGV52/itf3AOKm5UuX5wywXuzvKmDH3Md9K+yWIb9938x+Z4D0S6+9je1I
EHvurIqHVZ90l5wnM7UfZeIl4ejftloLrzG67xzWblrCjV4g28/AmmiwUkQvHuuh/tiKA3dM6tRi
xWOVM3k3yvyw+tXtLG+zqvrTcI1nPUbkQSonK78p/Vzqz1mSL7vCa77EsvpiuhF0FouPgFFmdxCM
ilMt5gcAlnbdZgCpyps0RjFY4htkamF9HntWnpgkGNohz4wuGjp9tfNDDBiJfAemPq78lDUYEeOO
loA1ATgskqfWoG2gJqrkZ9N/IR3yjFRI5YhBPPLc6ogCLjCW+d4vvU+ZhWefQsTVe0E5RC0M8uZC
1fHRRksLS1heeiFuC3w/5oO3PjZFkR4ipHp0/vMboqFfWJCUhA9pd9oY5ztTlDB/BKt1z2upRBCO
5UQu5VZ6T4XXfcxi+0NV3C9e/oMYZbIKiTyDHR5/70cmKxoqa7AL+Y1nz14wu/JkZ80jkRHUuI+t
GVUBae2ke9fDfe7CAE9mzBWiLPbRREelhpa4ZvJWn59JaxzANFDEZ5IxdB0fCYPiOEy/hDlzCO7m
ySu411kYq/WMeZWXp+d1qMsQPp7Iv/e2/NQ73jfJm7AmVBDHCdYrIv6PXZFfvFJ/bAuaCNZiYbBe
kQ+yppYZ3Zds6h9E5GJWQhnWFfjx4iJ9HmeI3NJ8WuCeU87GKFnar11n4ceyWrC36C2WfrwvG7lP
6sMqZhQa2ZEP/M8+hU/oD34SNsjIzdm+adG29HaN1yzB9dim7j4DW0uHo38sGw101AlzfhyAJH5Z
zfwx8xdAf7lzWyzQshDPqRTfk1UtF/Ag11yMh1xCOJRiBtBt3CGHfVo792Nu+F99wKGByedorVds
NlZeA2nw7oumPFZ6cTfR29oxJz12zvilrstHzhKwhg+mDNLVsUpYeImCjHcL3umCBIxKybgra1bu
LqVsjT9DPN3PhWDimO91urAr9RqJQT1FAWsJuQQ2PWU4wf59OsNcW6KLa0cA7fr+S0dQ1G4C8jGY
Tk+4oEdicQdCa0DveTXTNqVtqX3F2E3cp1FzKziPLHrcGloQ+a8sblv5XTcJeNC1EawKguRhZTjA
3IPqsBjux97zgkgLk1zZilDNHUggQ8xifOq9CpFkOxVwesowQ3QFj0l2vLxLEBxlua6U0xXmwxJ6
Q3widS1BvU5rrJt0ODkS135W/Sxa2OfSab54wgQLTEu3NozXAXZsmNTyrmGKtVsJ+d0VhV8EY+Oj
T4VUNQkAtXn6uIAYv46lTHcxFm4U+PTPEhh7wMB3rqtdsqnVbnQzvkEHizZ90rN7EHRL4HfWsbfd
Rx/WY1BLU4akce5EQX5Mtjg/mVnEe2uUbcBn1FVJUHP5vPTpA+vi9cYQ6U3tl8ysnfGnNULZ91sK
Ep31fbY7/bh2+lekZPV+XcV1RFYYZK22m72k5yr/IYrO3a8IevZeDNw1b4KZkNzU8m7tBhhvhPdC
rJT4RUaOMsrToNErxIlR9ZSmyz0ynzooc8LJ9EGgwjOLZ+4aiCcjCoELykZMgGfNJTF01B9JonpB
ilXdmqAWglWZVIbC/kDqYsrg3KZ41mz8sBKhALFFJSZXqgzIOyPvZwaZbc8yxA56LR1DxItkxtrG
PrGbL0CSxA3DWkjaJ8S+uPtJ2WM5dHMTWiJvTnoUfQSMiZTOb38msGkHC+hPWXavCVWUHVQaL1vq
UKtuICkMKBGKhzSReZhLgpXsUr8ZuvGDaIsf3GJQLGVgjDeMyPBllN4rt3QZ0KhJ8HmLi1FCK8tg
mtLOmtYRzdbEvTFjTjYKKzB7D9XBcMh6wVSWWxofpN7Za/lMwQvvZF6Tm+hLLb7QO6s9JNEQbkMb
jBUdEsoslo6OdBAeKNxVe3FHQl8bzIrooEbGg/Sxy+3yDuy83DklbodxnNyAVzIK975gYR3gQGhC
TUxWCBasG29p/weGEN+62a2YZ44TmjYbIORr5/GRLw3/4ONC2FkGcFePU6uBm+xM6ucAP0bAdcnX
Wgf2tg6h3+JHkeQ4WGu/PEQ2bj60u+vemmN9vyKX26HsFuNK8691+YXRbta6Qd666TyiiyeCyctB
Fdkny2qnG83xXhLfvtVYhYWOKMllEp+qHHJileUuxdLN1yHviX4Oxq45objDXlTOdwv4hFuLqzoF
zLJmcPaFhfJcW8zxkFzysujCuS+uKaME7bYafWEB1Gyt8XHY+3LATkzBG7grUGLbeIy59AmGsgr3
YLvTn7mVf6rH277y7J2kkxAW5F8EcjRZMxHMPpcrFTjHxKg1HNNIS+8XeZyNVb9QJsMvQR8Zlizx
UmnnPKSpeZ+UxHgW4nNOfXvXq7XFtnFBxbUkTJ/wT30SDGxTOLmIzNzBpOJFcYj+Zb2nFpwesw7d
R5pz849/lnPUXOEm60dXtSH70VGD4XzSrIJsFUJHk9G/S4F/0VytPmbyhfiHyGzt/cCUCBtOZINu
s56wo/Ngwbfu5t/9CMEEvYjutBTy62rML8ybyLUrvuk5ft288B4iAJIWPuugSx+sgvPp3enHnIgz
lcobrfSQHOLQxn3y3bYX6Dgkg7NQPq86yyvl1h+F+1i3SCCGfghtK3tpTPGyUvEIm0FDIiFYao5c
dZ6n3ZrgfPZDHcEaI2U64G/CMJxXJQUCZu/a6PDnBOikxfgJFnz2lEwfrbbNgq4t93Zp7QfDP9NT
nw5mkbWHdVWlpIlOsGHWe/xH+KsG6+xYELgKe7wuc+WQMCw+uEbS7mHb0b8vfSfEUNp8GIr8oOco
GFgNDDsA3sxQury9SRw8zHrZhBRUerLWvhMaXYW6/mfbwOHw+TuWDQlKo0MmW6P736emQtgBLKkM
qDrhrtfxNXiqYD4ay43b3k0rRQu/qz+VhYvEnVixIDEQMYNn0wul1x8u22NdKYFNtfR63jyl3aYU
fveYbge3DbnuDBc2I71WuZiyDdJ1jAmtO4X/cFE/QdN5AaLBWbN5XG9JmpGaxAtVc/VAT2Q+MOEZ
3g5tx7eNnBBDR3gMIN2hW85mu+hPUumn9ew2W8uvHqWMfVP448VzgcagDJJQJaoab78Hwx6dAPeV
Oo+pCMTwIUa6DpdJbTiBm9WIcVCp47rzNTMFshElC96czx4xLSS32MQAKZv3jOWFhhudke0hWmc/
0OrGUcUy1O2qtJHobUkCGtOZmMD4M+2ufpdW6xS6qiBiqw2Vm983xaCn4Wqu+J/Uwn7Tqc2R9WgM
BTO1tPiERbs72DPC9W1DBNmMqijn13K0E1kuSJizYaK0xWbbez9W69P9MAnaZi4CjkqtwONokRcf
wgAqcPX4/SBWp7C2C+OkZxP2YSxNXe40J81mcbTOTcLdPaJZ1CGK25E0MVwKVc5qK8/cRVDEKLVl
pAqhg9trGd/nKEhR06548tWeUJttTz2jNb0BZYErwn7AXjAk9ySOZQDsRjLPrDHzLroJ3SNzOtDB
umZeSsc0L43ak5DGzi6dT4l36hLlk8DMPvnawe3yD9uxTLGFtj1jFiZAQYcCZzW+GpY17yu7ZTah
JcZFRKhD8vZle7AdFkM1nHP+YoNe6Zdt0/2994+HTHj7fd6g7drOD4SbxXUbGj2/sK7oQdtmO7wM
A274+mGEDw0UzUnyY1Nkd4YA2ULdiZPdzjhnkoCR1DKCRp2jWFDGOGqzPdw2TjtkYds95g13Yjh1
48Wt3l7/t5NQb5Lj2SjPF3Ue21cWLgSIdnzCp9wG7PRJtB16HfLaxqSJWXNhwdA/lzGLldXFGpji
nSW1goXX4jr0OKwILs/O6hpxt5bEA5U1JW0Nuc2uj4Ybw7QzJOnZ93wuXpgDgUFZph0YByc06vTV
tqunGiRTlC/wAmqjDdZcH+n0wK1bc94uwONXpvmsJeAKBjLty71BoQINjsCakT8OM4LFXPLjOi0J
f+rhzHrzuEYEwJtdfKXoS6iDOHep8VQb8hX0PVVwiZsozjTeBRcKLTPFsJMuEYjwZ/BbftQ0KKUt
iOH/hdj4/5LWw9lCW/6z1uP6PyNo3r7lL7WH+MP2fBffOXZllUKDA/5XBg2JgFjghYl0A2c6mZFo
Lf5SfOh/6Oqf65CJ6vMVhMp/iYSdP3yffBqPmofjGY74r8zxhq7/T8WHb+kuWmjHtjwcQv9QCdNV
8QrmDBgZouhsZYV+M8FpuHHRKF1WxpEYswx29eZoLGMrkYNRzBb9DHViG7NHF3AcM00cwk5anLdj
pJZR+FeDOSjt9vL+EDFFIIfOPm1fJCYOzBsqVgUFMVQhedvDxlJdunG0zrI9vR9+/9p2DCAgpYr3
Lw91z7hh5dfOBaAZJMzBDqmAqdwWIE7Tr7KsDXwOO+zrGvRvSDi5ToXfQsyIEybhZ4E+rXD9SFA7
WZ3sVwd1V+frhY6/+BMsdyRbQgMNrSXXwlT0VMf5KYexPbqGTMQNZp4Trh8RrqWtX7ZNHzH+0PD6
zOoE74g18+GCw+sR6AABXr1HUXXQ4CcfDQU53O58vF5z+cfDmZ7I2jOhx7bxwS1iFNnJkOyKdbzd
JhZGH10aB+HGdvPbNoXNYrKiz74TYgCU5mIDJe4x2DAg20ZbuYXutl16KgCB+Z3rMqa3I8k0eT+N
7VxWdX7b3rbhPIZDr08Pvront4og977ZjiHHDWe6cacqa6MTteIdtGoM0BQfnbqg2A8loEj2QqPb
a3keM9Xt5rdtCCtnYMzkaaYJBdy+ifegeLXDKpOPs5/Ol3q2UzLND6nyJjkp1WKKA8uUUDKP0m5n
tg0m5xXNzqzQLcKW+ZGcs5vtxp2W1oFWR32aP2wBjPStsXYYmYT4YOHyqRFC6Cq6J9dB6AEcN5CK
AmmASyIaU90I/IpFAF2fyUBL0LTGC4GWN5mniIqKrbhtoLTg1fBksD0iYJLAHVSuGeVfyo6qy7Zt
YE7/2qsXWyK0e6Rt8NkF0Rk6fKqgzlJWbQ3HO1vOmQncwcPheqpcrkw/A/Ed1RgknWJ5mz0SIYfU
vBaEp6h5JLFN3X4w/Z9+SzwaKQys3Fd1v3x7NsHFEL62Z4r+de6/IklPe3CjEkoB7+74IKhPHYiT
JVFbmn9qvbVwiXbIFAwXfpOaT7WK4DKiag+x06PibMALknEJb1i9HWT18llq1QJrexvs3GgOetM8
/uN3r1TrMWbeDs+2w1ypUF2D6hnRB6su29722bTLiYr1tks/j4lLZZ9GaPGqki9S7Ucn24ScKtrB
KwjVgRn01MPyaxPYyX07sxhagPisEboTcDX4QSXqG2dM6GmOzSdnzhYuMZd4kU6ClHGWA67A5JBU
7THP01NXzxjeovLUD5N+mVRzA/Fkr7fO2VRdoQ1A5GgSWJ4Z4wb3lr5QF7kZEKwwBF4FBypaom4f
jVSY0izpsM3BCHDpSG0YJSFMLSgqRooNrdSUgJwXAoTKv+f8pnIianP8EiM9xSLrIx8eHPraqXfK
ZcoKyUZyoeG/RUE9H4ElQglSm23uve1tx3Cbyn3uZH9un35PNYXaNmc0YEGO5IkYvl3SSGofyBK5
JphztpaxQTmgOnYYQt5OKS/mUyuJJ1HWy+0QppdhJzTEErL4big40rZOoDkgLwSai6xcg6rp65Pb
2jgIKv6c27XwtitUGxrK6MlX7T+s8N/8KrX2uRUNZHvfL5D6KA2vlI4QhYhwsJHFmxudKJZ3CQY6
6Ol0iPPYgD3l3ftGY7LynMAeoVDG1nWd0hVvgI1B0nxYS22f1jQjBuqEoV50FFj+HnqRRIFdc7K3
cdlLWBBjCOGOh1f3pBuNdszj6UFDMoHNsdqJprlNa6MPmhR/aAlVLWBKsFAGVRSWlfwTCj1taGfd
DR0UJIpROrLWY4W27VkZrENXG07l6DfIBPlzYA8jW4dC/GV7CGL1R6vX4x5Ug2K78FJk1TPsudbr
klvGnmDPgoBmPb+SQk+ZAr4fN945U1O9bXfbAALge9TGNfsMFRDDZhfXNghxCGDJgv2TclEUxJSg
z6TsltdVYRUXYyyv4+Sg1dZqKvWDPWHiHGJo8QwzM8FMZ0LGcV6qAWUg3+JCpgH2dv+i6/iNY66i
g8hLwkNxig4WyxvPe6CDfurWwkQ/z1rJyvr6DNJ055vqXrAdQ+hihn6h0/+ZGOepNi5HQ7fPLvEf
F7uVPtgSPvFHgr7ooEwq7bW4lbM+n6ZpXi+jhr14oXgKDDFCgLpgQbfseO/lxtmDbsD8GJMkz7rS
MAJ8QholIR65b4ao0jGIUuLWyTLiL1V2+JO3vW2TMBE6Wu7MWhRUOvWuPh4fZ3TWmSPuhlTGp7FV
BN4BK/GF8nXR8jnYNpXXkCbRVM/QOOpLqqY9hZrsbJtK7XlNmZ1tAjHcCEc7tW6OoXtjWEBbVbyS
Z/OhdJsJQl3K+DXEQW6ahHV3xmNWT+aOBtF3k8ZWN5L+0xTycxrX35eeyRtJ0yC7tBEPAVnRs6B7
uLgfy8Y3jpQgCM5byLYlMCSap+cCxv4uckacVdPnJS/6PZ4BJeHD2JWgW0OHeQGrczQSSzt1dvu5
lM6nPJpB8mo9oGzEonbR7HvK2CRDGVQI0tshAgRrArQbqe8fiyalx5f6zyWg72Fal5NjWQc84j8R
VdzVC92VMTL3s/RqpZhcnzs/xosm5MFaUVW5XfvsyJSorOLZHebyjoZXCXIR4zb+ZTtLLMTz7l2f
6zd6WssDQZnfsMtTq8j8vcX8aS/XHDhJVZ4ydwUDA9xNzRhPRUtzuYCCENZzEeKGVPeB702N51Jr
Wvs81Jhih3ZvnOZ8MO/bxHkqaRzxym5SNh+ilMKYPai7j8+tZZUEIkcztRyBdJHp6rh3c9mHiEuJ
FhPlp9T085CApvUwr7Px3HNP8iSEGUHt3y+0Pwfdcg6SoF76dQ4ECQdgBEaW3ez8IN4YNJE/fIJe
0e6oC8RHDBy7oZIIlFcmGf68OriO031dkzEqez50RnydmzOwRLWspi+S6uW3ube+LMtkPMikTILG
BO3iNWiwipgyHM6mOrmaNu3GhQhHoC01ikX3g9lb1VlMC2+vH333avsiBqroroourksyJq17WsfZ
Y56W/c60ChR3pXu2vAWlsK3DO3EgF+Adaebsdnboj6INbg6aDTYCDfKT2bYK07oWQV/RnBi87Mxd
9VAJmBp15ViHYhZhgqGftOWKCBjtkKYZt7ws2VduZ1DNsYuwhOeJhUd+80YYLH6iP0+2ki04jxP9
FbDe3td8KUcWMeIOtjb5FLeOKcdAWPSJgQdPtyPKxwolFlVZA5wFQFPMlF8Lb7rVfIWa+jTGD7mD
4MaBSMBIRwsl6eC7L8kTGeVB0fT6aaXruEvT+n6wqNeQRbnsiOGjvzfDJLTT/pvL/wnNWLB0ewiE
mMYy9wmhAoE/a3Yz2Jjhrb6hKIsw3Jqs9VSb8mGJExSCC83VzrTJ3/N/9HHHQChQOojazY+OjPSj
ps8EN0ynOXI+SJWBYtOX2BUl1D+yGgDI0xNsxpmekZ8TKUDYLjlTrE/cJUzo/qucmgzt5FTKj3Qn
fsDYOzaGInv0HqX5bB/79ed4rl7ihLSjlVyGgOaIv4NmglHKTV5qF2ueK8evBgyTF2NwvsuWjC+W
y8jsxi9QJlhDgZQgYRqVQ2y7IVW3ZGnIvkLYvvPLuaRA5rBmWtRyTc5ZBnJj6lhi2Q0W/u0J75vt
Se8PSVLiOzdV23bwH1/+Xx4D0Xjraw1RgKhaLGZHsVrVWOqOa8xKgbY93jap+sr7w4kovV9fdpgz
HpBG3+L0J5VjZYay7Q2O3pxjGL4UFm+1kjXDdnjblOpZ7099P7btOU7P7O0/fvn9x2REzry9GFFq
kmn3+w/SNSxaS4JfVJ3V+xN/e4H3nyNzhQBF4pSzOv77F6iZOR+jYjjTq/P3a9N+ztQ9LlXT+DGC
4ZB3AtHittreDm6b9+e8H6vJXYf2oL7x3z0HjB4ZOwiVCtLLf3vaP56LOpAZ5j9+fqJO6f1YNTag
+9+e+W/PbPQt1GpeNf960vatRPsNh3zKHhoBO39fT+69QRv3QNok0qWepf37xlETru1huyzEQkTo
ZLECMNcCt0UZ5f3rb4///deIlP/1U7bn511CWxEz40SROGJOztk5OGGlTll/WwoTRJlPH7bdVbgs
KuZWC2bFFX0njG4Pt02qlFPvD3W07wWD6en90LaHuZZg1H4m+uxfv2H7/n937A1q+v7j35+j+/5D
A2vxoGvAuJNSsumqV80pl/3YaN4bXOH/V5eZCQcA9MV/rjzepj2xeH3aNOnvZrNf3/er/Oh5fzC6
AgHAkAigcwNw/hWBbWA4U6XF3+EEtqo7Wi76fF7dZwx6rztiW3MBlfu+SRmTcfm/y742jX/CLnxa
rr46M6Z2vtDtf3A+oG+2tMIQrBSyTk/+NHwbhXPnlzSNREXqnYeB2AeYfyznHOcBDLUYxh620ESH
KGuCLCAj6v9xd17LjStZFv0iTCQ8MI8k6CRSlCtJpReEymXCe/v1s4DqblXfuNET8zovLJKiKxAE
8pyz99obF0l7bba3vj9f/bAtiKApP3Cxkjqqdz9HMLxEj84obLKE1agcfvWFgTpiKq+pGxcMMAGZ
NXmMijLeThJVtFtTZWn9nRm/CeI5WV8Xvw3voiZYYVAWJY75q6bHSN6FvLUGCi/7vpPTvEM1+p5V
EnF4V7n7iWCHYKYV0n2XCnp961lPTg7OkWSaJDClSoIQhPYgwvmYkQM/diTHU/apTeGRaunohX+N
EwShs4aQMObn7uOzvks0O7kfbSZt1tw3BzJRyyVTdUIBIb9rte7fWFlrPlN8RMe2Cr8qM47u/KJX
dy6J0KymGae5Y4iVwYXtX/c9EThRdrIy04pIradkrkl83DXA4je+K8UxGSnb6ohVhV+h1rdNBYuZ
DKZoSlvwi9kFWkqzJZHqQsOD+K+kPFABD/epmkkmdzW8poALPPFt7ItTr/L+Zw1Acm7Cr0ufeUte
9LjV9LA7UKvpQTUEVYTlf0CYtNB+sHw4xkseeiCc9elZL4GM+QRO96qoNgxl6RiEPeWd3d96lH33
K5kOz/10KEYCNeYKzdSspWdfp2FS88Kmp5kU/vWHCQN8ffTUqju7mP3bMXoknJdUBKu6QWLrbQQv
GGcoLDzBQn0IoyaYllBhs9T8IzC7mxDE1IHRHM0oDmFT6qhbF6LFfoCo2ysbV/ZyIdTwj4vVjfB5
c/3r+rj1vr+7uf4htGJqNts6r7c08CHbrGf6VMcdcIm/vMf6euX6l/XqTKo8uTXO4+f7rh/DislT
2Mzda2U2rK7+/YOur4nWGrRdW5nBf/5463PXZ1hLL8ITyCrWZ3z+Yb0pY4msYb36x+f7/UhtfrHB
mWMxoCXzxwP/uLo+cH2buVmSLW0UUwYmiyUc/LxeNDqR2uRx4txYihP45ZiP+swPejBcNyRWJntT
js85LUI0fn9caJOFudtIuU+riqX/USMZ4L5xsNChhAe3Gr6uz1nv7bx5omttzLteWjf20LzWIl2m
trhMAzNGQjxB59KqSzQWOXFT7Eq6yDRQX4N2Xq+ZKvPoRAra23T3blO6CYM/4HGKjWHXYkPLYZxs
hH50stk8+2BpyLTnAsWWcYZ6Jw2zDJoufV0QM4f17wbCv6Pb9IDntQlTJDkCgsTHfV8O1llKxzqv
11pySXHbTI9ojX1aupuQCfZ5NmL7LHONhrVgG37eB/IV/RvNqHF5xFSH32s8c0GKYzQaBue2XHBX
agFn6YpgiLUonEdlFkFcevWZSjz3SVGI63BTNvjcZlZOkE/5dn7Xj06q/75G+mp8KIfkzXBMUiZj
2DxhlR3oIiUwHKec/uoSVezbt8jtMc6L6pjh3oLAZu5DK/+e4HTYQAbG10mD7pK5yUteQo6sqyHb
E9LJIAZu2E50Al3VTGQ0GLPxjN/QO/gZIo98Gs/FcjHGBlJsnexle3mEUd8PAA9xQQ7ZDdicO3Uf
DZj8tRBztOgL+zRGxUkRC3SOlwvKFPOmSdRWjMjkUlMLvMYEjeEuYc4RPgLyEwEM5O8OgMQz6U1i
sFjxN2SHDLDUzhocaAxtNYq3OEtOcwlNb+au9X4IUdVGWF68X2/Gy56/XvtWWTem7xXnKT0Nmqdo
edBuNiu+AnK1MHklpXHNLeLHy5bYTuHVez2C2db3dXoOGXKd5QxrvUdEZbdPiEcoJjLrPI2zfpqy
gXK5dcrA9hNyP0sg7KYmbaZt9su6Y9WmNu5JCM42tReml8oC5zI3cAcbayISZblpaQi2JwtkWC+m
jEy9mqRit+hAvTUsKAk0gkbykMrsHnJPi47bQ4iX9PA9ZMOULi5TjE5Tsx1hYUKIlPrVtbNDYZrp
a6ShG18SKwxmJsffGURrEtVnQNTqUpnCeCCtEzPkPJRiRycSK0m85A4My6p4vfb7zs/b6xNjUah/
PPIvD19vok0BUWN21/Wt4elB84wihO3LS38+4Y+X/n01hy3YhAaRF5+fZH2/9e3nNUarHsJyK52o
2v7xIf54fJ0DbzYk8RZSLOM8benlrxert+PzZmLQS/7Lfetfu95SB8siMsE7GETpbOuQdm0u3Tuz
qzBrIv8swpgfnPOtIrsXenoVCNJ8nSXVd4n37ZagX6YPpE7NbzYJwCPb9ZSODj8gur4YCG0DT511
sAwdBDssF8KGiL6DbLPV2iUNZYZo1KTpBNdXfyWi4+TgRI1IJbaWeOI1z9l2y8feyY8qnx5p6UO2
XkKNJWHb0HD0Jew4WWKPS9hUG7Mn/UyCNnJkhn/RI7CoBWd4Ik7rbEdheyQdonEZ8+k6wRlELNO7
qE44+AJh9cxQGHxvCsfegCYmFUIab8MS1qwtsc2Zu8vqTFxcg9Tfqm2ecfyhGHxVPS0Qzsvt0VlC
oAdr6STP3h3B6/tkCYpWmfZOTmW/6SKGsHL0jtUSK90sAdPFEjXtLaHTHQZjGk2cPYWDVgaxBl/7
CYpVt8n7xj8VXNKFQ45pExeaLNHWYiDkOiTtes1zNiKch0aFBNWUMeZ+zzwpGxGfJYC16xVwU4yG
+Kca4rQhApBD3gyvqc4KLEzB+iWm+6DxPdQRvBlm19GGuDx8LosRayDQN9DI7y57kEnkeXdSIcBH
8UmPcJ+JJ4R1WLxJAJ+WKHCDTHBnCQd3lpjwaGL6M/k+WTlZfcJNlQYYJFCH9clziat1O840ANuZ
2Pa5hyslauLI2T1Zizn3k91lZ8gP7/mL2y0B5iSZD0ukeSa6N/K8ksAf3W+DKwgPQnqctACEShTt
pt/MG28JSTeWuHQ5QjZcAtS9pnw3RKwC/+J6w32JBJOZnJ+e9MnAKpUc+wGJHmotmMzt60xKOwrO
I0p5cpHJbxcRsaY+ie5sMfNCnvW4Ebfg8tNLy+7YLiHwwxIHPy/B8AV4ptQumeKI+gu6ROXjZm+L
X7jsGbKFnbidQGQN+UexhM43pM/X4DQUGI6zH+OuhxV6wVpw8HGlbUwHLwbMWbjRPRE7tX9rRv3J
MqBKV7r5Ps7TBA+roQ2Z4JJFbCw8Jzy6oHhoSrODeqW41lr/lKGL6iN9gyaV5fO8hBCHPt8ULulg
8L/4YAF2FTA1AlPCDZH16SFKmZGbPFDYBIYh89eCnINOkMjxnDBNp63qH5TNv7631w35RYdYa8U1
P6lQHvuaqXIHg1V1TnTjYqKEI3qRU14FTNVrA25GoRdXd+Iz2v2xyW2IYJ5lIfeOuyM2haOe7DoT
T75ILTCQghF1OOHQbr84ZvQxOgw7IHfLABWcifH/roIwudFaDit2BJE995QMHCfVYMARaCg0/wtt
75c4Qfnao4vcybpCO7JhIsq2nQEKsQo72LlpMvWjBkRYbxE/fXV00r0rpbxtJLCNlUBRRqsvKI5i
fpbyLexScRqa8W1A9b7D9XunItc7d2P51WvzKxIhQbJzqwJ9aI2jM/rax6hqGtsRJuw5NoJs4nPH
ZWNu7SqLQLMNmOiV2NsyeaETrO0MRVi0URI/bfhsn26aCF6PtQNu7WgvBE5igHoG8oTmsixxUjks
E+j0kOPgQETeODcR5M4CX/B2FNMc0Ga5zHYQhRz2E63f622hBe0gH0Oixm6Lrkc26rI/ogvf9hO8
IId8lU0uvXuNlXw+usl2/PAk8yroAP7R5hiixQamiByhuA4Da5MbJcyj2j954pcRuuExcrM6mCTM
LCup+L938VXv25QinE1r6Ie8SbM9aJeckBt6d/YAHzAqf0j7HLffPJN+GekMSZBH4zsV60iDWcfT
OnOs8tDOLUu78Ij7O9paxGtjLusvNUB5I84aBPgoHTUkDhcGmhvdd/pT68+kZCbDI+OEr3lfM1Ky
wPcDRsSruggX2ip+03F17tIwvfFYP81Q/1l/W2oHuT3jwJ5uQ98zd3btuftes35IZLYzzoeGjb6R
9xk8mttwkh6sOeuXooWBNCHqjiYBqYPC/uyMTIP8r2Zdn+pUUaZr1ruh1TEk3x0FsuLQXOHb4aRk
te2vEpAXBgybMyDjkABEDb9HYwDloch/TqPn2m2pLLLs3uwh3jPi+Y7dB9Q8GSJ6TRQrZKn4OODY
KTxgKrH9IH3tZCYmyPaBUI++Cwofp18HMRrgukUgYC7u2AvOQDuuIvIe8yG5SPGIv+SC0jDFnK4p
ucFvd5uD8SmE9VViRhlsvgbYYMyhoiBO5Qt4NGRkztAf+vyxpPKs7KWHaxPDXjLLlIlHajmBDwgr
AErkzruVEciAxuEY6xB0fPXdiIsi6Bif4LKJbkMXA4QAjB70BbJ9czt0zn3TEBWomUy1Y/zu1oTe
5L70CnPnVc5T7omHJOfnpymF4SZvfqS5xMKQkj892t+dWYlHS/vpZf2xa6T/OOJI2sxUQw64d7PS
j5CO3hjEDYxO7wcDMf2IOiPv2L20BDdDpiRLZFAeLbKEEuUMkTOoPOuMtN/o51BZXx3ivzYcRJag
LbiCM6Jg9pTbtKCvhXWVL1Fzj74H/4ATY47jkcNuaRcfbeaNROvhAS1i9dVF3G7m0YLgobFlmPmz
Au5NlHuZzT/UjGUxsaYOpbv3NjulfiwUOmhjvhYF36uS+lZSNmwjG1B8nhGMRPj8scEcqMbHqGrB
reXfHQxqdXyAJMSrEl0o8veWKMnAhnC8xZtwE8X1Xe/F0alR/RyQJAVZA0XuXR/WWDJRbuT0aHKR
PE5D/o6NMj5GLbqjfqoP7VTbdOLkFy/Opu265DKIqYDRwQlaj6lO06X2nW2/2kcEHrqVPIDr3eeD
fcEgK+CVacXet/s9E55q78toD3Wb4we2Ub9Iol3dzK9FjjakdyiBRtGQ6lf614lEgia1zdveTY6R
mThbawCjXtX+fBj7EIlQHd776UjL/JdttvUeGBBK9jax9uA5412Wqdeuk1Zg1aBpOvEyqdpk2E0J
H0OaTAvzVpo3Nj6C03uSMAP2HZIeo9qyWYPeGiNIHcJO0dta1Rtw+PSQ2e5PrS1+SoPDZogSdIPe
Xt+qpoAjlxnFPg3vCt+ih5/R6tD8EB6FRfWpvAi81MkqPQ/VMVbF0AOvz4K3PdcPcTOLgHGoHqRe
Md93M5KEiqm0W3lTUJSzc1uV6svRFMX7YgiZU/OkDfE9Skl9J4gh2Wb1UrK79qGg1UE6NsBIzpMh
6+vwaLiWvA4mQC1MpJBdnSf0Lr8MaNlI/KXNgQ2yA4diQjZi0ZxZ1xWJ/k2xaOpQB+xKt7b3ceV6
m5SidL+JrHG+dOQIVPz6byIL6aHGf32Kx8PQua9J6LO6NrCKd3PDeto86+SjZp5t32DXQqqeDRHQ
AJNkWPklX/CfAGJh8TNEDFwn+4oX7akleZgzbUVmkl9/pRnunHBHxi16FOM7LiIN5/UcnVrTeBmm
6raeJzz+teltbXFNdUsnlSnnrNvdIrfjpKjJSyvLu77BiulqSIYASVk7s6zOhocWLV7MrLMfTCOa
a+z93cZOYvbD6r431KPwrSzwkFwRqdg+C3l29LxHSktEXTPOu8yAypoZgINcvyPnCB351oIpFGp4
MWmVvjbkI+ntsHwVVDih7dxBSbXJSomvTiZcusANUxn7Hi7GrZ21F520Jvrj3YXthLcovBrKMvYO
2dTT2NjBWDQvUFIQy1svldmx4m39Psi15DHVOyg75QTxe6dHQ7hR7yniym2EeyRI4upQOMQspeZh
GofHKA69Y6mpi/Aq93YmWjbYlHie0escpsTYo0TMT5gfh72pU8c4tX2q9D6+67r8Lm3GcbccLcpy
opozQ/PY0OVX+6E33nzJUAsbs9qVpnE3Ivr5TTi0CuntgIT/KBGL3lIEbayQ5n9Zs0qesQFn5ake
eTm4Krdawugggwixkbb/0tO7fnVUS0QgxF3yAxgh5vkPM33qqmSiJS+9A8nUj5FRRrupdr0dWgYr
KOXPrMRRWEnG5zk52HE5BsLN7J1Xktsc1mm0GwBD8C3mGfmV0XHEia05ccSqaGlhtUePPjl2ETzR
CWtiK4OiXDk+mRrAXsKG5gLMmht4U8m2V2CELOCwrnVJYq8HpZTZJ1Q5z0bc39ceKWThhBYATDqB
P6h1HQHbOWlOKPdYu+KfGwlujLMjgcG3XoHgprfCjFOrcZ5TB6dqYwHAQjBEBU3ISWXRIpWkyx4o
K09WK3+Fok+PUY5fvkY7a+aYu4TLcsOa/RtAkfXGcjgG95wLwQslI2A5tL1d0T7HTWOQdEjRk8Ww
0rK+xmQfMaYQ4EekCxq/7fbVFD/rjplzCm8fRxdmicS+tME0Ry8OEv2Gz9qD0A0a8AnbjlTcrslh
O0wsgnMsFik7lG6WR9fICdnw7WnnRhah3Iubqy7jajvZ5L74s4EHM9pWKYwcT7d/usKIbstBfo0I
UG6R/rTKiveqs9/btOD4kfaUGOEMSNj9mGSZLun0rIPd4djV051Pv3krm5iEgiLmjAXwjy1GaWNi
Lp+HYz86z4zGtUDHsk9qmjD22H/x64JEkyNLldx7kWHdsY1zujW+RsBqR/EscgNtfAmnp1EPpT6f
WL8xPBICB0j1btKy1puXOsVjZWEKusyRNvEVvSWTopqttW81TQod8wkxJgTiUpGQ6UUuTuU+aqmN
5FHZ2P7GkjbgFNKGsH76s8S8DEYrUyMSRc1AqGEOH0XZZHvEhi/A7mXcygskhuIeKRVWPdbmu7x+
yUnF4HxCI8fV0n1rVXs7FZw/RpAUSRZ7QYU3+9AP2bMpw45AI5alhshfG5Me8DwauzmZf1AKzrZB
HAZDo3JKHxTfGD1uHIHRPdqWnd0CO0hGYKud7zxYVfwrGa1rn/XPtTa4O9dh5KG3JdPzFKKhL/ud
+dGEY3bQKkejr0pBOqPn30L9fUYihJ7a8h+7mUxK2KWRZ1xq8JUH5n8lK3lq1eiFplG2Zzj5QleU
NAGrfWyXHyn9SIBkqYbpG5l3K6Pbwd0k3+a+XnY1gnT1ATcOQZf+PgJQG3fQn4APHEZtPsJ171Av
u9Oe7Kds5zNSPQh32A+x9TI40mYPbajK1PxrHmAgtxqomMoDwvQ9XJzranjy+mHTyfEH3CJisSbt
pvaqt3AkxCkvSn+rTLxpTej/Iphh3KNKe0fprh85bSIETJuJ0Kv+ym7R7rIJXDBC7BJ/t1Tw1Dg7
epN2LxjMkjz8DSTZufbKZ7MX0T4KmxE6J+qpJnnARfI8pCO7V9NgGE/d18pIGEJa+bTJ9J0rJDXw
/E23ClBaVX2rEPOwYqNUlBBpiReFRoJ89jwpBFaQfqF/FNeSXYTfNcb9dJCK7nH6VkPB2qlSRy2l
A/bTDTSP9Fi0bZX7PnLYkuDDLCQydDqZtcvSWgSxtH7Ymvtcpx1Zx8ifimT8QFi5MJihVjvm1o1b
tFz8QDXZpEcte+qbb3GlhtvKNN+zNt+VI7NXPeqAK4hGnJzxB2vM+Ml1FhALaRuzV5y6vqYLWKIG
zYYdkPldYtsUbYTW0HUcmAGnCPmYiv6c+3njQqm/M1xW5FXT0HnJ7w2fwbOCvhsowpYxbsHb8Hrv
jjgh/WjH/PdTYDCJ7IhbqtMfLanqR1V1IT5I6FpTFzK4Ynm5cTl44s5aIng5oIGIIIrKkXlQzwAs
k1lehDPVp6JmfagP3oHUlwM/oI2+WBT9NIpOmgJCE1nRMUkjdo1q+jK1RGNBs0z3mF1PbUQirNXH
gZ9ZzKAKrzqojk9c2DNm6xx5pqVdGqz3LK+zqxU35ymneQjLqTi4tI5vzJ7uS2O+FuFg7zCiMX9w
6ruI5auNhtDqSDZrteFei3T3yC+GrkGbPJB3yTkTKdeuG0iQbDJtTwwP8D/Tbw+F7t+3qfjq2IRv
6eA/+r7wz6bzBWgj7JhmKY9iD2q56AKOTweY4B9UVpdZnIxZ865D5ZPGB3vRH7X3tqQX1tMpOEwe
LggzbS6aoyRktrjaTbbT7wsldIJt7vr8RzTh9beHk9Fw3mxMn3S+zuB0Yn2PnC6DQ/FkpvdDBzKt
DjXWs6HEV6u5+OpzK9xWcCm3Gl0GTXsk9XZoLOpQHeaRnWQBTSD65uKeeG91yDU8JIkN/tJPzUsE
9N5164Pttd2hnrDKl/3sbquItNJO0RsYIaDT7uw7MnPNUn/IvYnohXRCP+n2pygdL4ZX5UEJ0hdN
4aJFRAmq9SzRxwiGa/4wJ8YHsykwPSejwEWc1XheSWukCz2gao+A3itfPnJs/uWqkCaKz6A/jo1+
n1Io7Wr9FOEcvodody50Y5O0Mj/nnbwBk4lYb07qo2H290z+MfPGeYY3RGfVEDo0clIa1X2V8FvM
fTg0/avCLo2dJ2EDJ+Ss9+2I675VL6xEwA6yU8P23aoqhT7T0FKdNJI4IanDDHsDzYaosceq2ZBU
bzmttp9EMUFeI6MsrN3uUHik8w2apI3Qy+7AWZz2ZzN+kNn1zkDi2ArVs3806B3WeDTjbJtkV0sQ
S90iC/ur1+Tz9t/5UdaneFJDbbuaUtbb67XP5633RUyxt2BEBT8FFG2/PWbZHGPm8IynP17mt8Pl
b1/SS01omlNjBL8ftL4PZ0OG0J9v/vuZbpzftsUQs0obqCnDEK6HJ1nwLv/Fz8/3+3XAe6HiFf7+
j5eta8KmKxEd/vrK6+3fD1z/J41nfyhC0nfrSytaT2yKf73L51vVqwJw8depNdQ7B1qz/nX9w/pS
wtbzQ0QKOulaX8Leptng06uM4vI9BYgXKOEUAeKamuZdT8ZcqlG59JwxRyjGKGo46Rq6HgBMPRLM
kj3cOaYDnXU0/FNsxgdHWHogWzph09x9STnCxa0RWLr8TsmP3aXAKMApdljQwxzmIYsNPuN7o91o
YRcHyPtZzef5F59M9clEz2LHj2n/rcevg8Aka8HqJ3dCLCMTYqw2k+bmG0+eycQjHzj+voww6klb
1grlpTTnj6QBQNlV9nkwrIOPloRoPbTIe/D0BDYBTU1nIsrNGDRM07cx4SMEB2ThvTA5oMYuCgHT
Bq0TItD15hI2KNrn2b86kkNkjox5Loiniv2bulLZLjIxIOHiJCo23uSpuowR4ZqOgzq7zLDFtNm3
uWbzFoy4zBK6H5ZjOobNlzY3cOonjGtcdloCxsYTJ7ajVkIzajEJKGf6MOnlTYP2hk5Hg8Y5npHm
bE16tpt+cWzbUX0ok2bAumLu7Wb6iiyHyqGFOtSQl6ah6SVScQfhiJG5Vb5kqfOjGMwx6Kvpx+Bm
LQUiBBfTJOsBH3jEIrvFozS/KWk8FynL25IjWUBEfBIUr52gCzrCUHGI8zIE7CEtso9DAuc412OC
WmoG6HE0k7nqe4dKwLbWE1DLkQ4vjc6AZebAhQAjYmCi3OhcXT9BCPAXtt5bNQB9c63keQhZVzgl
sbw+SS3EV9JIw4cm6m9TILv028RJbach8di3IHt0wnvPbm0EkWU/gWeGt1lLsHZM5bM5v+MwtvNH
xAt2q2nbOMOT41RYZ+bwoWyAgyCBK3Zj47wMJrpxL3e2OQ7ufTvt+StjJr/GLNAV13b2X5oZiELS
fmQLuHZiammp7qsYO2dn6wsBuXXd/ap5ckq3+U3x/z7+t/xZ/E1wl7EI9v5Mr2JcZNimuXLtodGb
AOz/RMer0JrSqKM5NWFJ2mS95t8Q6EaGj57eE58ZHyIrfLbLCtZ6lhvMZ1S49yRd4axDs6qZJ0jg
B2Yo8KCk7G71TPMfrHEiltnNrgk7QuE2TxwK5P/ywfXF4fzXD+4IdgfTs03QDn/54HOU14AESs44
wHBOGuxifiQF0dUukzPIu7QGY8wKUaqueEuim8nEZ/mHdPNvNp7+NxuP/gf0gkUK6bHK+/eNB58r
dkaVRSfEGtO1TI1TosfqxMqPOB+ITUdCxb19SHWgVSwZOnHjXGeVl1//8+cwCSD467ZAKmr5lm5g
MnecRbX5B/8/QXht1YkrT11JyofyauvUERDUCA6CQ0NqxCyLQ5E6z8idqwteKhDqNFv60jqVEKsv
vd9WZxb0xBZilJAIZjhfYaFWuhp2luQwjSJUv0DAuw0t+8Zrh+ZSao2xLV3m4bXGTDpPwwJDm/7h
eD0e4AL7pV+45/UiWq616fz2n//bf7PvujjtLcysuic8112+nj/+2x18XNX2gHIx9y+QpRIGvZ/A
w5PuvrSNrbLm+txXA7VlPx9tozxlY858P51Zto/nPJP9MRODddTtrD+FloK3JBVZlGXYH9JZGcfO
GJ66sDD36yf//6tqdj0ICP9B1Vzk7Uf+b/EZhr4+5x+KZuTM/7WgD1xL6LphCguJ8j+BCroDUEHX
kbxZvm7ognf6J1DBX4TNvhAGaA/b4vD0L2GzZf2XSX1Gy92AAuU4/zeggmHqfIA/f0KErhHWwXGE
gbhngHZYgAt/7Esl0VBGCK7j6kzNQ0g3eRmI5Me8gtyZaeI050SgximSss6Ld2kfvdPVwwI5OjrF
LGEQFbhYkTONnQktIq0Y1+AmLVv7K1SYR6uE3Ujl1Wyn3jb2OmsKt/VzPIfuCxTEBwKfr75aAoAL
uhzPydR+m2cG7G4808ylc4Rc+qtKgBsSd4rTrL2mySQellZ43tBv1xLa82HnbWxnhr5gjSzRLXMz
YKk3k/tqnl80O3vFbBcdil94hHYDM53aW+gknZXvVZ3Mhyql5JdhepA8DWEgfSrs529pysIkcqcf
I0nFrF+8LYcXekI9MhaLOmnypxvZf4yzSB6yFjKUX8tNM9cx0kz3VgOycOzmkDSObqLTs3B7Ij/6
UXUe0T7pMhKCadwHutGIAyl0CIB9nzN0t8sIZANgXYwHkq2ZOybOjVDE7Si/pcxe8hI8/ufW2HVn
eraltMkZAG64k2UGDWpIdgZFG2DD6V4xsKYtciXVIjBKINuttXRCTP9JI9RrA/Dvvu0RJnda3kJx
UcXGKZ8a9oGdpsOIN6z0Ta+ZZVTGYo8myhsCmWTKZSMTLx0oTh7Wqrj56scsKpwZqyyDphvDL4Zz
ibcdUcQu1l06rGld7COHlqJkC4BDZeFKmIqe9o/OjDCAcbfY5hbyXa8HXjbNM1N/b7pWgyLQyUt/
xYkGiRBKWADQSbWEVjH5HejS1S+M3skeclHNqtT4wB08Hk2avWOs+hOhWjC1qOkQvxCcrZzxTjMr
VEoQnMZoEWDmwt7no6cfmPPv+aVcCCf7pqPjODiJ+57P0OoLxaion1rUJHdUg6S9m+VH1pIHp9Gc
0UQT31V6nQQO0ypYmWfTcG40SSlDvv1ASEQVkfn+y0ftcFJZ9yaidN7VY8VC2DZ3YxFHgYmmhNRw
eds6x6b4nmhtdhPnBtpLVUB7N+3pDHuF4oK0OkaGOU0ahtJKvYTKT2+tCk1dG9kDn4dhcZzplHc6
gqkR5E/0ODZb4dAQqqzvdgXUk/6FqK+uNuR7qZeQCxjh0XBPSYqxgXKRTI6AoraS0+QVr75JEExJ
cZNFNKprP6cyttyPrA5/tBzAtmLWtW09GfsIFzRMfOgVE+3rfLyYIue144GBbdV1zNsGdnWmxHCe
dOLkorjb6zbdfr+ESVUVwYRSQsJkqHUTTln8VtneeHIpPe7rgUTtLm+Duq/kzkKIXEe070JV1LuZ
uJagS498awRpja48iAoyseeJ9yjCFUtVA/dwzxEY4pj9gy2ew26j3Z9A0sJ9Uese323r9mQ9ii39
x9PIPltL9JkO2lJRGLdJNHykcC2LphuP9pL6Nzs0GeFTstiKsiXzoBhOsaHeSl/dicIDUevRWURq
W22ipBQoFXBWeIyofeahCLWKHT0tuRdWPh5KP9uSajLsfY0khyJ9kwX6kCEfTbze4ZW6STFj7Opm
Oo00OlILZKzo271haR+emT0mqfqw8+iaZ6Z91WBm4ddCJlTJ6SHuposCvrlLU30K9HgJEhS4MmR7
YMJa7IUTIaGkKmrp3x1rAlsHBkVad+rstL6q2Ehu2sVnj6cU1nYeTbCk08U7Fy2mvNRXDfriZYol
xe3nXesjSGwXGMt+P+f335Yn/nHbUPAkWMSyj3oasIUZfNt6DXf3/aw5P8wkPGCM1g+flAP733Fr
Se1A60Ok0vYzRLnKJcZtavwrAaf0O5NCbBokzRi4B3lt5gaVJrOjPgSMWIG/mTlQAy1xAV8Yrnan
6KCJmQbeYoPcrkAHrzUWX/LCdlgvGnSA25nNQGsEf+d6saJAMD0h9/7XfXo76gSADvQ4x9mFmc04
1GXypZYjYTzXj2ZU3JRZ2O+lMT8XpNQD5vXuSFU5qiZKj2B+r6vFbL0oUXTeWFKduiZDkFLryU1l
37JfJXDbnXtHytc2zB6akUx0qY8oJuXFgyVyMl1B37cuZXask3+AJSJbr/Z1K59GB4jfdoVNNNXy
bdbEXg3tl4zmwg3jLC9ppiNgzqNj5HI/jt5HG7FRY7O6JR/xF6tue6d5ACdit7l++vNWs5xw7+CL
MJ0ztbw4rqwR1/ju94u2D3WadCSEbnwRUIahla8X/gJ277KGD7xe1VsOj5Ae2l1lTrB/a9LAcZtu
3NHnBJ5AsC0tUBXOZy9r7cmYSZLcWA+M/54skfU3WQGW0QUTg9b7EOriLBM0VPw434Uuin3WOqdo
qLK9YB6R5bi1s6GhJWNJrI5hgjNk3QNM0S1MaTIAVnrT+k6fF3+5z5BkZDUDM5WMNoUgxRSfYtbE
2KJKhnFjg3K7xiPHqLb6uW6bz4uVyPJ58/e1OKv30Loe0bh3N+vFTHhQMC25BfFcQMe06FDirNbZ
JoMz4mbyydZb3idaBN3rhRmCLXV14y0H6bbuDrPGz1dajDMqYfwyJqa4k+wYhISHwZsi9U2liqQk
5U3/w915LDmOZOn6VcZmjzFoYXbnLkiCOnRGZEZuYJEZmdBa4+nnc2dVMTpudV/r7Wxg7iAICrg8
5xfrWjTvSTRvV8j/XKt5OqBIIF+ZnKlZfPlSLonM5J4IKzkz0JjLFfK1RjG35tDigdvO5v56p6EY
hM2BMUEO53MM0edk6XKby0eIV2Tpw8fIep/3z+6IVeCn6+RtLl/n+lHXa+S5MsCJZlbIQ+SJ8/3T
i/+0Kl/4dM/LV718nHz9ckL+Zx9+xoeivAoVv4UVyJQCf0RM6MOf9eEmsvi3v+TD7T68/qEo33o9
fPrSTm6S8XL7rZmxMIdZFaEjk0SnctamcFur2g5mR7OXLwTA04h9i2vyEFIICUWKsm7lz3QSunxk
PTmwibchglsYs7ho3/x9sa1Y4il1oq8LLegAN2bjxpg60rZOiTqPomcO7kDiLrIuDxpkPAD52mbS
Bq3ZV5nbbap2AkNQYysvfgSeP9B2dBXHXjJ95jBgNJsR1rcFt30uMEADFzA2OHtVd06OvKdQtpKc
e+ngIasTDjopWXiaoKzLgyJa/rV6fUspNMOGjmWR0NKSh0bgMGVJT5NpYyasAyR9X96kzAEqrWUR
2yfiyvJeuTwrix/Ojq7xrbBYkNjCdgI8OsDAsn61tYXBGGN1gj1KdugGwQhPXE/xp1R/hibzFuo2
+yDRb+WhE6WExbAATie+PuM5NuuQCcgmqwtmniZCGq3X7yUDRZv0Yzcg5+pWHTkkRODFf2F07/lI
+kTekI0pFDxx1wCdaoweD1jHvS+jd1/nuGTJ3xGk9lNQj+n2s7IBY69z4H3X76eLGXOYS6yD//oX
q9xhfS49U3IXY9PAQm1XWqKwUvo2aCrC/YtH/lVeYooH3JChrSbN8tUmaxdQI4yBKhEaUmnOYUaD
dQIjyJJg2nTQXXKUwvfSSkOXrhqxJrDvjq6RWkTJwUu72wac6VbeX36vwI4n5OrvFqPAeto0Hi4X
iqvl85TVou9/JgZWBVNZElcvk/QPw45e5BQGkWxQLvJ9op5eVAHzfYW0U4aox4h4GRBcsu5dMd70
qmPucYarL3Y8o1AnpC38rqKcmLL4/+WTkC4116osxa7xKxNUitlrNlYEhgS5KmTVJDfIRVUQLG4J
VCn7Jp+WbNsYDQPlZnsRlOalycrX5EHqUVyrHxq0UEP7u6q8+PrHXN/76VZowEysPW5kl5NtTX4Z
Wc2lAN21LkuXk0sMXFsNHVyFxRMIkXVGkdwC7U9XlR/LXpOeLIuT7GqXouzf8tuw8vuzA6byg65f
OawK/CtYJype/0WynCQzKlICZUFMnomVsAkudOFsfi+botp5KMHvyzaKVF9efikGoqOQ9pA2QNIW
SLZUWboerudmWGzbWdP9SosvrkLy51wP3SD8hmTdk6sTWbx8+wq1RQuFmhJ4+kC5RZNmC2wfEbM6
Q6/KNn+48ouYzVF3dfUg/2y41nRj0cWv//31HJQ3duYh8nXXi+VHXqvX98rS9TFeX7je79N74+K5
T5WWMYwxUw6cvYOowl7WZc/jH0+7k6xfvvxSEeWOlVHFvuHPJ31tW97yFipKcZBtLNZVVM1kMep7
ljKypfx9Ud7iMlRN5Yw0pjAlFYu3RBzkWCKrsiTPXavynHTr+beukxePwc8RoDsevX92o0E2UPlV
5cnAFc340pjlWU8veqHh8ecbPlwli5/r8k2Xu17u9c/f+uF1VPHidUfgfFEBkYl2LKcRWZJ3/Ltz
10vkq7pcBcri9SCfx7UqS/J9//SulfTnur5FXvjpo/7u3Ke7fvqkUAz4k4q/QdSzR0e5rCOSYAx4
T12pkLK0uEa1EGX/k3V5ffl67sJ/lPULXfJykRxu5c2vl354RRYRdhtWWPowJIsWbUudwWtH+VC/
FGW/+nBW1uX1sp/98U5wSxPmF326aIT0WBzXP9XWt3XVvM+W1Gbz1IFRrLxdVxN888bndMJOXm17
9ZnhBHm8qXIeiAuDyV36+pmc6MGsYWUsmj2/Fmaxt2tDeda1wAMtjHqqHgxPoIfjbdlMnq8maXQg
4TuptvVYTJD7sOohqNdm1Rl9tQLrmA6Ko5mfkV8i3EicBBoZumXukNe70SFaB0wRsVmxB//8gy/D
yQK4qxebqiWfNq6UzpHTq5xorwewISwkrvXLlHudja+v/N05uUCQt718wt9dc/mEMfVQ8tzBamLr
R9eUB1f23WvdE+vIidA5YTHZf0V9FJ3rcvJvX//0dtvqZgDjTkVKUgxq8u05tlDJnbxySOt2q0/1
g3xhll3w74tIrOKOkJU/Nawm1vA/JmJ4iI2SDmbaNENcJKKfTnHGeJoHXb6ACcRUo/iGP4a5jdtm
T8DOOY6qgRVNYB0HtzNf2iq+1xr77E7erVEMb7ELIkJoWOhtbr1avfWIwtzPSidTLIZnP2bpvx81
txT+qWCj42IEkr9gOaNFKjAcPDGR6W9BK+WIpCWCCEqccdcp/QkH1jCytnrIyrBW3I6PuA8zNdzj
spz6qIM1q3hBG2+MEO2JMRnwAixHNSs9acyze6Z4AQIAnlk62E8qwYvd969hNAELyDADtTCun4iz
EeUbiIIRCF/VrojAB7g9eg5kDWeaDCIF8y2ZOKIUtpESMszLbZCGa0hkmT/j2w3SAu2XcFyAzbYJ
RmBB5hdm+a5o3p0JxWu1IKZiV8rvXJlmpJ/12Ee1cBVn1ktmmzMJfLbgVencg+p7i2bkGp0Fh5ii
8Ft8lRF9e3DzBJw+nOvM5l8dMih3Pwyv6G77uVtALoNFTiz09APbz/LiHc+6g6UM1aqMpgmUe977
c1rc16Xq3bHv++lAqDyqMNrhkCI5ohO/1sbMRPcmqtaOICMXeHoijNUudrLVA3w1Qjdridxk2FiC
arLbCL/Mwt5njXlUksHe5pOKXAAiNwkONNjBQZnTKth/YEiKATnpNCRsoSFiYQgtCaUwnsaydk/W
XJsgOYAP1u2ztwTGxsFX2jdd7ymZOnyU1DZ+SKz+W0S2Ps0n5UvpCYcHV/uC8CdwOFiHKwao5NRr
wU2xNMW2D7H1qoxxPUexeioaC7/xQbPW/WiiuVy/wV2B4AUADdK3CQcOzMnZ0Vo0UJXitXdvC9Qp
13rWoZ4JAZE0sfOcz9obu092lcIEpmjJAQdNwM/FTCUoCDP1Cih/bfhhj5m79szyCBjIPtcGFAOn
whma0T8yxKhHvGkzFYhnAg6as+Lc9OEuMrUeSAccLeNAdlHxUXN7NacQbw0CrHXf7IE5doj4ZDa5
Ck9rXhejfc89q/Uzzf5iBqR52uLdqbTox2yoPyADFE/NkCbHwirhipXahian3XYzsXLyLWuzGU/e
ErtPI1IXzsjYieb5thzDM67p7X7E0GtCs3nV62W4m/tfoRMX9+mYvuNFu49bt/KTBlYmhlO3MxgZ
9GOf9F79sdiFfsNIkRJB6EfA1uZrirMHzDOG/6auvwkCsx97jbNW4BwMLbqiM40t7aO3BTEH8D2o
k5bo+DWB+a3c6iXqk6ndfrdHUgnJ/C0cHeQmOx0nJf274vYYcikx8dvBx1htrn4WtRU9JGrerNB+
nrZh2xBsgpkKMbk5Oy4u0Zo9vuqOTSMRzspxHNKknZ9aECFqqeTwaQX20MYJ2Sm1CgMW5wsUyRyP
CFxhcEjCKQhCttcyYgAlh48GTnMQuUT81nDDqrx3fAGx3xl3QBWWcxYVD06N/nsXTr7jHFKEIlMt
++rFzIbDyi0amp/SYIiLfzGRUpQUiXsWlrVD8vFBdzMbZ8Fbpj/bShsgOM4h5Dn6c/0Ed1v/GRar
aii/jkUUbEwXUu6YBcLYnllDQ3o3Qaip4eM24fyiW8NXbwTTmsHPBULGQyn6+9zKT+PEQGooC1hz
7Mn2rtlhnVPTazGpMvjSFhyVUj3WAbRz0keZ4xt5+wJWERkEjDVhCesnt4GIZybBgx4g7tkECcri
XbsZl+rUZCJIjnDsqSm1G7eP92ZTTbfmpASAj1pmiJl5KQ8RIkS6YT6znlnVQ/PbLE17X4Oq66IY
XVzQXYMhPAzBKnXmUhy6BlZfPvbFoTbZEdq6CbxJo5eHYHXhZMzjruOhzvU43gQVOqsuSeZtRdIm
9qpmH/dA+pMe5jsjPz2wh5iaEdjdNgJ1tzhY29aT2W1c77XqyJnqDakgdBB/K2H3E0EAfH2Nh2E0
kBAtBwQlGn07mWm6jqac5xeFN8aiP1tqBWxnTtMTBNCjMb/VbaXc4tJOc4mym1FRoKLkyXAgKQe6
Ga8noUkBl3BHoAC93XyAODLkaEU07ckN0ctHKSb7yvh4siHto69BQy1mc9UbDFa6hu6E4aSPROY3
cAfiHW6AaFUZuBQaafQ90crbxIWPDPIt5ZY4XhHLv9GV4X7pkpPXMLz1gf2DHfOurQnWevENSXGM
kMEfrkjrkQgNwhvd1rEgqd3bQIViYDQA2wAEka2ypwcrtgDRZ9B5zHLZG0XhnY5aRS54ojueVOUZ
p3c4MoTpV15gm2sj/qq2o+tnb0FAVl9ZepwIE0LzMIrB8LwMql2tB+WhztL4qFv2wzRjjZev0wiF
HYJHxsrV8V3H/2Bdu57fgllcL1P/new2HTTgRqWZwzQFv2Xl2jMsle4B1gty/KUOTXI89Bn/UMHg
0nhTctJUBJeVwG+q8zi13mOI0+ehMVcoWS++bgOkdEBBjrgjbgJv3CconKVklDOQY1hm3s820gcd
opo4oOGYnHvdesxYjwMc9QsdEDSMjskH18fQt8RPvY7y4pzbrKZrrDrnApikprT4RCsoRbR1/Rxo
9/hl3abjALziu+Et6Xo2BkJbeu0bUFh81Z5E4MeyyEVB6rPiWTRb5Or7uD9Zgw7hJz2Zyrd5TJ1d
aIz0+kxphF3LK35O8EyN5csE+yJua/6GAh8vGokOzlDZQZJHnM61XmeQGlNenUYlQzsIrZuVMeXQ
sYbxBY+KveYU9aFLGqxsnXRhkjvAglbI7Ef9wbNnELMhC+Y4EoYu91FfrBCIZpwMN4ZWLY8JQknd
KosUc7WEKjzzYLoNRhi0qHn4OnCnVQOac4ZYPFjRe1Us58lwAp98Lf9ErG2jQ+ngzAar+W7J1U1l
PIGScFdtjLf21DGhZrYAizYsMKvlyKxEJriv6YIxIlPIgQygLzahhRgCVgce0EqhJLvxvOh3Pqev
IE0gexCXODdF96iDsdsiXWLtp9D9EeXpFysXjOkQpb7OQYq3zSaWSZr1FDlfc/Y/wgALJYYMUqtW
xbij3zjKdyeM6l3cs3eYlZMyLuN5FLmqWbG3bcm6JexYijGalkUaPcZDe3LKxTmgk0fWPupQLWFQ
rvU628y40WfZCB2hX6VZfq8bRnIYx/4FO/vfDS4I6yqHeeKhyj9E880ADCAFebu23W7eISowRgvw
Bbheh1i5R10RnprNXOzqzQEcKGRLKEQIlOAk0HpAgi2LPQNiMVZwnHhUe6i85lb5Vow6C/XSK096
TDI9dw/MhuZTzOjguAdG9Od8cTc2YaqT2tynE6DuLB9/LnB0gwJGSQwECOJ2ss7Nmy5DQniphn2i
DB7kixKnT4gcpeXNhzEIbtUWLaiwPsByzfyYfOcS9+MOM48GMThMVcNYjdHcFiMQg5/Rjvf9NB09
1kGsqrIdZoS4mQaIx9TeyCI8RY54gsVidOp+SnLzIV82gF5IhEZ7T4lei7m5bXGQvO2KGShJ1Ch3
Wahtm6pAV6qqsKuE1OKqxW0aT1t0ENiajGgize73PNdJEEKWW1c25BUUCp4jhJtnVgAY8z0miMaX
GuJDQ5dtegN9mChok00GJDcrFnzMU/SyURica+3dWcJsU6HSDw8wyMD9Gfk6y5Md24ZvdYmQcw/m
ANpbC98fg0cX6QCs7uq9h8f51IMk8BwYMPN41Jf+eQS0cCyS+141xAodKLtb5G/ghM9OTAAIdjsM
vBmURa9ZGLROpQ1i8JD1tMJR75ZbL8ufpt79abnW+A1Lyq91kzWQUrL3OFFsHCs00DZOtZ8M2ldm
3mJBqb9gKfq1BdlDglTzcfvNjkuBSEQB4VLp2nELrhsngzrE4jCB82bmT6gdWZs8y1HgAeyUxMpz
kcwxeE8kSco591V4B+zVlq921NS+OmVgQnmWtpXQcsp2EzYIXwZTH22FR2gzl9XGBZi2xtR21qLN
oBi3owHDszZQ7anmYUA1BOo0mg2jnmm70PHQfseBBV9wrLpsdDlik4WOPiExi3GAu3GQo0Rm70Fn
vtliU0UeJmPKTcF8adZKJbwJWAXy2YLUXWkFPdNZF6ymunVXIQoeqz5yUh8/umMmSMnNOIMGr9CS
76D6zB3B58w9pyqWtHHfWV9ztktJSCq/BJW2thpMYQMgbMuAIjmSvznUAAuFZNJiU4N7o520wwbP
HBOaWnOH+Zg9ZcLeG5FjjLssZ7a2CITAlc7nAM4W6fglWuyVbbJLHtx2l4OSz/J83s9t8pDbTolY
4HSgUwM/DWK+SufcFUEOTnqCFId3ExTPZnhIICtaQhIzckwyJw3oNLxckw27czocLRBxN0b/sLCQ
1PWMaBvM2YuaGAzzTFqojqAY4yDN12Inc2zKx2lsX9z4MTK7l6Qr4d2GaYnk8XYoEvvA02jCFvl5
ZC68kIdnuguEY7Tm7b6mQ6P+Y5QA/d3Ie4kqeAjkvR/QALJ3IMqKnWPWK0tL0g3WSGAEF027A2IL
nC5gMaMh5Ip3oD870e+M/3KNoqe3q+L0VzzaP8jf78RXPCR2/90iyoUpQfbcTCPRsLnbW12IdF+C
ayOC1Zux/6YHLeRh7xx729Ay+k1ad9bpd41wBb5AIb/AcR91tiArxLGqrQlhOgxQH4DppoLJguzE
LBzCxb3tS/yjrQlWHIFhMHhIwtZ6/7zo/bdcC3VUGRyUnpbmVoVIQUagdIiCFPjd9Vmxxf73KXFF
DtZ2EPHqRAxivutrpMBaDaeFuIazUBha6Dt9gtqo1l2w5P9rIcG6a/9LSPDtrx/NW5v+Iyb48qY/
MMGe9V+GZiJmjJacjaWauN+fmGABF7bA0xuOqzlocgL8/RMTbIAJNnRXtQ3PFqyFD5hg9T//7//5
B+ZD+6n+H0Wf35dx0bX//Z+a7vCB/4ABdk0LJDJ0RQeLBozfPmGAM6NX1DmIhnMxmJ0Qi6+D5kaC
m6TlkyxdD//+Oema48lg6L++DZ1O2aJCJozJNCNHilNESEuJKZHvHEwjWQ2w6IXwfhNkD0E2lqcM
KQHCPeMOBUn4fmPzJRpfSrfUD5h1Ov5gEHB1Ne2V8NqBe1UINWX4PBfN1/xoQjJJqhojoLceIKzP
3ge/Lhv5sh636giFEANV59GrvgQuIL8emacGJRikZZ67PkJ0qO7vrcqFQlC64XpsyvkYFMNNlgwv
bOIPWdbYN57A52AJbx2rEVKj0SjbKFAAK5TkeyFnwpQLhYbGC5LYb+OINogZTMEGq8t1NdvO0VJH
Fe8U5TW3WfeiOa0d0BnDEdJ4x6iAvS7zFJ/DZk9Pt+yfkRoKS5T/CatisMXc6DqAypAe3nbxogLV
Jc4DAXuNVpG1abdOghtCkjL0dVXxoifhHqWO/oAdxW8My81NOBZPqZogB9h7/SZgSbkFuxm5zIFk
kF9CHpTvuMfUDPRNaYzufirwxdb2CvBkSwFhOxa3YJ5hcSOggRQWCl/zexCN3nZw4aaYiZltFys8
o+L94qEkgngQ3Oih+VLY9nsXeiqqDGp3M8cQ7scyu28ifHTgZC15gSa04X0dEu0JM2ALCEi1a538
YalcnDZqGFIKCfgiRPap6QeyGg1BZhynDlOq3LgJMbWa1LjhGT+HuJ79caIdEEf4zvYCvWu0Sgiq
vqhQmRDKwD7BVBssYRym0sgpIceBAXaItBTabdCoZxb5rEnMJV+llQcAoV6nOPayvwVk5b3hU8WP
F6a+IqnSCJtfTf1ZCtvfxHpThA1wJgyBY5yBWTzUZ1eYBZt0SLivGAizH+XpYSlcCXPhwk0UmjSG
wzHOw3j/2sccL2JHmBIjqH3oY2Czw+iWfmiXL0D4KygdVb3th2Hc4j11sPE5Zmvnm8L4WF8sLIFQ
rwwhw+nCHBnQMV1gao5VjeOgLSyU8R8N172wVUa6P/FVPbrNQ5SFtUzZazb6YHxVxOJq50fW5D+g
h29KE52pAefmBAdnVVg5R9ahF9bOtjB5Vsy3Qpg+O+zJ/EHu1q0DxkfvRKcC3+gezAHDaIXF/iQs
pDX2oDqe0ine0ioe0wte0xF0/r0FfHRVdcWbKwypW5ypFcN4doVVdT/yrBQd++qkOynej0mrnsT4
irCA6fHQTLgJxY1Xj9O+63HCDqANKqOp7pB0r05dEP+2cYJiePQXL0SMQVhqx4QHhXgm2yQd9zff
7I0viDR8aYQZt6JaLEVwk7scHOhfufk1FhbeCV7eCZ7eaad4rCeiem21C2T73oUdpe8SYQWO4c4O
/h7pMls9LcIuvEGyeSrpE04ypRtoShaI3JsEj/EuB2pC7zIV9MfZq1jao4JCrYEzOeI85qlWfGOJ
v1oLSYulQ1wyEXbmqJ6fMmFwHh9DVghbGMWsSxMs0EHF7/gt74s0R8clHYg8TUOv931trsNuuq+z
kDhH2Dp7J8dlwkmfZ6WqVqGD/TqsgJvQcX/A9RzPDRthYdSuBsiiJ7b7WILi34YZdu4jvu6WMHi3
DPTZJndFgoCNTerOviLs4E1hDE8EobgLamutAvFSkVax9eTV9IB0VmxyQmUG+gEbNOlm7ORNsPa5
i6SWMKPXll8V3vQ2i7ldK+zqddP8XuFf3/Y3zeyzITQ2lZniVzMHGch36x59jF4j7Bw3GkIDI7u+
NrXyW6OJHzUbkxgA5GvC+xYLYuVHb7qIrFXozuomFNssiOMNNjxIubrefRFgRqmE+LgLH0gBnXdM
9oHKbPvE/rA4Rm9lRShWX6JuYxBDXc9JsBVda1oQ7Mkse/bT5B2BqkNgmcdm0bFztNG+60vlVz0O
3xiQOIu6gddr5zIq36tyvGMyODdkYFYwHtINgv8P6CN3flgiyTkTYxh/xzo4vCJvfkW28PkKRqbK
7vcczL1Qfv6SdG21J/SxKbVw2YL5/k12BWVE1wXb5Zjn2KqAoWl+6pBP7pS4R5ySzVMKgIqon/t7
6XL2XAB6x5QtYduxSc8tqEN4IWkIgDNwWXeqo9i3BonO9TxF5Q1ZjR/jpD8283wmedEfomEuzkOw
xbmbTBKCfFpnasciNYZdV3gMtfF8z7r5uVZhqAaJR98hWmgtAPPnAPspm7XwPAY3HTLS5CDoyOAJ
Uwsx4G5y/CD/5cVFywpbYe2ga/AWzJOX0pcLd3rtRrb7QWO8BXWwNnvuHTr9b5D5DgwYxCE7ewEu
Hj/M+Yurh9qRCcgxl3rtqFnop7P928omZwtNkIi7PmwCNDLXneU8cktA/CmD3qgiWaYWtE49RIC0
Vs5DH53UCpXvGju/vZnC6SbsyMVs0uoaKaTucaxYZWCuh+Ynufw88zKUEgKSkD2U27gcSO957abS
tF817jWeSeh1tKtv6P/H6yEpfntQMcGT1buOJR2YdfaMXoe6advOKFgM44kUxxqXCOR6mqFhddG4
RJcICrekBdya3Y3NwAYI/IQrG55VaYM0ROyzGfLWRjrcs47EPWyK4o1XwNMyGI79Nh73nTu9BR3u
nG7ZIjFpjL/Co6KVDkKpqbcpF+VVT5J4N7VOf2KtYKNNYlZM9rheQsSEuzCZ5Roxnx8aG5xD43b7
QLHTs6Lmp7J17+ZOH6Vb36bHYdaxFbxTsQzYmOjizWGODzkKO3OnduuWh0VsmkSPa1YbdSYKmhnC
0s0CgJy49a++Z8CAqc2uPSYFzFiGXAxhgNvaMmgoNQwaQOzJrnPy8qaLqpWmFeQ+bJUGBL9oNRj5
Lwd2PYkJDEa7vTrG7wVPsl50YNlzPh6cOe7JvHjdyhUeFqNDnsG1QsKxik43UnTyNWgTjxhZrqvQ
QcQihS/G5yKuj2z+3NZbSPoIL49FtiH+QcBrUh+U1sB3sY66bWNrzW5IoscCcsLZUirBU2HBYNr9
DW2ANUh2qOGn+TWB9VVVDO9Om74vifqjbZynICJpVZkTS+a+/15Hi+vPvWsdm6ToVjPzu29Z8zMJ
x2RvF/mE/5PxxUOMfFOSJ14TZ7CC4d0E7QHxSEjRLC06BxyaGYluD2cAOy5PhdH/1LsQlp9DBM4z
ZLL7S5671QNeWnFgHdxaQ06xIDsbeu5NXcaI8WtM5EtYDRvDJbqxGGF/bpEPshO1BpDuNLgUxsop
m3FOJvR4ZxUqCrgOPm0YCOXrZmFNj0L88EWB/VY2zS08GaJIhlnu0eQlm8+8pgbllsQxUeegi5G+
JuewlDpydsJN3lbyYa1WGF1GZd2TVGBlY9gRAEogMwzKcYU9bzhsAVv8wmyjPrWCGyFLMGfvDEvV
DrqC31HpjIKZPYLTQHCYDNT4VZlzZTem89kEDnEbOXRsK+72czL3h5FpE0pMVuwSdVCApie3U54a
B8cVy3bHQzdKRNF0VGDWShjc4HU5bZKhsrYjru+JOWNePA7npnVwaQjmeN8Gy8OcDMF+SgNnNarO
cXI6Y5VO9QLK10EUAulaD0EKjPZq9SV3jfuEPNqkzZ2f6mFEpN3xZ41A8awap15Y4NWBe5MzkPRa
eW7LRb2fCB0b2hyde8N+hYkWrlQTFY90Kr/UqDid8qp+srxqs6iFs9fzx1Z1l/sFo1G/XvJ6S6Ax
QHgKqlus2+jQY+m2Hd0lOfa28qSiBrgO2FlsiwH5r0zVvna6j26nuWqGfLwd9aK8K8ZzGJAPXlwW
p2VRs04Qh0VYLMvDp3Numv2MQ1YcRKKHY+ViJriC/UCERWnS8SjPqpWzIVE27kW6+GhPwXhUM6TA
ZPr4Uif9FkMrEvsHHc7RkM/ImhXh70Qlg7JGgqE9ygM21XO2Mgb9FNbGW9wZ/douTEhVUtHe81Ct
xNgYMsyl3tVvIcS3C+pbSxUU0E0BViaBtmkiR0KA/zjERr1RkI7Z9+YUDScGcgu5pnTtTDmUKIlQ
zM0ggbglUIxDjhRhr7VfJYBVotKuh1HA22R1VsiqmRg89G2gElxDrV+CG+U95EFlYGcD4uyupy4f
IMx2tSEiwSKAzvJugUjwrmTxetJD4anU1Xl3RS2z1gKMKzF6uGcuh1A7f0D/fgC7SjRYLQLrc6Tc
SWQoGw8io1072buJ+EEqDH69PsCoOFIWtqjAxdcaNBl2/Cr7jTqsuiOIJagPAvsXCR6SPCjiX7LP
KVABHUF8VowBSQnpRYCZEIZ2wpVgyo0Fr2sF2hZkKQlJN7yYhRlB8WOlWuR/zcn51jOCY96JO7ot
eGtlRWhuPwuDevwr9swL0A/A/B3TQpjeyjpiEXimOTrpUXRrp7Bs0HOGnSVLyBz0e8uB7igsgltx
kKWs6UwfV5bXQVwaqJsOh+BjrGF1KxufLMWuIGgORPvXGkQAku6CesVaR/PlD+chNUfPq8h7Oygo
xeJ3dqKp9Z41VXtMo3YRIkm7MMXFVx6swUQp26zq44ib+6iGxU6eWhan3EBeZw9cPAMzwl6aXC8K
dkuA56AoyWoBL9yfjP7dEs503tw9/D+oyQtMUkCt5wiSbOoJYqsAzXuS9iVB77IuD7K6KBh2WE3h
gVnL2YYDggciv/RY5xCUlg1HYcvgR0EOZghj91UjfoH8QfK3TI9oe8CwMxIUdZCgIumlO0N1ZJio
jgmgq53d28e6XtqjozgtVC6kzMFFJAwl+qNljhoqOTNKiIlwCc7EIaWjbEAOaKtCAPblgT79R2lG
3xQOw191+bIqT5KcGn1Ebd+u77NVXN5xveI+Xa/nzbdPd1taIz+06q9JGvXVJu3uUjRrDzSa1rM2
ESeTIQpWeRMzzl+vHIQN4PSXF6C8cJiYh4nezOAJaBI6Ju6VZYOdEzX0C2hEouQZzbe674QSD7Um
JdTmq6FarEB5WHiBFmhqlyToDOEVLa+xROlTFX3ZnWczqsBAg15/vb1htMoGkooQa+K/lX+r5/L3
y6o8jOKFa/XTJQAArf1QMKJLDilhJpphqQWqr4QNLkQEPNlmm/ldGTF4TkBciJ+FsIWkprojQfOy
WM/6Tewk9tab7suZvLAr0fNXpuiFMkgYt94steChlg+KfJpSPupDUfJF3YaddBwNO1iPDJJM4RxL
rzD3KYqRhOfxQ7cHF9E29StTH2I54pvLry+rsbhCluQhqmpy9z1YSzEeKZXNkM+QRRv+qx5gZbRz
e2V3+TkCdi9LWPlgX6zHe8LEzUa31P7y2+WLVou4IMJ0BbmPmR3eTOxPjC90oKjZy+KkoPZDTLtb
X93VEzEMy+oUNuxAc0jfxy5DgUsbDlc+o8Gsz9gk+I2jptzipfK5EYo2KV0kZZu0iL9ttdG8/9C+
ZbGLCYWmI9r/soqrWrrLNO304TrZxtVOu9Usxdh+aPzymutn1Bp45CKvSIkLH0tUDxgr8A+IffT2
//iC8i2tLXQQJoHGddVx2SQSbXy164zEPPipKl0/4fw66//d2ioGmPZ/pa1y+2v8j5tfU/yz/AfD
yMvb/pJXEVkR07YI0aq2baoIEf2VSkFExTIQB1Ix33BYOv6VSjEc8Sa0WHiXg9uYyLK0Zd9F//2f
hvZfhu5ptou0ETK7mvlv+Ua63ufMiueppkbS27QszfYsU4g5fVBXqQlt44JVJOcWHG2I1Q0a7ywF
dmk2nRMXyXxAhgyjEQ7c2LfjcEZkGXUpJUfGGuiNX0fWTzOPCOVZ53IUvvKRPV4Owk/iGCDpgkDV
/D3XWEwYFSsIr6gZPmWxcIkC+LLYC5tcWZKH1GGprKQoyssuXsrFi1FD4OvHbSLmTXnQ2pYhSRaJ
QhSHOH+XQ96VFu8I6tC1iicQ+VFNiVYyc3NlyZeSxCFzON1iklLMMW6WPOqrAt+1KkuehhMRWElW
vqwCQnEwBE/jerB63KB60zpJ5rlkV8uDpF2PiqVsl7g9y1NEgyc4zi4yy4MAlg5ydrflCmUoS1TE
22YbDAiqrUyxtrkUHXZzh3R6tKqm4j8VPMxaLBnkQVYTJCRRqlF+N4BOx1NIDg7ErTNsZktJJvwV
y00WQYq0gkAAWN67fL5XSN5sYHCggOthLhb1d6BFw+3cDjuXJdLKUVKRr4i7XTYNXwLQzRr5hb3m
5l96lKkQSWxuRy21sP8E5FAl4T0DVd01pwXfIQRBKAFfLHeDpr0Faeo7hoLPwCj86NNUWZESyeEP
Id9sgE4T1DCZn5PPJrHr52zBiXO5KXTzRT6/cFliFtUmINl7sxztjSantBEBecDBs7kuVfsXiXjo
JUHcH2nP/VGWWCD8UbqeM6oRT9JrXV5zrV7fJ89h2A4nuCa01Mw9SiF/3fD/c5vPL8vbhnoEhFcW
L68DPF1YsFw/05Jf7lq/ft7/cHce2XErW7qeypsA7oI33fRk0osiJXWwZOG9x+jrw85zBF6Wzn1V
3WoIigiYBIEAELH3b/73bXXpESTNcVaQfWWR1epfF+RdG9YZ81GxPOIFh3c/dbkE7y7Tu+qYIzWj
dih/yM58YctjzbgclzQcqZdvkCzy39VEvlNrXVbXWDAza1w2kjWXjdY9zYgQW4sQTagDmv3TYd+1
rT9fXgyy/3Am6zbr2eQtaTgFp8nd+uN/2m79OSXovEMNBWdtWndd29a/bW1LGv2+tu2JHr4whfAS
/gijMzigcLTwuFmUTVGrTJyZ39W60qFM+q6ou8t4awru407TQLtWjUqGCusSWwmCrRxjPdq7qhwr
cYimw37mxzweNrIEy4/jAGieWtIUss2f9pO2y86yjZzI5Qhrfd37XVuRjej21WoBNpBISel/MfdD
xhSttZnuMLWBHSf1KLVHCHDLqjdFa2JKl6bLJOn9qrI7kSA6CgEvEpnVKSdrFkUofK9s5Vo+CW82
CmTTNSawbipxgQ4xtMOUWHfxMu5dedHuMiputMWiXFPq7jAjZCZtsp2UrGaxLl/rsvNalW1kIRxr
KYXojm+8nIighJDeRZSswgP+4864Dq2hppZsOrRkMLYa0xHe0G8Xf2prE9ANqIbJFFbCI1LSl0dQ
She2mqxB3eVUmr12BJTvLUwEs7ueXBS4tDy6e7/xG5bbhW7ezhgWkdklN8P4QRZd73P2ZdBvZaov
IgOykOm/lGTFJQRVFq9qPfZX6qIcIgtdFGbyWHf3IHk/jculMhqgBWVjKEzzKkS+XJJkpoZtK1mu
lhAxr79BRvq/F9IWFtY3NR/RbIj0mQilPxMHYZFb/L24CF41S8hG4jpSisHM9WZRXkm8eliC1hqM
IJmdh4QMVVx/9PoQmPNTvZDZ0RZVtnLP5f5KtCX1ZzqMNHbSd6yFfZmeZ5Kc7G/o5ERyMOa44JL5
kCshF8Y33ZNJIuDoz6pJmMlDEX8phRZ0JylNdlcArkK8N8Ondd5KeEifTWIhjAARJRjr8hpvNKy8
TBXu1oQDrz42O2tEneKDBOJIQFhgBBxna1kgsfdoiQX7CIcfkL5qu0dinTwX+eHrFHrRPnKVAa1V
B2B7jofgqCxO2UztTBm9SSZa6hIsuzRKfU1UI8bLOK/UU31rFKO/udTX9VK6NMpBpJ7CYzroent7
OeTMyHDn+XGD+qzxATpQdhiVdp63Ej2RsI8sxqgCpTgYJy072Rq+VBJikYWxjLyk1EgIRuqy07pN
Sybor7DMuvm6TW1X5kZHu38rqh+ymLuId6oU6WXM68tluPvH9ZMNCLgoiNm820a2/h+0ySaXX5Fd
8Bb/EXhBTTIEjYp1sZ57P5KBJ13kbeWPlKu1/rnvqvKHJsrRmh/b5Su0LrTlI7RWg+UL4i9fFK31
D0ZNbNSXT0shX7N1QymNTsp3bd1nXX05bISc9+ldI7ANruq7n5Vt/rENrhJhgtQ42OCTIM4QcpZF
G9Qc6n1R6jm5w8tG71c3lsWt/Of1bw76ftM39UvxzbFHfeSpQ07icuj/tl42naOiuGo0wEl/OvE3
rX/+pfWkk0l7nrwSIuVyMd7suG7y5hCy0fu6NL7Z/bL+zaEw7zIbKMlEl/Q3i/R3NcPCywTLCkaa
Ldb2dQfHVH0EV9Iva5NvtjrEmxSbAinKmi51tctPgMbOrzN8DBiqol3DYkSK5HpeFkm8ZD+kKI2y
GtczZsPrllJChkrbQXhCBXtdbZOjR61vOeabw+l51lzrQ0nkRoqy/vJLUo/r+XkuPawbQbFBlPu9
u5TeHHM9JTm6rOZ2Pykaui8aNFOS1fqLPCvrEyFVMyCGebo8F3Yf49q8bgW0C5OiiFGIRHsH4WWH
MgKCQPEXC1xKLlrlWw8lTdI48Gzxa9T+CihLVBmBbYJpUszmxFK3UvR+1p0VXY9EjfmoLc8MucCC
ZAVjtrWajYc4vrZcNz9OS3oKuPIXBjtEECZD2btN93PqzB8+H/IUHWOkz4OdpX0IMjIRuGt+AjuX
naNm0g4tGLkQCBVK33TbhMMU3tkD87Inh/GXMYHM4dcp/RzVIZLKfGaULo/Paod+chIwwA0T4xoT
9fLKbp1tUsFnUNQOFBQOGvwtljWeSWmTB2eISt/R6izduwBzZsXaxXVyv85dJRQhs9hstIZ9ZeNU
7g29dv1/PM4GwfE/xtmKug3/3+5rUrT/Dlo2ZMe/Qcv2v0AlexbwGBRH/zto2bRdT9XRAue/NdJm
ipCxTRDMVtErhtjzO9JmWv/yDHSaHHZzETM2tP8ViNkx/l3IGNa3YxqObeicIV1WgotvQ22m55aN
PTr6jbHkiRlHLIu0jYyFkDkfkVXRj2sk/H1kXMLlrUoOuFdybLWX8dNUG2AoSKv1maldFTJGSmvf
3ybDBBDfRPNsn4pykHS9eklKkoC8l2C/LIbBVTPsG3vvCiCQBK6CuqnyS0hL6pbunw1S6DhUZ8EV
/KMNjqlPyBHiwRFmL2nh8qQZTyrSBqe8vxtx3rrGf2dvTxpOa/19ouTjLkdYcmNX5ccmmJ9R9u5u
hiHDKlHfewnEDHtKykMcuhq6G26+DUz3cYjis+mH5EDR7QWwWpwr0nA7nzjpfvR5LDW8voOpKrZF
hjFomFffjQIhGubHD6Vhf6pwnmuq4HFS29fUqhySBhWsaAjavTtjZ5dpzRGVYXSBLf+mypsSjVrv
lz3uMh5gENZxQYNLVqxsb/HXWRQ8bs3WguA+W69VNt1bSf6oGdEXq7SR4hmyxyV/k+t4Gczqk61i
qul2X3oPtIFh6pCwAlCAI1GU5YBt2LzC7r42YYBPI8Ar1MNw/x6Q58cqdTpAZPGO6ETiRF305mbI
nwoFUX+/0GpE1Ui3Gzdhm38pA64qqrKwSu0UuyRtPodR/Rkny2cforVW1Q9u43z0Qu2lcQFSBUN8
8jLg3hqAhgTRE6d61BXeZ2CQEhPh0BGu5FDHuzCofpDwxLLJyH+45mYk4oC4KswbG/ryMHwfhua7
a/gkTYA5BwnZ13yPwQx6a9Z1h4XoqJQHA/gk421/kzj2Va0CNWy0EB+13PL3IG9/6fqCJFbnGQoz
etfBo+fo92mr/YSovdPT8hkQGBObfMIYI7R+ZbgsQ+c946iGIrSD0oYNBA29l/msxNbOS2FwTU5H
x6vDL+hmMqdziulQ6y0Cu0gyVdjpDoP3rcTBGdRhfZ/nn9AGweYPiv9Woz9guVV80F4TnUtFxNhj
Cmcf1N6/MUY4ffSnEkPxQnUfA21qNtBjkQ+Y8fFJr/JBuU9mc9dnaCs79r3eT83WmC3UOCKwNAU0
oSaZfszaeJfaQAARl7kHVqse28QIt53Fnlr2iM8ihsJq8gLS89XIvTsgv8q2U6d9EDHdGrIOH6JS
/2G2KiHaa6dFqbhKNKyz3fhkAa3fkvxBM8jRDm5ZfrQG+0e3APSSDHsIlGU3YZ1+cFVzPuCjief6
eG+4LpgtxCx2uhFdK/2wrSpcDbvGfMgdvySw6d9ZaXXKguS18vIBuZ5TbTTmVoXMrOnRLfC3Z/ye
URn2gGrn9GQbtt0mt1P4cAFsVrDYCmioIh62Lba19Yehd7nJDnbCwOOGybq1ZuxBugTLucEKHtvR
YIarnsNua3FRAZepWzfRgcaV0y9+4HMWmQ9KSPwN68dvZjZeqX2295v6g2/H3yhHiNTZJ1dRvM0Y
c75XZdQnB8OPb6IqeEJtoOfb3UOiII85bCFJcqN0d+AhxX1RN5FCsCxjl03A6RIkaxrN7XdB9Stu
lVPg3eVe/dzW6pMXoIzRajzTfWw8dOEtVEFiHmnzaBvRyxLJVrBm21QtkCllwL2pGB70fHpCfiTl
K0H3ir/0BnLWWWP/Qq4+AQGdgFRWxrOdqh+8mM6MO0i1c9rhp2rd+fD6oO7eN2n009dGsHLp8NQa
dchJts9aASnSnHTY23Me7sPG3rszn5Sw8z/0Yf+9MYontey/jCUnaWCSYurIBAPzPvKX78DQPoRe
js3lkEOiyr4qUF/ROd71uvmxIJLVmLPLwGdTaXkBgk59gkG+cfrpl6bnz7BBjmYU/xqD/ByP80HR
S4w4A74mbWvayExvnMjbMX2DJoAATVyVe724A3xr8wfiqdXlH1UOr7sOkH0ffEKCIX2a2ehodEeU
Fbzvdsy7ogsfYtf6Pk9w7ZF95SBRdItSy7S3ct5/87zIeePOG/XmOUjzEwPrVyh/Px1fvy4KdEnC
GZWF0HRufHy4vHE4OxN46j6bHyK/OyMAszdN+Ma6VW7VbNz2SMqHMDzV4EmFULLN2hvDgJWRPZiZ
X3DNFL6DpYU6l4fgtLnVW+2Ypvlj2qc/g9i4RYS7Png9du7GuPgmFQ99pW2j5eka5+oAgAYkUhj+
RFZ53w8WlO7WB92CGOIwpTtD+WI3mKQkjXeqXGgvAfLkSYJbKuOVOzf3v/d4tG+bRSA9n7+1evAy
jtETkLFt0UPha7vKOEULJ7px1E+537rg6IGWKi463RWpcAenM72qb0YleZhChhODv7UcXvI52hZk
8I6qNT8hvTNtqrg/LZyK2h45bmLeEjuARdImxyG2T+WgHSrLeR1HtFSW3u7ppXZsXLRwgng6BKP+
ORgi5B4a41tm1MhO4G0exRANP+WhCrJh/OmNLQlC5zYdjI8lDHTCbAFiBd3n2PHb4+ySTURQqINr
tCmU5gnpcDwdBgWv+ZPG/GA7jsWjUehP5hyeXQ//WtCa4BsSmIP2g6bXgObZyM2fvco7NGXy1QST
R7AFxu5MR4THuSnt7NwwqN85Vsn7brQIdTv48uZIZGazik2tRb/pC/yP/Ba4O/r/i3D+J2vIqo1q
0V6q9FxsuPwbhhRwgFS+bvQQw6yPQZ6e7NK8tonB9TYnXEbzR2/MziS8IHp5nyOtj67i2f4RJvrR
duDHx4PyzTMdd1tai0WOdzUkxkIxtzdNlX6BYqweixI/8cY4AsJxwV0nCKgEFfNoAsLnyNJ3Hfo3
eOzkz3bJI25n1VfDjJ/ziVdOXVc/jalJDm710UhUbx+XQwg/K70pW8ZDfqHwOBgfi57HNSzdFwBT
8McQboV0jYLBa5LYIG/DGv+M9H6yoSgHRfxkZ/5PCGtAVgj+jthj4AD1Sh7u2senaAu9nffN0G6M
bPxmlFjC6mgmlMa3GVEPc0ifNa/EnvFzdgeBjrGABrO5TnkjZmbzTPocnlOmvioKkBWjpyf4pCP7
hl0QtH8dS9jeGItsUJ4nOdkO16Y5gqPuYJ0UNmwTo/+gueV3y3swPPXLYLk/GpwLtk0z3CSNq288
M76dgAjrRfHR96DUdaH60DjYZcYzxDwDvSu9tclgDeZOSUZ9M7oB9s+gGtOrTsUNekyCz6mRfIur
4GuVzHehET+1enwHhOcWmz0PrIZ6Nho4dg2gv7mgI+pajH/C+IJ2xmJcVX2YXeNLrtjnwiKur6W4
KKc2/oD8jc3oF9tIOWTx8DAUwatVoMSFxsLZqgzeu0CEef3tME18VvQQfSobiwAvbnYw2T5Z8ezz
8ioffAbW/Cm4dE52jehYzEcoDO4LS0c3IDt6+slKkx+5pkHmnq+DzOGj5U7fYyh+qJgqWFTm6cGd
5s3UWGdG5ApOB5vIQjCd57wa/OcITO/WbVVMh8PoVvWCDnY2kGKnfywMLATjhhfcFKZPvmLx29Dp
eXQIBye9/zUww2fbnRmm5LibY/zI56wpXhOtCA529R0nladYqYCeYycwugMT/f7H1LU/9dneMdL+
Fnl5sClVrlXox0+YZIYEzslceP0R7GV80vzuSdPB3VvDDXzGM85bPsn2+ksXQGzHJuAQFUdCf2UT
Q8SPnE84fpz9qvoVtnxiJy39MuguoQb31I4M6Gc9edQ6gNZu7X4PoZxsVNRwNTW597Qe37nQ/tbi
e+vnTocHyPLBQ6F9+IlWqbvFcg9bRzu7coHXHye14vPffTAL95sB54pxL2pBpwI6DqI4DsIZqsn4
v4OmNLnjd144TwZMFs9/HEode/Jhm7fx3i+gnBURrHAnqR6HGG0xPLUW6FPCkPnjaOZIQQV8/rd+
ZqXIjM742QwYooeqQn+JzTMDggMBGny0rRF3SsD9RYeScOjcD756r5clku4VOqjVyCSosbeRi7G0
3t1UBfJZNbJcSBCc8Abeuar3HaOUp8ZIrVPdVQ/ToL2osB39Mr5RYlwr/IWzinnrzgaJAPyKzjvg
EQXztY94ptrE/jE12mOiuMd6JAyXzNFNmPOGqrwX5ByRJWjw+TEiFXsPx7yvIXolrfaSOOEes6Jj
5UOj7IfsFDvZefSf4wF3cHvx6u7MbjPYMR9AbKEtJbrtmjo8RAbmOuQUTsbEO8rzWnfjf/YHrb1a
FJa0IMz34bOCRdEud1pcNifXv7azG2OAfuNnzkfDDF9cv0cn27krua5B2W3bIv3Z6epRq2As66+m
3v+MQv9HMA+fPMf61oX2S2Ay3vbca+bfD2bp/KqS8hG7mhGqRwlIuEQMixFS6BUWXPjvQDuvNG28
qaP7kUQSOhvF0SXDB8HrqBndqdIZLCBtAwtzmGAA2nm8CYryuakIuce42ic5k1pPrert7KRfsTzB
JmRREpzH8HNY35sJalZByWce9ZCbNkqedGTaQHeGP2PXRJXu2eK7p9v7791AoHY0I+eU++ZFzFgE
PS8Sv1Ik+RVsoGBFe6lmSMeFJX0dSYwpO+UlShQLaEZSgpJL9YL7MKqGK5SWqz2GKz9kP6we9E1Z
V7garkrCxfLz+aISbtnkJWVDaRtLvTvGyhhO0NjKixa6SP32/aJIPE6QwVS9/iogW1mgdnfskIzr
d7mNvXZWDfAr5wrL8Sl0m/0bieZQDb70A9HSi5KmbcbZoU2aD6K7aSdY5ELdPcyXYMwQJVfWIlK1
BGhSBywiKmDtbk0Vw8DRiRri1ihJY0kvS+mNjKyoxQLy9k8GndZbQJxgt6BWi9C31AssYHckWipN
Wfz1BpAR8mdh6GsiIbKgni5F2dqZQFjz1IKbuhQXNpSd2wugclH3bJpxi+Y5w7pX7MWv5cpdrlIE
DbywUpyXf8sZJy3f/KbViLosbXL9ZQ8pSdsbvWppNBZ6WNOFpwoqVDt0TxcRcMmny6VZe4OsQZWC
2aeXYkqzqGfLSeoSkm6DAnJjS7hjsqpv7dgQFk7Dy/U1c6ef94qJwJbnW/Q6QiB5exUg2ZHPxYz4
1PQkuWuB+2ex7RxnKIVBUAGsUJkDnYK5IbFCaAeQ+LsffnMOUnQWB1lND/XLlpe7F4WginNowReG
gRAZuhrfBLsxduNTuoiByaW6yPi/eWpcEfuWi/f+ChpVeIcqkKvMzcEIUY/ZxwS0lQ7/Drm4skCI
lszkEjhfbqicfKH2D1k99AfJz6Opfp/as3oohQPQZDzog64cLpsuz5XsKQf7xzavKxHK4nOzk+ej
x3OXlJlP/IeOoIMzPcGxv7gTSPdZNrCrmQ1MhsVlMJ2kB4+dNZymHOhCByXFISx1UXb+x98Fynvl
w6Ql72AEF810+Uk52zm+dRm6MTQs7Prq0pMWJI/0JKmubYVj7pc3kqXP8C6dajiETvrgCGRftpfF
+rRe0CFSvxRl/UwY9ISU4oUPctmlDa2j8tI2+eFyV/MK9TA9qK/WJ1z+POk80ibVYOmFat8fGsAW
x9CJDrLOlM4uW6z7v++CUl/1qi/7SP1SfLdequ/aLt22RHSCJ2DpOQUU5o2FnmpQNh26gicN78+t
2tsIKi3Aft2DlxLoaPZhqxVj8uBa6KlKnx5s3dnbSOzM7aMDUN0v3Bs9ZRioFhtIrBhtG6cBL+QL
EWMsH/OFMolBhubpLTGiRK1PhoIUWqV0J2XCXEMWKHS117VWI9cjdUd8O0oVL1+ncEAz6r6GGlQf
EgXFCY7ADtv/uZi7fgl3S/+QpDgAYbs5LW4iw7IgD85XQOq+bhf2VoqdXiO4WKvHwRiH4IBeSnCW
FQHK/uiRdQd7sSh5J4G8VqX0RjX5TVFW/f8EmN+sl11lp2h0CqQo9Xi8sfC1Oaw/92bzS9FZ5Ene
tI6i7fymYT3B9Sh/alt/XdaOtvUl92t8aYzG2r9bue5/+Tl9+Ri9Ozxit8GhjLB0kgGFnNafDvPm
VNfDtITANgOKzbv1p8AA46+ofg6FryTchDdFGLCLrOHknTofOYHf6RdU3kqgOSykTUqSl5FqMyYH
TIeUoyoADW+BLFQLNEMWkzQGiUHIcQyCPUFzPiPhb2zym3qSYU1DoIpBqKjnSxJQFhfRmYv+TF3W
h8LQHiUzY4liuKQnVT5we6thUiPJy36OiWnYCEXJhlgLxdfjJadTXRBr8NzhbLt75sukM3NxfVgx
yirieEjxwCtZOE+p8O8Enyx1deFASZVM+JeM3MFeW9hF+gJ9kRIjiSMKfDWRSjRoI3iSBwRxmJnX
uWpu4rIPdphzNthlVg3yHH+X3rXVteowCx0yYhpksMTrSxaIi8Efk7ZYHdFNLhY6/EbW9TjtHsOK
seRyP4EHwwhaSmhm/lWStmhAZXBjaUiSoSKDEXLD6Fe4KSNGfAA5lvsvdZtMuV8U/l7Sa5J9i8iM
AOldbvOajZsWczVm10SMl3FdtSykJNDzd23GMn5k7vM9ltzbJQN3KcuN7nNiaq3r4ab9dy56zci9
MQ0T4Lk9M/QCcHqSZFwkgv1SnDIyIryTl/w2Zl19hGuX3EFkcchLr3dUGuMckXHMSO9RUuIKzGHd
HG3e8koMY+4NoFzqwRTHhypLP1oLoDzt22I4o2TfXk32ZxiHEKoAHr9Z/KmNCAz6Oo12FP6NZPNl
0eaEAZqFxbe2TQv3EZ24gimKb+7qBUw3R9+MwMMYuIMQNzT9J0tsheQ+BXKLpAgI/aMPD/hwYQKs
d0JuzHp3wlpjkupMMMWWocq6cJaX01q9PJStDUBuSn7KbZFn8E+3Su7PUOjlKSDcJTeltL0DWsQw
ERc2wOUWyZPnxqj4ISVHSiSEt9gvEfXJmU6Jn2PnHC+ExmV0jvI5Vq6MQkkmJOV3n0zCfliQEOJD
lwohQ+qXohc40MBD5s9yCdXlOl6u91KSqmb2zB0jEmDL0xItaMgmcV/lBSnPjjeNiAFJ8fIsFTas
4YL4GaJR89bO3HFrLD4G0AuZWCloi6ipA/1D1ROElABRXniIy1qxiPNzICj2XL5IXxImQrFwEtaq
lKTNWsxQBgYQ0tPC5TIoy9vm/zYiwsQ8+z8hIu4Tkg9F9u9oiMtOf6MhzH+ZhqY5lg5PCOdkD4TF
b97RQkmybQeohBCIWPWXhJvwjmxHc2xXc13TWShJf/OOjH8hmsI7EcwF3xYLoMQ7Cbf/JOmma4t5
9FtJNxpAVuiepy2IDbzaAV68RUMg8e7mWDTTLSLnnBaTvhkmuIMOGhypH74MNWnNcVa2JfHWXad8
gLRpEJTCHSuE5J5nLQIhID22uWKmTO+BMldttlFj07zyfAWHAJOnxjSv8zqojX2nX4VDHp0748j0
J9kavW+ihdZ+GyuVeF5TkJxngmygxWhO2skLPXTKbOIzs5F5wJCCfhcvOpR6gdpZaVsvpYW1at0s
Kr+qYjPVGJ1rKa0LBfqqDgWKuBLWtZ5yklWIfjSQZ5adqqFwUGEOmkOhJC9eiudZOQV/LYKm1K8R
6kfwxOJTL9Uky9ItChbIuP/eWFbIIlr2kJIcRUpT3qBXY8EAIk4MtOFX2EC8V1wUuGc1zc6yULWO
bMTs23DzdXAbun7tNYp+fSm1xS4juIbrcdIjEey0Vz5QzBgX7LObeQztPU957KrIORT+DWKWWKU1
TBZcg4TguohJcqC4mbjbKfHJUPlRb+16j5yUbunlObKjGyJ38765y2yLNHSjx8ccGMkmrtEHHtzv
dslHDfMbVDvU9FM6Y7cRRlh3uH288SasYIZ40dK13QI6WH5uMHhAaNPZua7yuXNDhFR6bKcQr9xq
3jifyAvcGC7qP0xInJ05VvptgPHu7ThMmFokLUI2XmCrh7hGJSqckisFBT1HbwKYplh/3CjTLyPX
8tveS5MdZ3M7NJiGO+a5jo3uBukiBL30b9hqINo+ovuRq6p+WylUtRplNcMqjNuyxsSapDtx9LT/
sGi9jok33dgj5gC11SBhrFjhLWEPemc7p4tQS3MaTOPU4Cl9Z4ZevQmzuj8aA4pYiLD1LeTyYToC
lTwiAD9vXTUMNno23JDMN28MuyXXPzZnspHWjZpG9hHZjhdZ55UDV09R95mPwphsYKOLdQXl/6jx
p99O7mTcastZt0340itLvDjiq7usm5eFHWX3k245u1CdP9pBXC+6PoiywTC6qQf+rMGOuB4Whry6
8t2Z2+AwoxIMC2GOj9bU3dpdzTPfmHw349hwDo3d/FvbUH+uw+QuagM4QEmYnRV9ESpQ6gMesEwQ
l1lfw48zDl2K0rgu8tAhywi9ildju7UWwrFm8stIdJ2lpi+TgETFtAdXXILTOm7fxDj2Vf2I9N/H
MSK2S9/Qz0W8EcEDa+RhqQz7AWXlHSas0zUED8Qdgv7OSLzxurNmXCFahCKxKGFaiqSGduWODwns
pOsydlEJcbMvEsUYSMefCs/eXiKdlxCMBD1Lh+GQliAL45fpvP2euml/Da4LUeRlMaRfTYs756Jb
s8khJOHlCqm57gk4wuA8SZNXL6oXjAOQIsQ6nVcCYeIFlBCVfbgbgLiTRQtARlZJS5D4t5BEasff
k7Hv96IDES/DByEmSEnaRrc/xklqHRuEmTaN71o77JdOGNdGp7L35r1ZNtXG8b2vRr0AW5dxnZzS
nAVfMfXR9pcribvJpoAWsGVYjQ2zme6IyhMg8hyAKRZyxGD+6j28UcAtdGzs4kIGIUTZt8YSDUT/
mHfDiuJv1cq+sv2DkDUaNVeJgRuL1jD5fCvAIag6pp0XHjIFVlUftx+NeeJtTPQd2w4ypj4XPeqB
mGQKoi2AEgYCD+piaEM6wm4NbzdgFk8AxED1roFAF+Q3TY+hvBUpP/IFSxcRte9y6wTD8xI1sWU2
JwEUiUWtMc+hcjeGGyF8XyhqSGKccKd0gDUa1wDubdWuvChESBDXtiI+VxLa9bvl45UCShBuQ+Zg
vxTFJEFFK8ZEyAVf7nrcBa0xMYvTv+uOoyJx55sHY24enbT3+RI1xqnryO19tpqfwUKer0QUZl7G
ns4W7BxqZ56ziA8gMhS69i+Mk+q9bJlit7IbS4QyZWugaNPO9wtMtpFjcLK4PLkDzH3LQA9qukJP
2YWmO4BE4XW4d6dJ2SmziX7A01DB33n3t0v1Yg6XzMHt1ITu5TI0MQkJ1Z9PEmeUhYQWrdG+wULj
25BrYHBj22B2Y+R7q9TjDQhJlShAhOYfkkCpOqMvt3TQBFOdeZodDDy9bu9XCGiH6Lhfz3ejYxC7
VTSic3l3jV4qavIFtH0dAnGHOvW+A6qz85cYvBCeyEmg1VVdxxpUaJVYK1Kt15PHKEDtww9qywui
g9K09+IBo5fR6Yi/9zsR7JDFTDyHCNYykXYsZv3e1o6ZBCE/d0koZDEyiUnkn1K42CdIv/9MA2nm
7lENalzUlpedLITos1aF55NFCvG8wMEWHi9Vm252EhmZQNV4G0hRFq5nedsMl3pwpe1NHJBwAvQA
kGJRHpJFq3UEPGF1yjsoQ57GRpZqg5MGARK9v2e+hgiOqX658IuW962cy7vqvARc8sUVV8QkULMC
vnLlJyURyr7CMWR209fGMvNN3w7qtSwaJTV3TcYVKdTAvNGcqjrqLZhBxl/AhZTwrJvKbs7LEcPv
Z8W3k0U+gZ4ZmsG+0HueJXk2Lwke00ZS1EWu4RLeHfxKuSothCBDyJMDmf4q2cfsGLmEjxtH58Vc
GRilFE1ylFC75Bgy8U5d0w2yZl0NuQigv3G1Kg/JprJB7JvlFdYKIs9DdNw6DbAspSbUPyEGrtVL
CQ3hK2Pg1V7ZAZz6JcRRICHIG2u5jqVlF/05roojSRLraPAX5zrCUSg3qTdx78w3Vudd9SVZ18DJ
pn1U5z+jDGy6phjaNQZf80HzvMdpCTeIlpKUxGgyjxaOyepDuW7zpzanQYqe5BV+IMux1kWWO/WJ
jOlubXq3v6xYfSy7EbMORTHMy6NXllk03MtTWNV2Tkh41JcBe4atOS/0DrGzylfT02gUAER+f0LX
qpT62URsS1ZLXT6zazUDkpf183Tdjnj45Jo67t9Qu4S4L/VheY4s0wUR2gzQZX9LOLnqiMmbizPe
qUfGZUBs4UYWI2jV3cQXGUXfaNFNLMeNT0KHLzKv6Otp6nrYe4XfYF9ComAKmn1XnYREYZcB9NcL
n+Idv+LNqjfFqIsx8hXuheyV7zsVfsMsLukSAWlEC2gJzUqVVFODsM9SLxOb0J8UmbVUJHSXVuHh
a0gWZScpThLQXY+iNxbAJyxo0nOwZI8uitmaJDkuB3/bsh7ynUjD2OjuVedsV4Vv+TWphqRtp8ua
S1F+/XIickCpR5XDVpfTl6THeig1zqut7uFTdnaciRfE7z/s3VlcTntdvR79f9BWZOfYqdS6hyns
X83+BJ4m2UYAZHR7V+3BNM0INU7PY26iikkkc4fez52JZht5UxQZ+jl/iSNAqYVXviSl0TOYnZGw
BmCNCoPz0CRj+Ymp8C+G6F8hw1f7mbDKrpqV/FDobK4VOCdmOlKnURN+HJEm3HVxAqjBmzcmSOxN
5gOAbRrEXtPIaw9t0T4bRcSXBv4NVjcoTNt9/zwP4Mq6Sn21C3MmOqsB9HHOAcwZJYzqDYgFDwM8
/kxzZBYwdKhHK3z4bOfQIoa0rxifbkfMd3gWsNuKmzzc9mhYHMu8/enbGGe5I5jEUO0/6+0IqNv+
5MYt2JoyJnJI1Mus68M0al8MJUX879AXY8dAG/mM2VaMK6dDb5rH5ZQ0CTErrlvamOeiaDtefdHn
0G3zuzD8MUzfUs8/xkYOXzdW+kOQh69tTw7XMUL8RJmQ5sV4HRjG0WjLe60MWm4VKq1N0P2wfexN
MIo46j4RCYBShwA06L6r21cw4D+w8antJYCRTXxb2XWDfOpTMkJ2TA4W1h6bpsyUrZmivpsa3xK0
4j1CEy999k3t+n3HkOt+6gBr1Ix1qzrZAXl5qIgZErxHF4NSja1NzozD7MptYH+ZPVfdmbnXXBUJ
thkISQZXsTE2W2bZx7EGEA8WG84Eiasakcmj57Zf1bkJd2MdvDQjNoQJuh5bAieIGjN93Odaf1TM
xAZZYu3HGhH0qAzzrWa4X2N6+nXMl3oLanY+qGH0PI/aR9/RfUYkCvBXBqCwi2FI2wsjfJFgA6IV
liMpwED74A61eTTS4irMKvMJ0aIPbpneAUli9h4koCe0gIwG0qbVOOxmXdljxVTufC75Ef3xozIA
Iw6y7iaPYv8Heuk3/AOjmmCz1gx1sQ0jXnCNqaG5GPKajMhCQKVA5QsChmWm19as3nvk9a6SoEUp
zIlv1H6a7r1JSa4yJb0rIemODf1V08DemaV9RG51Ryq02ZvDROfsZvSZdBBvnQeyOzaxSTRBSrft
N0kauKqDaXj5qpjuf3F3HruRa1m6fpVGz9mX3gxqQjK8UciElNKEkDIleu/59PcjVXUiO+/pAu60
IYHY9CbIbdb6DdUq9iyJUlRor2OCkvoqfaJGO5nIedq4VgI6Jp4NBKtDj7czHjJHiUZxjWeVt8m0
+EepaB9arT2oEAZ+oPXwUsxWimMXi7ZZwsLrh6nayFPfnUTxFNb4cRqzSqcq5xVbEezHcsbzquGc
Zy7Cq+iCx9K9nrf1Zcy+yN484ietH6hZbXEIqPuejCN68PFDVeS70h9UAlgC1AXpOQu9dRIEW6uw
wPlHJuB+X2+QCsLLZ4zr0IEJ/8sLEs31VOtRM6CNl4c2qrELUvPcLtGdwBZmAFsmJD2uLR6fm7af
iGrtUUEizl2Ah4duUSezbrnXftLJhewyIEbjUTnlaVevmiTCgsoQ8TWw9qkZDLjUROfSk5qV7sdv
5JBpA6zBrYOkAtZFzWeUdEIb4j5ykVXrOPBeUg9TskonQ60lW8SPHwvMu2BixWABNGvVlOohFqHG
CAM+kpHUx2sjrn/1jVVvPOooyA94koYNY1x1YBTd1GfkTS4+Lg7rVoftYT71bUxUCoCbi4/5r1CX
8QpFKl7uw/epT2aaBrRJshYwYiSUQ63u5MnVM9ZDeCaIY7YecU8J5OeuS76KEIkCE1+AbY6Jggaz
Wi3eCVNwT53I05HiV8sbtrgLPEkBHpl1HsP6MHwsd4JkE81A2EBV0sdUN9cWGsZo37WXxDgixadv
6jx56EYpwxsU0GjvN8kKI58cwUNUyCOA/IE0FatweG/9/m0wgYdN/bXxkz3xK1C+dfJohd1VGOFd
pXIM2TI4jMJwl8n6R5etm4SqBjk6fKx0ZVVmaMcZvekO4lcfFKKLzNqXCR81DjrkLy2jA6TD6xcW
hk0oczojRs3owQzidQLrLRhmlWKEVrFKhIrexujCFgrawxb9I3dow4+iX5nQQlcRvhh9DN+gLYFa
4jq5NWmqkk1itadEEc2VYiETX4Rq6YiZ9GvM0DuOwh+qCg9Fgypg53X3gVYNKspWwXcRI2cdSPVM
uXPlt84oZeQBYgOskFPkMBj0Vj37dYhYq0+qchzxxTQcval8gJY6pn74canaaUo9uHEA/IIeLI/q
ta/4ZO5zRsPrqtcOra7rZykLTpWYYzVkwSDBU+BMvBldjBSyk+9b0GQIDyNsU+AqKG1phYHLNeo6
MkI09aLpBXlAUFNRo686Xc7cgE6jDdelsEPQF4gda8AXURYMhndVVkU34hep6+S5CqYBTq78KecX
XyMMpeaza5g6UhU+67F8qN+LILqqk/DeWCGJVq+FMDV18Y7h6nn08BCc/OAOGVNMFxFJ1Iq7NJMu
5gTOOLOict0Jw2qymhyRfl/ajSqVceDNXg/KtSlhLLUB7TIBhAcV0xJszlQ7DgvxvvCzdoPoj0KY
R3hQc4BPaQsrqyvweWjSEO1jtYPlM9hyYIkbPAQuMUqAMjrwvBDTMRTTy5CLBKv5yVIczEaf/J+n
JiopbeMgZD4efHmhgaVI1lgJWF4S39HzaxBYN3AUR6UqCy5GWNYHWHgf6iyQXsA0VhEmD5tRhodI
LDCIzBVGW7MNuAhvsvF+SsHw1E48RyEqcT32KuAvJZ6dlQViwSrpwXbyg6Qpe82PzhPeSLKgNCsx
AC1c1BEmR1GAr0b2kcDMWmtlhcoY3iYEf2cTBfPdi7qQICpdQMWq78SxSvHwUJxOMTaR2a18Lfc/
GXMQxVdRHXqphOzBQkXFltRwJCRcXMRw32f5ps+MBMnMkO6TCAsglvEYbfsHRrk01Hx1lSRQw2ng
o0Ft2wN8LUeWxicGe4+5XMfHHjvXHoNMVD/g4qnWKZiHIVP6oDHqdGOxcyUznk6jUtxLoSgdBHwe
ikxAiroB4F6Bk4XxCvFpKot7q8O6rzIlLAkxP0ZZG/vXMj8QEg8AVdC7NRgpCj8EgwhczdjLidUR
5iemWkSbsosfWsYdPmtDk1tvVEcYadGZXxeNZK2SdpDOXYWWlijuLYsWPJT8gZY2G1ZtEpKB6VfG
qCm7HHRgoY7DxVBEnNoEhCaJgYdOGxYqyQDw1KpOXlxqt6C6Vn6W5gdYFF+GhlkEppWGK7bZzzxS
fyGgONo4TQvwXwgIYaQ53PXYbMX9U0aXcCPns8NI0u6KXsRzHkDfVqFqoEK0xPu+GY5BXAK+NrWd
jue0mfTWim6S4GhdXOF8RNun1edYRdsy47B23hGgtIwCTD6G05uuQc00VKtdL1W4p+qz2n9ShBtj
cPVEwYJWDvU1hh0ibcdHq6fFekqolUMZ90it9o5Rjjae7gVfYX2KMmmd0r7SjfS2Wlo8KPqjYUnS
k1dJiG329RqdU1i1sauV5WvdEThvG/lZlencI7J7n/raS6HULgG8e8nUU8Z9Geow0uS7Q215rphP
D7mMUTWixZgM8cTRTMbpeHY6jBBpSoZD18atrRnoyqqo3+o9ILC8T11j2COOHDlqKl8aEp1OIwKP
z8zR7UwUuRPg147gCZ4tVtMzpPDZiFde9QpGqLCKSfsINeB/MnNYeWKtWIh0YciLwX+BZRmQqae1
6ZvkaUyxBzWQFVQyQ3JTaBGMx8zaRVEPHZZS3pflpxykDSwoD3fTuEXJzNrmlY4fh0F2MA7yAvpB
mTiRAUAjAbnMKAeYTButyS2eEp0zJ7kGshEfxaDHdKSl0RrUeAVPKHLjED29KGzfWup+R2nB3gSx
/lo1UUuFZwL9Vw0+pvZdH5qnuLXu1ZKoOpr6jilByfKmVYXylK2Mw/uYwQNNZdyI0gjGgiFiFFLi
yTQVDNeCEc/ztl8RSEMTEAoOKSZC+gSAUhNueCXMd4mFpRbdecXG6EDEYdKwzw9dGH5oIWyRroLX
qMnPYHq+qolWSRu0te53n+o4ndNZGFjVix2/GcM2FRfxtBrXvZVfzZL2A3WZl3iSNoXRfbbpcJUD
f5f76oZuPQqBwbjzLTrLmaU/iHV2CoThKUbcT0+EZt9o7SbLtdHNZl6rmNqayQeZg1F3O2U45X6P
ljbI9sF4lycPffQej/apkIEu+SSa/YV57efSsRXlghRlORwa9UxqyEcCEZ3DYEqvYuzxnGaijZIq
6H2Md4xdiARpwqGhT0otbBGuEZv2ecqU/MwoRY5xCK0nHhlGLhDIKhU58OYneduvoJ3mVQQefZlX
W1ev1BK/kO7V1kUKrbbzSz6MQLYbi1rb00yX9tk/dkJHI+rDvSOzDoOY1IKldStLKJ/RBOrWbiT4
5gNfT68VMaMUr4IyQkIvCX+J2CTaRqq95qODfxHODXFtoKr/YVQaQT/eydoQBnIrcmiHnUF8ZApd
QSKYWFf5VzDhrRkE4zYIxw80RmSn7KKd580XIHbZVgqqFuwXDFHhR+vPcE7DONNHeFEa5bGSu4uS
CfemFN7hLza6KXbDdoSPKp7Am7KhfWIgX7bKgPpacPUND24r/CgFx519MDaQpISAEXLgY/SagyZK
A/p9AZrvbdJKq85KM3rgeORAl1iPYFOGzCRSOvsRy/Te2wGHTh4FIT2sevpca9AtJ3cTjLCJxBE7
ohCphmNMhAHf3Zhau39XyvoVCWInnfAyDrFgtJM+eh6l90CWXv00imBxaQiEjrTOjeqEnVSfsaYy
EoFEyaCfZMXQDkVIq6y2HhYteGZX4oHoE/x0IO3bpBbLc5cMeLm013DUvFPV78Hz0A7L8kfeqrPf
RdeuBYbxlHrc4Y211IjiqovjL6siPy2U4t4zQFDWSgDw0Ejoayo9pkMj8qBpIxFJHA03EfJ83eKc
lQvXtv+yAqLeunTtNRwjEtN8E7SrYei0cspsA44DiofxEm8Wie6WGsDwOX+VRKFD8msXFMZZw+sI
Ewqk77OxYyN6qgjI0nOIQ2fIC9x/a2oQEZmU1KwvASqxdhmrVA/RxQqgCbbih4SH9WbkEvDnoObj
mgMFE7CSnLlEd7SyxNM8RsWa3bMlTyr5ILmlQRxeWnD0Nt4m60iQZcf3NbrfOk50hXkJG9xzhR5H
WnjZK2myrriqfOEj/jVjSrQ0vOsyeIaMVDx+Y5Run4PeMl05BIQVJvTOhR9KGFjgKbXxZIQ/VTyJ
tXTS8CbBxyGl39lNaMTJpXISa+GKwAxZYj3L3M4Tbek59VqEyvOOyhgentQEP/E8CNcl8ChG906T
Fk80mielmO5xYzOddKXMv5MUR5bTdwr3CC3A6Uq5oh/N2yLOJD4jlFc+JPROtB6UXnrNo8RaW8Bf
FH1XRHrkBIrxGBCAxj3mFGtADBIPGU0/uBCPg9/UxxdDI30KzKKs+yd9jJ7CbnqAJnzvh+MubIpz
U6drvEe0WH7NuQWvQxaj/FlAz/J74VJrE6+XgHkMKgvZZKzngemErhsfLh1aX7pTYv9d9pTrJLcS
tPJ208LUjgKjQvUAiFs6s46Fqwl1vdDEU4eqkV2FEDtzj9vVSv1Nnbp7mV9L8dQVLCwxUB/NaXoq
1QHK3itJBSWhg8ioFHOxDs5NyhtTqVnumFrlNpO1CsXqbTKMN/ithBCkkyilX21tvSlt+5FlH0j/
G3BjxGMqelfSSPelMJvDZV84Cm+Sqfjyg/gx0fInGBsT+DbsgxHO+7B4nzd13L5mdLDtKaRKisoR
f+Amf0+ialfhTZOFpIjUhEDBsFPHzE3k4lHTokNViy+GVD/2RroOBlLFuendmwN2TOA4vmIzvrf8
515t7+RaQMMjgj+a/CxEskqVgWGMgB3P1BmO6AfquurK1NFqnElkqXzBfa2Ywte4qT9T/6zUuDcV
BSY3fmOekEe28za48xD2KAXlZHTalyalNUoqc7BKVs5dJ+O1WOhEkehpB8WqMcK917woar0N/B/V
4Au7tBnvcTGnEhRBoIUPU7j5X43DU1RdBgH3f/4FdHPfm/f/+MxI/I3n9/TzH/95bd6D37W//7nD
X9rfs8C3iMQl7ECAeLNr6b8weBI2qigOWZokovuD0vdfGDxV/i9RknXd1EVLlyxJlW4YvFkWHI9V
UQPYh/+qrP1/YfA0E1Dh7xg8dMfBBoqKKupI0Fi6ws3+jsHL8TIKcpA9J30WxE6WbOGi3v9bUTda
6qpuRll/F//cQE02iKgYvLg1us0OXr+XMGDUWIPC2cCA5YPrrecu1/p1m6tHJHvCTTYKl8CQ+m3V
mseqEkjIIVtJZGf6orEKL6hSEmEYRz7DIY7WeSUwmIbgT7bZNxylksdNZPjnFDeBfR9Er9io/Agk
KM2J189hOWp5xHQ2ctqW69SwsBInFLxJSj1205a4KT5gNB/LnYBhw6FnKaJKZk6PS1FNIcgdiND2
1PHAmII5ef29w2Jq8P0ofjvMstdvT2nZalko6uYmrOnbthjgid8QbSkudeTKZvy91/YJtqDBkzbP
LYuWyYLfXsD4f7dM7RtA6suabwD/UvwT+X3D8t+OcTtNtiD/l/n/p/jvz74cbdlkKflhoe3GsBqQ
BiKpLy5Cj3OpmyfLstuKOiYxfZtdSr5WIFWxFG+73A6z7LLMouUbOGIIYvrvNpY0HTXPP4/4vXTZ
XSP3AVBovj4wIN1UBt8X+8c13c63HOuPUy2zwfxSCLLagbP61/0UDNqITszzCKrLTlZ0Hr3/EVJI
dpOXhmzE27nIOy9qz3PTlfhVvvnWg/7e/C8d7GWT72P8ITB9m/1t9bdEdDtj6L6Ly1Y34erb7P+8
ermO364S/3fiQVYIyshahA5n0kL8l1J2uVDnLIL3bjVTQr/n8zl/vGwEbz/bL7MEQqN9/7AsXRYs
q5ZZ0kWzr9i8aTJPltJtz2xBT932MWf1yzYF0VOhZrb4BaCFhAquNvsLfBcXP4H0L9OBIUtjt9CI
evSz5rUmxejbgNd0e0FAWkW9TwE/76RZo9EzwTxl6PIbYyesjQbdySkcnGLKGM+bM6Hqu4gAWbbX
eLgw52aG7ndxWRo0xkGN/GCzzC2TZcdlu9vsb4dcFi6rlw1v+y3LPBnsbR5lwbr0gb9g5ZV/dGMZ
uJOHqH6bK3sxI6igawam7kkzayZiaTRPlEVY+jcgiJSSwciR3GP4MSMIZ2ySaoD9zSbRjcfyPKnl
00L4/ebbLoA0XTtWaT3uFrTiwvVbSrfJsizTFbz3ZEa3CxLrmxCdlsRHhUp5UaMyoZ0AHxhUpbLx
gx53CJ9JAgp8HU7SU5gOPfbzfs3gpvOeLF27rxHncYoKn6ImrBTi2CVWpvNsWuEL2XAXuJtGmHbG
E/5HPQhwNNvo6HTY/eqzoO0id2tUpbXxrRZ/YmjmUvusKd27YrYEt2q/PIRZWxysGoYP9H9aCFHx
1sSoHr3EdPSiFbcLNAv2fL3XZlelpVSblbo1ZLQDZuKDOYtHajqpmgWksiBk6sKkC3sDyyylsBPv
FNhT35zcBe2zkIRv6KClVI1gzpRUPS+wpGUSz5QdI5N25DtG8iG6KO4F/64UG2GjV3rhCmB4EShN
a3Td/brGRAtqe9VeZKvrv19EZX5jb6/fUlqWlUmFXFoH8JK+34FhY7Ix56+gGEECapVFOPk2v5RK
gDGzGmo1bk0lwWa6G/Yx8lL8wgpGSCiBRSsyOcwHJquGkjRq3Mudk6kGhmC1h58rw8rJbs1eWAxP
QcwuRahOVluD15+mtUeaeO9XKCD5BfbWvs8HGGQW+oISdt7zpMQGvIekpLeRuW+q2tzXCkJsIVA9
O28Un7EjSgbICkJ+cgPQOnzIg02WoAu30nhfE416JN1Ptr9+HN7MYMOQHQh5mDnTc7IVvvJg4ysu
/XAR5QqMFn+FaHJcwm5T+D8wMi4GF+OLsf2x+qkUZ9yk6U7LATj0VTfIzsroMCStV5oPfB7FBNMJ
p7MvXqRxVaq/Wu+9S+dDA4IASSplq4QI4nOPi55ANuA9VY4tGKNkbw4H4EIJkv9YcVuunv8gIJZO
n7K8isgYFtip9WvN33W6Q0I+JmAfO53ZrXv1qqtbVdspyqHzX4xP4m+jdiXFiYZiJW2r6JTrzwFZ
5+ToBSuEcNLxoMbHJQu1K8StWUHzX5HjwsVkmuxpBgYom5rHKQOBoMJBajwJT4zSwY4JxF2gFnwN
RQ1QHm+tllGFy9iZI3rFHaiqNFvPtpDtcTQfsmTTty+pUNutfymaX3q3qfbmwYjdEquibgNsMpoT
2W6W7AJBc0xEzXFngrkVPxiYmKmOJ579bq+b2zp1PHOrvPc+wnM5XE0wSjs5Pqb1rsNuUTxjCEvq
BCGPRHkKlWcAlull9DdQTmprM3OTv2S8a39Uz6awH8St8hXp4KU37Z10SmtXSLaetkLyKPSgFjNs
dLrn6ICraH/nEz6+NqfQVcwVyJDYg74JdwCa3G5gdBbs0ghE/ifxEMgSGN6bkA8wFvTWOPaa8kc0
0aXeT0TP6ukoWve54Ob6xqw2wbSvjEvcHqIQphjfBRadCfaZ8VfuP6v1yec9OiA/w/MGDyr6G9QX
E90WvoBYYBRLHSbwmg7BnkSZr6x0fsBuMxUH7YtvVtV+BROGz26JWkuzl77y6j5DJg/2izg/MJ6T
AGDcaxjBu7KB/tguEuDMO3OgogP74zRvOSRuAnYk38lVNw7oV8ChWXQK2xWwnx7XcvMgNluiFeKx
eEA0U1KfrGQ/iVsVqQYGmluvIgOALuMhmVYA2KvmaPQT4Ua30IHq2Opxikd7NbwNV8SXiAaQx9Hu
G3nXByCqu6PWrMdoPWy4TV/34atv22bXTwekoaTP6A3ZRB0ZmB48Knlm+aFPjwZSjk+y4KrCq5hh
knYX/tAGohYbvdtLOj1wJ321lH3Np+BvUulSVJEtMgZG9WxSUWwUL1W0E0OQNnjIq2tQ1cRJk9Tt
+4Psu51G+s+ukGAgfTc64yxYBujgGFUfTbpBRhgcwVNr3jVIT0ZbpCWn0dF/EVixrniSaSvlrJN1
IeZG22zZHoZLyFmr6/4VT3n0AaLRbjOiwxuGRfkPQrXAIdrCVlA/Kl2OUgubCE1mPHi30pmX2ThZ
Z+WQbrJtjpJJA37BNluboI1d88DwbjTICbmzR2S+6porAydUFYpD+0NTMMrbGsAAtu2D/MtTVnG1
5dJIUhbovZCRrooN1+TVGzM9ygp2r7bl+NcCRK6jhhvFOiRIJ5MLB2z2mHmkZZBsqGypP3b9ET5N
8NGG58ly23YnvKMmikSiaI/4vYXnzrYqJEkx3b1mL+kJ/8k7FK1WzfQQhGvA2XL5pih3KDi2hG2R
pcLyG3eCrgRHdEIbR1Cxw8TB1E6L6wjW01wRULGS+w4/tNhJ7wnISioOPXZV2GOybS7WCxkO62f+
DP9M3Q5bVLMeSfEWSB/cT4cYoDGZlBerdsxxI+ItF0PYsFO+ZcGNfohoQk+rkNRFZ23rhLYO6CFI
KzeeKT12ydd3LIQnDf3O6UmdwG/eIwoT1++WeGwqGgZyumRz+ZGRTrK1COwYDCtbzR+xUHoaJ0j7
mt2ANsNmNsFGepO1j35EPPO1Uxk+1BOYhJcUclfXnGT/rgsGR2RGXIPwE8E6mA/ihFMz/FL4RNuO
miXcg7kIy/e+OEokYeMNTyimKTTtEvD6ANLCTgCkIH2KpAJl4qW/zHeu8i74EaoHjh4fGNAEiq10
NqAwFLucctM/APSXZHdqVmgOIfaQMc52FYzBBrv5QJMt3wTVJm7dJ7G0dUffy45gR2vD4VP/icFy
8VKMrn6JV9VOvQcYN60jNzuMF71aKW/etokcFJCMFW+aQf7UEX/Nyapn/4motPhonPtoxZVLDh9D
8DJY8A6Q5bD9q3oxf0HLPfmnz+qlFWztHKE/6duoAY6ZI/DGMoOWrwNl6qF2Eb/ZIiJphzaO9jZE
joef9mexan/Wa93dEY6VL8o528qXkUqBDsBVRdvPt7OX6EVUZsHB6kV76Dzk8RCsgwux8tDdIysP
su/EpiQK6m6nN268UXLXu3jGqpOvSbg2IzxoHLTINNJWJHUGJ0BNxgYJ3IBF7Fe7hDcu2AaNk7/V
m+IuJEwKg2nj1w8Ml3IUBzFFAAe5CvdIyDrElJFGJ9XUZedprxCGl9wPVEidaQtXqZXX0stObd3+
zSOVeERWdoswbn0WforPAO/wL67fEQ5YQUC517bpvXj19/HJItScAR10vOgMwyy/5sAM7HQT3puv
AiNDatyXFEBn7kwfYHiwnOfSSJvlO/AePlwRum0Oy6DyueF9Hdtag0afrb3AceA9Y4F4lZ5Qk+4e
5WegVG627i7aEbxEd4kPugMWdbLXreWoPDRHOyrH+txdqp23eYM0Mx2nY3nGtbx0/K3ArBWsTnze
6KfFxG6PAzqCT7MbS2ev0frBNPWRLUiV24x0jto6eG12Gum493GFVOH+rX4fjul5AAhkmxt6H0d5
nx3JxREL5zmiAbBKXMtObQzVTwjr2Wzi5qdkba1lJ7o0O9wdi6f4XDwJP8KHwW3foyfLjp7QJvwq
n/tVsdPswoXJ0Lz6L/pko1v8hBIo6mRa5DJNG7typTWtxgs1Ga8OT1jluxKpZXljMW+nDu8v00N1
nJUkd/FZ2GqucdSeChf5fgeH0kvmhGvjFfVJoXGDk47k12vrkBizBYcaSnQQsNNfBWVLGJ3G5RXx
aGfjb+iU7JIDr8Nz9NQc+6/4jBDdsXxHaCkn8vVD/PqRnsMHjGS/gtfsV7oVeRLUMdoB8NLJQkoM
Vutj9tjiy+as2zfxGgIyxPaNH77mowrtJ/ETK2/BEfG5u0poZthP1kf7Rj6RFNKhvE+35rt6rV7H
MxXhjPB9r16jn9B0z2Bihsf4EB/kK4qyl/JevcYr7AdscSOfmDqTK3CCDzR5qX3WtZO5xAq1o7HV
nXwf/Jhfuq3wMpDPRDo6nmu48k2leCKfwMLBTu+lbXZHk7gvP3lX8ytSarvpEK3r63TwqWOalxyJ
vROtU/y5vPfNS3QHq5T/ga/IHQ4pv1fkIhHX6HsFxUvUBEUbByO+5/CzAb39wjo+prB1delgMkbh
0ZBdosHiMYE6o834mD6iR8FzZvGcHqfqtQRKY9xooo0snXgVPsQT9TJSIuthB7aBr+Wi7/3tsBv4
Qcbz8Kt6LRmB2sqa9x1tXrrkP9FZRBX2WbiDwbH2txgNtZG0RfFbfO6VH/FG3Pm7cDegBmZ35Xpa
KXvhBMsTBXfjIf0c6drVbmD9QtC39IEP0GTCYXwxDRupg+B+fBA3xt10bMf7+FQd6FJoiKbUtvia
O9aq23qXz/C+51EPThrb0uT2dJX30V14P70MSwW41BIAqahUAN3W1/zTt3n63DlKeeyI+i3Kr9Qf
NIMf/QkxTfW52WXusJMYqr03dzhKfuC5IAhO/2DFjvlOqXoNfmjH7k4f5quejn7k1A8daN3K4Xfv
Ho0X8VrdxYUTT5v0fu4fvEkf5RuXGBVuSMrssxuP0wsNYveBsz2Xh04BlTEVG12E/oRotDuu8DMi
yb4fVx/dlh4eY80H5Wy6iABSVwSOv6ruqEtpJt9mgvC4qa8JsB47uetPPNd4KzrlSji0yAzeyXtE
am26QI70Ju4SxPKP1src8eEjEms5xap0sy0pelffWHfiRjzn2wbDqif/pVoX7ki8yg6oxp797Ufg
FisNDUHatOFeP5Jvo8GL7rjuoVxJVJKiM6wZjb2UtDgfxq/ptekd7Zf0qt2ZtN3RGpnrl+Kg75pD
AHj8QY5WvbFqoxVNmnyhO0gchpf2imQi1TM4I6dyhQOY7k25oYfKkTcXoEQP9Cn6T3O+e3/fHfIN
kn+fHfXEFuaTUzrSNlpHj+F9fK8dsnX/gFK7I73IvAKxPQiufO34Mu/5Zr1nYov8gOqnEqJpuhKf
x/fxvbhUT/FDem6OGbWg8dO6C56MR+kOuNO0g82wSc/mvbiK3Oj1I3KFB5BEfM7Kdv4jrx/0Nqrv
+rP8nlwEDQlcYFpb8MnIHAo/YAkh6hPThXLQ9vxhBidaGvEZcJTZrOkX7/U9JuQbzEmLHeOFe0Bh
Z7qZvLXylSRnsqaezvvd8OTvUSOY3Az7HHM1GZ/inI3z72N95FeccUdPzROYXH8PJGGs+GLzB+uF
i/jwN3Two6hbL2zRuKNjhbiWwtiI8dESdlv01xZ25DL5XlZjAmDKOrECjOIXS/OltPiaL6VlMppS
u8776J5RCDJpCwNtmSyRqNvsUvJH+OlyD3BsiUIt12OKyb4NyEv2hvQY99OwC1BCL72+2GFc6UhN
beyknr5gF6Kr/NYRzAEuCs6sW5WzifMI3xgyJc8I6lAo9FvJmCnOIqK6xOQ3VYIC7TJh6IKTgr5b
bMmqWZJnKdW1Um0nYOELabuO5qg+2k/kFRaln6UYgwmgFeipLmcH0SxAbzw0iWCaV9+s0hloSIQk
w1lhKqGFZwoD3ikinzTiMlupxAYXKpk0Lxp6vF2CGQPcjPGH1OhEX+CWRTOKuUBYYZ0Pw9wpT50h
Tk5jodMNWozUFk81MRIxbIpDy248cHgDqtOyolDhlsIdMdotAhUJFSfXpPgK/vD5y9BhrAZbhOzv
zN1sjDk9shTbQSekESKEly7ZuiXGuxD8lpKxJOv6sjyknp/Ca4GzvUwW4jZk/n/OLssKoQ23VeCD
wh9xNmqlHhmmWXepmyfL7DIRCwJXXc8I7MZTLQTkeFfLvO55902bduslLvsdq5VnC6Bv2nsf6MIW
ZnwB4gz1yWGOlI9/lbAuxwRoXrZM/phdtlt2i4WCNApudW+SiV+eXn/GYv0pDmhfq9j+xjGSFIJI
OwP25SA1YF+t6vzt2HSzSyolZdhEOWg0b9e36GHIrUJNNDvOF3PWBjx7+V2KTQuvWnhq0YSRugib
EFYwUUaEU43ugOLqHdhyCVyzXu4nGW2bkqg6MVL92ZDNdvc9t6zA/NlwQ5+Y/W8Ll/2+55diN0Bu
N4oDGArCrVT4/84ta1mXzQ5Ki2/SbXYpLZMSEu5Qdslm2ey2/NtzS1mEFm6r9D67NzHUWOelAYxY
DCWnG0XtFFpkQW25HmOiDADRBlXn8fINLq5tgtph3iINr3miVZvcUne3dUtpsZYCzkEMfNlBgf4h
rpZVy6RcrErVOoH5XnSyu2y07ET0GvGKm0nbYMzmb9+Hui39nl92WHZdDhoZs3jXUrwd73vLZeFt
99s+34f/c3N0njPQMbNy+PwJ/nXfywl7o6qQjyGmfTvMbbs/r+y3+T+O873mdupSi4EOwsT6XrEc
8ru47Pjb3X0Xlz2/bfOW4m9n+u3Q3zdotYwzsQRQv3+O5YDL5Hbhf9yMUc8GesvC38582/yPm/n7
K7idYnqbGvVKmu51YWLeuJILh/OPZX/M/t0mvzl2L6uXibRQSm+bL6XbqZbDflNNb9vcVv/dsj9P
sxzij8N+b2Mo00NDvm29yIaZi10v6uj5pqyj/aIi9ndW4svGxpLhvImMmUtWddn8u7jsnhNrkk3w
rss+f3fEZdntMN+bzLnY76v5H/f748L+x8Ms2y1rb4e+LRvmLNj/bsiQJsryv4MMPX9WaZ41/w01
9L3PP1FDhvRfqqEooHFmGJClYTv2L9SQoSDqpRqioasSQEfszm6oIQ3UEItNFSi8MiOD/iXcBZ7I
kC3JYo1mSqIG1OhfeKYLyq0+tud/zP9H1qYXBCCb+h//OSOCvrfa/frHf2oAljRo/gYXqCqGqopA
mn5HDJlS12ItaWpbX7d+0mjYCgM5qR9gbQLF/O3B/PPcv59LmQ/228lUU5cU7hSAFLYMPI8/JMK8
FkikkvvedkQChx50S3S4GxRHKpVwhTVMJf6qa3HXEnwSx5OVmT9KYdhhFIF4Xpe+pQaDL6D1dtXX
vds3vRsPo++qsW/ZZhZeQ1N8AoqvATFVDmGiWTBXSzjNVU0IDaGqYTAY8GnhMffNbV+L8kroEFfv
hOry72/U+O/OcMgAcKP/l7vzWo4by7btr5wPOOiAN6+ZifT0VnxBUBIJ7z2+/o69WV2pUtftjn49
oRACyCSZBm7vteYc07JV2PjsKSS3v32rEVflyWDMsZ/JG5w6lwl84qabPrbohCzrlDSItRXrP0w1
+8xiY19NDSaeIl93QYE9ryKCK8j3BAt/5mZ+zrKBUB/8xGu7sfy00KED2nFNCgFjsrIdV01OyFUf
wbekMAsDUncNeocmXtnQ1H26pldIf6+yBBCwaviakBcouoor0Eme5aA4WyIGNBGyjHUVGSoe5miT
NRqVbwfMt2XytrvBzdajo1K4IgAOLXH3Otc2Qqqw3pPz9lTEswo3J0JF6RG54AISFhw7fiX+1JJZ
YOJvB5sdELW4S/SVNi8fdVbfpmr4iSWN0l4aP1T9vNHHCRAMmQCb2Uy/IWkLV4E3vDOGTVCeZePm
P+wrcdD9flA6qOU0tCIWZ+hvB6XamJWRoz3dR5HirrSahAEjfcPcRrDZpK6KFCt5U/Q90ktSyYZa
XaVlg4fZtvatQrk16LudRs413Fh37ZCWvG8c2w9GXUePPB6Rttu+VbuvU2sTkgKLj1STmalGQpfT
DncwYqnZZ9Cz3PlOexlU3LZ6GH9aCY0KPI1UHrCuUxvmuK8HxW+IPPMX0/ueReZ0NJr6NYuKM3Zc
F7oVNUc37ldM+065Xj33Y3Gblxx4DrOZdB7OsZa+tVZxG7Rzu7WO5TAeZigFupZdJwExgnp3tpx1
BrHIUFv6gkNFWIbO7LpnL5qFatH89+5UbaSCMpOvFiXJjefNG8fMHiesUy4NM3bUfe5xxPyH/fQ3
u8l1bA+woAAZ6upfL1StaWCYcUaPbMNqpEdP09cNrXmr0cvr9IfOTF///Qtqf3cSI/U0OJ0t1/J+
Bxpa2ADySuMVDSLMKtu+XVw0wqY4GeyifyGL59pQhJfU7V/TmSM4LtnDTolvti/cQxOHn63mh3W4
H/pv//69/d0x66mOy9FicokxuEP9etXWIQ4WuNo99Cpnr0XS4ES8Ne5k7Sq3HGvdl3R1Cyo3//XL
mqpGGieGITTG5m/7gG4eCUGj4u7hrn1OlvuoVlwP3DL5bOs+8MMp3RG/8/jvX1RTxZ/97Qy1AE5y
mxS3qX+5RyWhpnsjJ+5eRY8GruEGkRGOj5FKTaUOa6ciqskcUgRQT0HrYCQymZxNSFNKR/3UNO8E
4GVAMepx9Y/yK8IhTnXCRSZQ03kX82cyzSM22KH/k8zICVVczlWGtDSzSQdjzLzO5vilaJS7wrSP
1EC4/johjkigsjWvi8yDYkRGtmBSjR3H5i3psrDM7RZ9SZYfPJsbQGicCpVYo/ItnJlL4/WgAR9N
9RrFJSQDA6yP2/zo1Ke0SrHH9+ONF9TBChMacN/aeetG2lQW72xM0VSkjEC5LKbUTl3zc+qtk4ak
DJsg5a4qn3w3pcBUrXqb8T4wACCT03I2Q24Gqok5b2a3VfVWsV1MU6C/MdjMj8ZQPvWa+FlurStv
nu+djntOrQwqdkjv0Qw58QKPL9eqjVebmn6K+2VtzU67okJRbHRvq+Lu3ou8zbLvVWExLVcZ7KX/
cEToQjP910MCNILGPdYBmGN7hMT+9QQISOXso6WZ9qGnD6vR2CbFcMO4ddkpBIquB+8OLg9WFK26
Mgw8Yuj3rpZxUeighgfsat5m8LMBGQbxDs0qcNW95lLfyvKkJ5WJGxFjFULJ4PkIIzBJYuG51LUn
2AfaWs9TTMDbngv6pusTbNnm4K2Kmq6kYv2Inaxez/kCDSmnu+WO4SbPaImXjkWIB21Sg4IxOcfR
Nsrnz66wj44eg/mwvO+lemgiSt7liHxu0IjpaDt8Z2ZzVS7mz1ShIx8EgGSqQEGoY/klh1ObbuJq
eTDU6JxZxb1bU4WzpwYXTZnSmdL0V6/Pxq1uOlsLIBMNXS/1u0TZYKoLSGtgiBVq+aFbyM7rtXkL
WaXfRoPyYtvWigy4GVmA8dQu5beg7GlFttZLM1OVxIX2kCDoRB66ru2ADnrgnF0CvtZ2q1zXS3+Y
8gDDXufc8brtOnC8fdiTnZC7RNBF44ORVHs4XT5xtTH9s/GqmZMemIGzdjK+KloCY9auKXrcF7X1
ica83FGS2RZVgx+t8kRzjfcdJNFdxMAaJXdHFSnVtqmXVCBVdX6X6Jgp0Lk7LdOG72qTzWWKoMri
24sXJA0GGqeQwRfqoomsHUp6dHN0e35naOauAIuTAT5nYnSqbU0t2MwYtdEQRO7GhbHdh/Zw07ZV
vB0W1GUptNI6McrD5ADTKGoOCeSK1JAbM96OicEQ0MhpT6RUpkMs+E1hqYdK3JwNhAxuFnW+a1bI
DbT8daY/lJDQ+7yE2UNiIWhMqkNiRxj10jnEPRrtEcLvs9rYUIHcjvC/IpODYS7MjeogpsCqieyR
+jepXRzdJe3C2cOoYlNmVIaHsK3pQGjNE7wNGGyacReNjnIY2vSktfryDhnPTvkz3ErsHTKRZ6u2
rm0VShqBrwqXIWNXqNxd6olsu1QP9R3Iajw8M11WtB7pdEq0oRWpecaqzKqnSSeudxFObW9CUJX3
2s7JdezXKffSKKUV7SnOtKWED0YMOEZBxwuPOgChxbmBVHRaIuNmHnDTK8p7Xk53DFrpradwJQyM
Ms1Ez00Lhm+DXtyHKvs/xxp+siD2kZZ40AdGqBajFUy5+bYAPWwEXJmXgkusGRb7NgbRlcR3UGY5
n9zxvlWGft33OChMRT8vDYZBW+Os7rRkP6eA1mjsfTM4bdChYD8N0J0pY3KVJjgJ03xX1+W3xkBF
0cYImu18phUYVAGKL+Pd645B1P+sudocmpHz2JvaXWsF11ldPxQYxO+w0EZXyDQJXVGKK1B6WztB
pedEz2k+fNROHSMKCfZc2a5bZIR2/a2r+0ev1d9S85jWyxHfKaZPr0z8dCZvrIO3sF6ckcxkCy93
wKC721kpzfKJmtwCow0OHs2mGSNYFeVPTTagzMm899Sl0Wal00PmQUrNqSTaEEaQMhBtknGpLxRX
v+kaEn3mIcLalqIqTydth4g+3ao2mkICCIcieBwV0sAmqrRDGyarSs++wa5nv5vP2KTyc97AMlfs
Sl0ztH3xdO4mSqKmd5VCfI9TCv2KRoM4tJVtyewgTaK9MnU56Ix1wLxxlZDHt4p0elkZyXAr/uaT
O6Kj8YzhvqbRn5iczFWpI5swuyfHK+4UyE+p0aFLAblAO4A6vuv6dYserl2cJ4f5zWEpchOeY8w1
cmlJLcyDdNdSCXa7KPM1D1ihFyXvQfzYtB6G1JmLZmTcFaFK75qgPNvYdRMiSy1CKlBzJU0aWkxe
JxitQQfV0Jv9LqV6OgAxshwT/Uhv0IZzEfyO41PlzaA99J5m89JTuT/EIwG3KbKqeGJfARX+rsRv
nOWtHyRjsrE87xmb3N2kca8Gpv/UVs3OnEgkxGUaru7UhqRvu0W4BtbZN6K53ERV3awrXKlqrp5V
wrDXjCMJAezblbUYr5VnfiMnWq/yngEe9814QCJoF8fKCH+QhjRk4Y/cNGi01wpW+Gl46sD1CTBB
giofmm3QvqiK9yPIY8IyCXubA+UZ0tyIYLwEXoY70i+ndN+r5uvQzI85lxdUXO5N4tAh7Jxs7w3e
Jh2ZRqb0pjznM0no0Fgu8Ix2KF9GD76AYwOsKMhSMqLXIHxt9VNWAKBWU7NcJ4a3A7lHoz/S9/J3
xzkON0jDty1Gw3nKLIyPDA1GzZrXEclFNXnBTji+RPaorxqFYE0IYpQOHESxTb88KT28rHGI9oVH
4PTE84XKNbdLP63BjrELp/S9Zu0FTk+4qVXL12sTRZvZHheucdQi1IYd7J6mxvucxIstbsmpFmbP
UdU1qxqgGND/J/KnnMlI1jSqvnVKCVfIeYUxbr0qzV0Sq/f5uDS+gosBysgitJlc4osmz7+lJWhn
7rkjYQ+IIN3Jx4VDn9vTPqJEpQE0vxedfTuOCgwlqggHpZpeOyc8d1FwHApCdAsFegUOz3nWzMOk
dv48VvBYGPCg90SEzW0AS65j3qbVSe+Kgyn6Twoz19bcBjYhpqoStV/dJmaBDVAupEFmmQ+bDuk/
w9UFPS2CbVd0wvpFhH9OKGqx1dWHS19Orl0WoY1OOE9QnEFRI9rSCZbjQE4Njlt3JztlEo1p14y/
O1px0jpAnjT+gTyGAZMtmvgugb12urPrM0ghMINNGkKhS+JllnXXkuaY1sVz4+YxbBLsCHGgc+cY
dQQhIPdWaYJ82NCvhO9VLYxNMeoI1Dr9KgFswEX/iUOc266ZGuh5kFf2CERtC3VVrWBTUfXutKDf
rltSoEOFGIomvh2XHBiVW3xYWnblRHdVzNxjmcPbIJiuGCZNADci4kHbp6JNH+o0PuV9+dGM0ynW
TUgs+rvb47hFV8j0c0AB0+flh56FtzoSTU0fhXPP8dYJsAhGGbh1be7r/RMJjB+MoU5DLYYpqHcB
EXLroxgGSWbVzKiQlDnlYtrxKksMKK7y8jfmffPREkzs0egLf6CTQBKrht7Ssjhd9cI8DApUy4qs
Q9GCll1lW58CuMTlszRudCJiJWVHE014CnNOUSUu443MX5SLYsyg/MfpNePuYBuIRJKl5zKWjdaO
Ik19bNTUI/Mub+xV3ZSPSdr9kBRfuXflmjxW4sXSNvEcMM42wj7aSZSwbKfLNdfsUfjVdg6DAB15
4z3agGo22MO/62WukTkVHeJG/RYmVH/GoXgOXLBtoqChotdO8LEwYdqbQJIRwlpnvQufPDAeu9mG
L9yr1j6euLsVKsovracrPlPfCbuRievQ4cn20kOSM4iLS0SANUO3tWkguFYLyyfC7Kc5jwdZw+wS
113BmYOTp6zdEvVMFVtbtOWvzNoYHgm2u71c2QGAPZ4wuG76o830JODrgSbyOZgU5CxL+ZiGxFs1
DR+gQ+VvVYSNh0vO4IYh5tFhetk4ASfiDP+otj+J6dRvROlPThIJ+cSUD4nGROJNo1ZbySn3Qj9x
pcU2BMKhO1R6DgRMvFyMeVzDDEEIEscHJTxZ5lJy77FWs7d6QXmTEJ0EyjD50QbppzktvtNlB3vi
8yXNdaQqxnoMM5hPKpYLMAD3iY57I4DccnDmG2UgftwrubvacKnQPcWqj79DqWhx0rdftn1RrYcO
VZJmI9219VvinWNuzwzhkrh6d7vgwWqKfTKbzroxUoTR/XuOlZ76sn4QQe5nPT5nfeZu4OavBhfp
W2Tr496hntq9k0HgIGn3HqeFiG0QwRvdXnQ/j7aDRvWgAQzgW9a0MRtkIaHqWpQRKEe7AXs/KdTs
MFmc470oK44leIJgnO46p/kZ2FQEinE+VVrIeH2gUGEn7UvgAmaZqXBYavms9UuL1CmghpGOp8aE
y5h13LUx1PilwaCJmntBIIRDiqzCm7KV7lbQt9tTr3Fyy90TcaWJCa9c20Hy1rEjwCAUz7rKrYx8
+jdI2DeJhyIKtsu4UYLxfjEnpOFLxemRGteKgQDHonAS14ymXQ84iYDZTPiX1h3fipNQxQB2+y3u
Y3zn1HrlUZdOkZ9rqmg4MzoZJ3BHmvq5LIwfUDjJQkjacPAsBExweEVMsagv4rh8zBKz5bDgOWZt
NQfUwbXwePBSZJ8zpRaVGCgod01j/sgqakNeUKEzUz9g+VwX5kM0wPafI28rv9I4qUefcFlRqKSN
wjiniFEt8tfK9J2xbcnAZ4jOTi7quAo50Xaron0aOn/s0od8mq6Tkur8UDKXyyFcrnD660RFLAQs
59pVVqX7gmLDyuJG4S8c8KupY7/K4nZBMY7KNpGosIzUlAqPYueFX6a9jrI1Z7yA8FmfKAyXlYmR
qcs6ik4IXsPcOvTdWB/LOXkLTaowmnIeNIoSTYJgIDfvA5dodMr33I4j51SPWuQXCqTIZIAPmEMe
bs2i23vBQ0SjcxcFCydtTLEG2FRf5hsrKeHxjcwUFg8FHiSJRrFeQ1oPzApQqRXBsQvT72OYDoe0
x0eSuctnrj514gC2Igpripe+xWMwo8VmelzwIil1M60BfVU5u9ygOqcmlJUWsCHUhShZcOBRvyA+
KT3JnkymJJ+UV9jNo/sYZ/p1tuAUDDhsGUC1Wd75TtUz3EHpKY+xxSzGzZQYWzhMM6duo/tqX9+1
LYKGqExhYHKl7Zsrg0slno8cLcJsUQ3T9JOuww2nYK/mAMX12FtDMMYg2FJXUzBTpYPIDWXXeWX7
IwgguVDFDdJzV8/3EZYrNeeknmxsJ5kH4WloRR2NUXA4uAQUWNFm5nzmE7YfNbi59RxHJ0urCmYl
BvI4kwIpoPg9AByuK9GiUX+g1ZaHQ7tqvCrwx/g+taf3ph6O3GKhbs4HJvxnbwTMAm6VOByHUSKU
3RVU0GCnd8pN6O3zMj6U9b5R9XpDszo1x11YwfqkU/ASm92d2o77koqUpidIJ90YuTbTjh1wQvbH
s91hBerDEF8NGCoto9GRzU/24uy13HkfXOVHg3Z0DTwOojEjuNo42BrDwjiJKUWRB94wvwHG/1Jl
EdzjeXpzrBE3GTTBwcjOaa4xr4E8i9kYSd1gt9eBp++tTn+sYQyBdrpW6+zamOO7voT6kuXxefEw
bAVZs/caNTzVpf1d67PXLmSyGLuZ78HJ9JOM49HBxhGo+FO12HrVgiWEWVBfK55JIMQcJ6d8wV5H
CgPO0h4Tq5eWJ4KDMZl1d7FJPRN66X4mxdjXLeMjWMANkw5RA7XXeKuBUS5HuQjVuifh5s/thmiE
jKTso9KW7qmptWZnKOF9wzs4ajnpmo7JNWSYlPnULtaKa0m9MbguYV3E41lGxpyL0Hb1KLe9KLjR
DAipae/mVBeN4kzwxn4ZXVJ+esdXKRasolgP4XWrO3uE/joLhnuXpnAauGNqwOBD/SjX5CJNFTqm
3Lv9DKohIFQWQU/6QN3Cv+qi1Ph6TD6xRPGZmv/khwl1wqYETxkaD2FvxGdUmvVY55x5KakcwAh6
QqLpT1IyZWrcHnpuR9YJVFZCbi3OzKBIcPr+ubC8ClCZ2U9+BCbupJjN/+0YMMOmevFLqftf8CMv
c8mlN/yLluDrd/4kkIAZQUFA75/WMl17Gst/Ekg0ngKri9TAZaCCYOCPEDBTSAkMwq34p5r0i+gW
/RECZqr/ABHrcOi5Bm0NErf+Gy3Bb10p2t2W6A7BQNFNXsfgLfzaldIouqaNV4/XRv3K4NaxeqY/
W1iSlnnLnfSXb+b2q/3zFzHBb8qFf3m131gndWio1TTyasHV/IkrxH4uKfNyEN4xI8EEYCHwP4VX
xq58jKuV+cpx+xHu4oO5paQBUdpdR+fxWTuT0H7gzCzXFCkW3GmlX57+/VtFy/FbOJrq0rZkvyED
Ncn1tmSL68f7PTsbTYb2v/RKtYwMXu3KaanHyAxNGZ/pEUNL80qY0IcwctZVR7HKKB5JocEQkEsZ
p5hJd0LL2Yu1JGSqB4bS3EQ685zaxHKt9zFWCrEYCF/aBkRy1BVZEOLucjS0ZVwTjVGu5WNFMGKG
teeKajVK5RQaMXW0GjGvy8D8ogT60hcVy5BwE6YLbUiEhUyrlPmHcnsQiQ9yk0bcbeESnyEpIqTZ
LOtSAyBmiBLBZYE6tEEtmtjbkKm6zCyUi7wJYAUyL7881GiITFeLw5SZL8nbaBPsEZni2kv5bN9D
xesmxt2xEEdbzqjvi7oS/bTy+AVOsWWOkHxAklMWk8lAlOHnHN0m2BlUMmVooYzLlBmGcs0TEZpy
s23OZafpBxlmmBsRKY4y7VEu6ohcGG1Cyz6qSONlhGYgwjQdInoYQYgJrNwuzQy36xS8oHfYd7Wq
7waNeLtc1BkWUVCAMcsMgoc6WROh9YqAwI2/ycDVkAKTOyS1T4Ws/cpglY9fNrU6ebVGZJJKjWpB
flwJgUk6wW+9MGPcJjw7bQ6seCD6VX5KuRaQpyM6qDyoumm15a75cPmEeqqQvSq3HVApDOaM/mcV
KZQe6xaL91ShNb58WLmmmRmKe03/igRVVKADMhw0rsthN5gLsVk14cuO9Syfy+IgPBCUAC+vpW6i
MOOVyZVfeb9kSVNioozwtWmIPN55d4l8lWvy6NARZpGnhgFPkDLkQ+xxd915HPNfGaMyBrame8hw
KKKG5sI4hSCoOMfOYxxjWsJrHdW0ZAxJ00C+kiNrmWs/XjBjT4KuEWt0FkZmkGlZLHvJBJKHraQF
fa0R1ZNbQbf95XitvlTt4igm/8ndtkFzJd8NrK8/AojlpiUoF5dk4qBlUhWXi7UfZo6QwOVSkZcc
OXJTLibxxGXztx/JTPANTUsqk1myv1QQD8cwF8lgFhTene0xEvQ4VOWzi1j7bbMQDQ7Pa+ONmQCf
azMDvIIR6Jovf8XWCF6vsv718uflWodKcd/jEJBbTdRy1k0znHYhzx6FMnsWC7kmH5urict30cQm
uI8I0Y34wYUaCv1mL/O/nv7lJzv1QxmUHDP7P/k1cm0yk6p5latzCIrXl6tyUbvWe8Qtw2+lGvPy
hGTWfIFu5INy+/I08YqYQAqXwEXxzad/fv22OTK7UfT7PoJDUnOf/QuuSMtrbz+SdTzKj+aEMLfk
55UL3RiYDoTq6etZk4RVNFizuOp9PR/hMYkBrZTzVPh2YpBC6ICe4I98/az8KbldavgCLptyTT72
9ed++Z1C6XNwjdlJa6iGGqqynZKM8/vv/szlMX00XHh6TffTaUE4G7Q8InGYuqM1+lrmvMstKizl
URXHaxYttkhzLEkD5OCWa5fF74/lUyRCjYx4p/Bt5IrCUFL+TLFEn7P48H/7u/LXLs+U8vcu23Lt
95f661sKezNSPb6GGbEI06dPMuuY4IvbrEFMtjNVEEMK9dUMYhxFIgBYLkZx1yO4UhBC9anaDaIx
QT7vKl1KZSbjpSGso5vbzWg24MzEwrXUeyPJm62Ey1wWqsjGvWzKtYLw5zaGLSzJM6pI6i3aZFrL
8KQCJA5to1EnBI5+OkGqHPxyIdOmLpu/PCbuek1aT1yvBNsocQLVL0y+5GJsNfpowNRhQ+4Thvpb
Hd2/m/XMIhuoEC4VJEVTz/SeRU6HgzWbO60KJxgWzYN5Y6Zp+vXq0kvkyNOqNst0Q2fUIXbSK8Gw
8vU0DSEvVg0yJY47X+9oLcoC7yDTlOSqLMLLRdNFCM3scNm4+P6ncQ4IH/whvxvLUIpyTxlmObSU
CcSN/xIilTot9SsB+m3JsM9H67NPDAIrhAZmct/rFmvM6IR7L23nPcWyXsO1ZNJxoTB0aMUIS6YX
eg4BRuuhCu7jEgOlfEwcDoZuZvtmSkbuhnReDqN+HjVuIW3NVD0KAPJr3nPHWHeewxSCy6lE5UqQ
LLEM8GIOdB30oyZma3KxgIz0LDvdD91MI7x0ryukG5G+PNbEWWyTOYe2Vt3HorBYaqS5WRiAm6Bw
7hIT4JPeTdpGtaz8KBfiYnuUZKfLY2o8D+iPCli/IiFbLr6OALka0+KnEyMK0/TMmG0o105E9ZBg
KPAdkXkeg5E4REBVZJW2Byjc4U03WZogkTJe1hm32r1zYy90VIjgHbih5tpnO4Faly4uuZDOLWl0
kptkKWq7BX5eUZo/KUTfFpkxHFNXGY5yrU7yaaVFkciu4yTM+QQQcxf2zC/bHnWOI5128XDq0XCS
z7lcOgaryXaXh+RPfP2NHP4uu83uPJJ+ABC04t4ijUIQ1KCuyNXeTHqRY4uNzxSMRHUU2fLyR6Wd
6O+MRZcn5M99/coyxT+zBE6QfMypgVUBl9ralYgcFAt1IRNzJbc52DVstAWVuAXHmnzMUUyerpoz
UR4w48VvyCcx5f2xRlIX/vqat5f1IqIQLjRyAvdQ9NbtFNigRoOCW7oe4TwNxt1IlAr9dflY13yE
Lrx7XaDV5ENWrikb1fDoFoufuDxx2RxvKka4ZNJmcJBWA8EcyoYDAGyus9Pc4TrbYZrrjBNYF4vg
l5fiA4DYFXIxWvv6rt3Yj9k10457xaf4E61IUbunBhJNuy7xWdGDU20f6TDOzX07nhtqQsySsHqG
x3l47vV3UfePiGmEcKH7UfpsJjdasoOHmivkt944YBd0zpmdgxGbYpoCNaI4F+TITOd+OhP/GHhU
9E+dcnBJYLTuQgrR2DTjQ5pTYSvXzbSFkzpskfed3TX5V2O17n5Ata/9/JNoyabb9RFV4TeiHyw+
/0PnHKwkIR3kBptnnr7gG8b2H24ionJX9XcNjVGyHnTYH6D+AfOvezQAKyJjOmULLcA0do66tfND
T+xRvE1pFJo3LoKjpya5bdXv2RVRk6uzdaRnsUqup1XFKYrbHwjE0Vonb/OZiK3PeWvQk1gNfrlR
bpE1kQM7vXk7GqwH/ad2V/jjIX3F0fhcb2jQ7GHMEOqxH/ZEy67iW4cewcq+ZdKJdfxAx+NK21ff
YyaW3bUGl6DyUwAxMZ24Axpz+2wMm6rfaoywuw2KgGDzHU3TDQn32+URliae/zvlOvyYf0bP1Wd5
rs8031GM+flrYa1sptlPHXks1/pj+2puPrr9cjr0bwF22lW8W3bxmjfMOORY3h4NHPi7al7Npq9C
VafDhXyIdv2uyH27fu2SfRzdjyEN9g2scbveB4CUaeXmuxxhqEdYy8OSbciVVX+a5R06ovlbWG5F
w8wgFnQDAcjD7dXvcfXSaJ9IDxWZONS5Vwmaec2vNEQEzVtzOjt35GjcFQdiyR/s6UgaB4xirLB0
R17IdSux9c4+V8iFg+Op3y7BmTSlO31TXIXb6a2jv/hTx6u+AjuVIoCDdTdt5gcSpvHad9O+AzoV
HBKkSTZxKKvi3ahO6rL9hrwl0YE4IRS5JuP2R6X41eL7EXdS8T8uVjM+b8KBBqIXrRNCKEc9BQyF
x7Vxo3mr9Lme1yfrcUCSeNLwk5cvQKK4D7bY5jmSzgE6qY3zbSB2KlhnqN03iiGeNE+muR/e5kev
OuvmXj0z9rrL3rQPMlSoTKjfPUD/x+Fd5aisz4D5GP0Q672hFh4eIKAn9hpwzUwANp2VaKW/FLtu
2FBodZ5JELrLb9EbHqarnLI5nLPizOmvDAc32IwPg01Q3ar/Ga6bD4/TR/MLECWAGLRtVoJz2vEO
+fPZyKR/DXz7iNwGgR9Oy3w/0sD7UK/Gd+VHdks/bM0k7VF/DX+mj+ilSBlGvo/XcR1cpy/1S3lS
7wB7gl/z0bRUKxvvPbEny2t2MK+f53vrQdkbt8lHQZIsXBWACRv1k5aJfYSP5dfdigtN89TtYF3v
zRORY0AnnoHEDe/MjtMD9JmV6WM6L9fONtjQmN/0jzF9tHKlrfH9wn6i51Brmy6C7XbgoFfuhrcc
CjW5YXxE1Ikr9RwScBS+mNoRxcBDGWz46KWfC+yJzux3XOkrfevuizvvW7rxnjEfb5Z9+pbvLF+p
1rF7Q5NKRW+35qKJHR0F5rixYaytyjOnW7KlSIdjgSIZx+GZuC8NeA4lCRgV4Yqk9uUa/BTxyWAH
7n4EezQix2Bf7BdO1Awiw223Vw8jV55ma4K+4gpokK200jf1A98pnIFpldIcLdfk9M0ENPMZhk1G
QBGn9a33WqsAHlclylED3cjK4Mgn/+4aXj3NUo7DHf3ofgd4Bh5R8m28Kpsn5l4JlB/+ore1Xmj1
lRx7KKjP0BkO9TnY5kf72eQ975SVtof/cOPQGzzV1bbaG9xT1iZ39XVIORKda+J/zDfp2XtHyfIE
U2gXfQc5ZF1PGQ3Vy+3PLWoKPvIWSaD0Jh+ybk/x6KiaDkg3IyAk4C9OUlPMjfpxpN9BhpSPiPTV
TlzG1uTMICkyqqrfGMIfPYhJkVyDtPvH2mgZXbGXD46eSl+bBgfMKiLzYvEzmZzd/P9/20D6t65b
nUlJhwuk7O112tH8dZ3PiK41E6rIQ0n25yJp1P6oGPRC5Jp8AjErBB40TUoNoNGjs3wMYTZGaaof
WipXkua40BM+fq1OAvdIckKN1N1sYUBGDDhHAYYMBSIykrTIXIAjbYGQTOR2gOPr6ECYnNN03tsS
RakKSqsn+JRyrYtExOpluynF7CNST7YAWlYCbakL8KUqFo7gt8q1y2OaAGTmkDIDiJmxxsFvz+xg
pifMdOtCg6+RaMouwEkgoJuu5G/iCT8kAskpPZVfxsrUuq4FuHMUmpbLIhRTwcumLvCfoKBvZO1z
ErNDudZIXujlQdNGNeMIS6UuEKM2rFEVWdVeloM7Uf+Ta7aoBsepru5zBCqarT1kAmDqCpRpNQ3k
7FbcJoK+qklA0pAmwz5V++epRjoyAo5UrMnbXQpIqlv06xmvAidjTBsrFtIosoyTtSFxq17NdJ0E
e7sf4s1E8/prUx3jYe0yVPJQvDghCNdI0lzpWj5WADyRlHMg0AeYjpjGidOMXQLUBB+0Ma2XfK5c
n0gMSEOJqNchjKLVj6Bh4wo2gCf23GVxeWwY1PmgB2fp4P2y/po9ss8Zhq3attcOsx5DwG0HUYiT
JTrRBSFJaeCq11NPMiUf96t4fCkm6/rwZgmYrqpAG1DKyTgWc3di7osAyq6/o+LzOEf6LtqWrfEy
tK7GzI2Fij6tUMfebxvEhrKsKnewXFw2XVqkfEgmhipjcrl7NTG1J7pKY2JUe0hBBHeDMDnKO7VQ
M30tRA3ZqgRrIAyJI/JQkxl1F6yVBQ3ASlZYEz1pjl/bmBry/+N+XBs5yi/tl3/toX203f88x00Y
F/H7Xztp8jf/6cp1cNGKThq8BkxlEPP/7KS5+j8oNpmIeD3T1vkBnvpnK039h7Dx0ilz8PO6tnNp
pRnOP/DkcrnAo6aawPe9/6aVRqvmX+xnhu1I+6+jaTTTtN/6W+FsjlkBcvowKtAEXb38yIe6XRM5
edM6XXMaDSPzM/LRV3Xfv3f0jg+zck5Hrb8mijgybZAYAwcvPS+Sjjj502BjmTmzhDHcVrbzTtLq
Tc813C9Je2daHDJYqKtgl5EdtRrD4Cq2T9VMIW9Wj7oxe+smBPbV65RygnF5Gd9t06r8pUfb3y97
t8cd5ITVflShujVlWiMCBxjVMeSu60PjTuXBNImrHWal4wwZ350wys+mO25J2g2JCAPoE2bLeUSg
sjgps7OovsG5xf3cw2/D+D7CbDdmOsDkqI12RVBA8dFqUZW2fU1/6COcJAZJO1s8TldcM5fbyS4h
nc5EYdaIhv8fc2e2GzmSpelXKfQ91aSRNCMH0wWMfJfk2rfQDaEtuO87n34+ShmVisjs6qzSAKOL
FFIhhYc7STM75z//clg3Ec6VI6qpoinc1WDSBthGkG4sB7Ou3KdDSELSyQqBO1lrO2s7XFYdxnVj
VoYL0T5W4+yRS5wEOBNuNIlQPrGacOcJg2OkRu4Pdn4qVNpSlhTlhkbP5ydNyRwdw42yRQlCVDdU
cXpbUVCATuOA7sq5JF4H/jXxuYNN7S/sek//TCGTFuK6aHDa1APt2gByH5v6Vgb9hW1VWLjIdSnx
w+FAzKpymYd30xv3HzdiXQNWds9kPs05LTfwRh6tORO5IEEyNqt1ExNirDXObv6pmcC8agLco7L6
oY/cfGFnePw1qQuQaVinWHX3h7ps6nWR5MfmMBgLTlXUGoGxjRt5NOeMHo4gOUArybGjd3vR6fdh
TqbgNApyeQYjXwemRBYDDSwUGty1fO5oY8vYRN0EoowJwtIzCJ+F8rXOO2QpaS1obHnADxubRl8v
CWECyivvJygnRHo3ClBM+T5scocoqGIec5ZIo/NR+Jsk9TFmGp6b1L/WBZF4BigsAXfxXlSwXjzd
vEQbdRJ79gVah7M8DihG+wdAUbWqjOi+LIIK5ylwrnCCr2NCu4sRx9vh4KzatMKDtXbXYWUQpYwE
9KS2u1kRFaz7zNjEOpE/fkZ4cFdgANq74MvomkuIpSvf1PpN63vkXrZ3IkEc6HsoNVoQL4wAWGYD
abSc/4A/3omH4rATZP6osjoLzH7v1dXGqBGD52g0D/M0hy2jnJURBldxbVFUTy6i3dqAS65OGyst
yT4iSbtp+pvg2hKgidWlkwptk1u05HoxvUQNcVtZLl5spzxFXAYHXGctWkgF2gTnLc6w9pDsjn6V
o3y47+1zL5GwyYZQW3ZTba4aT20DjCrD+D6KLuGHE53YF8sOUdvKNOxTVREXSojRohrvMmN4HbVO
bYKOukoOu5YhxFrhNp3bzrieYpQBwdCBnwbQzHM7w/Ra4J/Yoi6jWzcSt9xIz78AMlu7undRd2ee
IMa+cmfaenKqSI1jA5AmNTz0bGWpEgURfEw/N9OFayP0CEJ9q+PZOk422VaPw9CSPKir5ejrj/o0
3yCfVh5+w1p5Lal4SK6qqMaI0smgYfrVcyt0+GIp7WhSTbtSuOIk6aHtUaFdDqXr3QRpclQmV2lQ
5qsmzB7HNrCWCBT8ozqTfJg8eC0KHQkJyYDhLG9ITHVm+l53NAT9rXJNkFrr1pMR7qogbF3v7MI4
cC6IvjuMC3K9ho5QFvKD/SURlgQQBoG96ovmBGbaq4y+h5q8TSY6upTEQ2ib4rVv8e5OdZKI5UjS
mK1fKyLyVn397IcmfaCNKi5PYCcRQrA2hTSWrnpCC0WoPGzwpWuyYTVEtka4hzsFO1OZTxvcncg/
J5H8Qm4MBdeu0eD0FzjEYw8bphsPMZjEveuw0+ZmvtRPYtUjpjePhwK1KvETCzDmm7TAfdVEi7Ks
o904JSH0IQRgeSJWJjKdIx8gLQ0NbIaJ99NN1e7L1L8p9W3tlGc9Vf5QFA6xrNns2AzzofLEBUmY
pIlCuiuLtD+qbeIgDMjVyJ9qzYXUK6A69d1MaWXYU8ZgEdKQjBqyq4rWYpG4Pv1v7D5IV3Xb9Lub
NPeRY8XoEssL4nYhSW6HycvILh7PEv2UvHcU9APbS0N/F0DMhQhskr+pz7NyH2qYpFH1XCrNMIHN
Znv6OSpM5kkmz06I+CMqF16sxxul+bPtnLnrKo61Pi3PTeTU57mBlTWWC9JS2f0grOBYBggvJxXC
DM0KjBqa/CSUxb6Gfyq1M2vGsQLZnYJic0J2+rGlu1dhrZkI/rX4XGt1viR9utMishuKemtHamU0
7dWkyhsbjmns8aD48R2do3M4OKiyDB5LYyjXPQ4Nu1wxSyohYae+hv8jMsoSDeq2q3fsq+V61Ghf
pvLM6YPuInaOi9m1slTVqdszSM4nBz94xe9Vk0sutnsxmdp44eG/dUSw5Es70vyHQ+msWWoPRdVf
ts0IAunz/Ltlt0gLHkxqjn6LRKNZTKN5hMhL5G2z4vk9s3sbrWdMH55BAM/7AupP8ZrbVrsuh/y1
bEc8i8vRIe+TTqWzqnVo9wbmec5RHY8ZRX/wLR3M66p14nVnWZc+BUiYIPxsXbddBdBc3TaHJpjq
O29sTmqUNzRS2XFYaUSV6jFESdntVXcf4ovnTQO4KhxVmfpbe0jTM71ymGYK/6FUql6HhoZpZFcG
XJbgpsvBP8ZUPAReuOnR9nQ9+hW3Hu5kFRegnem1Eas7uwWsngasl/MeJaBZwPgtm0xspdsAQfrc
0NzAanQIH21t6u/hUD7nc4xz5WBXLMxjWfY1C4grNrMFAaVdrBnbpQodeYLhgFi7fm+grwWZ9W1x
mybUXVImj1GjN+hCsDMukbjZ8DIXmtZdpmNzm7TdRBYswqe88RDclkQzu82JP4B3Taq7KV3claeI
navutXifRzAXlZqKPbGeJAYcOqJ4gnlpnhItiewUZ+UhHKKjaWx2aRhchEYBylnYj0UXViujmi5C
DfKm7S/k5N+PKFQWTvkgKw3xf2MtzcDzDlG7IxwYtHo7qmBfW5Cpg2S6SMKZlmZG6JEc43ua0nBZ
khxjY8KygfIJFaKKdkUdrBInglDm3cXzg1oJPK65zzuqleTEMQZKJPY6eM/VOq1Ln8zQvljhSJEv
wrgb1+UIylxVe99TyXpST1EM4Dn0SbEB2khi8aRpQ8eAAHdFrFieal88WCKXu1oLz2CKhcdkolvL
dCrKQ+0M44B4kfVTsdLG7BK21pnBHB6ieXQZTadlHlx4VpyuGhlSUsL3IFeVfFxjIiWzyNNr1TNC
rK2LMasEIipoyaVurqtav8wHjKUbah80TrvKRZqt9xDwbTFv7hEs2mnuGtpLW++NxUCugDLtEydt
9l4MqyHvBhJ9NXxmew9iuKWRUeIiHlwOQ4dFoCza1cQw8VtqlXeUvNR2NcJabAYMopTq8zZj8tMb
Gh4GebArLLO8jpvGwWQyavdGAtJZm5rD6uZ6K4WPO3/Hd4cB+hIyJmV0lOXw/EJn8NZTk47HnRbB
UUFGGQ+mj6R9YP4UiRbs7Dt7DIpxWLwPdrdTpQGvt72t9HqtYYR2MlnitPMdc2HxmQ/7iWRao6h2
Y8fIA3XDAMhVYU3LvqoMl9pMm6DvjCCVjabiswgGMoV1W0K6G2yMJ8k5njxmTnCCg5VMS5w2vf7W
CtVmUtke9hu0a6Qb9xB0nzuHajSKh7M6ICjXrM1FZEnGTql9rtNsnNgtO0oYMbPwIQZ60tihCDjX
ef5yz6p3sg+farM71h2e0ZgFsAwS8RQkJ1pq809peYiqurwb7fFVlPFlHenFXLFmh+0gTuq9pdmb
rMz2mYEndQ5/HjlANaMYDgOF4MnHhRElCja6dbVz5Mi5R2hCeFS3xSNd1IXsxtteq9a6lk1LIY7T
pHxotL7ZwLvBC3lyL9PO39ge9EFGzIEeoSjzk24xXcrCvbQH/9FxfK5wtars6jARer6s/EdPa3du
BR5rYW9Me6Osfk/+NHEtRrt0uxwPKAcioNqFKbnPomO8joxN1nJLyPWTa9wM07Sa6N66ofhWMNRA
C3RjqQHbavTn7rU3us9Un99Uxx5ikb6tFd+EsXeteFlJ4HmOFkeHuO5l51PD9qe8c1I8j7OguA2J
7C2Yw09OfY7uksl4oi7taFpCeAFvN3DMD6IYeXi0ABGip+4g7CUnUZJeFADQnTThh8dAyR62y0Ib
zmxJqkBfnUeTuM+qHA4Gzr1dc5R57NCaR0YGw4rMP81tpikGOvpD9gXMbjFAd+TMTRAXuW7cmmW1
hV0KiBTbT3HH2DXfT5rDpKiMr13L3EOJOhuVdo5vxqqW39oiX8HpPvEdb6FqbVkgIpqKIjy5r0K8
bQ1Tvw4yfdtG7MrGzsuFZPO2zmCdPpR5ARIn9n7pnWLUJTSNolDN3i8P9iySgz3z1KbuCfUvSqRg
wFLJap+HkjBfSpzYw+TcwDSgHDgKKATwFiop7WSUnZK9tErr4Nm1h4vEY8bjMY3ThTq3Hbk0i+46
DDFASAEN5luT4blgu+k6RSWAQDNndKGJ8irK/XhpkMygBsVAwukXhZbiRSqOGtfcBmaBTYG4c6a2
X0Ts7YgwF/M11xCeVLkFHSu49oo9zItHpW9IgxiRY0lcW2wmkKN73or+1gdqLGomgR5WDoQPAIPc
UFbcgl4gDW/onrXAO48lnrERkzp4lfbVZSGD6hiLznY1NDFSlDQ+jwct3Jk99RSIy16Ldf0ktGvy
a2BbNB2bRoEBQj/RR+WkTjvcpkTHORdjiUjWBY0y2acmyTqc/e2RbxJb4+tnQwsCwMGFQqTA6qbX
rsJcrLUgrLaaZ53jEVct6QDxFkmaAYcA7zjzGZDHiLVIS11VefmaS96AB5RvsoamQSVnMFzu3LTr
tjldBPJoxIEtY0TEFS2U6ek0Ibo7ZuYu2oL2laSjirIuRKzrJXm6Qr9wYvrFBuSKMs43T+0AlxV1
Kp19VVIWRIGgmQ/21I5PqjOfNMg4FWVc1HNawNhgQlvK03E0GaHTouGjEG6nIn8qQkQ3qVV0CwA+
TIrTfh249XnhM69HOH0nJak+qnDINtGfiKQcr/XwrHSwKXA9Ime9xsbSxkF6W553ZjRHESvkdtq1
7HDCMvtbUQPB5DVolV64ay0UhEomnIv59EDcYwkHkkjXhoB6nFG2PJeIJ3RSkFP02H0W70OCRE9D
3ziOPRGsnSJYVVMYHGlxsu48fFLysgdu4rnDmqLdBIV4MPOcIrp4tjoA4KGSywgr1p2pq1UkMGXL
4/wRIwlg6gbVmTqJyc+GJxE211kY7zxCvyHONMcJiOfS1gNmNxu9J60h7MglUDMtT8ZMFZkdZIYH
S8DHCSgx+pc0qnFMURp8jKna1gXbBqZJziqN+xOz78hMUeimbFqOfLgi8nJJuUVSQtY8IEKGM0Jh
0ycVZDdt3CF2YvpjN8djAMDWtN69jyarrDREmLG+zlyypoiRM7ZG1Z/mIdpkzQacDKe8oKP4nnYs
0FaVdJJ2dy+bmH6hv0oSHCT8qiLbOyfovsYYkH9RmcduNck187qLNhEZKUk4bwWCxg8PrM1gNvFW
CI/uDu4sZyreN44AEOhqugSKMzfisO1n9Wls29txkEdVgE17maqVZXkEidTAG6kxdpdD+5Kb/bDs
63zOIOtBq8x92VrOzvD1fula9SoXLXVBOpw0xUxEKGqCTKpzNcCtBYo9xNJuWKGFiI3y2faAAsl7
fpkGCYWYho60K+NZefZrqgyM0xNPO2wdFR13hX5VufVW14p6aRGr1ej+hRlqp55DcI3nMuG0sJ0v
6HKoBclbNgiuPYz96BzZ6XNYY5LjRJi+5f4ee591LKp5iZrpslIlMSxFzkA11naZuPambDV1ihee
PXfG5DTRgS+zqLlIcvO6ZSh4CGz7kGnCXKZKP2o6RUxQKbHE17W9Z1KZaMU61PGyliF1m27GGzvt
SHTYVF5zm9c+eKwvkZJH6coi+tASGDVnKchoBiuurVdBX7kvmi4QnoFIycjHwR9O2QZAdet16dZT
9B1amEA4qobsyG/CTeETmIIJULnKFMXv0KLo6NzFJHalh6UXcueqfK40HBA9HuW5ZbpwE5RQTPvE
kV8XOPRHib2WRn1uDo2xDSNjocURtUVOilcfED339n/YeRNp1cP+dj1NO2Kh0BHS6yxtB+zz7Usa
JPJoxK3tSIyoLLCp4CeNG44LYbLUa/ZM/ILCdg1tut69mXX7rXEKIGNj0szws8j0YAk0Iw7ftPLW
21jY9+HFvsnmx2ymyJq+i90JLH4MnIytNYbwAOYY32Lqtn2ajps3iqQ58/jf/q9vKGqccTdbzOcJ
svY2v0iNMoxW6HSOYffRirz962+sy8LyljLLyZwCk4czP8v1fxfuA4nn3Paf/owqFBVmIbb1TG3s
UngWvavgclSTsxABuA8wNHErUvz2JchoW5ms3Jnz/G+Y2YtBihXK4u1/lRMSa1W+mdvOQ92w4fzJ
hH1Shjo/qC37uMvDaMPKw785RKMRzIGsRkh23FvO59uXllWz6oX++PsfCds5osotNqWYMw5//wE2
O/XR79/CuTQQcLK1//6DHvdM0o8o5vKC7c1nPkwrmR/9/sWt5lDCt+9nbmtZQXuIXFaBgzMM+Rqt
tlGtBgPDb5aNj0mbk5ZXKvHSfe5TD3cap2kPgA3t8zhVGUws+B+J3k2I/ww4nl1qkqZWLZIWlX0Q
73JcXdq0rRd5RrMSuZrGxhNrG06CizTj4MeMRr9MvOo0xKJwEXGWwtacBOdpH56oiMycdALklSL2
VkEnXyeh4UiTdTt6Apvcj3BTNU66KkCltOFK+GWzSKluQSERUVgOfj5hsjQ0UMUxTG/GqO43uBbA
O4iM48gyn7GnwGLOBoGIx+ja8JLiRCsYXRsqwPMG9oo/zIeAH9Jn9jjSee05Apka4lOwMvKR+IuM
XHoH8zvGtNG2ARpaFMo/mvDYXbDNkUvU4RzrtuTOpLG+zfSxPcqxf8Jr40YfakIUwYNkftT2JIEo
w1wEdqF2idfSLlVqwSZpMg/aaFHLl5wiTvhP9L7JeaEZ4Vp6icvQZtFmFj6TWfFSivysJpvQEtvS
pFUxx02iwD1T+zY2GqKzKvM11eRVRVOdlMVxkozJzhxhx2iWh5VqtDdNcYNX3ogdA1xBlMJWWzE8
CW1oMcN1PaqjKL7GvAq8xezPvNa6dKti17vRKRzeZVHmt4Dx9PvZONBKZjejxY47MVvv2u4hSN3z
+Z8tyEk9bFKyGiUpBkEYvWQ5XlEg+Azixnuv1FepZ2Lxo6dXtqXuLI0JTgcomwT6fdays+ZT9dJX
5n3DJ7QjgJEGzqzZivpbMIJh5+KKVL+8DSGI+ASBWWN9N3+6hQXcsI+lnDbu1Dyqzj93NYrz3OZd
Bmg9qCeajswfh86NfBzdvi486p+J5ZEUSbbBUuKmbAZ49Ejpg7B9qfuG8oo+FwScs1IQXWmRcNZc
i2h2FJmtNegBd+QRbEJRrdgbOeWx3z/sw/Q1hjvLxKTLl9l4GIUo4QMfiz+6CjyIqunQNMbrQrjP
0ren47oAgzLwSV3E8MjPtFHifNgjec0b0tq0oAJx2NgtML2jYdWBp2+3LYNQonWjhLbxQNOZZSR5
lq2Qc7V4bvIRMiZ786VjUGQ+4ti26kzt4TTN6VKFxxBCtZj5yH7pN/LKaKMNU0qLzLfsMOoabYGw
BnKlAeDrlftK4nA1348Kf+d1FVQu5IV6b4zOXVfpj+yVeNHk5rcurxx6WT5zifgg6cZnLBWKQy1Z
+aLyN3jp9fy4upZWDIAwSgob88zPCszj+rJag9cQdxHZJ2h5uq1UuY5AOHoayYkwRI3dWv1dxQCh
E64IY5p34IJavwjdKVnEDCJ07uLShE2ZBeYDbhHcHteBU+2i5C4vvdZ86dMOWbwH5ppDUi0aSG8W
/zP/KAwV/joxREnE9Llj3cqQRQoNm+WY31bKOHPHjjjUGNZxZWmbpLylySIrk9k9UnVLLqyeJEeX
CDR097NVl33NRB2Whw/46/aKzs3EK0qVKzOKIQrWHaVzGC7Lb3o7lRi/eJyq6Mc1pzq2VX6H18Sp
FabJEhghCqa7uit3wurPGsNfhw1xRaZwkCiFBB72trHtZHAdBXa5diROl341W3Fo1sb3cRVptJKN
M5prd7otV2zw4gQYEXMm7RY0+14LTH9N2Kk1QuI0TqpKPpSUYHj0mpyl8dIrnMvSlU+OYnLDY5OZ
7avIp4uiPFciX41Qzg4HaDWgTu0r4hQGwaV3Pz/wFZmgbeiuNMvfmRY5qDVeGEFrXcSxWmpj9Fh3
/taV+Zq3Ni1bCRbn9vr56IHEUCyIpT0S1ZkXGEnE2mUaJydF96T5XnXoYPmCbHE3lpGFI7VvwtVk
eAjv25xt9Yj8gFvuwHJRxPeZ2pZwnFNwqgup5LmZNBc48B1mmUSra569/btjg00VphgB3V6yrlR+
GdSkuOIeBDGektvCFOgQ9QnWGjqGGoyu162V3KhgILgt8WvYBOOr5jab3BGELoGpHA6QszleylXU
XtaKtdThi7hwqgxXce9SGrgujn21Sa1HFxwX8ZH9XLBvzcHDdVXeRGW0qSu8GzLt1HS7ozBgVxzc
cwc0yWwAivwmYAezoF/jiwTJ5wEHue9O8qTnpJowO7vO4D7UUbTUM2Vg98nUnVhhNlc0HBUI66Cj
768egHFpFh2o806zydhotax8jPz0EjLFWQVpKCmsadt0XgJjXk0rapCTQPePdNe6tnXrDoPJBT4i
OEryNIajIsqO94K5yeylhoIAKkXBGOZQAz6lJkeOCd/PlivGgVDGgIzbpLiJIOR14aVuN8+6T40j
4kVD0GrCOuGg3SRNd6ZzGBgBIxsMKfCsHLkv4JJOYaSL0mDaXpFqF43MxIpIbPBmBmLOxR4ToNWo
W/flpM/TK+8495plhvNdq7DV9G1mKTpZkGXxLWq7uzrGt0qE4ZkZVAiRMWTsm+zFcUCQYqu9d5Jy
VTf1UzlaDylWXVlCWdCGN6XsvlmKiDfcui+oNbI1/aPiACDhPenjx6Ax1y7TiUPgUqx3qieb++k5
g2AxKGTfxspJjHjrjKRxas1FlBNwOyyFXuLiWgzmWeIZ2HaX0H/p26aFzVLKzWWouKNFC/s460kK
RaxCgFZY3APoYzEX6gy8GuaSRvzYlDACPA4KxmLmWjblHvnUyOFJWiKGKDhi9Mxvhf+t1gi0Hcvj
rKHysRxOSigkxyCvMPtxsFDBLhqsx76DlB+N185oPAKa4U7adxsNL0LOy+x5Xt9e7uNj2BDTNeA3
mgpcHgdLXls6HkZBx+4jmcL15ojTN5M2p5LpnEQ1spW2Wx/y6FndxjSgQnvOS17F1m4zdk29LnE1
TKlb7Mq6gxqwtTIiPXVpECIPZPxW7qvmRUjwqcbXoOFrxnw0n2UdmZZdyZYJhxKS4zNBMyUQs/FU
Vz7Zqz3OoCmPzyxx7CQiQ3z7lW/sYv7eVjsqjfAmFrj2+bOhre2c63EUHrdMSkw8rPJpYiKDFVea
ky8fyns9YC7g46A2xt5to3fHsnZwrytrCJMBZkJZQQJexpYhpossmjYqjNPDOo2Pc9ohUAVGIQ3k
V2UiOWjVo1mH+C4SwayGCO+rGiprPGyzFO0rE/4FAjII78Agh0wP+k2u2XflFKIErUkEjgzmkyq8
K8V01lJEbjwH7r4r4gtKIDgKo7qHeLOtpspdUG5V+FGPfCKTGXc7rgw9K1dJezoCrnYt4auDLh8G
4IrVlLOvcHMtLDiDy7L0CYHzcu+wj9Yy98/yoL4XU4Qz4mASowgxqXZNkFDlbwyUu1z99sj1ZwEx
iIFi4sow6Lio6Sry2j7FRhU9pDPc8CiQX1aeCxvXImg/F5qKbnp9jkTTOGrDjIOs9JpVNPT5EnpY
uaRYQ+aS8cnZonYZ3CFvBPep69mKmrWCu2FMkac0CFPSbdd9lJXbwt9NUx/icwSft8T1tOsZlxqN
1YMTyHN3hBiS2+E+AbfaMHPWZ+38pV2YT4UfRye6vXPjU5y8iovWmI6HwDd3jMwafeKWNOgtBw6s
NMLVx/adaWcVqDYRqx1ORQRXCjSvaFPqyACFojvcNMBCPR6yTd6fkGsmF8zwb5salyTTvneLZ9mg
9NNqcsN1EV6m4XSZmcB0FTPLsfb7SzSATu4fT2AiSgMWy0HvZYv9cjJp36tpYqQUokQvpsFd5KLb
2Xb7XbgpzsTeuLEi/cbSHpJYvsIKXvSZyI7NDOaM2eGIY/jTyvUFZjIkOIR9diqm5BYr+mMvw4hI
A2yLpnqZYgOFq3cg123hE3HRnEI1x1x6JPIvaJq1FxjhCjyaADj44jhuEQLcjjhYm5wh3DVqm2hX
txjYBICoY4L7KQnpcsABExL5xhlugWfACKEor52me8oEY5m08K76Qd0bYrgFjrhpMxRecGGqjZbK
0yFrwaLHF6MCkU1aSpqKqY2PTdgibT1o5tpuKvR2Ezst4oPeR2uRc5BoSX0eSQv7xbzKsKvs1k1m
70oXrN53oseJ+DHRpvc9ijDDax9qTL6ypmIuX3glBVW/ZyC+R/U5B2r7EieqFRFlrzLrHFLdmXq0
7RAR9Y1v7UR6ITbDTog0Np06gzxhZWzxdTuzfYtCC6jTNtdBHW66XsQY3xhP/ZgRDp/A1/WjLWef
v8mNm5Z0rQVjYsgnSZqtTeyDnSQ9j2wSRdE9XriZuOrUSx2lS9fFZZFq/aloWiQCC6+o0n1iz0FX
/DdBWULElCQbz5tOTH1O2hQY2mbCIqIai4xQrhoXASyk7C1dnwbut+ppxKphJfP0JgxJgEhNAr6t
yly6Ou7XKE28NvteZnG+cluIxk4on6xxKLCujOSqC43LwNKb3dCjealHed8+ObkItnHJNAmIscVC
5hDvOuCehpYrK9aBR0sb9zeOXe4x3w03joPAZsqwgC5vQq8uN246XWGUhRKW9UvBl0SrRhTWsh2C
el0lrVjBksHCqmGylm0Nk8xK5ltXk4/xnu2f2RXIOnamj9IR4a4T3Vmt2UznhxYlCa6hCNCHcTlZ
9sbNOnWp2eSvS5TKmtmvAuAV6JQYBOZVuwgHC7pismWY463yse+2trYVWN9exD7vTEQdDL2OGa5f
rEx9eHljH//n8/C//Nf8N6Oa98SdZ8ov/MCC5pdv/755zU8f09f6f89/6x+/9fefv+Uv/faiM6f5
p29WWQOn9KJ9rcbL17pNmn/+03/k/8wv9Bb8c53/4SX+0i/9CBL68xf62+vb+7oei9f/+o/Hl9k1
LqybKnxuPvKuGU2YOAH95x9e6+3z/LPXSB752O0LL266B+TpWNxqXZeOabv4HtFUM9t4+7FmGBLO
tm3homYqoZOY9PEm/fm7/3El32/kv/87/+wTvF+gOWnJlNLhTX/qKlgW7PM57MASylWOPVPCP14F
xz1QkHWUw2Vy3uyc/j9dhee8ZbPlWfXDPPvpWbD+4jX45RV+ehJsnifbsBzoo/Dsoc1/vAaui9kV
Zlbk+SjL0S1o+PNF/7Cy/rsF8Yfn808WzT//nb/2JBgWkOPnnwQTYYISFrWlgUaBfIyPVwF8g/Xg
AoEo4mGko94X4Fe6CpK788mrgOTCJiMXtMWF+q67JsKQj1fBsQ8oa6HkKCFtKb7eNXAJ4vrsNcDB
zTH0OcMNzzfLmV/w4zVwjQOeDkdXti0Nm8ye9wX4lZ4E7Oo++yRY9gEGd9JiR9DnR2L+lB+vgnQP
BEI5elwLNvd8Sny1XUHolvOrN+DbTvWvnJLOgTt/eoLMCKF9Fy59vApKHijdEK7pWjbmW19uPQjD
NhBUfeqMNJ0DdFMY7Jk6kiqCqn7ZGV1BGuO8b3J6Grhqzj//aucD5/dnr4J74LIlEGiHG6Ot/+Eq
OJKd0VDuLCtD+vYVHwXr04+CJdkU3N9v9PwpPy4H15oVe7OZpsM4gBXx5TYF07CMz26Npnng4t3C
loho0XaV/LVo1DkgLAwqDcNWYj4ov9qCMKnm3veqX0r1f2VrtA8cikWoT8pGmMx1/flZYEGYlik4
Phx8S+0vWDYisfj0o8D5gDcBbbAjlGSbZJv5uCCUonZmasY1oqqyhPHlauf5XX92a+QiuJiL6xwB
rAtm/T9fBEO3Dxh/OwJ1rzVvj1/ugBCmMYuFP3VMYvxr8OFJI+YCuNTivxRMiv5h7jDFb0/CHH75
xY5JjvhPXgSTJGWKRsF64OsfawU2BUpTyBkUjF/viESf/uld0TqgGhTUCGx6+hxy+staMIwDLhC+
dZyPb4jCV3sKcMI13hfop84GyiS6p/+mZFTugeHYnA5kdbNz8jB8tatg2qb8i8DKLzDdB2CFZpre
gKoZ8MjCKfyXZ0E5BwgeJceCLmfc5esBK4Is9M9uCZY4MJSgApA29/y9DvjpiGRB4HLOpmBLly8z
EPnF9kUg0k8/CzhgWJyADsAJbLi3M/DjVXDMA4xdyIvnSbHewJWvdhWQJvx2cP/7+4KlDixaREVj
QO34brb/8SqwUA54UEyANokYUn69M1KAen16Rcz9gWTpUzUBp75BiR+vAkUjYdCOqxTrgkbz6x2U
bFmfLp2pl6gXbfpJHoe3ZvHnkxLPGAUAaYPG2u8Fw1dbEYahm5+FFYRzgIaLE4LS0ZjtaX45I7gK
oFgmgZpzu/kVe0lhAYO+3ZpP7At01Hj/OOIDpPpxRbzvC4CyHB9vy+VrHRC0D5+/BIJL4PJKnBD2
XDf+2j7YB/g0AWnaAsNo9wt2ksyP/uAj9a/irXMTBZJooR+lJZvB9V82BQpHy6Gh5ieO/IpYo0DI
9dmGmqmkA6zO2JEZjPUeL/NxOTCFUSYu6i6IJOLrL1gymWzpn26ljANLmkzbaJPA2+at9uNFYCxp
8oeMJC1wnPcF87W2BZuM4E9ujMzjQNAkd/s3cIWd9uNF4GE7kJTXii5jHtLM87q/ehH+wsDqH4wG
qB/JyxvhIXytP7Am/sdf+DHe/eML/DbanSf5wIf/cHZ7+8WZ//D+0r/zIf7+U5/1Nn7+8MMf4+iP
f/23D/jHf/pP39SPP9yGr9Vj9RyMbx93/O1tzmST//qP/5M8Pj2mjx/n7wRQUA/+/k7+QNvgdrwf
jP/DC9fxL687j/A+/boVOs/s5xd+Azk+/8LxY1Y/1j/e4nwbDWKqfnz/pwyWv3QpFo9J+B0G2s9W
g+9r6bPvGtOlvHp8yX+8y/ldvwOgn3/lLHt9bsLntvnpxUkP+/H9v39Jlq/JY/9Yvf54pfltM5b+
f3Cxf7CL/pZ//xsXp02ffr7s7xD5Zy8ObtJV+PLzU/heO3/2laGBoWr7v6yd30/CMBDH/xX+BRdj
wosv+gAaxChCfDy3hjWMNlmHwH/vt7Qz3DbUeE14hM+OW3vX+9GWk0O0LiVPoHGtzzWO5bmv5EjB
04JKNgBj94qYW1Ua28/4jAxLMjHaFJo6VgR9EXDIYrLd85d3PfY1eyn2sW+bbtDPkgAMyXb55tiS
TmYv9N1IZfbb/FxPzaGfRcqekTbMeqBKm8K9zPzxnGSKc3XEtgu5yM4Rdlc41TRsTMecpJiv81Kv
iffShbW7HA1f4GzDRnaGoCbBhJlp5/wHJ8cwpaPylohud3UXnURwa5qODcmu0FHT/ov/e8cn9VFT
Z/WUodaYBP1J3G/F1lvpEHlS+9GEtjjzTHO3Dr7vv0zBf1C1U8eW5S1VLHOmgM/UQefMjQHuQ7QU
8Hdbb1pSlNvnV8RoHFteju6otvCUfHKGmleaB9wTbqvr4jMkMqT4eam5xkMWVozdVFiR8KgGCd5x
grBmjouPuu3Kp2yhVOZnZYzDtdLUCRNiel6KfyltoUZT1/Ntvrgtf5GvODpzeCDG9iSp/OEB/YHo
8QnikQW0r5xTbEkRe4qkoi/UgUeVMZUk5b41VLZvztsUNLdmCVbzS1Vv4dkYGa44gSFcDh24H6rS
Ul2sCH7HrBs+NWOBTwxXv9wWcHmHy5/yAyvtcmtwDAPTedgLIpb98m3hP0o9lGn63iHRzz+1+2SG
fsaTa/4beaWovv0CAAD//w==</cx:binary>
              </cx:geoCache>
            </cx:geography>
          </cx:layoutPr>
        </cx:series>
      </cx:plotAreaRegion>
    </cx:plotArea>
    <cx:legend pos="r" align="min" overlay="0"/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All_Romanian_IRS_Charities!$AF$59:$AF$85</cx:f>
        <cx:nf>All_Romanian_IRS_Charities!$AF$58</cx:nf>
        <cx:lvl ptCount="27" name="South Carolina">
          <cx:pt idx="0">Kentucky</cx:pt>
          <cx:pt idx="1">Louisiana</cx:pt>
          <cx:pt idx="2">Maine</cx:pt>
          <cx:pt idx="3">Wisconsin</cx:pt>
          <cx:pt idx="4">Nevada</cx:pt>
          <cx:pt idx="5">Tennessee</cx:pt>
          <cx:pt idx="6">Colorado</cx:pt>
          <cx:pt idx="7">Arizona</cx:pt>
          <cx:pt idx="8">North Carolina</cx:pt>
          <cx:pt idx="9">Virginia</cx:pt>
          <cx:pt idx="10">Pennsylvania</cx:pt>
          <cx:pt idx="11">Ohio</cx:pt>
          <cx:pt idx="12">Indiana</cx:pt>
          <cx:pt idx="13">Minnesota</cx:pt>
          <cx:pt idx="14">New Jersey</cx:pt>
          <cx:pt idx="15">Alabama</cx:pt>
          <cx:pt idx="16">Oregon</cx:pt>
          <cx:pt idx="17">Texas</cx:pt>
          <cx:pt idx="18">DC</cx:pt>
          <cx:pt idx="19">Massachusetts</cx:pt>
          <cx:pt idx="20">Georgia</cx:pt>
          <cx:pt idx="21">Washington</cx:pt>
          <cx:pt idx="22">Illinois</cx:pt>
          <cx:pt idx="23">Michigan</cx:pt>
          <cx:pt idx="24">New York</cx:pt>
          <cx:pt idx="25">Florida</cx:pt>
          <cx:pt idx="26">California</cx:pt>
        </cx:lvl>
      </cx:strDim>
      <cx:numDim type="colorVal">
        <cx:f>All_Romanian_IRS_Charities!$AG$59:$AG$85</cx:f>
        <cx:nf>All_Romanian_IRS_Charities!$AG$58</cx:nf>
        <cx:lvl ptCount="27" formatCode="General" name="0">
          <cx:pt idx="0">1</cx:pt>
          <cx:pt idx="1">1</cx:pt>
          <cx:pt idx="2">1</cx:pt>
          <cx:pt idx="3">1</cx:pt>
          <cx:pt idx="4">1</cx:pt>
          <cx:pt idx="5">1</cx:pt>
          <cx:pt idx="6">1</cx:pt>
          <cx:pt idx="7">1</cx:pt>
          <cx:pt idx="8">1</cx:pt>
          <cx:pt idx="9">1</cx:pt>
          <cx:pt idx="10">1</cx:pt>
          <cx:pt idx="11">1</cx:pt>
          <cx:pt idx="12">2</cx:pt>
          <cx:pt idx="13">2</cx:pt>
          <cx:pt idx="14">2</cx:pt>
          <cx:pt idx="15">2</cx:pt>
          <cx:pt idx="16">2</cx:pt>
          <cx:pt idx="17">2</cx:pt>
          <cx:pt idx="18">3</cx:pt>
          <cx:pt idx="19">3</cx:pt>
          <cx:pt idx="20">3</cx:pt>
          <cx:pt idx="21">3</cx:pt>
          <cx:pt idx="22">4</cx:pt>
          <cx:pt idx="23">5</cx:pt>
          <cx:pt idx="24">6</cx:pt>
          <cx:pt idx="25">9</cx:pt>
          <cx:pt idx="26">13</cx:pt>
        </cx:lvl>
      </cx:numDim>
    </cx:data>
  </cx:chartData>
  <cx:chart>
    <cx:title pos="t" align="ctr" overlay="0">
      <cx:tx>
        <cx:txData>
          <cx:v>Non-Religious Romanian Organizations by State (Map)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Non-Religious Romanian Organizations by State (Map)</a:t>
          </a:r>
        </a:p>
      </cx:txPr>
    </cx:title>
    <cx:plotArea>
      <cx:plotAreaRegion>
        <cx:series layoutId="regionMap" uniqueId="{072A6950-D309-4E45-BB22-0927B94F6CA4}">
          <cx:dataLabels>
            <cx:visibility seriesName="0" categoryName="0" value="1"/>
          </cx:dataLabels>
          <cx:dataId val="0"/>
          <cx:layoutPr>
            <cx:geography cultureLanguage="en-US" cultureRegion="US" attribution="Powered by Bing">
              <cx:geoCache provider="{E9337A44-BEBE-4D9F-B70C-5C5E7DAFC167}">
                <cx:binary>1HxZc9w4su5fcfj5Uo2VACamJ6JJ1q7NkpeWXxjVssydIAnuv/4kWbZVKmu6fe9R3Ai9oMDCwgQ+
ZCKRmcS/7/t/3acP++pNn6W5+dd9//vbsK6Lf/32m7kPH7K9Ocui+0ob/bU+u9fZb/rr1+j+4bcv
1b6L8uA3gjD77T7cV/VD//Y//4beggd9ru/3daTzd81DNdw8mCatzd+UPVv0Zv8li3IvMnUV3df4
97euTnW1/6LfvnnI66ge3g/Fw+9vn9R6++a3075+eu+bFEirmy/QlsozpSTniGGOqEI2ffsm1Xnw
rdjCiJ9xJiSRtmAU2wx/f/flPoP2v0LRTM/+y5fqwRgY0vx73PIJ/VBw9fbNvW7yepq3AKbw97cf
8qh++PLmtt7XD+btm8ho91DB1dMgPtzOo/7t6cz/598nf8A8nPxzBM7ppP1T0U/Y7ACS5j4Zvs/P
C2AjzjgRlEimMMFIUfkUG8nPiBQCK0FsbhP+/c0HZH6FnueReWx5gszu7lUic66byET7fP99gl4A
GnSmJEZYKUEFZ1KesI3CZ1JhiQTnNuaEMvb93Qdwfomk59E5anoCz/kfrxKey4d2/+UlsVFnlNvM
lgQhW1KuYO6fiDRsn9mcM0QxFQQJBNgdxOkBm3+m53lgvrc7QeXy4+tERVd1+MbdVzqNXpRzYD+h
CpiGIo4FFxI2lGN0hDrDkjNKGGUIIKRQ/gSdX6brv6B00v4ULfdVonWxj/KH7xP1vxdvjJ9RZsNm
D1wybUGT+DoGyVZnBNuYIcHExED4hIX+kZznsfnW7ASSi8WrhORTZO51bqL8BWFhZzZVigtGhBKS
Y/spLFKdgboAJcA3EqGZt45555dIeh6ao6Yn8HzavEp43j/kOeijDy/INZSfSUaUQlJwwhiedOVj
rpE2cBUlwFNSUdiAbPV9aRw2nl8i6Xl4jpqewPP+8lXC80cVjfpF9x12RhQlVHGYe8Qlh8k/Bgdj
fAYSz8aKMT4zz1NwfoGg56H50fAEmD8+v0pgPkZVEOXRS+prcMzBRIE6AFKLKRudICPkma2ETRhB
Ngf+OmWbX6HoeWgeW55g8/GPV4nNVfUQ6Jfcb+gZHDpBkT46xTzhGYLOOIdzEMgykHlPGeafiXke
lO/tTiC5unmVkFzDNmOGtN2/KMswBMdLG7gCbDfo29wfAyPEmaRSKiEQn9SAU9vAr1L1PEJPW5/g
dP1KWSeMXtCqBviA7swpA/MAhv1kOsQc4yPJmQB7DpcEc0p/PuRc/QM1z+NyaHWCx9X6VfLN5UP3
5k5XyXeZ8gJnGgLCTBGKpQB5Bvv/yZlG8DMbLAZMckIUUwSfaGe/QtHzuDy2PMHm8u5VYrPJv7yw
NU2dKTClgQoA6tkssE7YxQZDJwZhNxmg0U+Wzl+g53lgfjQ8wWXzOnXmi2g60uj6BXUzNh1ZFIaT
JsZgiJ43kmNBptgZVhJ4ismDnDs1BPwKSc+DczSaE3guXis892EU7F9SP2NnEiwwcOAH9wADmUVO
+IaDPQBNWgKcaujBEnpsD7iI/pmi/wbO95an2GxepUibRPT2oTIPwwtuOOgMg0dNgaUTrDY2k6cb
DlhzJiMO4WC0YQRLcO8co/NrND2Pz3HbE4Qut68SoT/S/V/77AVFGwUdDA78xEYS0p8N0WCtkeAj
mLWzU/35F4h5HpcfDU9A+eP8VYLy/qHfm++r9n+volF8xmwqFAH7i5qm/qk4U+DYgT8FcBKm6KDB
HTPMP1LzPCbfmp0g8v7PV4mIB/6Lw5y8ABwQG4AYMAn4YYRNbXGCB5wyEbaJhKP/QYKdaMzfAxfe
6K9vIE6gyf76e7PR8/A838sJWtOwX2HMwMXemP192JiHun5BPmLkDAsCJmabgy/tYGg+1toEmDrB
MAAcxm31nF7wq2Q9j9jJqE6gunidBoLVgwbD58vuP6ATTNxDbIkmZ9tTaSfpGWOMCvAWMDZHeHzn
7IO34BcIeh6eHw1PgFm9TmA+7U0IUVj1ixo+BdhvIDoAHJvg0RHgAH2KDViqwfAJIpGDFU4o+1R1
+zWanofnuO0JQp9eJ0KbFEIIdPSSAg5UazI52EB84Tm+5ik+4AjFTMLWBJE30p4Ork9551coeh6d
x5Yn2Gxepwa3hIDC6CWjb4g842DEweBpQxh0hsmMdrz3gOmTSWAoIiGq4Bmx9gsEPY/Mj4YnwCxf
JzDuPo2+6upF3QZUnIH32QabwLdwz5MtB2N1ZoPmIMASN0V9TAGHxwr2r9H0PDzHbU8Qcl+HWPt7
/fJY6X5S8/82IFedQSAuMBADs9rk7hRP+QcOQQhLiojCcBAC58+J0n0SKvvfyXoeppPmT0by/ykO
97/H6P4IZPb29X4xR0Afhen+fek8XIjLPmn6d4elw9xtvvz+llCA5AjIqZMnnPE99u+nJg97U//+
1sKYnYG6bQsImhIMXNygUHQPhyKC3r7Jp6i039+C4o6QpPaPGARgUKObqQiCSxDioCmCOkjIHPvz
fUjXOh3A7/tj/N+e3+RNdq2jvDa/v4WVBOuoOFScRsQRMLoArzoERYBxiggOsUTF/f4GVKmp/v8J
a9a3eVXQizBonbit+EJUNHYCpVsnCJvUjawud+MMOUW4b5oxdusk5OdV2QlnJNUHX5e50/KgX9qW
v8prUi1Y7BRWpZe1jUe3rsrA0aQyjoX7PQ7bZeh3ZtE0BrsdG50RGb1prXGdNjhf6l58qDJ/WKjY
R67C+bVvNF9hua2SwFy0g+0QzYU3VsXg5mMUMweNW0NDua7i+pY2fXlecfZe0gCvysavl7hCgYu6
Vixi0m5QbaEtLrhe4qY3H+uges9p87FKkf5EVbekeX+ppG82qukqj7Zd7yIr1lvJyqtQEN8ZeJUu
eIDvhaWChe/nvht1Au98wrYpAiQsmTkCh52nSCN3jV1mDorTdxZLnDrJKi8n6FMjxDLG407xdK39
oLjT2lxHaLgYizD0urbEDsm7rQxJ7EAchln0aHyXdHfcjxoHjPRmUY6dcboR36ig7Zy5hR3UgSNt
NbpE5pEneKM8O0wzV5gY3t3bqVvFbev6yTUfo2JV68ws6BJ30QpnKVnqksFkF1+bBm8rjRo3rE3h
QBDIcqS5v1Tsi20VkWuk76YhtXddovzLSLs23o2D4VcdqrNFnlyxsm6cMh96j6nuqzDdXc+zcm35
wSKII+GpvPOiphdeHEehV8Vp6ER5ajajz5Y8QaXD8yp3hUhGh+vWDTvC3JQ1ytWoFg6rl7lJFqSW
7bZtsngViaB0aI1CLx5p47UWvi6qLrmgQxUvZKUu7HRAjiUSukgDxd223frXQWxFF2nSVt40N3qM
rfe17xUpps6os2KZdi3wgRyaFTBcUniCpOl1UaKdz3V9Lm4lSYJ1YHTm2s1XXrX+RYn1X3nEkpVB
ebsksbKdVIbd1i/Qp4AZ5QSyYzA9/m5ESm+KbtCOFTCnbVt6SY1xuyyodpSWnh47+ikp5DIKxDqq
eLLrcemkQtFdTOPMzX02epjlg8Oi4IOyu9ZVJYVlW6PC8zN0ScLerEJDsoWP+/aiAhS7qFGrMCKV
21pJ79klTdeIphu748jxTSWvgeo1aNLA813KF0MbJE6a5J90FJtzqXXuGvqepmFzVzb5bRrkHxCy
Wk+3KV+rqDfe2O/6tgt2FbaKzRBWYtlFvnQH3I0f7SiqHB5U1t6i0QXuTOelSJlFgUGGSL9dY8va
JIyiyypqupU/WmIpo+wTEZm+yIjUXqHb1hEi5qvUD+mlzOR5yEi2nsRVXroZrRZBMFp3KMUXNZLN
Q9kU+lwg/3yUul0mccqdEPvhziCYg4GE2kNWrS8iS6JV6Os7wgt/F5RRv+h6E7jcJOXWlzV17MFm
3mj16ZWvErO2ReRvooKlFzRNOqfJW+kGlWk9XlvtghtDvLDVzaK0Q+L5VS4WVtu3DgLX2qpqle/F
WRe4wvc/1jWL3zcZfOFSStttScTcJLPlViNrZQIzXsM464HCTJBhcKKWjI6Os/Mw5fYhSeP4Iuf+
xggG7AaQWzY2Du7q+krR/gEiUvltEkTMy+J6ERRDu2vy3uO8LrYlsj8PVsFWMsh2IPu1GzO/ci2s
LA/nmdnOCZ1yTWi61Hl8nnM5tdvU8WXzvXwYVAXzBc9z+ePjoeb8p6gU9DQXHWXnop7bw9L0+Hru
Yq4y/3/SY0MTvaUJ+SD3REbFtsG93qpxjFInLOzvWUtDdn6ec3OlOXlskwhYEc5cLE0EzR+LHts8
/je3ngtEmjLHb7jvDiJtRnf+83kKrJmuucLhdXMvR9lDs/kthyxV8Q7YPV09En/U9SNhz471UPNk
nHObvvK124uqch/7faxnqvZ24EG+PH3VYYCPQ39sMudOq89/Ho1ufvURpY/NDy2Pup+nQASmHo8o
LIqWeNyk2qmIBTM9t58TZpcGLeb+j4iYix7nqFBsU6S8WoEIvAt4Sw4NDrV6ZjuJ3zpZTRPPTup8
hJf4/CLWOXZ1EDBXhlGzLPviXWZhvRWDr7dxkZrR7XMJy2X+97Gorki6sn1re/L//MinxnMPj6WH
XkxQQV9HPfph6cQFNdu+TMpdhxYxiqtt1MoideasVQ7lt+chsmDV55H0jv7M/aTdJPrToclcMLfz
wwEve9Rd+UmkQA5YdrkNMqXxIh9GEP1h4qVS7coEFdvBpOV2zlVMFlvaUOOyOo09km0TPV5Gyu9X
jyxazKKgIJekJgQ4Uu8qNcJ2lQBmoAPnG2mUa0z7IMwDSHLm5PnwObUKP3GwoPl2nJJBt98Suwn0
s4+P9eZmgEbhJG3uFkI0674vdr0xYsOK3IlQ/1ceqmpZVSZLHTWG1GW0u/Mz+1b7sM1HtqmcgoDs
sKNCb+sWXjk/ln3tMrvO10O3oqDibGXa2FukLHurRGxcv28atwmCbjsnZspJnQSZk2VtsGY6gIlp
Wqictls05ebHoh7xqpV6Y/V2uJuTTifKDQbYzXWLLe3ADpzvTGprB1Q36bFU5ts5ESN1SOeLdTuM
+bb/kTSR9bXAvFsUutDaUT6NVnZvX1ediXYDHYk7WH3p9oX07NS31mmfOBYf8w2ED4jRzS1OncbW
ideOoGzWNK68kmC6FcLQrRVYlZN1MfJCSsptXJEMNGhcOXZb3uHCvqhAI4HtDOYt7m8yzIZNWIQp
WdCEcccua9/tQtvfILrgw4i3ygrxFrOdYF0BurEE1Y+DJI8DAsmU62zuVZTqdTg99aQNnRQjvcjh
3LLNgobAjmV9yyk7BCVL84u2oO12xgBWdlmvg6ZMXVAABneefzGB0NUSb8r0Ro7AhEi0xVZYbQJb
V0rXqDTdaqZhMLXeJoKHqdNN2fk5HXNQDUDNa6wy35IJEV76MltjVY1uFNHArWGP3aqsz46SYAjl
4NKMXXZWjpfw0aCCmZ/WNx9kNLqIDO06DpXLprX3uADn3Ml/Q92kXtgHoyMnaaiEjkFnXBrQAlOH
tqzYkmlIR8+2CKMFnM8iJ48m4WJP4z4MZ5rsdJ7xKVFFFzvZ2PnevKbm4c0LLhsHYM0DDtNqk/6G
hQJtEOfZdh7wnHtM5v/qxCKLTtI/fZzl2zD2YUqmMVs1kYkjf/zZV0XrtLUpvZnr5iU05x6TeQ7m
R9hNQF2N2Zor2OzplAQl7O1z8vg4pOiuC4LUzQd0XUcdH13JQXIdspT1ymnhSzN3iJpySyoLFvS8
qqfk5FEbtsxo4K/qklcgzLrjZLBCUHem/wIiyxUsi63saJ86SUceajRUi5z69XZOwtAUi94HvExZ
+mvG8lVgmq9FlLCFmdbTPH/ttH7m3Pzf42Od5ltDKrzxwYy3ari9bJMcltFIiTd0otrZjU2cvogL
L+5ImToBx2Y1wJ43D4gBS3ONjdeh1ji5gUOggwOSesQaCHBW1W+JxZYxq7wWkSvpC+aRVtjbaGDE
GQfSeEmI0l1P4/Mgit93XR0tAlOkC1yxypmJbRIZjK4/CXRJ7PU8igMrWMhr87Zw0tHUXlcGwa4R
vVMFg7WeV0dNs2TZh+n7RILoPyA95R4XgyhpvGW3eZ/nbuUHyOunsxFL9z3WdKuqnO/ElFhwGLTK
OnG5NtW2nnc11UXbtHDzQKmtDar1OkLhsg2bj02hrGVQpYFXptR3yjasMgfics+jJu1XY9jFu5rl
zUqY4l2ZWJXLRmEBn6eWA65V7Q1l03gVQqlrSZAgrdD5wowkWYcoWuPCbGhMGjgQdMpNJmFRMxBl
zEdW4szP2NfcUQlstcpu/G2eo9ZlWJaukqA2o0nX7ictGhy6cFJtrI80jsBY0F6mGWsXwqhrGVfA
S1X1vrNXFI697qF3BuGzsN/60pvf042auiU6z3LhBaIqnawPXVzXoOnY2ssMCpxq2udNVxXbEGtr
GdX4vMAIje7831w6xmHvVqZ+HzYga8Yx+OD7qb+M60DvDPtrZNawJSbAuyx2RATd9XnSbaOy/cAt
Q5wgy30HrkKIHZSMZjETlsvYrJqEnGulryqwCyzQKEAL/xoa6DQs2z+xCYaF7OqFH3Rk2Uo7dHpV
ggkCJOWc5JYVpI5BD8wAL8qqdUeDbqVfRutqG+u63qZTMueaIam3vsL11maNvRHtlZB9vIjDsHFz
kCWLvEpr51ABuHeT2HvRVs2yjjvutMj32jqSa+Sb7jC2sGiFi/pOOqU9Cd0pabMcEjCyeGkDYmYY
P+mh+hhY9QiH7RG7o8AwPXbysQ7tdDEkfu5SEQ0XcZ1LjxbClTXsDvPsZMMkd1lEmDNaWrlZh7Mt
HDaz7ZyTMhIJ7Mnf/1RTiWWGXWahcDX/TyYpO+cek7ma/dh2fp57TaI8XBUYAJz6PKo3ZxGxkwW3
7a+HtvN/Wdxtohwlbs7vE5Q1C52mpdfpOvDYwCzP8Pg2z5LxQo04uRkqf1zH3U1cKWtBSU6cSkwm
NGtYUp8aJ0C9wwf1V9BlH8diIIsx7aTX9K3tFGNrwZIrbbe3i09Bk68yiRdgsmCLKmwSp8oD4pS0
9b2g6nddllb3fm9GpyvUZ5350tED2JT8thQuM03ngCG1Wlgo6bddO1o3IwnvcbzqwTH12VCJnDro
/CsRBtWFjy3s5kk07EUVnY+9tj8QsH2twcTULHHL28+JtZvLO5p2Cxt36bb1K/+2xM0Hux/7PQtN
6EaZLy7LoDCXuWny2eSyD4m+yYmPzoNUB05hIr6px44vJnvM3iAH902yNypJl81oF5s4EPmHKhwv
515h1mCpR5xdqEh3Vxzsws5cUEvrLoxZdtsVFdly5ieLbCgaBzWg12uUOFGvxrsS92KZ57xZl0aN
H7si3MyDGOrOcrWJ6HlhSnwNpx9gCNDXr6VdgZgf8sjxUeW/E2OEd00fDmBdA2pHsCmMyk7+zKxq
XIm+xiucNuGf3AeD4zQJzRD2XhjbZNeJVL7jiYwO5LIgrJ2ojuh1Gwz4PKdDcOhyEGzd9px8HPK4
XutBq2Vi6u4uC4tDy1DLeFEbSreGi+S2afvP86tQGnEnC/z+igwZvRjtunPZRAMO9aVMUfkBLIN6
Y/oqW2LLDva8OwDMSlhOUWXsTduh5n2UjDdzh13BM7flsr4Mh8K+1FqGBwC5zD8QFBo4FibpwjRN
ssU87g8AIrNTIek+j7aslwmh/houHOAfRpKez72OocDuvMQa3/av5mU3zyUr0T1Yo8kNQ0O0C2Wi
vJn8HIN6SYT+GGnbxRnql0NZsE0otHoXB2BgVQPN7/OGbVkckk+9HMslHJSDbRBX/bugt/pDjSbI
N9y24j+tiMVLNlTltgCB9M5YHAMPZvo+6tnK59HwZxPlahHScgT9DayjWNtr+CoM9qzpTdnQLHuW
hnegbZFFHFC5xco310MtwbQ59cMjvYg7q71LOVjCLMEz0B/y8LqCcBp3rhFk2gtQ698ZJYpFUmTd
Dg4G+ArMxJk7v6XqjWv0UH8OBgJw+wQ2epmVV8gPq0Mfthjh2M7l57EUyusLHJ/nGuzQaTi2hxpN
GzjtOJq9NJx6ccrq82yI0CX3DTgUprH0IANULPeplr2X9xY9N3ZYXApT8UMXql3bhqbncwVUNMYT
cDPPRV0LdQFbhH+oJTqniAfxV9vYGezpwlwksh5hCeIYTPgmvU+/EaRx6PWsoxeUdfoihXd5SdXh
v8CueaCnRNJtLCu89K3KP4/gTh6vpCz9K7N288ThsaBuDlvbZdFW6LzxQ+T5Y0r2Lfs0VzBDP7gV
KtlljYfinJnM9uqgRpe6AXjaFszUVlF9AZUcTJFdjW5EEBawt41mnY15ezNKq3NabJdfTKqc1G7Y
vqSZ5aYR9FHC+tzlQOOijSPro1UHN4feVHhbSM0/+lZqLcCblewEttglLCYFa136ewlgzVUTWg9O
1kTlDdesXevET9dUa36jbXBozFVy3bs5GGf3THSxVyRldUkw63YJN3RB2qL8hNLyeq4K3PO+QVX9
EUwrybIGltiWowyvOq0YaD65+YuGscOmEVM41Dp2bVvv8DCQNShP1mq0aXwrAjBJ56Dlf8lgVSLV
Wp9ji+Ve4KWWCS5D0bNdHch+EWXAXmxkl/P0QKjJxxZV0Udm6nLZBz3ekiivrnpjIZewYtKMPs01
x8ZnTtNi/K73W7XuhjpZ1G2165uyue1EqQ/zPQTpQjM1fLbiwnhtU/OLDgXhed8g8JH5IvxzbJKL
eSyqUH+itqEfRGi1yzGX9TZBCF1hYXVuBGabe9xezBNUwknOCcaxeteaLtlEYTus6iTgt1E7wplw
mhjfDpYS3FWffQSyWhLVXQhi6XOf4XzBI1P/iTO8m6uCpW4fhTnsk1mnd8JPsxW2er2xcyXf2WM2
gPGVsvsmqxZEVdZd0lDf62ptznOOw0seJ5EHSmT9VybfDU3Ggf9S2BSVsK5ohsi2KFm49HXbfKq6
4WLuK6zRVysO4vfgXxAr0zf9uhlh6xZBo2Fvgz7aSK37wcd/Kj62i9EO+1085sFVZjQCKyLQMyfz
YxMo6xJc6N0OT6Jpbja1n2vQAOLk4Sqtb97oJz7We10MVQR71sHl+uPxPxBaNwXnmbnV499PH6HR
t04nN/KTh5982t9dvCde68N9Yv+l8Ndc2tS2pw8SflwW9pNL++jGh0ev9rdW37zaU4j89DkWRGBx
KSTcHvbDq63ImZQQHKzgwxMJMcSTe/m7kxvChiV88SCPguu+ObnB/83gbhj4ZgJC8uGWBKDw+yCf
AAB+/Oec3PSJi5vJ6aoM+PoCrpKB7jCE6z11ccNHM2HS8NDeqUBXa+HX/RWrbzjOqzUv+2EJLiJY
pzl4rfFIN3lQTKJoWEQQQLNqWHdxNH3PkQN+/eLR434gByKewPkPd61JiAR4Sg4ce0lBiozvKChy
3lCExTIm9+0giiuU71XhFy6XWe1YbXHVgc/ksEAPl549834IDPn59RD9g+BLO/g4eAo7OHb4q9ge
jYLo+l3V+3dats0t7/21XZscTM5+uujsOvPaoj43vI1W/zD2aapPxj4FucKXl9yGG2OmC2WOX16F
XRg0CdgCk6zje+0PycoeqAPqhfTiKiLvge13Y+YkWoxbK46/2FkKZuc428WG1StqQGwHIQrhfGRG
+OT1x7p+ZmIwhHL8RBy2Oaw3CVd6ielalWPiujJpB2RVbJeCS3QRm/KOp2WxBAsOXmYmspzGhIET
sMCzOBzgrChbpU2QeklLblNtDZvcOGXXy+Xf08Ug3OqULuAGrAhcIgaf4U/8ekxXr1OTiT5iu7D1
2Soo/d4zdYG83FdfUZIEHxiKV5SkFrjAWeeZtOXbtMz4FqJNolWyNjEja2rapZ2Ww24YarG0kN+4
nQjiKwT2WdWC1tlUt1SXxAFdHDl2ACp/Z/df7LCy3zX6DpwuYq0Sto7GofTgAzf92a7VBysm7MZK
imtgsuQC4jU8VMf4nY3iJRgbwUWnhndN4H81Oave+RpM3ZGRdBPG4s6yySdEcgVxe3+LIsTGnMyW
DcEx09cKWMBlhWSazaOAlhiHfpMGPttFWqNl4BvmQXx87SUwjY5J/cgZ+zJ2QbGGcIm8utfgdgGz
7P8bIRjutqLw1R0GhjphtCCmKA2Hge3gNAEuAxReZMinN2PTrwpS3w5jsuLFYHbMZ5u6zjZwmOvf
//1k/LxybLiUUjLO4QYACdF8T+ciqovKsnXDdq0ffrXIGhwy4MNqhg1T6ppF8RIw+ifx9rO0hXfa
8N00XOExBeWerFbUxkzUJGU7uPlr3Veae2ARutWBvNZ+Zi1jhcZdxmNwGGGwnY7iArHUqUpMP1YV
/wfWIT/LGxvBp0KY2HT6/H4K0D5eDNKnGM78mO50Up/rpKPnVNUXMgVDfJyqGySHey6syANrWQTq
bgeKVZtfgF953JgRomhoWOALCMyScBzmfNvJIV0oO72hKOcbPcQQ6VIl/kbW+jyrzLBMNAhvDAo3
sFvj/D2Y5GfJbSOIgiBgTIUMRH89HYxPMPF9O2G7jg2gko+FfwWnK+rwPsxWfYyc0lfyvLCM5ZY8
ZZvU8GbhD/ZnqovyxoyTiQTBqaVJ8qUEh5pLuyrxdBG2m6aju5YT6zI1ENWEQjjJZzhboCYZFtYQ
iGUqaODUdjI4HIwXq1iZav33w3saiDZtizAoRuGb+2m5CnTCLkmq7D5LClg3CS/XvVWA0wkBuV3e
6B1YB5ug14u/fyWe1v/T7ciG3QhOsRhux4ArmU74A9xjlQa7FN1FXIEnKwiG6yKqrnFRJo7ilVqq
TIarMKVyNyeSgIPwS1Lm2T9syid7D2z0jMG3bgIi/gjQ8hOnFmGt07IsrG3tJ2CSxeiWpSpdCTtI
3LCP+hUBf9yykPJ/qPuubVd1Ls0nogcgEXRLdFp55xvGjgKBEJIIgqevz+v89Z861TW6R1/2DdvG
y9s2iBm+MIkBd3jkIbQgMbk15JSGdqkZcG3ODX8bg9X8X5J29M+Iev9uSYpqDEXf/RTBLPTPdTf1
B+yT8OVfNLt3kkNSBtEs8n6VgKE4Ayy0gMnEd3vwk9BeA/SvE3C4p3tegZwoLEOd+BlfiXfdoq4B
otOdopVDe8b0tW8iVhuFZQyEKjkBYC0ZqrKs45aVLsQbxR7RLNwb6KCW6Ob0wB+Y0MFj2sX6dAcg
0F03Lz5Ps4mnrBxtdJnNBJ5MQNzjWt/P0nvd17eyq2XvKm2ULFEe9cV+dCFkaKoMPPRolE/+83bq
AqWu/+d1hlP4z5UG2SX8IZh2CKPVXf+J6u+fx3AE9kydJPTCeTDkNoo/+kd7VKqLvSoe5RNxzYak
vfiF8GabHfjuuYpjkaNCa2XWGMDrQiCPaN+NZZdGbeYrvV8k2fuz8KA2m/fw0s2bqFB2fZNUng/R
b1g7VKFBc+SyixjkSRK/uM3v6qHvO/TIai0CsN59HyaXMbWi3uIN0KXgueRriJOd2EtLOdAF1oj8
OCiojwAs3kVISAdyeifl3p87MZACwM6Y+YYgyUyYTlc1h8kJNI1nb1jXcoPQ6Nq1pMvSzrDL5k7N
su2P43ZUDVyD13DjI0CveK5QHmAJbf111o7kx56eEDe6l3gmXg1uiEEw+HmYoHU42vFVpdEr4lp7
updFZli/7VBxAQG2b22op2xtAVgx7bl8igG99VESZ76kzzNi6NMGEVix6qMtY3/azqj/ay1ae5MW
Ks4p4knZk2HPkt2yG7SiU6bAL+Hshe4CrqjJ9THQPHETyh7pjRcCTavQ4ZfEH+4LGOJZsgLdRRJ+
G4ZvYhRfSHQajqArg2UeimTt3M0CFMqPzf+sVs7PSxB9X0D7lpMVoOI8qAQVmKPaJsNYuMT30IWv
5FKpUZOMTh09R+tjt5D4wTJRA7Fer6Ox+TCz5G3jB8tU3FQ6neeaHU182Y/9oxi77eYEOYWR3559
Gf8eXbpWtmW6HBKrMqK6rqLBIoqknfnzukJW5i/diQy2/daP+xNNx5NsuvUVXFVhN4JCfl5e437t
b80wxmAjm7HUYkhQxrcfaK+TF4jvTJ5yFB5Smnpz8XzuUj0UUH7+sbHlr97a/Gn8sCm3qJfl2g6s
dvOMYjYajoeRf+oncGMKsaZbxvZxbgA7hEeafgHwzTMxPmixJdempVONQnXJ+ybZymBYScH33XxY
1qVkZgJp2+QktftrKts6Uq179KIYbH0XlccE+WSMZX0OWG/yOfGCMp0eQ32MpT9ExwlrjRTKLKhn
ApwbwsBst+GY4lIatkLzZfprhZvRL2fZYKUyPAp084cBZ76qQ/1iAGUyxg71vKXqEZEsLKb2YDUn
AiSm9fcLW+KgsPaHh0vjY0O+inF7ZX0X3o4NlQVBj11PLRXXbVwfvGWoNiiC3izhNadb8zzHcyF2
C/ZEyACY5O8OKFEZSWMqC6g1Z/2qzpIfkJoAvaRCtFV8CP6yC/2dEmdPxrLpZPnwvbEiQ8Bgjyul
+hk/UGWLMMm5CZvvlDX7dZbqj0fX7YEvAdBIRVKQY/GcUbN0H3iEFTZ2Fxt0+yfavJmww6pYluTX
fANe076qEJTHlKLwpgkxT3bsiyOWEgrqkeSx/sO2wHsYIvvdDrN+ogm0Wsvxg/sQRY/LbsuoJ6ru
O/Ol8+HU0slnq8y3LmgKCEPap1iBs+QNp8Wesv4BbGK+bQm5RBYf6FQi81kjBB4aAEC/DI8LNXvt
ezhbvgTfyPzWz8fEEzelvU8G7XAdAbHLzWBzBAL1U6KkyHoLPi4IpucJwvTzmvY3qbrmIWzjHitz
fPNd21Twrd217d/aaCel0HuSBV4ynPVKi0av30ybiUXamo02gZYQJPmciS3HIY1vXRqcdts8CObs
C2HV2KRhFc/rktPICFx2ypYgaNGGqjD4MCYnPif8wxKQNYsG+dFQ4W5e0DefNKW/wbbtWXrsPdpo
fJN1XMjLME1pJuONfVpYrx6hXRgKAdFMMbY+GFDijacO0lJnhiMLGv0ZtAfLAsrNySyLu8mVfWh3
3eF6W2viAvrktXHpqEwL7azLyBjtH/jN+Suqa+rbLOE+5OKs/7ZynW+B4FVA0VNLF52t1d55nYNn
3Wi8nS63xtr0wTsezJpu1XtzNqIzrsJ5xiEzBrRQkHaqNsuY5Ft4DKgX3w4bqsw5qs8M0emlbzKY
RV0ZyDS67v3xjEnzOGQh5NlSdqb0hf0AcCy5cpmqUvfsGxRi6lUeDHYHsMBlvG1bNoaOfF5psFYT
yB7nITiRo0eGCO3vY7e8GDeynsemaeFvCKJsi/RSjqre0DMUbUv3UsW9wyIJXzj42jyO0EuwsGlx
6fbQmMczLadx+JBAYnwj9ravxjsxpZcisxPfr8sxoVuc3DN095mhE89b20S3KfQ+MhNAjAp9MRhM
HtVumdDGg1nIob72ICFATIlNmjvPkxfnJ+Qp3Pol6xNbhXpjX7Tdv6xDZ05O0qUOmf7qaZTZfKfQ
dQQyLn3eywLAf3Pqjwbg2L25SOlmf+0iBDsF2v8KQaDOFgfUSNPxj4QPo0ghLbvpNnmZYX14Sm3g
ZWyeXCWX9Laus3lBHX7g4+CeYE1UDZNpr4OluuCBURcvqqbEQTjUon8hexn5B6li1XpDNhKQb3BE
lVvbx+dtd+guyQyTgbfWINv9yvVT7jmYT8LZudtqBCgkIQzO4xKhDlLo/inwm0Cn5qZT7xLdZYMQ
VsMXcazbBXHYH9ESs2RP0I+vWxGruRgCFj8ZpXW+KtFlgrbzeY8D/xquwyNbzC8dkv1bx+8FWFib
dvcenKUl7cXyaJu4K5qgZyWk349CEwB9x6RqN5I5S2dAXhiHGSP5h6Ka3WiKfkdY5GufnholQS1K
tZWpDU3hMQhzBJEN5EmdeNgHAA6Z1l4ERhyfKHS71BNk9lkffR14sN1Ew/wcSB6Y2lBEN7BjHUSK
JrzR4ULkTPN53KNz245p2Sxx/+CQwWsSw6fgDChxM3gVMmNQbgf7nczpn1at29mm9Ns6xr+mSaDd
pX45NmIuAub/6L2mQ0siYV7x1ucVDF3FDDjgNmTVZKDOb8xx88n6OELgWXA6fw09dp7d1duxvmUw
/aZR8A1j23B14SYHWeNEHTjQLA0FvL61JV3ll0X17WntO4RpUOg2iF+ddK5q0igu9Nh+i+PrHQxz
LWnrRLkdXcofNx5gWkL5I02Wz1D1nxM/rmKw4rAUSI4iLqqOrYMk5rBvDpdsaZOxy7fpm02nvpYu
OMpdwhQBaeh5YLypDEgiAxojb9rggWrT5KuwD16YupM/VuMSzFX6Yd2CNjOOfErx7x7gtG3z/i1y
fVx1rTunESxRQwROjK/quy/370sgTsse/IQeIICdCuKrt3XfeDGlguZ0oidpPnlLF+ayZyzvwInl
JvoVDhF8GT0MSSLQB/Q2PfQy/g9FLUpsFupMTeGYTS563NdW5RBJTiiM+ygnEzwho/BwWvSRw4pC
85aPL6uv8y7ZlzIg0OAQLyjSKe9BTOPwiKw1XV+2ib5pB960FzHEbRuHoQkqEFSRhbKLgq+DQnbW
qUcl6AzCq0ow8AiHYn5bpgMyJQ0PVsGgJyl8zBvLLSQ/Gd2GZz6vQ7Ue7hTEkKgd64Teg0dlG01o
dmZ72sMeSbYZAYpHfTl5UDhKyDayY7I0C8Rscu2aIugCMJF+raD9Qy07tLlg3QwV5JPuHz3Sf116
/5tsZVpRiGXzefFyEo1PXmLqpfFnkFII6OjUCtSIacVstxSYQZMtuvuNjvdEx3YuDW3GYjX0ExLD
M2rRX/SIFWISMjdPYMBJtq2gXvKSel1XhxAUEhPpajz06zCCWyPjqMs+bStU6Jmb+7NURCKEIsol
/mny9O89QotBVF8jbH42zUYzBigpIhJlJfeCTPHwzW8RLaRcWHYk6kqFtPDA9G/oKi4whqkymUZI
mZuxHjnZEcdA5S9TVwhLxgxJCxzvksi66X+lbfR7cxBFtMRPKruLenfJh67Re9nrFolANKWULSli
zm9+QHRF5tCHoHLVOXr8Fzn1j126vU4oghE/Zoqekv2EarPLQFW3sHERXjGXxan30+kYjrrojdxt
f/7WfNwM+UUmqa5kAXAuk6EwulshRK4c62FeiqGgUgqVo0L6sXMMFePyg4zPx9C6bGNeVPRJyb04
344R+G5EoG9boy1T6sfg7UM2w+N46sNf/QrDIcjvCJrEIU88XQb7aG8q5dk2B1/XMDJ5PA83jkIQ
4r31NCZMZTSaEkRa134+6lnbx7SJYJ7bGIcbzb6EIf5Pr5na+xc5Rw1+hfVjOCHXJoN4MD7gOqKT
eZQQfnVp8jKurS1iEsENGAyXKP4amcDPICx0TxAENwI8NRGQnoi19bIN96vIsHRTHP/+MVy5LE2A
dhxSv6SkkkJ1fiiEih/dN+WYzahzsJG3SPUMlXIaIrsshGVRDlMo6vxIitw3dMlSnaDj4q80XqCA
78mSNXsblpbHN2GQXWUQ1f2QfCaByZ2uV26CUzjCzxiv3030ZQjnXx7rUZ7cZa5zFrp9KbilV0u6
IUeXQ2p1BLfOQPvf+vNceBDJ0K09JZJ/Gv3pT8ARnhc3ochlaIejNJ/T4ZEjyzWhbPOexc/evE8V
vFX5AXj6lMQHz0OfvW7dVAx2XG+AQLc3mFODEr3FAcYZKBE5tCmhz1HIPr0oAx/qgiDodU52ljeM
fgPi6V9MQ9YKdEEDh9YynAKeJoCwnF8t3ugVA7QEudbJXiVbF9ZO6d8Rbv3yANHkbUUYvgQdCm1o
sCt/NTCh+iouU+rEI/4f8fj+aHCjeGy5fCZ7e5z/3m9nukG7CwsGjVWHjspPM8xN4H89fd+HpmTy
cZiRcSdiRb5Q+JOcXed6HXT7OBHSg39X637RzXae7/ugl8e+fW5/taNsT8oZ/riF3on71r8kuuWP
75vo349iAket47vJHE8/ki3+QgeynpYYWgMc242dW+7dwPngabLpWz9FWEJ9PrEAPIHuwnLqhunb
UKlpmSACHuRp7GA+3cWeZmMCI9zi9U0eSv8bumJXJMGxVWwa8z7GKQw4pBTTLzsKmaW9mHPbrC/p
dmIQviJb076aPA/wSoAapvWD626Rv/04gVL5tI62WqJ+zwFtP5hoq9p1FsUA8hCBU9Iiib1fUWRu
B9R3Wc+Bj0VIM320vAnBn5ah9Wuq2gr/7RNAGZ53B7o5zEocsgwsbV91ImSZWfcPVpPve2fjAu3J
nwXqrSymGhfQHWNsCap/3RYyAkqdAxIFkG4Sc7b0aF/TYL3ZkLTPi8j6oGsfNii+XQdElEAoertH
ym3fCTI3R1k7CnL1+BYBELH+OerRDarDyhygR3p10zLfUqv97FjGJ3t0x+MEzWCNJOXqjuDiaSDD
eY2W4ETDLSzQRIdn67voOsjj105U+wb2AmqOub2lqfZOZoIEGaIH9hQv2RhZ8+L3CTsZlBbZIYPk
LYDhtmh4sBZe28urjeSTjSIkaz5sJyF3eer7nSFiz65ORoaKZsIl2mp+8btAnJ0SueelFBH6aLMV
U3pqE67q2QdUlrlE5Ylk9taIo0zC7bNsPV6A3ohudhzfYq2fok70t7uG2eokftimroXlEV8ZKs+0
Rt7c6lg/j75NyrZJg5eofYVgVpdb0/HPq5WP6RS0P9RUzakD6BbDYTxpKL+8cF5LXC1flTcMJ+hP
jmxw2suTfTAnlXwUyYzwvrnjAZ819IGqjEMe4Etn3gZxHkKqrlGrfhpt7BMdVHc6YMQCFIjsGkbu
G1uTT0cYOhBAgbzip0NOK0PISxy/qI1cUKj2tUlpjA6Fxldo2asEzW1PGX/Y9ufwIAmuxo2XoCRZ
xqZ4yTsbNDkYwS2zkdlfJ5T3M1wtV8XV51BJP+8c7LZwRnu3VI9vbO8r5ildpTHy/zwP8qYk8BO+
ovFxjH82U/PdS8MOQvj0dd+ouUFw8TEYouAaOPhJY2B0l+nwPvp7q14DQs5ot9NC6YDm781nqDQ/
z2v8AKSIPy+WtxmE3QjUhOtaAj98mPzVfxioCB6sD68e+FhWWesfe/a+8/1vtjFaH9K38UD1RmP7
0lK/fdu23lYdOGAAVigBYBhCZTLK+WVldIaWPhoy5Qali0XR6KYaR0oZkz1jko6wkDgwAWTZgI6M
vE7SD8HkGUghAWMcas/VqPZSo/05bVv8AeYodtJG7kWi4GECLFpPm2ZZGoIDx1cHrxVu/nkSaJ+H
Jsxhfknu6/i1PYIvvvsitmYpyNDBB0f6m/X9FeegVbgMnJd7vGkLMqL0RMDy0YeWkM6SDlcjvi2C
XCgLjlEGpyntTpuI+1yq9ldHFJLqXoR0fACdD/9uF42VpKxYzBNDQ5ZtbodpQ/ftTxK3QXl40NuL
Ls6XNman1MIMRUOo2n3+aVqX/fK+wXX0elDxk3opImnqNMIuoJbj3Sq7AbN/f6TcHcOfRGihQuLA
Tu+Sfh9Nf8FI43DBxjvq8ghHZUgBabaH2i7r4OWoxi5HAHfZut5JOfT925xFi/KKNYXdZFshtOPO
z2D7EWgwgJ+k5BaPuDZ8hGafe65ibXCWpE2ymQ3D2d6N6eEev+1b/NPyJMpF/B5fgw+bdlG9BtPL
ZiB8dgjXpYvcUyc4MKk1axuLw0xWkeGOb9DsUcQvSzZ0/4u4tMSixiOzLdvlt9TUnRNqrx601gjm
R1zEMjr3PdBozRWs+xB0I/qfgMJNGVnofurTupvQ8u0x2epxMcMlndjH6Ui6ly5psjTivxeq44va
8Y1d5IlynREd0ZJl/mD4QxCPSzZJNuXCE6iyRqEyqRpyQhfLh6TLNCJnNnXNfmm1o2irhgcATX3p
zxLFIaAIeCbYJ7J6kE8P3psz/h0ByRKPxyVLAO6nGPQAnow9+T0AKjaYbyt6ybPoAKwHsEUmKxa3
2GFwXWi5uEhncEn01TJIHG/h5/vWa4haAIPt4X5B25nRXRzPJDh7ML/XQPlrHtNX6ISTPDoWXXoL
hCVQ3kVzx8pF+BQwSAzXgQceI5poIVCT+Ls35EFyANj0yNcOk9NqbzAPMzXyPLigAHnb1O0EczNk
lXkrp7gM3U9Acx66NUB6McpQ4IsJR78DMfMvHyCRHGBM2vUd8nFyLtvpe9KH7WPrXo52p6ej958D
Ps01lDMYhjGmj52k5KzCtikWb8k8tS25UgY0diDKKTS8BBiywhoni/bw1XWNF/y2tEVVB3fVOMW/
NZVLlbD+haDPRuMj8sFTn2MkhopDIYvh16cmar5K5m+lDtiWAxzgGUwPUaYQl/Jjcl2J0RZuR1+N
/wxkSh/qIprUy9o3TRVMPyzA8FPMtpNqWQP89ZXTdSjmsPllYu93xMlQrk0Kg9Ggv3XQ82QeQ3FN
B1BpOkEf1LXJxYcWvEKA+NgG8s0PU0zWiJuvm4yPQqzpWDkDlGCz0DX0CPu1GcHTzDI5DXBkspF8
ajj/ygzZ8ons8ErFKS/2vQsKxTpEBXSruC/B3VIEMhVaztnTK5QybigP9O3WkvAx2QU8LQSMR29e
hVl+Hm7GUvyzdagWNGinsNumazNOCSJFlQqAIt1SHv6Xw3SA8Dt9dwjDyjOle3Wwtbu7s4uEy/6K
Bj5220823SEOMNLFRvtcGC1rT3GU6V0eC78GI4yMNziIs4L9FgCiqCAj+xi5cSg2O3yKYjMVHSqr
TEYomtmku6yTsS76IX45PPpt92E0uc9lvGByTokZD6rEPQNMDtx5K/bmbmMl9+Xt/YnE7hfG6KGM
dxrVAKcBeQRXTRtSg3xFjN/1L0jEcHmk9hf8QmHhZrdls4DOO1yCqg8AAm3ox1mCAvxYAWT4aaW3
46Mn1Qs70pp5/nyC3cG/6GnV5UR397z6V3EvJAF+GaSHDhwpUG0Qcc5AAhaIN4cW/rqpgkA7V+wo
veGQFKhJY9bnUNYIGAXjKIcnjl6izmAF6eNrwuf5I6auRE9xuz4tK+MvoW1OLNr6D0Oeglg1jYlv
24CY0HiTqEMPfPLmo4iXdF+vG2q7MOGqWuQZQsvpZnU9sujjmKbf40FNp3RPTrqfk6dJwaIAnL46
OiMqf0BjIUO0T4EdnrpjvcqFuDcJyjAbxvnDwb3m2tIxvdGlRX1Fi42wpj4WyuopQaE0SSsAORH0
wSG6IznBL9TpUtkYdP67T0WnWH9L8HFoNlda2hcY23LxVsrfMOzm9+JhNAya5vFBKvcYLelW7yHR
pT/JnyPsRieAePZEvPQ7JFuwr03E/xTyo8nhVcEoHgz+mLouh+dRg3B3zyMKrks7Anmh7LO6kx1N
yL8Rpz7LzQSY1bLxE6rSn6HCr4Gyec1TKUEZwZZQzyIZS7jUCKjZ4Nnnk1+PiXQFKsD51E0efEbl
0PZdNTI6QrlAc5jMWM4ANeVNp3xQwWCJVnzQB4xt+KWS5SdMJH09N8FDpOL0Rrr11ENNcjbpNOWK
DBjXo0gdBnAskQgZGhxSWtgW9rOlnfhpxNuzsU9hoF04yTc/tcCslqCGLuYH+Og5Bz34kiIW1yQd
RL7Hesp9a6A/HGHwE/H+KAcPrkdY0koD9LKLJjBcjr7wQNYxQScqdQ/xgimiDtFtoSh+9kai2qI6
LDnTM4reoF469rqYyL80nLQZd2lcQpiaWy0x5mS7W+v7C7Q6HI6bRGZqXEBLgg8PWhlmjCPpYspB
UpEu/NqsOHMtxBFD6CboDPqzj8iZY6RMUADQ7aN5OB8rVnuTtdQZoJCooYEIYhiQPTXaay8E5jak
c/CZwun207TobPZRiigwNzkGQiHpHz3wgmTdkWpico5GHlShb5Z8PSCPYvBwwREkrn0yn8fVfDGJ
HOv1zg1Sf0vzqBF/9m7X2bSRHw5Tj05LesDxv6NDh2O2mO1ea66Hm+kpVIqOJnBZtvzseb331ug6
7WGY7xIwhhTakThJTD7+Trwx526iN4VhTwUkKvDmetB/xlF4mlQ14iw9eSNKVWKQvKGeyWlrTt6S
dGDPYEVrN1buYNZma3XexhNWaDujLLQdbJzeDH0FxiNBmgPfa9zAv5EuZ9GjofLQFvEQlLgHnVIO
bBwNAnzoVSfRfPKElqHp2SUFYPwMEdUHH6q0THXh47BRr0pnVHAi1E0d6KCMv4ROBiXwGXmj4Nc9
J76iy4aljzK/akz0R6djUIoUksGgO8lOcjAg3T1tWCip2XZBAn1ch7mmaEufIruCHw3sLTQYfzLE
HBLaZbqtsXlYNWaDEbVf6aqGRw3LYmaPIAFy4IE3hJY8M7tbi3h1GkWJbZG89qCAqfBjsuNSSb3h
4+Qv032YGfBy+L8Oi4k/GJSEbL9Gx+OCIwc9zXyh98krk11NdrD0KJqdg1TrljN0MScezifCdIgO
F8ZDABIG1MPdtWT6OUtoJ7GwIbu6q+azVoBB2Q3PRSBVuYtkf8bwJhSdjU3LdNE3qBbmcqTHsxeP
GOyFLiwPwwnChmQec2apfDRTsNfrHk8Yd5K4YhYzWlCSNpd+/STy2MILnihPFK7xbZU4KEjaNcmW
RZMqpIDddwcmZ1rBmaRyfeWQCr5JFl57g+OmA9FcGp/lk1tK662fOxy+3OfRAT+nKQRn182xj9Eh
fgRLe0JduCD1iv+6ed+3/vOF930efHzICMRlqd97JZ1ARt/nNHTv4wze5za8P3zf+b7RSSpya+Mt
X8xoahiOzo2GR1yEGKjiHcGMERD353/vTDzfXDRy14BKGw/f/9I2WGftDJJdJgn67w3RImt6s4O9
x7vleFwbhTTZ+wqzI94/uX3/Ou8PfTnKM7wHSCCwCf+90es+YOTQv3cmO+rQLhY/PdFi9Ap+3uWI
/Fe4YXRFI0y/80IMd7q/9vcf+LqJ0bZOaW5Byfz1bQN+WAyKuf/E9w2mx8FOvqy3VXcCZX08X2To
sLkf9g2X/yD7/ZTcR0SAVn3TPZFVdH/Gemj3Yoxken/tfRdmO6jKcvpGpZCIoBgPxvtenTsgrDNA
+EPWiuzdaW1As2rJv8dH9Ov97f39JE00NXUwfrCUAD1xKI49BsnDu8ru/3PnzU+1/H0L+/+co/o+
TPJufvi3sv1/8938twmcf3tvwvv7/uW8ieP/xRKf4NYu9ztVpfd77/01ThLRHRYa3BMmTqKQ/XWz
xH/5bjD1nUSQ1bzPQ77f0eJfppsAY/4hgYVuG2L1+83kk/8X0w3ub/ZPbS18CmjyWAw6P4HMBRPO
/6l4HAJhxmDro9+aqIdo9MnHvwVPwRqHHzek/0IehtXvr/opCMd3OVRoRvLXq8PQ/+vV/+m9f//x
//TegH2HS6EtOMyD1/dNCqkQUtW/nzO0adfkvvlv+wQ/pv/8Q88CxZjdidPD3P7eDNCj/ZenHYVZ
U4Ea0Yx85hPSF6Z78ty7P0WBig52a5M6RDWOqXbzr36ctyfuIKxp21IlKJH7YwNDPGlQNgH7vGKc
ZsTEPDeZf++ph+ZoYNzQDawpeBRPrLmODY9N9vfzvsH8nhWgSL/7vKRJs2ezIQKEJuZEXt0QJBqK
mzS4vj9v4+XJU43/Y+rBs+yCjjdxtOo23Ddt45J88CcMTfnnC+9P3zdxZxQogt6z2fvD6cT41t/e
Xxvcf1B2ZltxI020fiKtpTml2xopagAKgzE3Wo3t1jzPevrzKctNYbrP73NushWRIeEGDZkRe+8Y
lLUfoLYAoLrbDMbknKK66jZ+4TmnYD6aBpK1lWsh7adt89qon121VO6bhLpnrJBcG4ouP3Xz4Cmg
kzxRzsjzjH1V0wO1W5gprNui9N2t0TQUYZrp5BeK+aghQA5f1PNJ51bWY+AXQNSK+qlMU2rOIJu6
cxxHaG1Qm7St+tyqSXPm/4OiX8gSX/rkMD8rC5eU006a9qT75/91krxQYnU3RpXnu36AS7Owwnbc
9078cZC+gu/vhwnpQ8/n6dff3DFOY9TdmOgL3FVGGDx6nmJta5OCaEXm5XGo2aBR1BxYOfXNlq+W
sdc0vYXb3SPjqJXhyRoie505U37WUTpYWkocfKW0l5FZdLt9AaxnletDsoz6OnqWR8n7Ud0r4cV3
PaLzh36DVqcNqrIKyfRk1taFaYO2yGyDR7S2SIr5N53GfrSbkDJT6j54FEOc3UxVV96QHHTOciHU
KWn0Ixj6dVMG6WvjsbAKTCjnFlmQg4+I1MprRm8DbwVuf0FlYoGStbXgps83RaLnUPNh96uiyk/j
PJSC5N4AvnMjJypnDDSeG2aUoLGoehbfRTscSy951aO0DyhplQqVtOQ1y7ouWMI1UxA6g9HE7v6D
Wc2kpZpSnjGl+8lqjHJhxqa2jzKSF6smzpu10U/VxXmZj2rtzS6ox4nUCtfglkjZUg13tpbyXWnS
4RgLzzilg8tuWyTTc5egiaiWoe/Mez0WHyTUgIVQ7Lp3J2u4DBkajoMbfvSwPVrkJfILnknokAzL
wdTHbQKv+SH3cp3EapV+D9mHDlE7gHypTiIrt/H89pADbz1vb83vEWmm8mVytfkD3nkQYBaigmLf
dFp6DCpTrPjcTC8+MhZ2rds/EDl5NCcr/Jo6LnIu7GoO+VSlx9B1f4V22XRAnyL/+uFTeH9haPym
W6x9YhkBo3d1c+aHshDhg6V+YhkJLQ3JhQfOz9gOk13ozoKO+oxGV2YlyCbWZ4HH+fCz/Tn0g/2v
w8/n1nC2lkozgO8yJvWpLf1zaY3DXRqG0VPeL72UKp6Xjx7gE/7MctBsyOOeksaHLGku/pS8gEGW
gBBnPmOA9r+WcdfT3s+4+i19giUhz/jzzwDbeiyzPnscnbm01uX9A/Kv1cGzg4j6W1P85cfdrT8Y
/nPqKuHOdLwUeSSn+KvbN6GPFkma15smzJ0bO4nrZ0CEuxSt3H5qHlEky9hlNNY5DdqjP4r2BXJU
cDPR3WStiaZ9yTpkjyFEBXepVfvzLpDtDXUyckJj8Np5ACFTVQWklznjYxqX92L2184QAMGdvN1c
D/k6tepS+ls3EpuxifStl8bBq9bcgf4TL96YkbhpK3Mt3X4HjS4qwiffdRq0nKZ45fV++Gro0eoP
d5/zO5sDsXVwK7zx4DQjmq1xK/6+tpkiAEIwi8IfkRYbcbjk0xWhdPRqqhNolFFnzVBA9Wsnh095
Pr6qkJsoFTX1YQJ/e6bQ/nXkgUV8OSdRl3jxoTJUEMRF9etI+pCSvo+zyb/55JexA4X7eiHjrtNU
UO6B2/Eb/4/LSZ8Kx6MI2geE6fI1eob9gbqDdYgpB6/TfPJfGju6E/PDbXnWfUkfzq8yVA/MX6Hd
hDbHe2guEvEjV4z7qEi1r7ZHeVQj9bWqyPObYGJNZSqye6ftdzySmz4yI38xH6mJGcOlbYNfR7/P
fo4jswC8E6lFee51Ngdfiohbi2Jn5qoH0IQfB7fQdpFhV7tP/mtsjDzzQZq2lR+aIfVuwhjRRtLd
/76c9Fl5Bo42GW7kqfLC0v/5NEoE8GL1fjXkMTyYZPzCxzNaao5WvdhjQzq6cfo3qhfHKfZBpUbs
+MMQjN8iDUnBWG511sIUTV4re9KiIbrT4bE8vVuT6xtPYVg+6V0a3WmzNc9JS+dLdY38fzpvmn/C
+1WuP8/nJ0jrfe768+a5q/X+L7OyROziAl0Pmb92CjKYKPsAzRKmf5Q+eXQdYjnhw6SxIV5e4v4r
OBg870+cw0+kQ/ZOxtwaxjVsDbwhm57fH+QhCBU9qAzlRxipj81UOQ+OQFe5Rh52KZ9olgTf28xw
Hlj6hMfy3e/gr9/93RT2S8jT47yE+D6I0P0QL/2GL74n3l8Qn85uk0xUp5xUO3jvt9nlaPapU12u
qfWC+wtqlcD5ppbTcpB3mzySgXwdTWoVJleUzsvFHQ2pMWhNKuwAFsVlEoP37NxsX86LYiCHSFuq
RghSH1PNnOShQbVGWgCJgOghSo92FKC20HqdGvJd3khJu2zqu16n0NqEcfq9tMBXevbwmrJMXl8j
bOuHZ92SekN1DZDSotFsFllXuzD+sBqQBMRcNjuYN9Lm/FecN7s6iAPdhar46a9YtGNO4spwfiAP
h8bHwtJILMtdZK5B0deVL9KI45veKpQvRWjnj4h8dSmUoTryAXlVrArfzcJT+QdT9r/MuqGoHlx/
XKl8b6yp1A+I8/g3daHqB2s+An/260j6rrN5AQ3oGieP+rA/a3QuOPTCZQ9i6sOmmSEm8eT/GuRE
3roDm8J/fDJk4iO7lBOFlQwWpGnOo//4r8vIaBnoznid//3Ns//9pAg2h1TEoOc6Onv6358UNJRD
BU6L8cMCNrBENVs7tO+DXYfcqdJG15zVYeGvjSZEL3MOka4y4w+ThJ1B5cYyTwpSmKd4zlcB6z+a
Y2ue9HmQ/jAyoVmPwFA+TcjZAeBWQxV13bSu0uzyKRTJSc27aBXq6Us5hNqOrFl9h25MfWfMR7M/
N+3x5hIbRyZtCtp435mdjkhX7t4LEe4rCIpPRjw69/Mcgkcf5urZMs3+S859uc51pdzVfRHt5VHU
j7+Okvej6+z1yO8FFQG9/hNBl35K/PJ/fwAcQftStCvmhpnuZ6mBQAReQp2y+jGLWUM/EIW7kcwA
kFL3hTJ0O2ldXELzELyGR7XyDcddJhd75hHIefR6xtseZNuYOcrRSAOrQ1o0/3AZOSFjQ1s3V00O
EsQrqmgZ5ZPyzdLhZBYVABISJGhN8F/fuB/0rHztPfgrSZOpAJinAZqMQuOEQo12iCiVO/QejWPM
R3Ot9VH1aKQAScY68F/nKwaxmJUrD6bnx2fHCKotokjGounL9Lupqtty6MeXsEs9sDKiv9US27uX
EUkFoxWt/GjRyNt1vj0Hs1UPQt6zfTkWgKt9dPfeZ66BuY4Cr+GjMw3Np35wB8ri5RA8miXiV3rf
6qvQpVwmfe8RzVDGsGq9cznvHy14gxt4++FKamBIX5iIdFO6rP2E3HGCC/llS3yeDJQ+xY2i1aRF
9YOcuF4rlRvXjDKFVisUGcpgXTZOdppJ8id5JPQ0PxUWMqkaNbNPfhkhJ+czZej1JGs+s5rPfL+s
jJB+GaaHwA3ny0rXp9N/vyx8uT98s51/3eyWTmXeshzUhHjlz+1hP2o6NHaoRmOced/jkWKWJgDH
tFPJDl1lm46CSgppCrO0PHBJVTQBrmQjSKMZpj8FRk4gKIPKcBlEo5VfF7qGy0tKU17SKay7RCdX
HkbNeApNo9AXDQTmE2Si2UP7jvFENwvcoog8gCNIXSKGW+qL6zxZ25aGFkm8ncAxny7Tv64CQK9b
VFVqrXN/XVQOxZ9OaauDFuUlyjzzoRyA4Hp7CmDSUGd434fga5gE/gWoLO0VoOhFweWk63LotSEf
IGF4Gw+x/SOgzBEk7gSKiNzbUfrkYJFZGGgVQozTi0NBKWpnBw1A/GuMPArc5tcVpOmCIv6DVoL4
pIMhNM1AKUKFEiRIVyPq9PsN0Paeg9jdNLwNFRlOiteDkgHmGKwj36eH3Eq9Yika82+jC9z9FKnd
I+kqmAAi7ZfSlENXfLFnWoY09BDGnSmEt5FmoGXW0Y+sB2m1XtY9dqH3dwxBH+KXUpzIKZmX/f04
Kuu875W93Ltf9uiI6QM37kCxX+NgvbF7d1tvXbpQiBEOnT8+qcsKIS4SdSW/N0gZfjTd0U1XjSg2
pPuto5HkjzKpKYciTu/9ripO0vJGMawTQ9h0+pizoACqrvG5BvS44ysMQnIwVvIotQfnSzlWh37e
n0q/Ocbmrdt4zpfGKT77jV7lMwDGDOqmikL2/15daOanfA7yNPQYZkdNSoePDrKrv/9NfXeKLLdo
lDd4tWvo0/yulMopV1reDigtsVi4Lg+czh1Ozqt0hFlBqFwmIAAKwGeafsVLnzwTDPVw6r7zcZiv
er3W79e//NAwEn8LnuJ4SOsHpN3rh06cAxUS9GUZOK8FyapcPb6TxvdFBHJFXw48hA+UEK1HSIn+
qjZzsDqea4F9taO9XULJkrODNliP8wmmx6tdukiic0IPSLmus61crkK1aFe8BvMbafopt6ieaPmN
OtdHAu+fWVlMuc7KYoqcRQz/X+dqsZo95WmPPEQx/O2NenqPnFZ2GRS/+zEVsbaTLjnZOkm3i/Tq
71Srs3vEP6fVAFKK/5MUCMYmMlBwnTcDUVfHNNYZrbtyVNu9qK2Cdjie/1oLBRHvwHiZJgR7/TLf
0kYhWLFeCB670ggetXhYu36j3EkXEIKcvUkBk9CKWLa0PeoNTZttAiXskNbJ3bvSdJ07MR+h0ACf
056S3XViiF3zWCoz/I6wq19epG0A6V0nSP9OC0OFkn0K6aq076qShFXMAj0qALAr9veG5+pl7HLA
25o1bu2iGF+8NgdKD+kpDoI/fNs0a66KfVzJaRoYadtQbUTvkCz6/G5zSr1uxtrO3+oRPWR4xdWu
SdtTNIxI7wxZMBz9vBqO8iiPs3pnV/WJ/RyiJzJ4NtPei0BKG+dETcTRzcP0pnDdAIX0Pj2KaLLX
IkuHR74sAL7CMP0L/NE+bgu4eBXKkaKDMyXGMVpkqnXSyQkeSeJnZLickboSK5JyUh1nQWOt7D5D
lpqOEts29fRF0Olx+FPPwmaVjUEKs5WP0nWwg7A+0FqFLNj7RJcVMKIGfyF0V1u7LO+ac97ZMKqr
G6rVxlcjolnTWJjWzkoU42sDwsnT3eLcJiPq0o2353mJnwtxJ8QUH/inxAd5JAdnqsZ6EXXNPq8T
Ddg2s5XbUSHSfRVs0rxtpvD0JSlqb3vdaMu9+dX05l263He/x0qXjEAjcw0zrNlJxPx1gMOIOjck
mTRtUF8z/KK8MLplyMUWAa9q25t2VtSbd5Pdr9osLY/GbElXwytqrzbDUVrckL/8Xa6GmzFSe8BI
//hkCDWcVw2FhG1Pjrd6i9CpWsPbsCGd2Gy/itH/lhpwBMhdjvt8TLOvWhVd/Lnn5XTuAttEZi74
ZiAMvUhtzb0z08x+0MzmyZ79KEBSrXQHev0pIqOIBNmpB00xaOO+G3r7MUM/5KnJNzLxZCIBMRsy
f2QGTvBuJHOYT6u0Oa8lw/xwU0Zu8AeNJ1TF/vVIsUYQui0c1IIQLZ8fuQ+CcIPRA6DLJuMtDXhe
0GlzDnJQnCkCPYgK/NUHvXvsFjqJ8EtMliTqgSfPej9Lxn4yZbyljtkiQTYHnkfzGED4uo06l8To
PIyWugQsOJyuLjuE7D2WenZT6rl5CaPpTLyx1dpZSp/Rx9rKKt1yo7oOAjZDDaBkKN0vpa2oa9so
qOjOZjGZKFk0IJmlGY0Z9cC8aJDqYbZF/uquU01kzbBiEP0IdFxOlJ7UngmIkbj33fB7BGplD5CY
vifmgOLAvIUZ5w3IJx+Qar5cv8ddfYpF5fpSa/t0Xms4497q9RhxGx8+bho/112nrDU9YGk1+t7R
ntRulYCJ+6ZO/k7VWvvH76GxYBVmzqFW2XWrcBj6rVMFgsoLOp5SzLNUSeeq8E+DMAlOtlXSvlLO
Srt3hhObPXOn0LhJXUif21lw6pS4WRrBmK0/nFcqutgmDjiAMgiSO2NqXic65z5HqDPtzZTkmDSr
AqS1iIMMwBWztZ6Ea8PpQbHKYPrWLfUEAWBp+kr5AlCovbOhWD4HMaB+w/rZetAykbGz6MhVhsfC
1l7kak66qM0hVpCGQLRccfBj84yAEXVOuSHT0gk9FY1c0nWndt2WyVm9JKH0ab+meGq+G7TQoYua
x9unacfotkRUKBjUFCSRQ8kdgUJjHvy0qCkYcjTlAH/qwl1dXfJIhskIacpBbUS99zy6k1B1Rz7B
b52t7gnwlYgMvdh5Tmu7aZyOce97z+5Ig4AufFHB2O8nL8uW0tTh/MDxU9OdNPMm23eZ5oE7j755
tf1XrI20urC94dYN8vSpCZI9MlDjq/SHs1831f/0C949t6FiTPDjKIcOYKfX0pQ1UVkNlRPXsunV
107NTTGpO6VWjSOKefmGjx+NJmfzOrjvpqfC/bVKM9zKWZ/cx3iJrko9Ok7hzitKA0JTVK79wYQp
PhnOcWAbTkvGvvxG4oC2Q7RV2ndkJp+KFrr7EJbfzFgxt5GeNJt6UotvpW4eQ77sj44ZuJfTpzns
0+lpq9CyET9bBhPB5+gQlg5YzhkSIQcDXNsiSgUtoWYfKwENMqLG3wFrzEQDNYTdktP68Z1on8LB
A6XJrpyVJMXG1RAqFXrhFLCkz0IU/U4XT26b/xaWWS9xzzIZhTLFfTDH80RyLwcJCSM31o1wYxlt
8Ki6pTdPljP2wevsuz9sPqTM38dFF+p1jjuL22mI21lsQX7/Qgi0u8q5Z81r4ZndMmX9tUe2JpuJ
XBrj5dj2LGvfwdNd6oFtLi05dQmQU5ehsopt1NN6ieInDOo0Sy6J6GI2He7NtVyfe7ldbHOlpqXO
DIWyu/zXbITox4PLoyrxCxLPII/aun2qRBsCZQbXIP1XKET/z6T0S0zENQyuylM01eccLYiJvg9P
MUI2okunFyDhPFPAdElxVeOL2090DSDHe4qhbsowZRLdMR0UfSkXPKwuQOFacHSvVYjrSuhTReMa
/Gk59cm8XpnvFB0n5sXW9aL60B1oTwYgcWiQ6KcumYb9g6bE/Vezskp6DSfNwVVi96DQemutKFH6
UhvVKaxJ8LcyQZzBlzp7fEsXWjGrSVmsfXtdveWrPb4Y0F1v6rGiXjCbMkwHykRHnC5bIFCMvg2F
kPvrveyP6VNXDCpaXfPNbNjFcGOkbIhkiBya+cYP7Pyp7XP19uq/xsprXh4axcov14vyEW25iVYH
7GjiM5lobTXUlrsuXCs6y0FPw9cJKsZeWl6vOfde/CINeU4gPH1nNEgCXH2frkOjHvUPSyxkvj8t
sXTAhC5beEBGxpyW+5SRiYe4Tr0gL16bYG4TOGYBpFCIrkM9psuYzcfKqq2sXknnf03LiaawvtW1
WexlwqVx71rb787SiGnmt9I9xDilqQytdlS94XxJ9sSx+rPMhY/oj2PdjJoV0qtvsPpV5CI3Y5QF
ygDVaN+UUfs1ZOuzzgHTr5ppcu8ss9fAOE/GVyczo1vps+e9ZTQq1OLA2ktrGpFPAGsHtqnvCt6A
dGwGXo+4wIMTTCj1kyFKdbapamyDFZ9zTl7eBg+Uqpd27vePMqKigwbk1CTfSRO+s3Pbz1kBaWoG
zUXLOOy3iTllh8IEos1q6WQXI1lFxFt04IIQz/xWaZaB02aQGecpeg+8uoVj3ozoyy1930cNYMyQ
3hwG7RwImtNOZALOfjx2q2E+imZfjp7YUZHLdhFrLt/IkFJ6EtxbgU7ZZB7qub4k/Wz67qU1ob5D
HdvdO3Ys7ifafchXR53706YrFFoDVDQBbpvI3gWZ9wBFqz5KyFoDi2ZHV0bUP+dXuhwUaPExelRH
aV0jJORNnvV+DRkR+qiYGbM0wvW9KF92ulYHx8b78cktTdHpwZG8hjSur0z5fpRzXvvj+rKUR6V5
7GqnovsLzzfaD/HBoFZ3y74RMExk9UdVywHLOMlAcigI+aVa0XMbmLDNmjL/q0ybezcxvb/t5q3L
RrpYKVqBDNik/6gb7TWz3eybH9s+xLvAuC10NtS6YkBG1yNxlLR0BH7yXabFD06cGdMqmKnqciJz
Hm1kTFnNK/MGfPCjZdbp/vaax4EBt8nd7shd8OD4gfn9/SDxo4uHxgrXqUYTCLd18d5WE+dIi7sW
leCKPFRrKRVbEZyuBoJzRVfHYpP1Mw02Qgm5UIdwEbQN/dBq00IRHdLqRi4OePtUD9F4lyjOtgTE
dri+/wS/jQ3rvRQm+7xe6OozmkvKWqAGt+vDOPlC/Ivmme1bGyL30mkUeyzTrW+FWhjrsqKGJFKa
HM8ReauFq6aq4mOKsuDJ9kzEikqh7xQn56PruNa+YOe6r+ZBmtehKtVtTzvr3dWFChZdP+n3MD1r
FYq6JLzXJKGDk0418n6gkn3vKJHNlmoS206Y0EToSUQ3+9KGtDNPI1hi3odDELHz8ClkltHWCeG0
Gp3hbqOkmm7p0JUdkrjRNi1N+B4604Rob3niayloizFZ2U9EWRbCBca3mPzxRimr4S1WwFLobe2t
RjKoC6fLq8dcCRCR0+2HpHbKxzxqw1mqOd7ISSOEgOcp7kZOSpevZSiHkr3aSVNRk35v+RYb/D5u
CvI0yVMSGclxKpEyLSzwuJuyVlMkOyiHBGjJ71UTJZSFPJROOcTz9OVI1a0csjPFl2uMNHnd2lv0
UZTb2At0NI/MKrwNwuhlQLrmzitT966bj0o9VJZqXIxrOdHHOfqwlQ/BK50QakHtYd86w/ii61TO
BvGVjph07B6Kmr6PM+XAjKZnWnaq3Lh6dJaDrzy1XundK2Qoz42VDXttrF6v80ZlOmh2DvpK+nSV
pkH5ELFQEADMtgnCV4hwFX81FvJWrq3nh7BXxUnTxh5pGfCV/xFR+Kq26QvzxWB7dvapAxhzgkNa
keV/sOY5VhqUnOfIHOLr1ZrnRtuOf6YUM/ZJ3kaoL4zLy/NWIoSzHagIXJbrEnic1d3eMwHseUV6
GhtNeYaNuqxgk3/xlLo7q1qGUGauPKN4NhxKI9EWSB8pz1HRiy3yccVaziaI367oXQm6uABCIC+t
0+ftHk3nD5uDru/QXvSiX/8C2kGl28aPEWmiucVhmPRzmwqklrIxhM1sU+rVeqc+y4F66WkocqQt
vPrOkhm4CvkSduENmd558XdxJqOVbzudUqrno8ww2Qp7Mz3O7gujy4DCKv1dFOyk5+q+hgaald7L
iSTVhjlUFYq7pWmsRQ+DHE1gakX1AnRpQqv0DZ0lvZ8CUhzp5KZ5shIXyL7WTodh7pEnlMXQLlkk
KohjAPJBDOLWReLpSfVFddv5zge/ORjREXmmt9RPjTMfH3rSGu4XmWnJHQ+ZpL44SyvyxIvWed4l
L6OTBF12bZnfysnOb9CoU6YEHTyyNiHaWtsoFPpKXs0eq5FOkYqAdOzVm07LI1KaLrViOHIH1SQN
X9HfYtF7TfDGs/fQaXObCIMPWKGnxkYN8/I4zuUQdtPbulLCHyJBh4xXcPvoQcfdtnQuuAGF1J2T
yWkXMiSKybaAAnlNUPlboeMKeE1Puz/Ugsz/WEwKVQjNMUw+GMbnNhwGuE5fc4vkNQzjBS2H23vN
UOpz3OjxbVHH5QKcUoNcCb5CoLgcl0m7laacQFjl81mDgpZq7jbKo2XD/6dB7OCmUDHb6wHYivTB
UH19TTYKSMCsILGXg5ei35Zb6l+IcNT7zBcDMgpCr/fqPMgQaZoZ0lWXmevJH86R1xnG6tsfdq8S
3JF/QD/pgu8Q7B9w0CBT//X7golbB31q9N/0Lks3KeTwhTGvJ7R5kEc0Z+azHqrNGdJotJO+cF5U
9KXFBHUANJgUA3GB2dnGoXNMdUMcYuh/oMl9NqO2dvfpCOFM/eIb3o/+/+N6vdo0FpIssqhlAQiG
k0tiTW6LpembUbzX55KXNGNEtz6YcvYafD0XtSxn8Sn4aqKczw9KkINWB00cnDzP75wxvklndIcc
yNcby9Q1jC0J2OAxmdwMoi2txHW1fKviUYHnnDVIJ3ewa2M2kYFj0vYyNww4wx1NArxFzV/7hx23
iNwmQ3RbaLyS7Vl60RmSDKFVXvlKMGhbaWbo7im5yB4ynaI06LyT4RrpS5jk9U2gtFANpBmhIG33
3njso258NrKfER3cXvoky/aG6cx3NpeGaRCucketkWlnlu6cSxfFQACj6sB2YpY6mS+mpqG/kf+C
i2m6X1Cbzx5aN6NdRGedUj+w1pYVhTva3GirahAWJY3Cuw+jGSMbl+EbD8e30MmNR0ONjJ0dasGG
RqDVqyPelEYEb59O9FrtD+A/XUrnf7z/SVHZugALYunwcmk093v2ZjJ4ayqunT7TVyCdnk3NMVEz
h5e+oTcPyt/eHoY2+gJd+RD4vrmVlvRTWRPV4mrDpiHzDgwM3SAE9EcbiawsgK++FHqrLQQN83ZG
Zw3nsrSL+xzJJhoKj2fpooFdt+kUhAilKSdM3X20qxbA4HySgJxzqIPpSVpyGDwNXTuPrEoH5Hcd
6fCWxFSLbd5603qIgEqyyAyWlYo8oUXl+uuAIAEJlPEJJJ2/KyMRLYMO/ZcZDjUtdTo5rORDfHnk
5aMcNvnWNKu936r6wuKzRPeOqUbTqvg1FDHqsmZiJR8mgjlEnoF4X7qVwSikvGmGZy8Lt4Af183a
VOinlXTK++eokjPSBvDgOEvHEd+HwgXwPQcqg3pqVPv+Ux5AmldfONL+tTYP0pPzOTpeUwaN7pf7
mjzdInCy4BYGiPKMwNKrybsfVQustrlLzNx5SnUvfVBFcEfZSXnWW1rEqaoZIpxKc2VISuHWJtVa
96BTzxBwsjPv6uih5g8SxKr1qEQMZYDwuVtE5V760sJFrSYdt15UdHvFU9q9kqOL4SY6HPirLY+u
Mc4cLU22faeAJLPeacPNZRMXkLy4DbziSdbcZZVdHpkBogND7oI0H2mtsfBJJV/jrBwGWK1EE8sD
pLe10LIQe2YFJZW45aA2vnWXmcXDjOi9HSsrRHgJFZpjhUTlp7CoRIz2wo5TJ1onxXUV3MkhG6r4
5Iz30iAbSNqZzPJz3urTLpv61EQInVgRzsUnUyNtO5suN9PeaaIjb5zoPNRikeR9ci+two5T6hfh
/DaKznJIE0pcE/wqlhf/+MwiYC0PwTmNu+CYVeMPFAONp9guHGkVYWQ8Rcr0waLmdrHqVNefEHn6
MAcxWV+RekWOq7CnWyuI1Ft51CABdzmSPniYcOr7BIB+m5S3wnJoPU8LBsptos0SmiPMx5oJTzGN
kmwhqHnvnHIcd0PaJgfkJeHjKaN3avt0WivUPc95ivTqrB37lFmlWHg9dYuhC39G7Ce/W2jJ1MXQ
wABAZsHsQjYddVUtROynPvSO9pCWivNmB/Xfnt04L5mbuwuz0NKnHJbYykMb4g/ZvH8xdx3aCKhs
Hnmp8jJl+hMWJ7a9IOtpo/AUNJ66kJ/evmjLZdKjFyfT13TnQf+VZui38tMrZ9Ow/jWLwumv2eu5
chbdvF2r58XDf50vLydPCHQQxlZV6SN9RxEsyRrE4T4xAuwWyD2b4Q7ZCZnEQr2mP5g6Km3sl/un
AiWbpe/a/ZPJpr0F7Koo+p1phsVXZNCmW4QJ54osJplCde34xshLEtP2BVD6simPU6PlXy0rX9Jj
Idm2VuOufRp538D9KbdWp9tP7WSd5UZwnKUPkbKoH6Pesm5qXy23PkovT0pnnFG5a258KzBvjKG8
Ves8+2YpQPNRYkVC2sj0fUDrNwRq7e45re1nmeV+D03r7Feo6DztEuq4w9e8L5QVjElxNBGJmVZa
Ancqytt94was6drRd446Jdij0fTOm57S35iH8k01yp8iGOxvCO+CfUi96SusNSiRtt09DQISBpIO
LQqI2bgqW5IUqoKOolMG5l2W0XcUYDB9aitUa4aW1rp2b4obXRncW9cR6a2h5Oit9b26d8oyvxlt
yIC0rA63iL6KUxFZqDs5tKbWgQVTAuzbM/JotB0IneYLwljs5fWsf+bFZSxaxLdfQoHwe130yquY
phf+T6rvLACOYirFT6tPN2abB7f0eutuyp7/nc7MkrsxH8uHrCjf6HGifdN8U13RqL68jWuIkIjg
LKQ/HRqxrQBCbQZfqN8C37oJEif40rd3dMyJd5M7Roj29RNMqTpEdL+Lv5tluwjKuP05lkgHt3Zb
PIVe4m90SzH2TZn5R8e30jVqFf7XuLefe3dqf6JIu2lby0TDLdJvRvY0aPLE7XnWhNsYrdrtBWhW
Xoh+sWlpbPBYpxGvy8BI36xyQjGsapDZRwJMxIWzp/AvLoM0bapxrEGsYCUnNKH1qEXNMSrt2ue3
COdcDt350GimbB+HHy4jgx36Bi2FimYQsuz1aujV6uSpoX7b2pm+8YG4fQEdl/HBMbOfRvCtp3XR
94wP83KoMvVh7pFyo0Smc2Mqvn6vBA6PXinKt9pHXGc+B4Gov1s0c5+KFKXXlltvbxkwsxUtE0B4
aUGbe5XKZzFKb3kbPoZy9TEPxrxKkX5UhRH+/cd19VOVfJRW7+mQItBpvFzj/+qTF5E/YeiSl9QA
JmDTUGkFzYQGGh1Sz03q3OuIbXyRLttqbmuKyXcI/wRfHLdKIVCG6lZORrTqBFZJMUCarj6Sj7O3
pqC9xLIeulnW72QkU3NnN0rz2ATh3k9i0lhal9yUmkUzjjmrBXU6WnS6W9+VhtE+6q3/IawdgeWl
/4e081huHMnW8BMhAt5s6UmREuVKpdogysJ7kwCe/n5Iqotq9XRPT9wNAmlBUQSQec5vvBcjccZd
SZgu8wQoXn02MhgsMJzyIIsoevD/s6x8RfjIOPtaEZzj6AA1l3ilrELp54uheu1b3WRzowMDqBBB
YwCrjPK/mV/9xbcOwogLJJDUKjenpqkfADiVkWdTEef6M/lPkjEbnrXIMiF8ZhN3u0ecxHiePG8L
bfOtNLddS3Ob7NnOr/XhTz3/Ok72RLIIBYk/rvB7XJQoaCTW+bTwe590ivSfsr2j2vRgh12UrGSN
PIyApVBdQdT0Q0Njp+wCZKDYdTN15dX5IUwsmAxzmo4bvLi1an8nS/KAHL+15UFRLzUrFAlIXBeZ
KM8dt2GOwjm4JTiAnXfnjJF/iIz4Pspj705WyTMlIl3TBZPCG+OPBqJbNYpOwXiLEx+S4JN+DuZV
65hVuBglSgXsJLceQy1Wb1g/JIsx07/VxHmfIs39ObV6+IyiuNiMua8dND+xbrHmC4GX4mVTFghB
EY2CvdVaD06ZlY9JmW8T3FFe7FzER6sjNiiLA3hFnlpWu6mHvHwZJz1aKtrBLsruFpfnbEVMClWk
qbC5zYVV3Ab1GhFRoNONgmp6rrbrPoMEux2n6aulF6hJJ327JjLtPnel/mCQbP2e9aRQkHOqH4EG
2bvUIJP+H3oQ3SxWqKDpW4g82mYqW5Iaepad2AOX66xUs0+8y35AFPF/6vpr13bNOYVZjKSjg6yS
bpYW0ZvUOou00A4xkZI1pAvrs4omWzhY2XdNSd968OlVhDMLB/8W0ldNiRphmGGsIPGhhNS7ZVqz
V9ZRjfs8yz4rrri5QOT8sAuOaCNhjBOgA9qQRWmVBj5oE1sodwj9V6CZt4SZk281vOBFDyT8xS2r
fMmiNHkae2Qaff6Ycxp5LRpxSn+ywmzcDWhWHcaoD2/8wSp2hVu4J8KN6SaukQTgP4Yog0FCGfkp
u9mwBp9ORjXCjdALYx+oyvg5GXgHlGg0dYBOTwP8g4WsN/1mWhnhQLf5wTVUw7tualJZC5SXx8/K
mDNba711QzJ6Nqv4xas9eTFnWTtjql9RlE7Xqe2GxzbG4T3Fn2gZQND7pqE8Eqj290hVcUNrE8Sq
A08/NG0d8WH16iUpMrT0E/t7lqY/cwX1O6eqyv+29LU+wNBxSvU0w9Q1wmmqZUJ3+3MsoR0SzUm7
YnwGreM91OYn1+h48CKXcbB6b9aPTKpXBJTKha203V0vKuN+0DWkNahPpmSNbccqhIeBBC66c3Ij
IotRY70vylb8ZW6qqJw1INOjr0UIm9dD+ZDW+I8NRDtejWy6jyQu13P3peVUeKWVX40xdV8UKJ6Y
IGvZnuTPr7Zt1BtFbUjedOX4JXTyhwbFoMd6rg9BbiOSi01Nf6xiH9c7NMMu2/8imdSNmApcheY3
q4wLkOAaTpFeWnsbzb92axVqvkBRO95iDsXKEuI4uUoXWa1LMN0RWI21fn904jxggaQO4ijLPsL+
x2CwOrISA/4hf26QXezSZojs2GIYs87c4bk17bNEEkrsISz39DhXKSDM78PSSZGYcMUK8qV6cp22
WjvqvBlS1RIJkGj40UYwV/XA+uW41UPsu8pnBAWsZRLX2nmCrM7zXyMW93t4hNXOZTjf3GW4jUr7
rxp/u8kY0Y83fbFzogExdjDo2G/Y+ee6jpA0dWxUSesm/xw69mvnm+IcVVP06EGbldWjl7s7xBOQ
+JkH5SO7P1Ov/aOJO8JLVOxMw88+e0Vp35AlrpGXpjgo4yP8m7t4FgTKa//Wia3qKRBteiMw90KJ
l/oAq3tAddWT0Y6r3Js0xArLjdm2LMFZyR8Bj78/XOtUpxVrs6iNhexybZBFkKJiDWfJwdWqGVeD
nqX3XpV7a5Yb6q3tRTgtxVl1DKqx2CcsCw8ZyIUb/C6rnRF3HRohmbZRgx7gfTxlWOfEw0Oaeqia
u3nzjCqlvxg0rfushrN7WjwaX3V/zgGXxc+6bDYjGrnhYrK2qCx70cIY/UWXBNjzqAVJGN9pv3dB
9Gj0Ux7/woKF5eqcPxsa8gJ+l9yrc6lwo4PP8+1etpHRubQZMyn+d5vMyf11HBJ64aoXOaqUM4vG
MxFJ8wsv3EkEJtxY41DglruQlJs2cJQN3jUlUFd+kd2jpwZ7lvHBL5iK+9AvoldiIahiK0Nyi5er
cVCRttlkse48ujVZ7Ahplp8x/k9oa/6oNVQ4Jz1X8BKYim3LYuAwBMglBSiXryo9HV8RY7+JvLQ9
oeZsbB0ieTjTKMEvIKdZbhq/lLJ9xeZYe3G6pFxVbjfdGU457iZDL/eG35mbREnDG5RSok0aNtqN
UWvRSW2RtgX0lbwYIv2EDkCHr1m36RIz/Dom6HaU9hieIQjxpMFlaRfUvXHvhEnItli3vjniC0tm
6AZpbohTJGkK9lCKmzk/KWa+gmwAEfR2ZmojhmVWgQXMaNnnXrSvdekNn3t3RHAuN4k1zkCsVjNX
aqd4T2MqqiMkmGiptmaECVQMXI2fx04Wvak+oUsvHmq/be9FkTzqcy8P2dNd1o6I0sxFgndEPpXw
O0Ki3S35BL6KEubKFSQ1RbM3XxYRy/8Ntho7HBGQnLqTVQ4O0bs6DbfkCoybNBkgXASOtzXLhicD
CrerRuu6pwRjIVS8e/GlDcr7mF8HYt/KOkEsL8RyqbwZjT741k4axP4gMnGBvb0sDJTkOw/qT35r
Gi9lq01IkufhWhbx0e2wWOBOu7TyZ4k8sG//OZFk/+XdZxsGAWIdBD+eXX9heGtigiJtV8qT8HIN
bJNhLJGx7u9UkSWHRtT+Brpk8eQXLEtMPXN+lOACg5ab+Np3hNe4H5NblgV0j8r8qayQRiwLw752
z1QUqeTU6MbGh0vfeWprZpM0fqsvL0TtHAuMRZqmNy0R3591qx0GTMC+tE1vLqM2zs/Y3em7gn3H
Lii0+BzAGsWztgi+ZDCyAxblclAvnIQoKDiNCdyEPj8JSiuLnpwAr7g5Ox8iePWUYFchaQqy7XcJ
58CPbfM4UC7Of5GVATL3ZxgdGrOGaaBhoAKnU5FW+QCjI3zjm8AJnSeD1O4q6cakfEktROdDvOIB
ijU3rirgZsrTuiMdiYVVc3NpyU20GGWlSBsykdjmLgPcSjaqPZ0kzkXCYeTZB0zMh6IQ1oh6RGub
O0iDaAN1fc8CvHcfMVpn0en23Y2mVM6xTeweMVjNfEaqJFjMu6CfWXlEjMH6IQchEc8gJ+42qsGe
Xw5qkoDbMnSNZyctWeqnd8iUhj86gWOA3nCXIMy/tEfAMFDBvjqtPX32tLZZwmWxHtQR08QiiexT
G5vKDrKauk/UJDxZwAU25iSUgxean0KfgFoKyOZIiM67AR8ab5RsEk853FDelWL8iZR63Jr8QMDj
gffo42eReNY68uq3QQTCo8sgtq3V70GjRArUSHXVqR5dBsXzleZt0+VKPrLZT6qPzmoPAGjbm16G
K/UURp+mNvgKJ0w7CiOJD1MZeyx2iTI2PmvZBuuQnTnHICtDRU68Gr1LDBJ5qcW833wuU2slVPCb
iqLZn8v+VzPj3NuuHTY18ZSda8XOXF0ZcXEOzORz5mQ+8mhwdZtGf0HG0L+VVfIgi16Wbgi8x8cP
9Waj68suE/U6Hx+SzhjR50YAkQxIfZRn14OsS4K+3CX5kSeU27NvUx/zZAYcp7511ObkLR5S+UJ3
c/uoz4hn2Tp2+MDU3mNQD81ezxLjJZm8DUk6G/tUJ7yvQ/GIhjNJMLPxdlqW2Ctl0g1E+9EDKso6
3wni7yt512rumO+80e0uRdma2eXe18atVba/rJm6h7ItgkPAuKiiqOBbUoH/fPCLH8boKMfGG52T
XOCG2iZy1Op0WfPqro1/jNnr/YrgNMuZBHU3ocaopzUh6GqWZOwyUdFvwvBYxmGG6nj8vn5i1zfk
VvY497e6zHs19WM6gvDPWgiZSYfFofxEmCTtWfq7K2xF1R0qqvwDsnBaZKjQntokLJ6VNljLfeaY
d+U+Iz68FInePY5DiFWoa8QbmSj0ExTHM+xmjglf2Usen0tVGz+BPnu6rNvBehmryVDUDWtj55D5
nXJyMWFdYepYfbba5BzMsc4+Lg92lluvIpmN8ViX3VV+5O89pWm2UeCZ+Nql+sIFq/Kj1Tdm0vzK
4Tq85sUDweACEuEfJ4ryseZ9Uw56IV6875NXrfOqQu6TKQewL3OOyCHcOv+c8oaUkR5pwUa29tAk
q2L85joLjC2z7z7/ziVUgvY2jZzk2FlFhPZa47x2Wb1u0lb7nhWduvC0ZLpPWSQBBMReNo2E95y1
/ZPsUWcRG9YofW7LtNp2bh7ttbSrHro5+CZ7OAhPlBgMnEqeaat21hup54NQIdOoIXLjGECO7Ovt
mErHNpaI9sfP2RDdGnpaneXLp6DEgPIsf8Zz27XUGsG70u9xvs8P8Z/f/p7q/PX9P8NtyPxoJOr+
qoVkWEqjzEbBT5N3qBVNdPsoA5PkeWa/wvzUvpHECHkWdD4bIBOO0ypufAzr2t7fdDmyP5BTIG0T
m8AhYcAXLFSfEgcHVJtH1XY023hj+zlR4RlaLEHG8axx0xboE1UQ1iJEjW5snqyfHNP7lLuJfidL
ajA7CsdPSUTUBosV/8Bzu14FuWO9Qs/94QCUuy+9RrlNJgxxMxhmt6OnVMQghvuw7RvIf90PC6Xa
15rIGtiFfnyJjS5a4o1wTsZA4FgJZRnLruK2xqlhF2ui2dfsTjP2kOuxq/rHQVenYxp1X7RJ7x/H
KtcxCu4DXJ7JKpS86354drMw+O52iRYrOyTGv43Yzj1kZlbyfQTGSmhe/RUB7HWul86LOZr+Fjpw
jgB42d2juX7C1Ux/TTNjJfNKaosu0SiK8OzE1b1QQuy2hsjGWQMuijzw+gShWFTIrc08oZlX1f8S
Ou9bMjRR5X0OCx+hTUOtb1xnbO9IifEq7aJx9gKoNnXim3c1T6elwHp54woQBQvUC1Bt6hLnwfXV
OwMY3FcNwMyiKIt84TtlyYZn3BSq+xJaef/NxYl5UQnMlXGJibd2rWpLngDixbNtrEPNsP8ewJ2u
g0qEi8546nPT+2X1yj2bYoTA8UkeHRgLY6Iv21ZrFyIL3W1itt5NgZH0DuvIgz8V+VobUXNIG/xx
QFe/THk3bHpwcZvC79iB5+0dctjE0QAdfusScXZJtv4k5UTMxvGW2DTh6Km0LR7jDVBu2H50+IMW
mI9TD20hPQ5BGN/LQ1XhQqckQPjmqkTB1DHCrmZdWoV2Es4I/0CUnwe3PFd2Xj6Byn3Sai+9Q0RJ
fS4U7VMRaM6tHpfNabTqM0QAIP1ZHLOF+xmrXX5Uo+DBg9e9D5wsQm4+KsyjQgDaW0+hnb0Km6hx
2an1RhaV0b5zS7aHtt6L285uh0WAmP+ridXmqla78Eb3uhMwTRf8MypikkETepxVaDYlZRhss1G8
1cvGhCAm4Zq5iyyjNvZFcQrMTf3xmcxIflel8TOrk+Z2HGLupEloByGa/pPq8qQGGp5tCZL84L0r
7jO3N07D4Oys1AzxaLFRB+bsXjaqoy/u+8FxMBtLvpFjpIeATr/3InTJLuUIRVysSbHc84e8X5dE
lj+xjOnWQO95rc1F27C9pepp3T5Hn3kTeeW4FG2Db3pnG/nN5dQxO7ZJrLjcpZhrk4AXlKsry1Dc
4qXiHfJmPFdjbN25Ge6Kol2bnvGjEBorvLj9JkyrP09tVi71wq03dfQ61QB9Y3Y6Yxc3v4T5KFxH
PDdJ6B0rf4I7XGGZPiQdJJKYRzoSfv5OFUj3l9zO50zpynM+nzmmds546N/IKtnYF022FcIIlrII
uCm7VbT6W0JKuGgc66lO1H4vGrteyqITBRORt+RrrOT2E9rC4iHrCiyKKJUFjM0o6Lv1oA7KcZoP
oMneztLE6Gf7ia/Xqmu3a18PRjGpDa7+e6RjNzegeH9VfukehqqJ927ne1BCh2wXmVpwElHUbMPa
SG5JJY4bozSqu8nFp9TL0IEQIjh7vJl3RVZkN+gRt/immPhtRQVOJSilbvRRne6Gqi3WPuCPh25K
kJ42hfpUpvd1bYE6cKfsHl3reNebdb3HSaC9G6MuIu6V1q+6n5/Uijs9ScEWaHnzJa47YwlSDx9O
0q47gFTqrscBdFkVOnQ7oqh7zWY2YSnzK0NUS9cxtK82GwsMPOyfbpk9aqwhlg1BxbMwlDVKFOUv
E1JZyLPwNej5hHiQF2cLH4ddPba3LrfSNtFxlRkssDKqg6FSaYf6i2o133Q7i3/l9gmUJgIL3Mxn
m9zzq4N90rLqteYBbZBuU6VtcXSH+saLyQn6eMWfYRh1y7whE1AVwzIs6vSnGrLN8nLWJLZr5hvo
hcXNNBnWSQdHsgo9oX02xXgiBuKSqPQ0HtkbbGmrr3j+TGvhqtWBMKXzkDfiJ9wKHpRk7dkRN/Z9
1nTxjREFKPllPZYu3rx9saxvsVYG0DLacaeFeITbAUskJIvuO1C63z1gcgstz8aHMTMFCPNa3dR5
370QniBBQo9oXji7VZHd6xgTgwNodqoTpHtn8uy9NmEkzv8y2Y5qa995ZuWtIjHLVQ2xh+dzNB7z
Ejj+EHn+k2WazRkTzEMCM1UYYmHgEodPTJueIgT4tmSQcWe2AHcFfJcrW0TVXkK/OoTNQYq4LaJW
tDadu+jQNH3CyC9/UPE7MMrWurHqPl0aJjbnXafhFOZq+StEjJ9kXYZz5UHtKAyc++ZnrpV4i7JX
ymWkE4cd8XDf91E/boc+yR8CXeCVWXTNd9urEfPstJ8YUP6s1Mh5rlRzWuNM++qO+FMVueGdMWz0
zhDsxUKP+aH6tqIrCwJB2mqqHez3/No7y46eZ5tbPDs97O/+qEPZDX6LxYNlnkV2S63BPuPhOFdc
JkttbRuAaujF9DIqQbh2izI/KQEBQDiDrJ97Iz16sffFSQzvFBnsr8PmcTKMaKlPOoK1Hiz32j84
sx1uCUFlOaGvDfQEUXwvbXT8bdLxrpwP0S4fs3zD5jjalewUVqbd6S/InX416mH4RX5uAqnMQoXd
do2BLJahHt7ZxL55XKbBdFAwGgxNxbofeI7s8JTD5rWytWcbb+2dn2Bww0+e+1VLP4OZSVeT27Dg
UsvxOPmgRzLDcjaxbQyIxyTFxlVH51hUXdcju9M9WoWT7WTd9aA17h9dGlcnruYA/2I1giJh07y4
jWiwtjWjTz2i7qs+s4xz4oVsUcFCgOfexsYERQBCAvgehCCFjlvsFLUnnK3ZAhKheszIMy0gZQ97
Wadlhr3opxZSseKeYyNyfpKLwgVh2fqB+xAYrJIjXf2qzoaPIE8xBVJgmix8tJOjcQ5NVIpgIZh8
VpoofRUq9s09cKAZuOwSAA8PoNJ7ZM4Me5kMbr22wdBbYURCMsiio1oO+T6acu6HUlVWlTPppPY8
/2F0xENgBye40UGISJZCgCXptr5WF/fE06AkKzg7KVoLbdxm1QSltn62izE+DcQ1CIW09XNSFu6t
l5hP/H7sp2mEzQMd/A+GuDOrxVypYBW7uFXVkwCWBHHZEFeNf9uW32XBDkN1XTgiWTlOPZ0TdJQW
htYOMBOM6XypQ+1jq6dYz8qibGC3gEaKggYMg0oRJ0vVylkAz6ppg+dUx65L385So0xw5yLvqkSi
acnD0udyypOI31Wq9hsk89FFtJCcVFSo3Znm+Sd54Gfg7TuYVgbaIiertnkBZPF9W2EnqxY8FlnB
OvfahBWczzezt2rLuZd1rVsc9KSZdkXs6qgRwezqUpss/IAanIpBU1GNt2SdjLM6jtbS8MPgPuRT
b0e8a3cKW8sKbzLYaOMcQrgDwbrqLdXkNQ1y0yt1uDix+dpD6juF/Q8cgUm0drhqey6B2zJKnEPj
N6zF5jMtQT7nUinL8tA6t2R5x03fRe2asCkpihK2nlDSVz8Jky+YCcyKKEr7iee9tmxjP3gEixKt
zbj272yVH0WUfGVzRQK+qwHvdxavlrkoD8LTQdVaHtEBeG006YNjH3KxUkSqn43mITIbiI2qjfSK
zxeMJALKyapXp3vf1gX8DU2JluVEPMBMrHQVTYpxLw9VCCWQ1Va30QL1ra5uu46EjV7th7Q2L/2E
pt2S0LOPSWF5mzKeceKOZh7aiEiLh4b1kxbazYNoxEJFBPfJdPq1l6jK/bxQ97tGezFArB4JEPiX
olVmWLePmOVleonrZ97jgFEi/79FgiklF1t8d/24wDlAiAP3WsSO2RzuLZQ0lqOXTlvL812MlJRP
YVwkDwKGJD6DzVMwjvVTARqpNFrttgyU+skzMI7u0ajmCUsRFxass3pCM37r31oFoCqoW/5tHts/
tGmKX4IsrveRihlh5QXJiw1bZm2KJtrJVhgRaHeGZgl6hVZsJlC5xWNMdU31gfcHMBaqB6eHtxgW
WCay0bxxlAnAYG8ZO8to0hUqIjaMKUzyMgBMK3jg9nNGKAH/ClfFn5qiNaratix4vSuJYxFiCdHv
BCa6lmN1rw+2pVZ268vYDtAZb3vifHNnVnjNpphAxstWLNujjTlO1aUITIsX1oiNu+ycC1zuzMFE
znC+rhok+brG5m57GTsM/sohob2VnY2+1Vd16PqX1tRuOvQtsmp3GRsJEm89KSH5JyRTqCzJsCZb
zHh2luP1dz3S95ssmsqjm9yAPomelGbZa6p4UjSnf8rq4RMsKu+ENeiwq3rIm4oxiLsO+zkr6j24
Q0pkX+pa7Ws1oSt4qeoRK7g1STb7aonObcyOGaB5eHCFK+7kHHkdpWie5NEWY85l5uSCJR7W18Cn
05sggPgN6+17TnDqa1niaAjKw7rLfCveRYN7aNspO+Oo/typSfACH1k/4GuB4rU3BC910uKMplrj
RrYCHsBqs0q9g2wtzPoxa4r+HESu8an72lRZsNPDQl2VwqpRDLHx4oW3um1ikpx4WiCDhAl8b61j
y/njNJ1PTS2r9OW7Du9OzUwrN8lI+CCwHnxImJ9s/jwSssB4cbb+ZPBru/dT3B3mkmIJ8y4OxgdZ
iqccCdRcfJelmj8a+nZUkW7FyW+q0Q5yB3J0cta4nYyNDzJlFduKcTf66tvBVPaOIoK7azUL/vKQ
+sGz7HStT81OW4cjmeIPDUUQq4vKhy1w7Sy7EI9gr4OOmfh9Ob9nw2jVmvYMH34TiXZ8dSfbX00t
oOZRy9WTqhPuAju9ctF6gf9eh8todkGRh2o2RZFnqWG53N54RU4OOiGyTvt9lhaZtx56CCUfGmRn
2So6JXjXCtkH+xVbNEQliL1eZm0ad5E2E8C9DlIxAZZxyg/Ihb0dYpYKh3Q+yLNrw7XfteFDv3/R
5Tr9BCA+Wcj5r+Nk8drneqV/0eXDVNexf/sp//Zq109w7fJh+iaYgXkfmj9c6TrN9cN8mOba5X/7
Pv52mn++khwmP6XWY1DXhdHD9U+Q9dfi317ib7tcGz58Ef/7VNc/48NU1y/sf7rah0/wP4395+/l
b6f650+KvEPN6tAosE8dWdpF820oD/9QftdEKopReeq+jbqUOzPBWXGe6lK+DHg37D9eQVbKqd6P
krX/sf/1qtc+KnnnaX1teT/T//f6bGbYegszZnV+veJl1st1rtd9X/v/ve7liu//Enn1Fg6EVYl+
c73q9VN9qLsWP37Qvx0iG9599OsUsiWd/+Uf6mTDv6j7F13+96nA1ONhjcPPwozH5rYbQmddg4hf
ymLYz5IBZt6A3KEVjJa1VCvXXyluU+jbtMHUr6k9VpRzs+w4jAGYOMArR0jq9UHHEddcyeagX5tm
6p3A/MKgk1X95KU3FX7TQMJLfauPhrPC7Zrbiqg3aQagl7Nd28XMTfq6SUs3OHtIespTa5gwwr0a
venO28Br1dUKzveNGEncJv3qR42yN9EHXuZZlmzJSRGPUrPiAVTmzqzy9haxpfxBIfpytLz2LNtk
r4o7d+PZ9bCCFp4/yG56gpVYSLDlILvomLje+zlLU2aVHdKyAMNlxoAF54vIhn95dd3tz46l+wRR
/8OVvRHlJd3/FuQGEbjcFacJJNa4sNH+OMkyZpPhcki9t+ZrA/bFb11sU6FLMdClEG91cqw8yH7e
71msKgk3hQl5VythtBh1TBZAnsoDUUJESq/ld50S1z2Bvhy378aAPP2j+7taxBVTF39cVSDTh4Y/
1m/2ba9Fzq08S/Gu6Pu8O32oZ0EUrVif8hv6MGBow2OfBKg1/DGH7CEPJdtbVKDsfnutk2dh6vQ7
aJA/P9TLScrGvanLyT7IRlnlpGKTqaPYV+DtwUySJ8TIyeIrcpa5XXuXetko6+XZ9QC8zr6RxUkK
4MlTl2SKX8dvY+Wwxoz8VWTULZ5n2bABAtAvo3jSvQX6es15UWkESTA1UvjVAqEmbIdTe+wV7VkE
anuutdI5OL37JKuu9chvPVlZ67LXoKs8ZMCRN7YZ9MtxHinrLteQM10r5XVcJxgv15ENajl9zooa
+9yZpivP0IG6f+PrfqDuIsLnlYtL2+VccnYlexdZWNAO7cpDlzMkh3tQW8NIEcGucIJXKsXm3Ffw
DX5/3mpGrS5ld7+t++Gm1XR7ETR9htO48cadTpTOc4luwI6+HoyyQayTaL6setflI/NatgcxTu9k
RZni0tVQfCGHSyI28gWLCJ1/jNOIWZsGROkmde2bcAZF4BCpfskK1IFmJ41rj9DWNESDRbbU9x9A
P0kG+HwjK53ZLRT+q0UAZFX8xgahaXST2wGZozkCyJ3yEJFFRbgSWTx5QL07w1eu7S+ieaXUk577
tWTDLv2AWuBXb7cN0nFlcz8rFGyito5XIbrg4RKkYA4cJItXwvfq+1KM9b2s0+a6DlI3lkPEaDey
LJs/zDOo8V3T+cG+txtx7FWrP3qCDPFClmMky29c/bboiiFfXRoIPoEHGJzuW4i5DYl7HYdrJShX
1xm6PH6b60NdOM/n67cfqm01UvB3Hu673y6h794rby6itT8tiSFo794wl9cOKcCbSx9Zfjfy8pIR
fqRiCe+rSxh+6OMqZEyzNHoR8MK2+Ww2Jw/p77NRmspdy7K5F8llxId6WWQH3W9B/n9uROdOCwKf
sKY8SMyZGSmn6yH3m7eiGbSLDpjIUTbK+svYHjbOMpjqaX0dRlTdX/VlpS0varcYcOfQoARigKYR
RYCAtWqtOM2rMXZZcGhzRxzzOGdjGjXVPp7Sap8Yqas+CIvYgTq4+VL2qeeOiWQkjB7I6I6sG3HI
W1nlhnqxZDEqkAdpNDVberqNXvHgTDtec9odZFb9Tp5l+IDqU9SdrvU61m3HTLfQLqKrpwKqXWhD
aW0dPjYUPyqvB8J6/CWgvleR4s2Zgbk5Mj2kKn9fTdY18yWHQiElw9WuHyCs8+bYN+blau/q87QC
HYMvnpj0/ZRG1ZY4tfrodRlClYpv/9Cx8wi7THxz21wsa0j9Z/9338hwpg99hfO55jJphZ5yoJEC
6BrE0VKvIZyUBzsDvSZxaa7siIgkSIe3ugJiVTFUOOzMIy6D5TwinIN6VegumrmlRsdMW8kZ7SHc
yS4fh8xzQ62NUH1nhGwtrGqV6o4z2Hdg1vO12yA0zL/O/mGH8ES0pPoa2jG6HlaT3lV1gvcvZoYb
C57Lk+wr5Vr+3FftJ4s0DdAHRa+VhaPxSpKcgQb3D8gwCcUZRqwa6KrJVsk2kK2OC9BBtsqxRUce
UvUM06uXPvMsTfLki3r2kyJeTwS+Aj91LcrWanaikq1ZgatMbQJoajRUfr1uYfopRB2SqXfy7Npw
rQvnVhAc2taOYSvIfvIgUGO+NMDd+DGR4ZuEIIl6HSAv8WEmeYkRtRMUoZlYdr5eO50/FOir5lQB
azIcs1zbI3C8yB7iV3hQ2MGorwFfAMnCCKlh0WmvlaUBsirHx7EQ8POUJCUTHmivTq46JD9V/xSk
k4oBIj/YebicNW/zej8Q7/13s/qDjjaGouDvw+JxbwnX2mp+DzMbfNYC/bD+GOlR8BKW0z6oiPa3
bjw9FVWxHGZhNPhzxa3eYRsVzL0gLbJ2tjEkka1eolf8KUwpW+WUsPLEUbZGpvpuynzMSRQzh9sW
P0gppGQYvAIEvdM9qAiO7zs3tDeYXdmflCm6le/ha48U4Oe+jBxrEzYWossm6lRiUU9WtZXr5CmO
jBvTyZcf1sqQKlmBT6pq3FjxW+tbnWyJmvpdyzjw+llcluokfHZG0TwmWhTiIZOiomM2h1YVirj9
XSQpGpzkYcqdPeTo8mQr+NkxUbFrNDd6kAcPgEeZgMWTJbQt9FNltjdGb+IWko3ZsM060fOQZcDE
/f/gZGm7nP23tgVSdDiKtOqhbDvnJLuMui9ubXfaXgfo9pTseILCqpcDfLWwli3y6Zc+l+tOyV1Z
FOFlEgN5x7twJPEpP4UDDB/bdt9ayL7yAGo6XYFtEhtznn5S3HI54IrwqKQrNUbbtega8TgGtb6M
BMa3sm4AcXsEFfXDm/VeZVVVmEgFZerJmasE6PRNUtusIudiyabvwbA+yzbZ3YzhkXoZlJ1W9c3D
mPmvaIeIGy8IxM3oD6DQ5ak88HhXFHwtfnf4P9q+rLlRZdn6FxEBVYyvAiRrsizbbXv7hehpM89j
8evvqsTbuN199vm+iHtfCCozq1C7JaAyV671Oap+91AMDYOyC+sNjUF1FvvMmIdlzTUmLxMRuOts
WtdoxNvnWJagcZVbj+rYhLtPIWar4okaOl8io4GiUO/oB3tQYmAHZxWndFjH5KdIclugynqLpLG5
Ri4uCkVBQrhaCJ4RCqI16Gy9JLQJFO7+8WoUiT1qBNZBIBNV1k4XCwSDXjJpqU/DwYlgG/h0GezZ
2ozgoNh+cgRj9iNCvWX/2V5Oh6jKtWNTNJkJORUsMtkPTFTjbcjCDuCk3No62FleQWrfbIJmHvc0
pEPa2/eqPiQnGtVJol17Y/IKqM1cSjly9DC8ojFznVKDhePc98ZNINo5dp2+A8uAk3/V0P4du+B4
mfETYSD7o+nywpMejds2zoFTqhsX8J7x2lhq9IBGAOAqgwc68MTsgCAygkMmbXYLoOo8KxB3kUNU
6/tLEbJDrTtvE9gACIMBIUEyoRUt9615AG2sjAf2tjgNpfX3Go/WQMC7TKjbyYB6qIUbDpG4oeHc
VT3AaGbs0lCxM35fVE95mr1dDaxINdKXprXnWZcCdVNyJG1sqVsGLtEE/7Ik9ECxDsUyaYtLAyDi
dazvORrlwNWPgEAGUBQN6cBjMwGOpgy9T451CO0WfRsZJjCCT1yzoZMjeAipFBvFpgk89gaAj143
tvMWVXhQ19txdFVje5OIKv/NS3N1SPJQbMbt8IHmo7n/83yKiEBOu0SsV3i/PjnXNQAKBpcvQOgO
qP63RgQOr7SBhN7GRPPO2VY6H50ZIYgEjPF70yXhIZEY6w1F92ZsuSLi0x0dOrCmnqugBa19J+4K
E00eeRLkO/pMoJiGJIPRnJaRjTJaqxjTJqU/x7uXPl3+B2+GlNiHub2cO8o/XaGmxg1q1SE6nDK0
3qRVcwBcMLmfAIC9nyI3i2XBX1pKNXEO5lT8Ta4lqAl6P6vt2F/nhGOZbcQQvq1DDpAZ/x+us157
+u+fpx9m1eUGGMrqzOCnsmW7IWHGvgs43reyYeAnUWMZvHpl/JSZPDlMaAGGLCQ/kWkk7xJD4TWa
cnytc9BLIqdQJK1NQ2WCeoRXhyB86tJa+GQk93JFCp/QhOSj+arZxHacvt2lKwGcz6bSubiBJoYP
qbRYd5HU0A9xnRuAbuOe34V45EFiAmOH7u/kRy5H2H5Vd93N23tNMMV7ZPmUW/xAwovdZ/Z2KjvI
5r3bVOmAWBo6cxq22Asw70AsWYZAlvxlYEa1p/lkogkavj4evimgRZHzyTEOuX0ymVC2ST6hn2Os
TsBK1KdZM6rTn4bkoBABVmuzmdFa+99jaaUsDr9aJhjRGvOhUrji0pkO0MpyVkhblSlQinv3/nsc
9GAVoIKRzLQz/xM3Fg0ZYLxKEQMwK9/jyESHJhrCDzLcGaAFWcBB25aHZ80K0XyG+rKu58A4TzoH
gDl54NIc5H16ENhLuzQ0arTegyNJAYB5Lp+ZhiQ8skAgHJXBeKNf1pjxTnOXWNFDiGalZxxS/Gx1
vMdA4cLMq0zdlZV13wYm1CTXIZpD9kMIQpOd0jqLNwRZ2TUxdeMEivDpbgZNiiF4fwQJmrgLdBza
WAELdh0zzxoq3LymxExPs/02gWbRwebZMpVGNH8y0sS3AKXxKrvOkOvsxa7UYn6t0Gjl9xXyZLph
QFpS2gJF79yqNNslhBwCC2zAzFYcKiZ+9qGhHZAa5leQmh7UJFLPWt/ZsVs+C/SKXTvpEn2nnDVz
uum45cQQ0s7FIVXY30ukjmYtoNP10qVrrh8mC8H1nQAWUwHDfiR71jmdW0PiY7cstX4YctMHTKxs
+SDrcuWz5qTWvkhYCMIEbOy43FnasTLcAOqPvi0FW/rNatTEDNwt7RcpHJhvRIK0folZl1gdq21d
Bmo/yWbG7xRa99MTUmjPaKhUHrtSGLuy16ubLm+yRzD5fWMAPn7/NWCKIXjRhEjLEBWQUNEnw0Hk
RWSAamRyz6zzj0NdDimYvBS8Dsn7aW5pAp7eAWPtjr3Bz3kKPNAU2C/At2rBIdRAl44mHrB8NZUi
kKZJ9DNyu/xM0e3UeWnDx2PZ/Z2Vhn6IQPF0RCcp/qtqBaKG6AwtG5CIwQod8+mIlBB5hQyhMzo0
LZqkFs/nsRl3/GAO3yFpZqIvWsbRcjRGEqlHK3R9SEQIuvYwHXK0QePAZy1SbqYaCfsZzxF3MOrC
/jvL9PwINHCF1Gec58cWiCg3tQLNpUmtnTl+3Pcx3q0KS9HP0GpG1/oo0AEoFdLlEKxR4uJEQQ8R
cufNa6hDc50hDXBGA94zdp3lS58n80Yr4+C57wFH0oZSPAd1bGycri2eAwuyg2UZOlBRaJWNYqBn
t+foaELZwDloUKdd+rT1JAmWoUZUD2Cr+TBcvdRX9/86N8vC2LVGbMk72f3Je8BjeBNreFdwrLMp
2U5QPgOKXaBmeBzD2ifbBMjl7C1uOSUfSs1v5Ao6Grp8R2ONbzdKdQP6FNtP0bb7F0uTpxYtBld1
qNllzOtsQ/YiH3QvVwEjdySoF+3PeDXTXoK57g74A7RQKsnTv9Dd1m7a0AlugQWc7yulu5I9ZHm9
zQLdQGIMF4nbbtvrgBN14Nl8jl95lEw/xjmEXAFua9eh6uYbqJ/UN6qeh/fYDgJDbxbmj/iVdeA/
oUjQm4mrmYAW5u3NGnyT6HyCpqMHCosMPVDv8vNkRKtB5gthZWeg8axLUSuKq4QGnmbvZ2GBVCnZ
4vez1bucJVN57guQY8WheY3w9rrHd5Hf0gFN7PqtkQRQbYRy4OaTg4YiCa5Vldt7il0jwPOOTJgB
zOmQhfcg9ysetCZL/EAF7L9s0TiWKFXlGoOVfe+mxJ11Mb2GUBfz5yb9GNHKEsm/RhBPVJbEbh5H
UNUNFTR8FKDa3IHdJsevSFGjSyA3HG3kWJ6hghNsEVGOaHNiyW0I+YMQ/Q1KbBwdcIb2niMd5HUy
Gz+arDkLpWrQFCL3NB+mybVRA56ObXPupC4rG5Dw5bVT3QsAE/ejrbDtNFfKEzJYSwRH088mFyAe
MhO0RBWoD2uSWx0q4F9RetaOYNbt7sGjKG7BfX7DC3xsVy1FuTUEGz2KpQNXs6+gsNOONKr7eEZP
5XADPvf2DptLd5gblCUDiLmRqmrXIg9XcmRH5rYTXyxWeNQCDXpUbIchp+JRl7PNLG1jm6Z6RoOi
m0XaoDzEgRA+WPdLE50yoMWlQ2Sq6kEx5AFY8xx3EZwCW6sztBT033LcG1EpkB4Klz3t/+m0CCEC
2aAdFn2vtZiusbxfg+zLQA0nM7CtR+NC8XMOumL7SfBztmpoBQrr5oPK56eQIuHTMRORvpnBwuGR
dwZmFzSw4cdDmLa75H2pT2GpfVEcLW/jHShXWOJ1ueF1nVncGVWGjaaeJruGdZnXshg7TTVD43yv
QmdUb76NVe5s2aDOkCKAmDEJHZOtc4bZnZSpvZLjP9pUORcdfmhNXWNoSta0o9uLSfOo8LgSRC9l
yw91zAjqRdtgHL9Q1XJxL9zRv58v5U2dQ5Ju4Zzuy97cDmX/xY49kF9uDDZl51EMQ+SnClo9reK3
YSq7jIsRGbps6HY0eg/tZC9yIw/vdlqRRmSniPd4sutSIOk9ni5Joc6rWYOAqZKs1XQoq8D026GZ
N6uNziR/5pmVDmhsKcawwUuIfv23eZ09oimIIse0hpTWmFp+WacfY9YVOxCv7VCN+gG9BPNQ18bt
8vegIViv0BaNP8D6L0KVbQkjk11YqAK8T12G5PlkQ8b3axA29UZjo+q3He5sxC5QtfwHAPXDJQS0
GBhWbUMcBG1Y5yddB08oRdEkKxzAviCpzH+f1LXp+a1UosUaZKH1Au1uVSqgIQWZ8k1amdOZxiHk
cbaDQCmRbIqM+RiIrmsfdytrmU1u5IQ1VBaRfwP2moN4KPmpo/K2VwrB7+gwd4PlWWMb+qutQXsd
SohquMkLVce2GLreoxQOowOy1eBbbZDzLqYADI5SOCwyUw5R9lcK+GDuB20LOtvcJdu6BnJywD21
lrWsQQ6z0JwzC/GqKS/Vv18PKKBsO8/6+NmBd47vKL0O+3Xx2sHPoNJ7fPkcdgMGJVDCSNFWkBo2
V85K9Flb+qUtIPAKccjmKgPIRAF0SKyPJgqVEwFWNpaJv661Lv/rWqLsXpw40Q42izaWabxJTCZa
CXl0LejfdG26EqRIbHb0fa9m3f0w5M7dkEcyRwUtmTGEvmqgInoZI3GFWnyhvUVbaMe5K7GV+Ry9
Xo9mqHJ9sgl9cu4mrE+jvtKe4zx6ntLYuk4jXvfqlEd7GlLrjjNbR3ShtWfq4ckTJ7wm2pEGFBSB
mR69jPpjLPt+yI7oYJcOQE01BprB3B7SeZ7W4pdDMygGHchvl1qXkpeykMSF7DY+jNaV0TVo0Ocn
11DReXUacZnckZUtNSi2odRvz4DTv4vy4baZM3EkEx0qsDrtIHvNQOaIMGQewSWfIE41AB5IFas+
1JOeWFAShuz2DW0lUnrE0SkdwOEYeJ2maRvappCNtiV0ttrWGZ9stICOqt9Gtcvej9AACsgQ+MI+
kIahWdTaN2p2XOjE0O76RhhWisY3DAaKzAHiglsF/ZPbRhZI57TKt2gzSLe1rKauXhGy75MGBA1K
erGLPiXL/wSTpyF5K5QcF+8Kkyc4Paq00TL3k2NZSnrTGd9kaBsiu4UuImgaPc0VmLoCDYz+9qAZ
T0HPXiHIVFzI2XdsA5I89ljnjXMvWLQjc5RDiI+P6MOdWGw+TaXa7gu1Sj3yGmGr+KGToI4mLxBA
+3i5wLLkZH26AIqJHy4Q2629BZUpUK9oc+lORpS6GCLtQkNo3YPFTWNulg4HEHjapz4Qsdcacfyt
RiPHzMB/CiE4fTuy0gSpRZl+mZTmSgEAUFoguwj5ZZ0JecDoW61hE+wE+ks258YW4i74Whlgrc+m
HPwwErMySLDLeiBbAeEV0NsWu9XuxM24rQGURJ4L4mCfptJQITClnIs+XehFvS8s7pMYXyajD5tq
00t9CjqYZY9EFZ02CSBYnTysbrKJOYy8eUQiiByfl1jWqRoUipGF9jhrzNN6GPuhPQwVoEvv9hBo
pBOfQLTn/XOKlsNhbj/ElF087dLO+TaEU3kLrmR2bpQtDUANDZlnE6/ji73Od2QnC511cs6YtuyM
d5vVHEJQEpx2KLL+suiH9Vb7L4uGEMQaija2LZehc0ruKWgDYgS2uZum9HXZolDhRB4+7T/QKPwC
0S/gaaUT+DK2jZMJ2eJfYy25Wh3Fr8sOiLzLfmaoRw+AJvuY8LxGSqdoHtoMDXyqMqMZJa8t8AjX
1qMw0ZkOwpq/IWFnf9Fw/0QOTwtOc9I0R8YBhIR+EX/A33zcREqn/lC6C+l8yTlGzd7mBJoSnNow
hjR3WgpfG4Ur8hK7YmS0XzvcnzcDSFwuTTuAzkMNsfuK8vm1tcD9AL5I4WYtuBytUZQeKirJBdDj
aW/aQtkxqy2vtubU2PmgD4s7oFuW5GEiHu+moWUvnyZpXaOAbVUvr10D3gNbMGuvj47IoTqBF0j0
BzXWNjUK/pQ2020m7Ox7ylN0UuLt7R78mg16TBERKSp/asbhlvJnf4p4X+M/RqCJzXYLdAF7dp9+
AS9FfkdAh95XUd16MkTboAEseiRARRmp5mECx9YCc8grDqgn1DC2fAJ7VQ++3V3Fi8EtSx1q2xIJ
kRTxsijN7zxaVAAtSYsShgKNndayaK+J3k8gWgJoMV5TVGu8C9W6OEHbADsQiJMtQxKpJ95YDSbk
TsCwIl93yC5NTaIWJ1rifR0yQdDTtRJFw58Z9P0mQI9ovALJR3iaTZZeWimk10dR8b2PgJjqHOdV
zGrgZdhoLRFGpw6bCCAdB0i7rdkmaKB6z6eCDqC9lFWmwQEZOUH509VogAcbMpcKti40G0WbesPA
+SAfyKHpldOM9JrI80tegUuUdM37OpkAqPrd0ZgK9hLSESKjtsxIBwffYukIk0o/MQ4e4vOEVFVe
tmr78JbfGbmVbycUqEnvzgsGoX7t0mcohebfkelT3dgR860GfNMJDeygCHsLKIbYbzIFeD4lsXei
67eG2llHUwSG5SFdkm4LECkCZQSNeXLHCrOOMf49oB+CXmWG1rt9xtDETv8ywKx9DvT/cz+B6WO1
gxvH17M0ev5DvCntLHZKIBtbcJGVoPfI0ga/UpmTpLFqh80GZWMDgnbIXTiVNm10M+8gGVvz5xaV
l6ZDEhLJgduo6asNsWyCZwWUVgr4Dmmom/q/T6o1HeC8QpyRpCpBfysPCngqAS+EfkY3/2OTjgQy
ZVCEGQF7Uk1fgN240uz6lLRCXCN5KCbDb6sS7O5yRAcA/vW4xUuntDh5r16gbr2hESgdwccBZB8k
kcPjakqmJj+Og/oXmehg9k65t1XWLTPbuIn2RWP8hERPfwT3J2SM+ikdIA5a9i6I0A3UmMYK+XZp
JA9F0tkSTmM9zH8WmaoCL5NOJ2yZNL+eh3FDWEttRPcN3svhoTHF0BkdwJIG3oL0tJpB3wsAZ9X3
bxOaFhLb9axeUmZBykjpHAv3ZIXhL9c3gS/q0PaSlIvHdoiQRzWcK1OB5YqmCuyhpqYcyTmPqoqG
Sgitk9cG/dMNRKsDl7w2HjVnU1hf0VksHg1wQT9ADqBsmqZ3y0a51CO4xSiyNNCdXYtC3dM6rMFP
pzVG4ZOXtf140NDvCjZMfCLgOJK7hFUHWpYigIQEYZ9S39MoLkBEiS1nfaLVkLPqQWJfC9BomdAb
1aGHZ2gDtmFzxL4EaGZFwSMGTRSUSG9GfJH3HDS6Z3Rl49bchNVjDXKMjTpCma3EHy1AwieEXFDr
qWEy3fRhAcCFzKliO625cRzVYMXDMGdlxDdAM6RnPJTA11LpaLZRdMtLukRzsyD/JTCyIAIQ1PlW
LWqoAMsSnCJLcIEszWXIATnD1N2SiZxmCwIb1dHHLUWQw+xB5ETzybYuohk9MLp5f0t2tVVGSNJA
Mwv9+tqp6evipoqCazArOqi/iNIqzBmIrDRwpM5B8j3HsxzkKtITtQ5OoQWTbk1oB2/ICDUshNPp
EgrqysLve5SlIE/tOc5zVHbisqYAhKKjLSCIlRtKHJAjbvUJQtht4+EGy+/IkbEWNe9SewZBRnaw
yrLAjc9hOz3vnduqg65BbsQQVAjm2VUbK3nuRrvcWHMefK3t+nYckZDfTPNrhQ0f/qplhw6Sof6Z
6vmTMabFa6/gvxb9y+IL9gO5FxVZe+2HEgkB3dDOdjTNNyK0+kOtOiNUedlvVy4n/eOVDXllJapu
K1Eiz1Jmryjaf7zy0KdPSZWrblLow2WOiy1IzMDGPevKTi+F8pWP+J47fcoeQAdi+6D4d07o+R8O
qKNrOz4m6l0KQjPXauvqxWj7Zwnaxvy/QW2ESuecflU0RX0OByv1GH70d2EWKDv0byeHOE3a89Ql
s284c/loRQEIoyNd+wYhjbePoeFjKEEYfus5koCfPoaYnd8+Rqzb5S8fo8GLzZnjPdntJ/ye6xHy
FShC5I+ggi2vvMNtRY50R8UBWL7CEsUtmfC21XpOy/sdDWl6NAOrRMOOT8t09HVbrSunojEAPeYg
RbZmPfYGHhkQiNfyK7ZaACZ0xgP0BIyHIZRJGIggHcnWhKFE/UquK5AcPwBhlF/N4G06JMFQT4wN
ZBP0Xj31nf52aOVZCvi7qQxAl8qRGQ8zcisZR+JUekDOA9UeTd2rYKn0SNdB15BdQAlkPoENFhxK
6ncyQ10UUjEyinRqKKqYhThVtXrFe0vgxlUFPkwx6s1pkAwqdGDdMOD9GGTQMegf96sD0giIVt+j
xdT4ZRfcQK6zdznyZ3sq3mUpuK/AMGGDDBU4a/KC89rZU+EvZzPkeG3Qy5pB4C/AgXmMok0QjPau
jLWGe6T3rkkjNBXsHQm7k1g8nZGXgcVt00lv3QE7048dVNdBEnaZI/7IiKVWjoSpPhKFLfnkaPXJ
SPU98td5EBheIivecDSSARYWjIbw0w4cSvQKuLwNknGKK+iEyJdFKpXTYYnWO44uX5Tm14MjFOGL
Cm+/Y2TeJLrCAVKIxSuAXV6VOemziJsKrX6wEzdtGjtgsqizxW4LyTBmB+JV2td4jek/8fo24h6G
3MskGdvp0KUM3SJjHyPdBtvqDWVcbnUzwA60WyyyPLoNNTy4um5Ep4WwphfHCUJv4jk7UHXHKu/m
WbTPn6JGK5G1xUOGHfxVwX9az00ULuzY0j27iFDglMKsI2+nay3wX0pljYFhz0bltYkr1jXTVf4A
lh1fwfMGmilGf1Iy7NdIqYZlGl7nWIQmIqljA9mXAtD0qD2St8uMgwBtxX0YRjqtQeYB0qKnKMca
tCRHHgx4pDTf5FGZQsGqjx4qUdeg3wFQqeZx9FCCuB9kLbY7T2CfdWs+QNMwCKxtrZtv3hTbappK
pj/NlxHktNBg5xvQpEHvQGN1lfyntAuBuVXq9Qn/lHbhLFeNqDmRd5aVcfKiOo7gCPzmq5d+TTSM
LPZx7p+C6beGu1p6Go9FbE1uYTrKoxKK387ExN5s4/vZpzglgZb71DbTri1SfowmG6Q78ksLHMS9
qCbxYAwdP1a9yKBqiC9nA7pvjt3LBzt9mYN/4scEXKDzUI6m6lemhQQRSEyOcxuxo2Cd6UESnm/I
tjr+NEQugdUbmre6eTGbXhdBIfuTQ5PrZ3jiep3NIfGlaNGFDnmZPaJ/1QLi8R8TnYHXzXHBKZ/5
JellkrFKWtCmmDYo0H6NjiOA3TPz22rmIozXK+RW+XYFywB2S7LGOS4Lo8ynGWuwqeQP4ZjvFQUs
m+heSjZ1PiXbDiqf0JKz2b6b1fpWlZVeJcqdo9oDYiArvXjStvctck6QWaih2yojyJG3+l5DD9ky
Ce3FvddC3Exoc3ALOdJuo2RO9VdXoRxpsDw65sFQPUOPbLE3AipFECTS/Tpt6r8qvKtqWlne8yIA
W1EugDSW9kFORwdUuE6vIbn6EJr9E0QuSg/ae+nDqCLdQmdkG6VNSBud/e/EKSXSC4UKrulpijTX
4TPo9uUdzdjNg+hedBaJo1CBWSZrmuWaO424o1QRh36F388gwXYgwqOAIG/btIm2I6GL2eK3hlaq
92k+pXdxy36QmaLs2FZ3ha6LFxmlOtaO58DDlIr+gHfN4qgZuAmgHm88kK2MIm9Ck+OVG9x4SCDU
7FlAXe8ogiboAulOKQD7QDY5YTDB3rrkAWwWxgDxpT5Yu6NnwKWbfTA0zI9k6suC3eiMj/YS26JX
Gf8n+zhnUJ+tg000Rf1tWoz2NmVD6ZdFlH8BZSG/gS6l40ZBl38ZowZNy1ZobRQHw2QOkJSoQI9J
wRoHn8+Qj7fkTKtkvk9BQhbi1WmEzpaXhyV7ZP0YX0erG2+G1LRVpOHM7lDhYZltRi0M9jrfaUbb
Dj/IoZSguzrmbOoOSzhk+6A3AxEqoKdqsLDM1XSrx2X/3HnmpI/PqtJ2EJyasg0Nw6qXDJMKZGCl
F6qkFcQV0MpCw3yCgllojA+oTDtXuzfPZMZfFwxFIUDuVdpgSRsqaDmEYG7Ia2niNdBFt00z7O/W
xy2yI5nYxMiQQAvgw2OYnrbrwzeYfNnU+yGAfBEpsMA5Q+ZleVbTRIYcdAwypJMOdnfsIbVxO8gq
W95P3X08B9uuj8ILmXrVht5x1PwgH5nWSavt10ndNNdHrR9/UPz/76S4B1oMbA/4aH1rI09qTRcn
CQH1qNqR199EEx6VBG+bD0XQlY9FGvytybeu2mrijY2XyTPoBPkyNH8dkncNRsaqPa/DMUXHmZaF
teco+0CXncUTt+c7jELqMx7+OOJWUWzGzKzvAQlhrpFH7GozTWwhK92cQAQ3HMYWYjmOZbcX5Je5
pwAw8WWuIaQhyrr5ZtfRvtWAt92UgHODnwBCoTn/BuWd6MVkFnNTlNuWJQdF0j5axduS4wzAUj8a
b0uipfwU4rsbd+34opRsADUjzgR68DbQORhfihbXpLNR2v4YV/IZNLEOCEvdqcujLal9B0irnE0L
FBc1iJN9GjZ9A6FwKHKSUhhphlU5s87vdpIWM5HAwMM4TfAueLYLyAZvcKIHeP5sINWxnHx0/UuM
CsDPYZhjvg173nvRbAX72HHEiwU5634sq6dWK5NzBobozQRdjxcKi+NU2YMjGDqburWp2ODcJCkL
dhGaFT00Jut+PFb4v66yufd4mUH3g8ai03vQiui6P0FUCLqg5uxz1doBy/QjMES4J956gK66C529
21cT2WdDW+KJ4p5MhgSMTLDjqRruyU4mcv5X+6f18R3/8Hl+XZ8+p0OIjve1R2ZsHXS1bTXF1PGF
/OcwgMhWsP7SFyl43+vRRumiSL413ApSH9h25H+aHiQjcsISw+cEQi+JBVWYBHfp35daLe/LLdMT
UPqaUw6FcKmGoJeG/Ba1letodrYlG2kn9GA+vR0zdcMHBl5sPEq5Hmp7lEbVBTc22pm+MVq7P1tg
mf8S1/ztAZxUb2ELjEyGOV3Zn8EaYn5J/wmbu+m31X4No+llEOK/2MS3n8/YGEOB6dJVBjTpeW1d
4zbWr0B7jugfxhe9VE9ZB2YLimx13t2YJrfBlciwKZHxzRyD6jBqwHVLMUIxzE3TAk3HUGNZYuQV
wL5sfLiC6i3h2RjMJ9BG3FE0LTs5uG/xpTikttNhsoBa0QMlv8mgg/mkVihJBFYQnmkIqr9dk3fx
gwJFuodccE/IHtc04wxdT225oeE8a/wGZMzq4s2mCECYqShuyEtLRhDcONNQLikycPLRkgXodbI+
7M5GGIAWRXGQrIhcRnkTeWibHDBxyMGdKJfSh9UMTbw43NJQS6PxyFRoFg11VDyGqBs96NmSSqGA
pgbl8zq9bWvVdaze1zoOlcIwca5TjVY1JtVCq3EA7YTVAWjcD2B/+D1itLtjM+FR/ykCyCmkxWXJ
4w9rWNi/e1PMoQ+Pd5ac+UDiIKVich3HWdLuD4myJSL9xbb4QaoPkv26AQusUSjazqh1VCUYWE1R
B6tPFg1RMlmGhLAhTE00GotpxdS8TyK0DkW9m2hEoe8TGdoRTlGIVuqElZc+S4+QH7QeAA22HizG
ntDG1ZxBEmtBsry2feS3J5+cnaU4Z4GUVSedZCqK7La0MgZWWsxOYyPx0VLfbGm6rbYadqLNt2W2
nAQpjR3g/fEdmVR7wEsViJ939Ammwe6PEfSAN+SlNRhqcIXKhiuZxkpBB9FopTf0EaCuXR8MZqoA
gPzziUD6A9Uv5Z4snZpD9Wn+FiTxsKcEXAuC3N1c99WSwBtj3t3iQXslJ33JUI2F6HsSXekLFqUd
2j5+nd7mVeVFJgN9c5Ha+xjPAWB37X3n1PmjwZLiMcd7Ep/S6RLWHN9xg+muwaL2hpxASM83HEQJ
Lk14n477VQ4SV2H5tlkmt5w/EGiC4SHkAdI7g30HfPdpjaJyM07xN9DgfjV76PuAaMTZ5xHUGK0s
014xkfw0UVSK7RkJQDOFp6gJ2xsSgq8ptbhBWVyT0Iv2irqwsQmqJtvaYC0YIYP00qcxB9tphgpG
JpWkpJSLtANZyz7Yf41HzfDMnCbq92hdngBhTYFUkJm/TznAyoorl8coaKyOD8nChjKB1ghWzSLG
PXwYSnBpjMEVKl7B1dRQZcHrsbMbIGN7BUcAcv4mWr9G2zlRBAsS7W7qv87CMBI3cyJT0of/DKzR
TFxDsgM3ckmKpTVoSaNuoNknr1APDMnbHurdwYCmN7mzw33JhIxf2O1p2DDVi8AK+yXGzgOvLb+H
0aNiMKCg7eTdH8NquRoBmd/D5D5mWY3sdFGl19v1orRaP4BReUhHACcgTLbr5jQ9QhcsO+aaou8E
UAiXaCwBYy81+6EPkLqumVH+xeLorzgaq591Ar271JqiDZ8AgW6i8mfv1H8JJSr+yusigTROaj0I
hh9zpUTZBQIVb1eptenjVUw9TnzUwRrQH7/WXH1jjYHS9HgEZos4Yj6YoQ250Mr8yUaTJAWHHWqQ
2HBsP0Pu7QEiMeXBQMkGwjyG/kC2sH3pRn24HzU8DhwDssPNDC6sNR7SV4A0tireUhutuS6H56Gb
IVpa6neGmMwDly+rJrAbWy0VCcrYc3tBsX0C2vVX4yIeT0YuIxNfP0ytbf8oU/WkguVkPbFMbbE4
/5z8ElMmjniKu/qV3pHpbZlelMUAsfk2UPdkHx37EnEb2Ids/qsPITuwpncpDSztOoPYuW6GW+o8
EONTFUKpAlIRmhejzgjJuWS+5UGruhRgOE9pV+tuVKBZvWnDzG1nNdzOsaHfKkDcLgfNYdHJaXV/
yAOkt8hBISPkltwCP7It2Qb0/3mqEYcQpuvbyzCCLqQz0mlbFi3+fnWpIAHZigNeGsUL2HMtSFQa
yqGXQ8a2tTNZzxXIa46GDfW+SGpHa/lsuX0LCv/ZUgowYVU/K8GVV3lip9XbiQZ+3LSFIIihobpY
aJn2VNtd50V9q19GDdoCaRPnBxQMwOgQzI5fMagiJFpQuFkF8p1QCtUV8qy3gfYGkAdjVUPRL5lU
zf/PMRRIhyQB20kko9fF6CzKvxZF52C7xU+05RzKaL5jynwiGbI0YeJO+miHSb6G4dsiN6fvvn+b
Bz4UsNxP+msDWYYNiI+ih4gH9lbYwNiMoDE8s8SJ/b5utadS6b/m5QQ18xg8eHir+w66Z76Z5CSF
/TMJ4NvpjIaeBMyaivo0T9MyCbKqy6SmREILcBMlGNJjXBuKm81j4iLnlB7DYAJJO3m6IBFvp+Sa
UxUJFCOfD/x/WPuyJUl1ZdkvwoxZ8JrzXHNXd79gPTKLQQgBX39dQa2iVu/e99gxOy8YCoVEVlYC
UoSH+4AEGtdllZWBQvDUgvA6tMDSSxiBQcMoRftouFm9rmqRfB1Ldcc81HqtevWtF0H3CyVTv5PA
Cz6xwgEPczC4dzkzc+g+ieSEb7a+5qNjb4UbsCc7E69pFO8nnT+ig6rGENiaBHXj1C4cpItzbzhZ
lIH64PPenQTJeKJWZ0JxvhvDaU+QoGqATnnfIqI3I4Q0fAiULH+3CR8MFCRKTc7kN7yPJdQRzUd+
/3U+r8UaPci7C/g3UJ5iMmOzRFh613wGSzowNzpIw12AAivPB1WZRkfrAw2KoO20XWxTFt4s42uD
bfcpDcIau2TTGPAdxpu5OajSvxtVmaFyNw0RLgBxUqoP1AEmu2jleDzZf/DGannTjkV/XZw9pom9
8/rpgxuE3NPt4JUtuMBfQRATXkVVe86qQzzgGDrRa23b0W0U2LdsAL/f+Q4YyGYX1FxNqyyNDDxd
xnIDPBFEDZbn02AXNcist/Rg6sjujtK98aIrN0o7U09UIAO3MgUAgpmYnf94+NHspe1YIFtEWbpm
O/Q1PWJsc9Rl0qlJxIdLFxmVlblA9QGboYeQBt4Hv6S3qmRDjl5qoTzIqZlztF012+YZnLE+tJBp
c5NVWZeQm7As9z7Np+bgpV1x5I433k0QgoRGXNZ8GSD3yIzY+BWo5uBXNvvasXJY06DSz5qDKiww
j4RyvHMw5TyoNP0rPRFc3h0QI/LnQRFwbfdhNm5tKPStSl2p4OtKBTrUQ7NG0Cq8Oq6ygKvRW3tw
bSSgv0LpAQgZ3/ywawJziagb4M0R8lm9DzarVO2hjwZ5Y6Rz7oAZHu7KXDVX24dCvbBLH+I7oEAx
03Y8VaH5QC1fm+gMvCXFQfq6PEEPpUmogxtxvjNrwO9Y1PK3WcKi6Da2RCQ1tYIo3XIXG80ht0FI
uFwKuSV8GiBoDjTbMGaHKMvETYBUYRsEKt3SHVXp28pM+ROU3OwLtdoo7K68keD9Qx8dwsZUWx+I
i21WhW82VK4+RJURzPciqmr5tZ6cO/KnWxHk8WIbJ6rZLhOpSNw7kC2+0jwIDoN+Y2QZgkygVKk1
/5WVp7+Fyti910O8W0RgrSe78D22tlrLPrcxH17sLNl3Y2B9KZQFJWvejntyy5FCLyxs7Nupt0//
bdrJNuqVr0DDRdOWkeInh2CBrSGdA6oGo23pTd2OWMiomSG2/qGZ6CZRlpltE22X3kghKGHy3zFe
Cy89NIVOIsdfSU03QbS88gMUIujezNMckUkNXKJumhmwh0LT9FMTKYP0mtddPjfjUZnXuDZ+zTMh
43HLYv6NWrHwvFvfmZ/YNE0vHRfdnQEdMepLLCe5b4vwRn0DkIv37eiAMwBXBKNG84AF1iECwcpL
akwGMEXjjvrK3rYefRAG0jjpyfZp7NI19dVTnD775e8av7y9yoB1lxHvn1TJc9ByFf3Z1+ROgA07
h8x2a2jpgC9qdkE1TeN43gO1Ml7YwACm1o6avQUMN8/DG7VoEMcCfYUAQX+mJk3JAvnA8ux51LQn
Rd/mj4aO2vI6cfdYYPSQu0nq44Da/Ru5ICmT3KBBcVwGdKUw9ygEAIJCT0IHWaZiniQum/7oALq8
AsNEiFR27a+yJgSauXZdY2UbXgKRLRFuXDlF93VRRfeoliwOKeSNVib5NDbK7Hgtb9RLB3IeTzyM
/fvZKW/xcGnxG5jnzUMwJZleHh+WQcu1uL6MlYHCNsy5t0HBFTAkYWzaZw9fzvtaoFQp0NrU/vD2
H9Kx2EqGIHjdmftMFv3BR7XQU5x4P5NsKn9wM0TmgFUvJejS/uaQt+wlHKt6dsCLtz/UIzZdeoYC
m6VHBh6ZVepD055bcX1lheG82mI3RWX6WjdDcxvSGDhtbZZcJfscwPEdklHO6zLorYnVeoZI1jRV
5/nNONgh7pE0qVDeB3mkDwcZAfCW9CNUftHR6ncrnUHmnd2w4UmdIdyQJbRtrHPyqtpHBYcanueG
kHUtxNYTdvYiSiwF0y7uflaIVRm26/4WSGPVbMy+eB2CGgXw2dhpS2wPsfw+WXWLYjs9PILYzTx8
Csz2BSmPfpsVWO23Ggvha3yEaF28Lpm8UYuZYFOYulysrdECvkP3ykC99cYxyuUbrwJiSg99Hx8G
A9+ZIRhMU1BYIxaAQvhe16gUDmhVcIM8IW8fgCsKe4Ge2eZXqZ6pPwK328Z2wulMAws9sKPilml4
bop0PDFdVtF0Ab95+oyasR/hPo36izVBaxssHOBnbCp1ITfymIy42ncSZLFHgI/kOvDKBhnP0Zhr
A6Iiq1apZap7qw/qG7AvBtCsSJ36qq7w+6y1OOk/I5w4Dx9ACAgO88L9wUQgzvRykm0a3iCDtu8S
vOnXrR33OzDptZtlqacH+KrozmRSoOnbmYEDkDTCoyLzh69RUR9BvGP8sjzrAuHS6YsAs8Caod7/
DrxZxsGTZn9AeSlQm3oQ81C3mJnNcRqS6m6KXL7KR55cC12VmqeARytIAs2td7snPC42pSpP3AGX
4kIyA1godH0MycCuavITdRT4eW2rwkWO346g5CrN8dqAIe1V/q6VJV9je4jBkQtWtLAJnVcB/q9d
ZqlhR05gbX0bY/uN+2r9cOPioBqePsjGSZ7s0gEwvjBBX9Vm6VMhqvaCJ84X6pySpL6CovrKB7+4
OGNebKCMC4FF3Qwl3oArOqVDZGR4hOmeccjRwyDcqYV6/C0Ze+87IHHFgzuy5lYAP7rq+tD8nLSD
sakamx+pmSNjAXVM9ZJbegsGnO0qATPM5yhrBmArzODIkiA7o+rUX2M5tJK5EJ+mMk6upjGGINAF
DABCst3GqIL4VOmmdhPazYyb5Ip4JTTR4hbJMKCwNqCySU7UfHez9GwAi4EbjUAFU/sdlR1g2Kqr
b6GPmLqOmGdmq4C0ksFtCHl1QUWcv3n3QEoCJQCZUmtfe0QdKOXJA5pE1be4eZuDPAwozoGLCBzJ
eCCZjx2SadupQQ3IUDXWI0rprcdChLsWUco78ijTzAHiIBxWiE6BZ5dl/rTC02Y8krProCZbjC0w
VxhKI1o9J8KR7dat1FSua9/YDb33xYam1jEHHdOq08ww3hTVZ2pCpMZ58aR4a8bDmO5SlCpvhkb4
h5pDMIz26j7+6oOoVLqhjTz1UpN264uz26nojKBOtqKsVud2oArOeL9L28AASLmUJ+E6wdkEamvO
juURKLkGZFhpANkpddaOQ7ofgQGaZ1oG/DknIkVQJdzkCZY9dgGgW1L2+X2Y4402TOyhiThMwBCc
Bzv4upj6zIckgluqddwVMluzpBSbzOjy3dyu40lzlqfOcW5bEV6+TcVvNEVV+vn9OEjsD/Vg4O3m
+QuU2IKkbjgV6bmMVX7BauftMAUZwD5/tpOqBvN6eyY7jeii0AGNqklUM86NabD51EcQDGaopXQi
w16RzdMd+PdXaw5Q1HahAaEzhNGRRgXSLknLp8kbvedBACYzpndSGN4zWRxjOoI+Qt4Lbeods1ll
tWRn8uDISGxaASW01mh9rKhQKikacEjR0ARSsicUY4UraqIk1rr9D1diTiPvU0BcWmThQ1l4qJSe
mvLc6UM6OGjLMSmBGZrKM51Rd+XKAeTEzgDexvcxMblTP3nWUw0+nz9Pqd9o+2YLKa107xZxviHd
8GOpq8Nq/E42dmuqqwQA/+oVRb4pTNs5D371S0S5vFhKvh3izJUXsvkB+PU8tzhT56Q9JNgaEEd7
d6GeARV0oHQGr1ppPCxpqqlnydkcmy/ivbLcRZqBTJSmooPRgaJSe1GLXGnglHTzwDmj9c9cy/T/
novs71dc5rL/uSLNbHPunFGLjccnHkZNjspbQvAG701sd+yXrMNjZenFcuJjk3qREE8Ku726nqGu
gy2iI15tp87OgNgh23waAKByzCzrRDY6cL9GPbM+oMwAJKWvSYcdBHi7BBtfDMDvg8x4rbum+s6d
4DXAD+E7qKDnE+BJ55N/dZnRwD5BKuOku7ke+T9M8X/uAwkwVHmBv3vrSc+7NIPvrojooUyKZNdC
p3Zmh3AYlF3q2vRuHf7kT3bwnE628/q3QVFgtzM7xH8OGrLaeY0dN70ojuJLWRrDPR26lBXQylwv
lgmBuHs/1QvyPNGir6Zms+S1tbdS7FF9ZY0fhhZybURNFc1T9ha4OsxBByX0FXRM776JEmufRyCC
JZuLDOWq7RgHNSivtz1q6o8RE8Wn0Zj2vLEBatV208nDxa7i6s3OwNh2bICv++RV2EO+2xf/f9ur
BvVrlL2aE186ewXKS2gyj3OyrAFt7UWG7fOSPyt6u9n3XjCsl/yZQgoTUdg02C1JMenGX4rYHc5k
mu3JuopQUUY5t8mI8kvi1M/LpSUeOPumScb1Mk0b9R+npo7RKuapaSITVM730rfXk4UKQeFPCAwW
gKTcitr310YrStQBDNFt7sETajyiruWl1Dbya+0ICopAkOxphnksTfA+iwK7Dwqa9KTvByxP55kW
0zJnk+Z7vG/YmTqBA3vMvEJeepTxb4aSYcWtFzLzygMvvnp0kZrVpgA804eqGEHVpZu0XPF4jFyb
ivIz2fwABAcAhd9R5+ym5/WRCt8tNm7/XqY1xuDjtDQoNBDMypTIsY/CMoim7cFoTZ106N6njQS2
CmONVdXQGd6x7rCyo/VMEAMHQU1az1DTD3qFQiSkJpYm9aKWDfdLfgli7Hp6VBDvo2H6FnbYEsXM
7C8gFMcaj9pMG+mMDmnEIRGbt3saGoFlHa8NPYTaywxRBYJ/p28f/7DPM3+4yFiE6YoFXO0Q4uiP
A4ufbLc3vzIIsYaRl/4oZdav2yELbhD87S6g8UA54ViF36zmSg4eVInXFQOnfDPU9ZVDR2RDHf7e
gcbUdyg7Nxu/Uek1TOLylkzAHiC1lf7w7ee+tqZvDorSN9Cx5XrZHO2RIkbsQUC4E+/c8WtpumKV
5k58z7nv3qgDWwDUVugOAyV2c0dtgH85slFHMTQnZiWgVvQ0BGoQ6pFsqvOAshv78bFBZHDnxIa6
i4rEvrNa80HoRW2GVBK1VGckOwOM+VAEhshjzJh9QlTlSEUtS6ELNaHu7J1Afj53kj/Z6TAitXTy
Uv/wp11PC3Zo41RZ3eGDv7bTBfLJSM4oyJk7/xiO6l3kj001f7yl3obcAInk56ku9su0NjD11yxQ
68YQw9X3kdAZgMm/6yO8rlFolj6KPATst4Jiw9CGfG25Vv3KRIsyPtUWX4MAKACl+I8wB3kS9+Vv
6fJNnpcM+qGPSAZl2KUUYl2HTvQbqTPAuIv8+5D+RI1e8+JKOW4TPBovjcmrs4Xs6m4KXCwqQT6w
isug++HY8dqYivI3OLg/SW90X0NjQHAfkfebb5jmsXJRus+wJ3vIeNCvVWdaX0e3PyrfKn6bbDrJ
MWy+ArQJgS6wHzIpVonqpyfT5tk+cpv81DCR37lBEm+ssFdfgaTfj3Ve/DLH5LMssvFTr4YRu0+L
X0JLuhfc2dWW9ax6ZRLhQO3qdNMxZUFybtrUW9dxJkGB7YlzGljTUyesJ/B0eF+h0Qw1p8jtLtAP
qx9B0/ad7PhjEJXpG3XloK17aEUCIHUabIwQxXUgwIxvRsnTa2Ml2Ow7Tv+99bZ+lvIfANdAJks7
2MIf96ihTLaZnfN7FL/w+ypCgRcCDjXi9V55b0F7LVjVJT7xVNyRCTVcBjLTKnSS1WBUh9josp3S
oA/8q40HOyjSFcLG6uTo997cEaFaYIqqe2olflRdSzu5LoOKCm/9MUlB4vk+EUfCeIObKdsZBBHB
gvptYvJhiSVWZdD+ILK3SfNx1rkcz1254p6mfJuJ3+Yj+dDhQ7se4uksgHWVVnCChM3K88HiURXO
bcYsTJDGQHAg2xHGIea2uKJA4xN1kslPrKvt9G/+Agh3pMli72y0gbcmOgq3aj9XqWs92giaXf5i
7xv+0Z7Z3WevEG/+DQBAa2KvwO/mcxhl9uMQo5pqjmTxqBdv/K5IglyYD25QwiRQqVoJ/oWu7cA9
Ebn3+GKqlx6STIcOJdy7bnSszxMevLFkyXe8wkCfInLjMkpvuoNKdQCiDBQk65HI6VYvgx4pKgSG
Yr+eR5KDF6EIjEY6QFTcyQyi4+yfkXRNkwGiSCO9JDA/C4CPyAErPdRexNsybt1HIMSzHf4Z4UXl
KfiGIV59cIRTIy+QOFALlyb0qB3Qqzp2/gPSRbuxZlOMmsRkC44u60fmorIQiNnskzeZahPayr6r
VGzs+6nvTn7TjRfk2SE+zqrmscFjHuV5Pf+CZcRzlAPcu0oeJ9mCMaxmtVYVcb8Iw+Trv322STr/
8dni2vzw2VLDgMiurv2i0q1kEOVaOEl3mouzdBOo+e5EZV/CNh5RRyKOtcpztUJkFRRyFK4LWtZs
nRSMAbPRR9p2GwyJsUIam2PX2rHdADGzdTJE+NbJKKoU7+jYu0xaxWvQBy5NthMxxM5ZPeydgfGT
AUjIVflyuNIZHWRWgaEs8v3N0tE00fdUmNGqbNmwc7LYOQasTh6DUZe0jaD6BfLkghLP+pU8Rtex
kd90XlD9o9bQY49PAx4lzpLW/xDjn0/JaYITpQBYlno7NSTY9oONbkRw12MBalCiYttoWLFwRLey
OiADe8CCnn0PEGk3nz6TW2SC5tSra0Tgeuw10rTrbp1262PU8unhf3MbcOfvOaCIkLFi8qUtyz1K
uZHXw523s71k2pe6qYp6nUE35DXnjXnKbR+y48ZkfjG94deYhcE9Es3DHdi0UbGu/R0r9NdCMmSu
9LSl5HvyHzP2Nm2FuPFhKlHZDmptMOzuAmDG1sgupkfa2lKzNrPsOG98dS8qNtIPTcQy02PWmMhE
N6guDQi4Gqdev7Ks3tuGPDQvHqFd8ZLo/R3KM+7frgh1mnPcIU5TTHZ3QZEJ6CVKEFVfINAZ2bu4
RlF5xQa1o346GCz9lvm1vR+4LVHDgkPK4/5aiaZCKX/hgUEm8IcVGdNKvPk4vpTrWghkf7U3dUgW
D+C/hNJCXiN5C611eZUqApgQ+lLrroJEo8qB5kfqHqdYeXU7ML51qwChyWFFxlb30FkApMyxatjd
Yq8tG9Qfc690NlYNoOGAlYGH1/hZ0I2GWyi5drmLe45Ok+CpdooMCmeIm9MBOapCIaT7T7sDvxAH
rz9ZPoyk9pSnFjTL1zTXMgZCQgjF64NdMmfrDoVf3EAP1u1McIHfaityrqZ8sTTciw5kprMpUc7a
z0a+TbFSYdiDRMFliss1ueRkG0PeQr8ncbfLDG1qvmB3koCmL5B8ZUCV7BTqA53FuddxMCn4MGI/
F27J2k2tC/iu9vKYC6VzMR7Ih0yuV/0zmqZc2uRDzaoqPXe99PgWqzaWD0HJViFhpHj6dsgQjWxR
L492MQQNCIfiX7OtoB5y91pW7frS+E0RyA9ByjxNofKTgDy9A5r9gr3jx2jmH8FNGhx48YuRGp+A
gnautgF+QOUkI5Tix+zajAUH95I0HlCEZq+bLrER4yniFRgj+c8hzrcAKXJgP1II13hR8ktmzfcq
9rvP7Yi8veEn5iMWPAG4J4WJ/2OVH/HS6sGC06Kan+VbHy9X3A8ex3eRqfEynxqONE5WizUVzxtU
EukeOvgKyKwRtHgDdoNdaqNoD3QYXwC8fIBYZ/sUTHV4QbFguya7IUG+WLVJc5dHznQfegPWL3pA
Aq4AZIwq7+yivvg5qCCnq0z+EldTuxrAyHehw6iM8mLqw2KjplRSrL3C3lUTAOGKi6vw4+olBAr2
UQTR2rTbBLiWTevz4sUbuuoFkVfAG2v5SI5xVdyAkgruqNVm7c+BN+M8CfTqQKtaJLgP9ZyV3tDi
QaSO1Cwmb9oAC+TuqdkFNdKDCHDvqDmmkcBurA02jr4ouELTI7Ibzpp6kYk3Tk0FegvqDfw+vXYd
VqjUaw52e4eQwQN1YumarmpvNA+lYTgT2JbzFgUZ7anD4gChpDKPrvhtRVc6M1T9GXzZ6mBblTet
7CbqEYAfwQRvldgYllBm1md0iKEKcIpSHJbm3/yWYTSCXGjY0vzfT7Vc8o+p/vgEyzX+8KMOJpQ8
9tZTlEBk2YBKSLWi0+UA4g9vUzn1sIJQQnFeOlgKSvqmKv8ZQu2lO9AzLk06+/MCRYeMpMXAcvj/
nyZp3j8YXYU+yWxcrkpGv23cauW71sMkU+zd9IdYhlBzdqFTGlLX2SuUN5uj4aTVfQdpSA+poAvX
jJ10qEcPKBAjqtej7bzZFJ1l+c6AqNF11HcAsNFS7FqZo1bifSyNqDKg5QZmXxf7ZKJ2eyrwJKKr
Lh0j6HWUr/IbDxKszGXS+9u8TsP1fMX3iRGlQuE2OLwVXbuQHLvkxso281Q0OJFfCqaSu3mqQlr1
NkmNZnYJjfDmgIRoD4YJefKlKU/zGSv6t7O/2MhlCFxW4MbGODrw97PF5utpllmpY7E1YAldZy7u
eNC7hY91z8BNlYBJnZqRl4eP0oaEtsrtu0R7NJBXOySd16+ps3GD8LFCvKVslHmdBykJpUAU8SDy
BYgol4LfBY5zA01K87OevJvhm/VPV7JbwnDCYQmiTFxYWoCbKTSjI2uHFwKkEww91lh0RAJm+2Ii
D7KXzXSHKvOVOWJDUHjZPQj03IcszdgND6QttehgTGBzLpzuZz/GOTJ9HRB5ddiIdeBHYDFgZXxu
C1fv5xv/S/d+lmfWm43O+sL1vyTJWKzMqmRf5t54b1rhUy5l/uB5Xv4A3mv/IrrpTCaIQ+QPHYD4
dxGeZVDNG+I1ufX9QwIypnvyokPXikPuVOpKrSHN8oeWV68V42DS0DOTaRDgrPANOz4utr5y2nWQ
mfmeXKijkCWKLioU8ZCN5kwayInGnZtvlqvGTDr7fAAD9TJf7BT2kVkD8FpWgA+cVVNwdv3ugYbR
nwRcRAOl0vrD7FYDGt5s/gjLn5BjR6nA/nVbTDxq74eQJZflk0kWpSsLNImoScUXRr7Cb6OVYfjs
w1/V2BFgpDboqsiFDuEEDhBhCWv+q2hS1ocQ3StLuV4ua3Y8OBgNcOvLX9q3vXEyA/V5+eIQIAXv
vyyOy6cbuBfeVfEXmmv+H4ZDraOu493cnGr3BIYNpYtp1JHZEEkwqnL4lonu2S7K/DmDZOOJmSYQ
utoOPTvHqLrbhHU4wJ+B2HWgMjoGZe2+SBDdkZPp29a68832mjqesTG8qlxJCPA99YP1SXUjvyrd
8utw2gErAubkJrSeWn9o7wOQXnVBbj2RqbdA7RWXcXom29DH9aFMK3M9D/Ds+GmwdpGUFpg4AdHD
urrPjjQ5OHHzE6Ii1oqaNCDEj8XwreGBTP2EUGIx9O2eJke1SXnJHP6LOunjGql1Rgo3vpuv3jkK
aLPU39JkAcvVzXTrG/nTIcyyb1XOrAu1BiwP9xGze9CJ4A+ajCF+AFJlQ51kqiCRuXLbaDhRM59q
58BSBOvIhT6CQmWcOT2RwWDQeAmbyTzQBwCth3mK5YCtJPZUKn01U6d/mFwm7+tJ/YxUGH6GtPu4
hSLgeIgHNBNpbEC6BYxmFoaXui2hwIcK6s/gKXRBiVt257pPAV2zH2ZzDwU+2TTgC0GMZv224waF
2mHG6S3Y/Bypj3PP69UHoJ6TCYiJW86jgY9dx9Er5a9jk3+XQlbPNZJsBykg8YMobfisHSi1jTXg
d1d8NRDk/J55AEDmyv2dO8VdV4z2F5l1I/RAbf7gO2m/Dxp7OEWNnyNOkZtgDXSH53yEMi6HQOcP
PRwape7vFMNZiWAwfqLRLnIK/DQKEyUJuo48DQwwW1g5is+KZPgEjQpwOcO+uCldfV6EDGlEBNRm
Nx+19+SG6oi32UbttsyWZj8iIjqA5PEImm+UdxircvxZsgTo0tB+hexwA1CiVR7E0OWfmt69sNpK
vqOep1jXgEffJLPNa2WNSK05Y/r9faQqIEZBIys/BmzbccyNkWVIEMW8+ERnPPbz+Uz9xfY3v9i0
TDw36+JDns3wnfEMZrDDh6zenGPzxifDm/wjpdfmXoYs2dYzGpSZvOfoyJlmKRpxIPuQFSs+IbF7
q/u63vugH3i1y3rms/KLwNrmTtAegUKCOG9RzXxWWEvDnnUg0LZD45P2DxAnQ5UaYAreWIFH2a6V
vdXY+XXih+DBbpL8v7TVOpOrKJXROcwhOwKoTF7dyslDwsVSG+pAnrC6pdAQdDbZNGyAoYrOi1s0
eslujAu2HlxUcyoANc6y7PvnRNl8C5ayYTc3JxCxuX6Lj2Sz/lkqawKBa3GhTjooBsIwFHU9UItm
G3LrbTbXUm+zxY4R73rJO0S8AjtfEWcW5IcuKrDaG7WEWYhDFpbtmpp0QJAXxJyxuLlNCMCm9hAg
EFu7WkqEbH+ZY/bQA/49x9+u4jTQfq17cE8mo1s/Gbl1Jm6GCOqkhxy1VttB3xTQ6Et1LFrdNRDt
fnLVdDYh/rrFw5GdExEn6y6Y3IvIK+eTCbr0mbZO8uoEFsp6EwM195ncoqJxL5YZ7wO76lFU73+n
O0YICFc0iFk8dKbZnbu4DzZmnKffZXmtGif82uegXZ26KT2ZZcGf9EDqb/MKGjo24EJOmvvHvMA8
vrD9nzECPknSqe/Ilqp174bJfR5YFsRcJ7CMOtUEEeX8zdeDIouEHCPfWEie9mDoBfeHa24GOnOw
VVVcBggX4Gzu1WdO8s3rBqi4BygT0geQYsp4LwDo3Xudi6SsxJOowzIC/P5s2od4zjw0DKl1zZc2
/zOSbtwIH0FX+l8WSZ89QFlOa3Dde6HpfS3AtQsxRfXVngZzLfNMQUsvVofO742DiUznnUJJ+Bp5
uelLMwwX4tAOOdg700p9NZsCcpCovzBUVj5zlN6jdBtncVtDNhSP5Gcjk2+2pZfOuGmKreItmIFc
PChRolGe6CNHflFc/Kb9Nn9i/af4Nci+yKNM5AGKBdlLWNaXqjLC5wyETyc8UfRdqMav2l6YeFvY
SeKefAaqlH/bJyQyVpUlmgMef8MVC/7hOnm+gj60W+1zu05XjTlk44p6WJJOq67xkn2lRuiaGdBB
CEId1NLNxcbyYjwA29Y+9PogQKyP7AVs1KSOxVYJJnZNZPdrQrkR3g174Afm+tGR8G2L3WDZtDeB
HV4VRNO6KFuFTvuA3JrYcomnR2xY9h3PPWOb6rPYH9/OyPa3XgBLQZ8DrOQ+w6/nFCB1sBMTq1/a
lv90EGX8mTZih0Cc+mqVUb4Bfmq8ySBAZM+qxI4XzF/bfDJWUVBal4AYEShQTG0PETmsc+ITmejA
dBSZzpCmgJZrPUGIFuDVXcYkqpV1wR2BuMgGAgDo3zj+FYGc6hbqxy+X9hcbynKHzPXwSK6NIT+6
poG3RJNDA70XsQsxHSv7GeGuCGzf+1aHSbaxPK+8hbkZnJOpEttBcolab9SLQ83zpyvK32PVd89B
knb7KKrKY1x6UErTk5HH5EBxPRXeN4T2s03EJr5hZjAeQCFIGHU6hJw324h59paaCsV7j/6bg+t4
e78sARcfu6eJRyjtz9PyiJwGCgyh8PAAZZA3W8OuRpQdeeJv/6ZZETl41erOSafiGU/MDSCLynhC
dA3fgkrjekO1/zlSVwfkem28wqDyBCLF9iFBMGa2UZM6gG7vDs7aYCBA6N3efkEZeH9y7VpzUwcI
H7aQhliaPggU8b0618yJgZAO/HCda4ZxSLV+8kUbPzGvKy79mEdrYvT2/7HLyikulaPlmRCB34LL
t4AoYb3CbWt9B9+GBObfLu6Z9EdwveAfUXhp/2QGLQiH9KN2TN58+wSMxo4tk8fEAnm1jJDIwt5w
+uqaUOYZ5PgKuZg3OwExwJE528l/4lm0jY0JNQZdlx9clSY7JDmQ1wsmPBeRKwe7DYpC8qI4WHnZ
fSaPpEvdfQZxvhUWW+V6pp7vDHPY/7VNxPPIl6FKxgvCg+2DGi7xBdTP6CuV7ccm9SLir470/Tep
+o/eP8Yuzr2eqgkMuZ/i6aRGJF0hhd6cB0QAdry1nCcOSBhkjvn0s4ru6kFFv5yp+e14QfAiCws7
y3iILkCBt/MYWdbGlo+oVKL7zRzddp8ZSYXYk14DSb3gUfpQhJOzNs1vS830Ulddg0ziWDYQ93FR
ea38UkCgeJRvldiLHzQZsDbvyxfXFCZ+p6oFN03p7AoP4OI0b+oriuD5FrCn5lPLrB9U2mj4P/DY
yn8uY8x0SjZG5H2RPv6ZVLUGhHGzW5qhGJod5JGTXcHi+OKNKL3yhldCv1dVD2m6JBpvgRuoiy2x
kUmbyPom8tnBGZ7MwVohW9AAIYJbosIKE2Fht76QDE2pm55uUq/To7aTerFX/H+MfdmSpLi25a9c
O8+NtSQEiLa+/eCOz0N4TBkZ+YLlUImY5/Hre7GJOhGZVV2ny8owNEJ6uIO09xrEM7X+3djY1shc
pBkEVI3simUC1pUwoBXloE5ly7DUnOv7yoZgwNi8lq3KzZ9t7KgH+NF6ULgN0nsdzASGNjxDqduS
3zNwiD3Iasg7o4Dr32g48XOQ5NUGTlLTBZSv5GgXsb2bity8mVFhrTvL1q+dyB7SJJc/QewHvtFt
f+jyz+GObgHf6GIBIX+8K6CP4CIU46Znq+l8oAeGT/Tzp3ohM3vnFNXiPuSOIr2B233KMhgjvRsS
pYVudlarIYY7wZDovYEXEoYfxg0KNlCiKoDaR3BlVVphf6JiM+ZvRaIe4u3wsXX8tUitEQM97P85
Np+A0Smz1IO07dmqnezgzgssoBHhyKbKVF+oTIe5i59P2SGKnfDMsfgkPYOo7f/wrVzf7H6QD2yK
rySGYGa9uQNsNNpSrzGd/gBLL7hhbbv0omoxmug1JOg1r1z/PRf0K5ZeWV3Y21bV5gYRSgCEh4q9
hCa04fC79u8zXUOPGw//CzgyyEH5nUbQpTcvE6DiMEeszYcmr5t1zrPhc+SaXzvXif8QZYPhcx7K
SkpslVj8w3ZhtDoEFoMhW4DfdFBDG6UfkSbpeHjxufE1MXy5LCi7mKfnPNJfaZlGGwQFlutKmV18
pMWaK/EdBBm+2JCaF+l6tYOfXIwKr4pZ+Yvqm6EFtWOul71av3eleth0JngxuOUKgr3TDqSZ9MWB
vXjGlf6W+qBBO9Biu0aJ7q8KBGpADRr9LYI1gMWgvSGc0N/9OjLm4XTLUvMlw8rmAgmm7IJVb3bB
DiTaW4PxSZlheDKjcBuItHxMkqi72bEDQEsPZ9ABMZd15TO2p1ajs5pzEKgvSysb7R81yB8nLI6w
a7GlActLRMioLx0gXLe1+sy4o1JYurb3r//6n//nf38f/lfwR34DjDTIs//K2vSWh1lT//e/bPav
/yqW6sOP//6XdJWpLEtCw8JyoT5i2wrt378+IAmO3vx/6AZ6Y3AjEo+yzuvHRngwIEh/RJkfgJsW
lAjdunJvurOqApj0D008gobbts4PpM6RPs++d4a37GODXscnMFZ2Ma2wesvq9oCaWcnVnnS6U6Qr
B7tUudJjGe4Wl8E4bH4pg0d81QDCvC8zotiKPGRjUhiEQJmIDkHsf6yjzmWaeAzf8SPsiYGenQ9W
lg4Xcz4MUVNtczz0oMj0Z2tStZ8hpp/urY5hxW6ldgU8kuqWLjSWOtMEcFNgq3/+6KX460dv29LG
N8uykIO25a8fPeTxcqOvHfux6cNxjyRwANQUnzapNMrXKkbSZF5O9BN40KWS1Y162OA8garNABP7
+15V5hvHVKsP8/RsltkwhxZmxcbRsmr9moSV8CIz7i8OLDFPZQGdjBG5qU8TRJ/x8do/5q7QnwbG
e+7KfDiNBMl4pp8Zr8a7VkfmUUqBZy4oDc5/+F665u8fjmSI+uLTkYCG2JZt/frh9CouFaDz2eOy
SLcLC7z8XH5ChiK/h6Nsdw+q/jM9DsM6M7b0yKPi3Atwrex+LOBVLLT7FTHgdmNbaQbVNDyYdFbD
rMGyms+irS7OvEbES/Ehi1j+YhkFLIOKHl3HXJ5q56aNvLoBaL9Fwt56zGc1/RLatpA7iP0T1UEy
LN41BfQfqZUGVOGwtWZdfkTN4FpbhRK8PTNdIzgVHSYng2q/n4HyOPjQzDD7uFrXPliEunmEd731
+FtfyW+1LQ4Kzh2/Le3JYU60lnucG8l+buoCsJN6BD2w/GVnLsM/qt5Nn5r5gEhhUVkRBMBQSEO7
W3WgHh5Tt8ieRMurrcGnfEOtNLrvk2V0DvHeuyXeKAvBNkI28Qdx+a5x5qcyb7bUUAqm/8M3Qrq/
fCMsxhTH/xYcsx3QkB1z/jl9eFLhySJGSMkEjxZeUbCPY8O155BXJp5hWH7ibi2+0iJMGt1wDix/
uBraxRLNqGAFGcUXcpVdXGLJPHaxh6XTyi2KYtXMbm8hQIDw3ikjmMvE5YkGUQMV/591y2QBi/1d
XSugbEZTJXunn/iJScVPdCaH2CxXWTgCbYVEEdtLFR3em//SZ6mQVbv7D8+eXx/784cJAShbMlu5
AkJ0rv3rhxnrivEkZf6DM9QjUrGpu+LgL9xEaLgAfad80yVu9poza0NrXepRVRosvV72ULiF8CzS
iIUC97gr9jXyDPNztpqfrh8OIBlduhZebuhA1fD4QNCJa4TTgilbVzGHvKtg6T1343BFwRZqYKnx
1oDsTIgoAWTdDdlm66gooGXju8m9DZzLP38qrvOXr5gpHWY5XEByl0nzt08FKyoZZE1iPzDY5V7M
2TAD0iYxIGyzyy1pogZ2FHlDcR/aU+J9kF7OYWhAcslUB/08EGMVpORJWtl3RuDgBrvx6ioyoMWd
1muCAuYW5DlghRycrBkxGAU7py2cl/detQ10msNg3djPoaHCjyCKERrBnortXNcrMJT0aP6ljvoV
c6hp6Tz3o7qxVlhqS+O1muW9V04wyUc8huErIoIISl12eaCWsITHll/BhotaP/R2ZV3DIFe6Z92K
+SswfsHXqdhGop72mQWgylzP8sHGMwJBRaimYMcPwX4FML6lVl3tDo9iJpAUICIjdYud0lya2/oR
DkpJg7AcLMJ0kEHeuef+AebexbVtQsjMT41/UqnzOcna5oGqcry6vAQ5jC0VqYEnoFAx/vWfvyPC
+stPx4XfhsthLuBaErvwuf3Dc2h0GV53o1k+aM3nqHP2EtVV+C3rATr0B5vdkPkJAc8DABj6evpb
AUUM5Pf91wJppS18U6GS4djh068j3apj2MCMZzc1QnBcocVi91GFmBTkaqmowmmji3Z67LQDVZEg
24azI16RG/kFMrGAms5F7DCavXJmlZu5mFYQHy2VNeypCKLR25RUhBXyJgTUbKNMfMuJERT6ot6E
k918oF6DLY6VUVUtxCEEqqZDIkF1W6jXVgohCTiB8YV6Dbe5/M43rQ/U6yIY6k3bp+1yCbrOCGIO
cN8idl6FcNp7W7jBXdyB/zqAxPNqtgJO4YylZyAUnCcelAdfF/wVqiLNFs9Uf0fdogj65wVyXX2j
gHfqsIOgels2X9+nNYMJEeB5OE1btHmAUHxxrls5ATcK68ax7PQTNNcl8DmI1lVOfRhrZARAK3DW
UL8If2D5lK3SqfSf424Snm8MyV0GbOi+zTtxoJmsBhnA95l6lgYPbjGAnAyfrM4f1gKmcQhOg5us
5gPVW1UzbmrLbNfcnt7qqIH6DRhlMmYuc6hwBxOr+k4FiKBksk2/QAD+SM6QTdScrGFyXwFitNeR
M2rwJ2Cf6jQV3w8hAvZcmCbuQKVfVFgfaz97BpkhvmN4HN6P2BjB8wIG11bePSHPFcDOLsif8nSq
YRNQdDsq2mXSHuoOwHEqwoTZvNU120atmd8jws69nCXOgyjz5I6Vzo6Pg/NAVUPoN54v/GlrznVC
ljWcO5bufp9kV1FkBwrWwjQI6oaJfaCAkaYM2VzXDA6w0R0DIRyLJQXptlcj4/dhZSGol9cH06/K
n52Iv5rRpMB5rf01tunyVnKz3smkNoAHmiDXABbntgjb/OHv5kniw5AW5Q4Bi25TdrDEy8LioZjZ
KIBBwiV5JqJkRg7TxjrJ8JNCHR0sGAdQX3vCU0qFJXLyw/hZ5bk3jfn4HMUgaKjS5si1YMeO1a0E
QSPHi3QWN7SSwgOxaDj2VVMhA9d3fXypo7xc15y599An1TtTFSEcZ/LxHAtE5wFJdB5tgUSBnWv1
DZyqTZIG8mfQuqeuQUaGhgMO4N7LQIc7AJqm7T8/Cc3f35ZYNUhmMrwYbM45nim/PggRhiobMRgd
DOM5Qqy9j/QSUQYgN3Vzdcv3kApDRITqOnhH6aZ7mhq7hOENVPJtp+D3UZdhPdCX6fcc30qAy+TL
ew9g+AMkqv1w78wSK6Sz0kJkFfufzt2QqEo7G9jSGSwcYYy7Duo6XdYRJtDH61aO8bXVjbhRA0MG
5PbPHwP/fV06fwwWw7ph/s+2aYf94X3gDANw3oq11zdMu+POTFL85BmcjyHihTCAKSboZb7/6JPA
9ORglr8/DGhEkQDkT79+XUDPDpmyaP3Ptyz5b+schyuuFP5yCg8P+ZedJ5imHEaDYXRdFvST71RQ
Qg/CL4gJJ3NQHmo78a50fbb7s5re8RUHlOqv1QF0G5dqZrbhF1htvPeuo8bxrLDMoNG0oTBn6rjh
s7Cg5ZInm1HXEA5GysPLYq4fjKB8O4MRgvT6FjSPLODSG+ez934ZLPL+w3acm8id/Pq5WEwoB+ti
UyBQIJX6PRjCYA6bO6Gud0kby2ML1+k1ACcAQvVW8DlMXSipAb+snAqEOzmEIP6gHkASZwtJP+Qx
w0x/diG0C88cy75yhK6fU6TXqFuWW9kp0Ni9UzG3oG5cRz2DNmCIRdfQFEckXr4BsxP9TIsr1h54
sGWBicSGr15nxdo1Akztg/STZpuysjw3SecckYvsd00lpxsovoGHJ4J4mefpGj/8OU1v8wgDgoE2
clJFceWBxnMIQoTdFXjtiwri/CjwJeFzlKGFkFHQXibjuYJ8w5V6UTUVx7ac9iDRfqV6qqJGOoxd
6Xscq8f1cgWqrOcpaz50qzbLgh3VfbiYcppdO0b16UNd2mXpuWGlZ/UlbAtpCF3KAodoJ5Iq/VhH
fQyrymcrrQ773r/eNRyNsbVQzN3hhV0eAgYxvQQEJJgBctD8VJJ5II0J6xwVAlHfmPtQW2uN7kTl
XOXBugl4iEXSuEn82oY51xSPa+jw4sFkN+mj02rnMkn/zpYapbmqTXy+qhtmwXLCSpEGCOTJkOnP
9x69xX5CS9nBE0LGWHZgJPI5zqFx4NZLc7jzRNDfBve9tS7UQyZlvEeIFXHMuZHqzFhuEAHRt+VK
qTtu03GcvGWOEAunaIrunGoX1jEEx+ZxolbZhrvc2Swz5H55b8Im8X1Sh0+hB75gsaNZ5VT41zAJ
jspiVr4GqwzGBoU/7hO2XKcJfHmGA8gLdad5BmSHVw30GI9U9LWSM/kD8MD5FuhQBpBlSGxxplGB
Cox9VeBvQndFdaYAqh0p0yv1D2UIjQefa48+m3Hwv5h5HZ4VJMbuqrLbCi3lA/QC5YM5QVEJtgTu
prEtna0HGNnD+CO9py5IVZtgQsHUMhQi34hINju3gygtLOOTPkm2wyTDgzRE8SmZfLzHnOQrgHS1
Zze5OMG8cngwuu4bL/34K+A1eCNlDb+qwI3vsMixV9SQ2cPPrnSM+9DP4/NUN4lHF0CA9aRmVFze
jVcovkENfcCfgi6S+E85yMYQ8RySXVL07q6WRvEZDs7rkVX+ViQ1GIousgFGc+qjEiHsFjGlNZ4u
0YHHDgNVFx8ZAlhsVQwhK9c+HmI+D7J7auV22Hk2NpA7KmrDBSwG/p3LVBW+wyW2+lfltuwRvgrh
1heIB1GxzCp2B2bcfunbDKD5QnE+3/q1+Z1mcwrH2MGr1VpjM8cfhYHURmqeqG2pyQCoTwGcWm5V
GU12xNIXjh3znZsJlunQogD7pIYhFsJ6b/c8h9Yi5Hx2dB9tzuTZlNnbPfe2ugMqNVvuef46bEGR
zzd01cQCEHpyHCRk5wvMB7pvhC375b7+6Z5p0FAbf7nnIK6g+470zV2TDdveiK1dW7mHAikeUJna
AvgAo8Mbik7HpK2AfkRovQgda+9SizJykN6yBO5gS88G3IDIUgHMv2Z4wTxHD2Du1g/VS2xq+BFT
HYNKpT7T6VJbdIKtgNjyMyP2dIgXgBk/RnUJWkAFsTCQlpNH0PeSxzKFsWHv3lMH5J7NDQMjZ0PF
gsXiAYOpIw2BkZTyet1nW6qrFXKObbiGo+Z4yLtk/TYM89a6AbyjLSHfLLrkETb3zd3I7d17j7Qc
W/wz23xPc7VT417wicDXvSyKE/WjoVUwwNWLDfWB6rKB9edRRq9TObUHZZaJhwBhtJPNYB1ZnKWX
YKiw4Bs8PysOKs7hksSydJXoYvxDT9skc+qfYzJ9x0ZMfFI5YtRR5WeAFkM/baol9ieiCe4HH3Ik
WSfSL4IrpBwxCLhLLJgb8TWyTOi5N1P6QFcextw6RtFgH6AwtyuUDZUaMTmnJtJ/mL0okW0zoJFo
K+sS4q2xlUXAQcqC8/IYl+6a+UidG/WmlNB3SJCs/6oCdoUS85xFw+ZfDfiQI+SbdSjyH0YbfC9h
EPrZHli8lv3oP9aQOfSg5s/AHpjerg0yeHH87bphG6h7wOrBvtK6/wSwKXiyHInpX64Hp2fQwvK6
2LpjASFsiGhvK0hJeH4CJ5as41i3jR3/Cn7Xyu9E/erWYGxriI/tGbbEn1xpH8t0nrVy+VpN8Msx
h47fZWGMlACNREjL1+X46Lu8ODrwJN7QgDTbTSJSX8BQSOCz0tcHoL3V0+TaN2qf7AihQV72V10g
yguSHGyz5yulbgC9KOk84WfXHAam420pKv+LX22XgabqNqKd8iNnCJTAK+7zciMAX66MDB9cjHXl
RSANsM7nCYF/OeZhm32alB73Aozibdq07WtcjCvqYJigecECLj1Bw6d8cBU8jOhStQUOcI1Vwy1A
Kv1sQ0jRowbDqrcunpovrTLlTkHxcqfjwXjJJf7y8zWhlFZ6k1YJMoEAjsBqt1w+rhz+3CvAJoIH
24DRiT970dKIKgJwBPGI12ayg90wFdUeZhbjpymHXcf8Qccp6PnQUUwv9mS4QHJFYjXhlfSMnMdz
OcIIIkRaep8HMdynlvwpkqgWKPgIi9jIgM16ItTAA+fRGODxOL9NKyOyHor5oBKs7UozMjb0+gzd
Dg3qu7aHenmhFmk47XLIx6xpEPXqAAIdsZy8UMkeWhfmDT1ew3kudljm8iOIOCsH4IrnRBrGfRwU
J+53wcvg5PhwwBlcQlpVxYGWYemwoVY7DRLPQAboQDEsABJ/JoViVyrNMwok45+zeUaonEGfG2Ew
q8R1/+QcJxq2heAWnAFhVOfW6rA67cpB7HunvRNzAyhT4CJ9aDaGYo+Hvn2YighWaID3qLNviT9P
R23DrGUafgT8Sy8DaEa3XYpYimvGa+3oZq3wjtyVJpPxGq5+O9Ep81qDtvAwVUxfzJTdvXXODOSN
hjb1lrJA2AlEv7KBYco8WZ3BzpJF90noJg/IsCJurN0/WjtBm2hVuhFNja8ZXaiW+fe2aPgGgGa2
AWzWhKCTHb0kgWFvUsPN4Y+CYtlD2dvXcXGm4mCKPaBMWEXlvvWYTcUmH7P4JdAVAuKzNxQW0vEL
RPfVrmL+W2uUDLEH4Z/xQK0dc77KXFd3NNQINpPJAHxPyuKGPfwzXSfNZHmkm0rn+cE8/vubotYU
QSy6KQNCkVgsxOXOHyd2JrDgAhucixnyqCsfO5mFc05dFjb6B4BhYPiI086dHOKkv0+0dKI5w7mT
laaTVzbBZpyGNdAt0SPgBNOzCdB03IBkSiXW51iiQdSbSoqbB3Ni8VJKivFsBnl/oza/ce8g+6Tu
qCQC9lhCoXApAZz30g4Ov1JbFqTfuLbCRXyawagcIXbZX5ZLsCpZ4bfhn0liGjqd1SpzR+AK5pvz
2xzUd56oE7VmeM+veCoR7qdW2IjjN5UAsNkG7Nl23GSdsktjV/EBGZb8abKdaBcbjHtUDBLWXFTl
f3aYHeJbDLvLYIRoFTWyBpfKzdo9ZrWRPw1xl2+zCJFeau19Mz3XI55oy9gGchsqeaKuaQbFa8R7
sXCfL6rbvtvAOCBBEhcTuSDyHwEiT6q+viYmFOqTOOUe0rT11SphFwtsB04jjVT9COH/7VJZahdN
cLe4RWknDyLIRjiLzXMw4AlSM/1c9fowTIA6Q2Mve+Run17LUF8ZnORzYA4nbNi4CVeaudUK6+bk
jwAu+WmZP1Id/JK+WKkAnmeuCt0e3uPzRmikCUYO8LvIazx9MX7gQOD4Gh6BVKQRotjquGMPVMM1
1nqjlcRbatNj3N/ably6U49+gG9yW1jxnooK0TPov3cPkzN8geJKc6bqxgA6Dl/Q7kjFoC4lCCtA
nVORDn0lnswmSS50JXcCSj/E2wvMF9woHZjlwcLBwxclufVyYBuTtd0GT5pymzW549HALufGQ//H
8q+tS3fyRnCWge7CLFNkirs4iXZCj9kjdbcy5PcEm8Tb7atAYg9kvbgxbIvWoB2C1h2sYRAEgWjH
NG+xMwN8DXV8r6KzeHC2AIQNFyotVfBtQPZpGHbgZb4Nh1y8CQTy2K1BmD/oYnA2iQRcfgSY8tZF
Kl0Ofq1m3X7/6LY51ErSGqppw5C99TPdtt+2DvzhXF2EXh8H/IK0aHMBoCz14iHR3/0DRSvf25ns
/rGdxuPVnGLzl+RbJEscr0Sm4dQ2oHiTyfZ7kbRY3otgoEDFZO4Mths6Y/n9/N5KY2ug+7zKZcNB
IRFyV5v8J2UWbaWh9FVV9o4yi1i1XUbo2T80WIVSLz9ynscesrdB2rvbxYpH8OeuDZt7V7rlfWIm
nwhQUUSB2jpF4W5bvDqR2VuNNth54Krmu3e5psSo0rPGtiWOQ10ATPJnF5JqigddelBUGTZjn8fj
ynGzG+TzogPhbJY6QtvYQ1N7i0cYrKOBMygGCGnbTOFDgx6vniSQnxn4F5CPM5+pFU5V8MmFPUAS
98F2CBCnK4weooxc5OyiY3fDkWS5mfNhhIjCLUiLb6Oo4iOVqF614m0o1dGB2cbgjdi03VkmJHND
aByfRqfunqy4rTdNqettPxelwZ2DHQXhmlpzGbl3ZSWP1EhVRdd5rsn4PZVguwKV1zHNT7Dy/jgb
49swqOx7GC43D0Z8aUXW3/PZRbtPkYl1/YatqI3q7MCAG1LYIyA096c6N740VSvOXZRe3wfa48BW
VPxtoJlZyK5iEGhFPcIU09uVaECUZv4+F0ol1wzrBHD3OUJYgbM3jEycMr+3/3KGFf6WOz5ARA2i
R4ikIUoxg9mRZe7LzjpTqR0M6wR/ha9UogOQ4+M6gmH2zkx76D13KnjoEE+dB9M0ftgY86879Lo6
hnjzPGOjLevc94Z+sDWwNkkGK8Hpk6B/UgR1ZE9qW0FJEx8fHaKqOiWmaVyoNPagYw49/0Slyum7
c5WraZcgAXMOAw1jwvkQ//vMCt1218TlK/VIePnWg4pjkqwtWURwt5MNlEzBJZngfLpyIbp87cvE
vWNzQzo35BKYSOiKgu2d9+4dOKtvI0Ca/DkVAqwPKzl0c6bb5JO8lxBRnET9kM7ZbgeP9n1dIIxC
HaiunzVlDEAql0F1bsh7x91mzsW2hrUdixCY20xe6dC7A9y8YMW67eDLgw09GrSa8bLj3CJBgxtM
hNSoH7UCo/bUwdxrTwJNmWvDWcNWJ9Jncjmk2lfUQOW51fCD74AOgsatYUmTub14fD8LjFF7xVxn
BGiVsfux9b3fkFtneKZ8031fviI4O6x6/PmvSN+JhxJJLaqvYGWOsFld7NkQlq8a26R0KOxPXYsF
D5QcseWe69+HZzA7OVVA+N4aAeGTCXZAL9hIQEd7PqvmOjqjOmqlfn1X6d9bldu/jc0rv1q7vRY7
YzLBtWo0tHYg6H4EjmFDVe/1dJbbTXBplax3rhVPTzLxLwa8Hn7MJ0De9XQCb/GlxqlgCLs4Wvv4
S7RRq49GxW+Jjz1ESH85Oq3dCZ4vauwRIMHf1J4P1GBOQh/dP0co/EuvC6PEgf8HoALm5Il8aHa9
KvkT/pTGrk+CzKNiUgOwaiFss6JiPcTYpmGlEFShaNemIbZ9H0WAoGCoC6DcqsQv72Q0Jn+iiauo
RGB1LmobE7sZYu0+IryQmx3VDTpVm0KL4erOHJN4gNMkswKvA3kGGVG/keYLhKegjBenxZq7iXwx
7AzRWiMrQZcqzZeqqF9Hy0xuAeKfT38zyOAj87Jc2JcM7syGEcVYK3lBAPAefjFeSCf95OGNZe9t
07a2qSGy3QioMOLjePlS0awldlbzy5eKDWw511Oqy/txTORRJK6xhprQ+JlBe2fdtVZ6RsilewG0
KZOQ3qdeupAGWEvu8NlV0H6FblB6NjuDetHgv+tlGqAUZNzWiIbE3Ys0LjRD0bRvl6Xib5dFrzrp
821p9NwbhUiv74fIhKxYwS7vNSnHe3wFaM+6qqziTA0wqciu4FC3ZwZ92M9Zit8y3jPPMJuy9+lY
WttYMutzV9VeMkNfIgda+EHRqHMEQdG7oYNz9oKJwUi/iuLnpGzeRnI/XUZSh+TfI0uRmstIAs3A
qfB+zJt9CMuDr3W2G6B79LOCoeGqLDr72YLYwybv+vBSlUZ8qoxBbF3Lzh8RaUFuy+nk93ZqVzQq
zsfXVk/hS4NgvAdwkr5q6RdHbiF+By5l/BDVvl4HaVJ+C3sFsQBkzmIfb1SjqD9PoVtC+qPWd1Ad
7A6qyl+x6E+9cpCIRcG/B7JBo/qCBSegmW34c/bLiEGees1S7qz93ApvvPHFXqnY3ucmR5IIMG64
vfbDq7RzuKHg3Qqf91fo411bbrlXv+T5Uwck+rqA1cSeu3n+xJCqAmvQndaF1MVTP/bsroHpHn53
+RP1sAa1D6YxuVGVXbn1OlJKH6j/FHTWrkx54lErgvjNFSpb93QpqlJ68ODY0t5TqdGmC9oK7DBo
7jCsjK0Na14ojOJm7MDMgaUsvlDfIU+raxpaIA6HhglPljB9Qujq2iVZ/sUMAbWVUIY5VkoBojmB
GwDX9S+jP0IUspX4UsAS4nPBvlF3gwPiMigs7KkIer+TN/1rbrblHgZt9ZaqYYfpNTJKAclPxSEX
utzQpJ1hHXP8GJ/srAGzy5QHQJHihziXsH+RwAjXTgebo7zz8Sos8a5GNPmhaABW0WMHrlDWx2s7
qNo9xKAMJEjn8v/n4GWq+Wp/OwEPYCYZNTlEPGbifwOCOGQRniMOTauWF9aK6jM+TF4R9ObSrcqG
D90alXzsZmOxdGBYJ1/GkJylkUT8EcaNu6odDtn9ZpIvDAauGWSFPzHm6jvbLvVqmh+iWB90OxcQ
/w0V7dKyVjECBWcq+uZzF9jNJ21W8jqkQYw0JibrbAuc1BZKeVG3stOx/Q5StMdEhuAE8DGniLvu
F2nClAwOfOwBmh/ddogb4+S7ZXsCR1htzbAw7qMRumEaVOEvVtdeBY2fYqgJ9WH1o8jgdDA4TQ+h
T1jYFr6bXZ1ibA9QQx73kV83d+loQJwWjhafkCD6I406/TNge0uYuI+Si2eVqAGmJvjtGTNXKYpK
vgPAvD02eoLpZ5dZmxASkk9sflBg9z58M+waksiIicF2sNvHJvP3o1EFXlML8zkLG7UvSgQhqDgC
mbSPjThaivDKNPfCreOl2Af4laZw0PJYHsnnhA3IlptZhvcrio0VDSja+dLZQbp6X8KPb2m1q6DZ
O4gILWN17mCdl2g41s1jCxvZk3rkcBGc7woskRTuY0a3tKYW+IitYhAznFtdtwj3ATfGpTVxfWMX
dJwtrVMS+Tuk2IHpn2euHCRC4CxtLq0Wh2GwJaBbTVPpkJk71kCOk4p4t/Hd1NZgv89js6GfdsLy
4b0xX5d3YtjBBQyMn7E+1Kpo9v6YPcPCZhhWIOvVFzrgz/t2Fpl3Tj0N5997UDcN5uQKibxkR8W6
gFdtpi1478wuhKkU6uJODeAqhX+Hl6/pQGPDDrdlAA1NqqR+dAjy6JsTAqBIJWq0DcgYtmm/jebx
712jBLGoJEIu7L2OzhrBnkQGZ8z3uWsYfJ6Uto516OONR938CNTNEpIrHk3MUzx8ViFIyCnIuqf3
i/k5XCxKI7/F2JB/uD6YADW0crJoQ33fL+aI+GCpuji/17eBkR4hgfyJrvw+d5gJtUZgjC9zOI++
w8E4nF076GCEMOzQLsyWx5mc9Gd1kmirWVFZwHHh36cWUmmQAQFz3TRSjwFgcV5OqWtTJMZKN7B1
o5Z/mK5Jwp3wA6QW5kuO8zx20GJXRGU5GgpKFa7Y8EhhbQY5Vbfn7qEM8C2nom3FDvZNOr8wyw0+
VbACo3o+KPNQVgzL2H6cPvMajCK7BmoWYFn5nCIaQPVx6g6HSQ/gmNHkcHdBjgTwNMRAsKDlSAXQ
oWgi91zNByo2jVVumQ++MdX1ZYkkNXL8xYoJJhGZipxL5DTOJU5qr3XN6YSXsERsbG6wfafbIPCF
90qcYZ1NHamFh3D/m3vreex7PZ25Pn8bRsVlbBVYR5lDuvNbmdS7cRTGGZCGRMn0QodRhtA9mg90
RnUhEkYe4LTV+rcGKFaDxzaPpc6R0e1GVuTH3+qpBw1FmtzfVlguL1f8u4vRWF653xBAnCNzCP0m
vT9u2eyy9+7jTn7vBfnwJWAnHOyAbSoqvvfpzYCtmWv0O1E70criVghf4io4OMX/pey8dhtHtrZ9
RQSYwymVJVuSY7vnhOju6WExFHO++u9hefb2YLDxA/9JgRVEy5JYYa03yPwwijh/T6LsSTETljZK
+Vl0/xwRgGn+f4+ItLrbzkuHymiAEGXQdwSvurh4MHVvZ1tYtn41eXkKx/6r/vWKxsz6o1XWj7As
5INq/xzszbq3HSTGaE7fd3ckyyFI2Bg/TMROAtJ9jXfE3agM69np7p+NVdEeRtNc9UBpK9eibfJk
xxlb36rbfHYYHjYkGaLMi766Aa0WQZM265s8j/rNV1vqC8/7rJfKAuiryzBQ5QzVK1XjP/pVvW2R
VPjX7f7nwGl9B6pHFeqOruH/3fZV5aljYVdj/AI7dtwx4DFtAzIuU1jFc/U4YepHZqes9UsNxUG3
BFXV00et2W/jroGix7e8V41u467eErOVbrMGCU1rbJ/rRGcuMRPv5AcZ4ZKxyZ5M/0P1qRaAi+nR
I/K4+WpzHewgkgJSlpE5zbMAK/BcPqvhqsitgG277nuff0O12UJP0Z4Q7dEs/fFoSB0MjJT5I8G4
/LEl9nEUiAnUUWmM/HZ9StWjxiTT1AHrHZADXkerDih4xr4cLJSnZG6eSycb2tdI4hvr1DiqBX78
Ip1k+m5IoM+NIzvy0DXeZnkMQKLASH2u4WazcYzv6DHi86dB5Ms4OoejtOc/4Wtv4DKMcZj3I1gj
KwCzZMNLz5P+VYtI4g1WgwKEh4KznmfpSVv3XVBgyp01zdNr1YJJTlwE2g0/O33eCb9MgisRuoE9
j18ui2u0SLQ4u+piOSZ5XG/OK7JD/6mrK1W0SVse7dZCMyiOH93/FoTWoFBPTGsy8c2D7rffVedX
+7/GLlMtVmzb/7zH10tF5g9nrN126t5f7erqq22p/OQhQX15fQf/+ktfberNZAsKvj5mdv8d6hd2
cqjdAr2m2Gkf0RfF79yLrf3ky3bXpAswcPkUePABtbLzX6vCvFe4+Nx0EqmvbW8s4eJ1+WUYZfC6
RH27Je7i8RnQa7eju7fY/u/MtRqslqyLBgRH3SkdGgP7EfFDdToozjxHPC7suR+azKlw84p51LHw
poxWVVQyUGAZVF1dorY9nkG0rvSBKXiTEXbR+TReVQ1G4Iss9PH2WRM2gS1/un/WXO8ol1J/UrUg
I0LiQj8vLO8bMGbYp2O33FRhAoTdFZGlA1GgrajtvzsaEJU4d/j+rtOd3oUovvagzRHGzFDHrzvU
0M1vaSwORZ7gaf7fO8OxDnaFBfoywMsR1oy0d0hYufcO0M3dLr30ONseBKWhAlqyFhZRkUeJg7kZ
cRphV0pbb8UHq1kmtqfU1Ng0sc2wcRNYz7jE3Hu8d1JtetCTedxKIls/EXOpDfdng2DbVs+k+WBp
lXedB9JqqqOGtIz9o/59GB2ogAtm9VLzD3PblWeJ5j9acl+XqQMEl7Ruu2zS2CzPneFiATVp0Qln
AGLO8PJcp6lexZCXZMyK5kRwr3qVbHAODY7KW9Ur4ag9NqN8Jxidd5t+XEK/T9rnak2qIlayhI6H
GeAQB2jLQ7TBnaIv9HNrRMtnkRXjP6s/tcWV6MVq8YWoEPSG9SpaSvGPqur4V1u+jqv8AidT9RJj
6XbMLc6xAQ40CUHGY5Zi5wm9gVyZpE+G00CoqNv6Zzu4r8GkW69ZP9nHzLOjfV4N0TcNNPoElOZn
vaBcWQxzd011aT1OZDs3dTMVtykRenuIYwhNBSgvZBXG6GS0GZaDrRndzbXg1FRfx5UPlRLu34GB
ZZPejpiP0KmGsUT/JnydntU9VCHcBBB4vIfdCC5N2AsW2Sji2db8h1VVCDaSSMdcqE8PyQAiPBoc
cU2RA7iWtUA6tI1cIhFUvzrEWpV2B/TJwsvnq0NznfpRA7jp1QUCrEXrfVhxhGSvaLyLCz/129j/
dNfmCCuhU78GB8kS1CEI5vhoQJlESGnUMNl0tQc4qPZujCWJn7VDtalex+CYi+Y3Y4DD1huk7EJN
Lt4t6ECI+56d/NTn/Lmta+21Atp1bBfb3Od1oX0UjrZRA2aMmrd9ndkP6pVRAVRHOXjgVvEsDZ38
7t+OAp2Ts9pl1i11HfNGRHLcx1LDiOK/beqqSUW9WcMZ+zmYB6honIyGefL5YfJaVThNbl6D8lVV
rJIJIpSA/k5T6f3pNXOf7dh35zsbItj261X1+vrYqoawnSPvoDrUW4nAPuAEE6NVvporezC6tb4V
7zPW4behMuKQhD4B52aZD17dejs1zI9IEbh2wLq79v5/v8oZkvqtx8NHs8zhjsbNcIeNgGKEhd0u
maSHr/Y+KUgUL4vPcZBhqiPLdf2BEOtJvUi18/+iHdCNa4jLs25ku4mwj777TXf0D6XNkgYH6Ove
by1uUYE3/OrdazV3OwTg66xYdKcW46EjyCzr5lTt36/mE/0APfyXFfe/uV38+CkXp4TkvFXhRDiY
ASURvpBfCnOqoxumW5Fn+tbMDcDArf84G4hzKWGjdDAPsZ74j6qm2tcmNSpYRHT4TPyaRQngz3bF
SzWb0ZMmnwEJixdVLDj7bNN6SvaqClx0deOt50OdLugj+v1Da3TzzVkkeohk3Tcwc5aT6ky8ad5j
5lvsVC+2qdNFFti5qN5GIgw1g+NSnaoJpgVQW3u+qZoTEWOI2oeI401hblfb4nx1ZRgAlG5zAOkb
Vf2yPf70S1H1aR3T1lq3UdbIuudPUGyN+cX3UX80Nfww2fIuL5ou18PE9DavNdWkm+Y7aqP5oxrf
8pM94DbOqrOO8IERPQ3CJoDPzQLIFGg1gBQzcWMxkysuS2wBJ2afKn+adZfdo508kpfSt7yh8Ql1
NJONbci8+TQ1QwW40sw2s5yxbdMGxOb7j7hzgnt2dplsnjwowvk8k23NpXewia7vfS9w93aZf1Rp
pQHSd7WNID15JB17Qk82eQoiJncDqtsfPoFuu0Po1zBtC6kEe7qqK80BblRX6ACaLl9rqo0SF/Bq
1c4NNsSfWKUJxRI5Y0ke9QjT3Dayt35pEsXNViT50Zue5mDdEQUoxMb8fZQU5vJsmc2yeTMTyMKo
MJx5/qcQGNuvEqW250q34lPsy+/BEP8QaRwcosQIjlmkEdviOMwqmfArWt6cZM4P7opm8NvplDYV
/ysyLH6C263thDOqRPcKQttewJ7PItDntfHaW8YfgWH6oQ4ibGv3EdFOzQsbiwSRPgP8GeN+M4w8
PUQJCqyLOtyfkJ7Q70Ggo6JNnhAndwEBiETEDtCzB3+xmtotmY7dOPasy3qeXiZgi6Eou8eecHxM
xP7PzClQKq2tbheXRr2vOk2Gow3A1MyHDfKEAJ2S74bbLz+6uj9gg3dqF+dmVY1+CVqwrSxOwy5I
miI0kvmvqP/RFIj4cvb9jaIyn0X7HbG6QxoU3wYJmMSsehid5bMJWi0cGzzKTe1bXGQbp6lZVuoO
Fyth/8iLD+Sj9hafTBHgvTZ57W+dbcLWsd9hA9RnIMecTvAMCe10IGSgaePGXIocgJXzh5mYC4Bv
9pRBUooNA77DSdxVBQvsLPEsqqvsmrggq5eYvJ2TIXU/lf0BtOgPbSyK1z76q0aJ9VA37ZtGdJR9
wnKtJgJIMll1i6acxWPxtrphXsFj8p8sNeI+hBeASI6/8zRursZs4amVv/bDYLxZ3nkAQbnRIvFq
wAvZlhDktxNzABFP+4RL9dVepnMpdAydMnkdO6yDDCgyuyXjyyDROxwS8KTnJD4FdbfzTDz4orLB
acUen3ojadh8dvUhcdGuG4b+DvRjazfzCArZPhulr4V6kkiQdv2Lt5QkLOdy2fZR0ZxFOp6aHmwu
ij2kZoGva71+HEc4ZqVdAHwF14X6Odn+xMOJoyJN1PWYjg2I+yeRe/U9YM6Yr4i+dg9dnyDBmOgb
FwSkgMF/XBZ4DDZOMqERFcaZY7m/GXuNrXvUnIhhhzYmV6A49HMaCGjGdZ2Yu3qu23Ofob99U5c1
vLc8/EffYuo0FKU7HFq9P5UVgS7QkbxK3cVQ3Z83iLGaSSMzlNMyHiB7FJBm7SbEMXxCjmFpzyJI
zL3T6zfdrOozQPKFJyzxcd3gfLxtZ0AmvTn/Zq1yockswVMrVlFydgYhq198dk04+kW8iSoPK6Pc
//MZW6Dvqc8BDs/2JCzMn6brvYioD01yeqcYyuPOS4dfVcvXI4LlXtkuOrAVEsBk4Mti1VoegluT
ZwkytPh3uuK1SJZ6l/cAkZv+t/SQvgCo66G+WVW7RUv829BEJ7n42kuETmw0JxfD6t8Kpyv3CGB8
74pc23lRy5eHPiAiMsOj7oqBFD6JaqMtX9pk+CNu7A5BvMQ9ZC4JlWrs99HQFBveb3aRcjoECR+I
rJD+MKUzPNYlH5aRi1c5ktc3a44ukThkqdwvBJSPrmgfpCxRiMnKt7HSN2K1GMHuELchrLfIaGb7
rowemgpxgoyHUTeGexUZH4npEappm4vOeWPTL8Owg7nonDVTE8TsM/uUC7QSmq7+SxhlGWJtbOnN
X4i9pOFkpzhctzm+m/FTV1jGEaHXJu6dLUK6pde+6Ll4r209CQNr4ujry2viufG+sUZkamOwqU0g
T6bBJiHzs4+uCZawz/x547UPVZeHvju7oQgKfMNl5e9L0j3XHshiE7fdtXB6ormoWqDJBQ+rEzrS
hm3/Rkw/DcXgfFhlDCOLkNNN6MFxzJHO8Ntzqc2/Aw8ZJSf47owSF0lrPBVknsJEkC5mcZ42swOc
rzQDf0MYejpy8srJriGKksv6ko4dc7A/2Xs8GMywXw0jrdx4hxc8gV1tHuzZD7ZpNWDBkEFOFWN6
UcUgnPRCdvSSy8Y9A4GSwHiHFz+DYEFkKZSuFvZd81dqOe/OOP9qzI4cWGI/AMa+VLAQvZk4ou36
9RY6/bcWz8qdV+SvqFM714nlPuyavDlWcSvvcgaHpyX9k+iX0O5lvpNs6rYmxCy0lVKMoowRLK10
N72BQW9tCgtdGT87NtKPH3A3iRCNsZLLEkjnFLFTO4skM87paMHQTIrlUqbZeCzQ0n0AGm4dDCHm
xyGRMZtZaK3AY+r9MOKvR67J2FVp5t1lFye7uHmse2g9tnBJpuIjiAQDW+Kixi4vQUN2s6IgN12m
kze3gcQ7QjivrhXgOreI+q1tj4PmIltfpP5bR9J+03hOj2h7glRtDwzImnH2QWld/7bUnJyMeig/
tJqcaJB106lybGcL5bUNO6bLj8mB6YOvu/sBrbgDnAz2AZwq5nG9sD5YwDDog6r1Mbl9jxWs0LFo
dLBhIC7yEaOrETKtjx/E0zmwZfXwYQTREEpQUh+Bg6KOs/jNR1wyRSCHV39AIZvQZkYpLNasM751
5hUZw4CAhBdtVTUVi3ktNFhEU/KxdFm1gZdkg+mOu31tTyyytn1OXM7EUWwPV5zWx2vL/3qZ/GYP
4IyzMgvQtgokVMvccx7ZaxNRCu7a0mivXcZHNtqbweVdolSToQg9jUjtoi3Sx9YaBUUUBmgUsN8Y
IzZ3so2NC2R8r+tai/9G+8MfclLMSExAFS9fyOnM+wFZii1IIXeDqZIVDoaV32pn9MJZZNYuIwQc
Ws5wMMsswNo6HfdLdR2yej72bRpdF/4XLXUfwCy+5Ukk7gRS+xBpI5asRtNvKGojDFcsd9eeWbDL
Zt4QSABdhwA0iSlOsvqQ9hvIDN3eWr00+yLdoIqQ3dyxL0/BgmEnCoFYeVTLH2VfYldRLocac7fd
XAXvgIO3fTOmEF94/qMFxO9c+4J/xQUbgm9tt4DW9txdlCVxGOUEWtsGORXB5T5NoQyJCKkoY8zv
rpZdzXXqjnMCV67sm22PBKWGnBcLt4D4QEAASc/I2fSB9EJdliQiWR66NHKfxyogqO7IfdtbVTiW
BDXKIPa3GT5iYUtmedcmlbud/WY4o/fgPqbCwHk9W8AttITLDJsJtWALffPK9KGwakC61sOMwtlu
cOb0ArejPrDxd3hnN+S36qOB8ILQ2ujS8aiiMVT9sr2lx89LOMcBRZMkSQkhz56x67qoPJSxyDd2
+ta6Rn2P58kMiaj9wexNhnkU87lwwmEeqjBpY+3mVm1/ndxJCwvS9Y+tGMUG6V/+cT04Jzg4FCVh
nqxr7kS7ATf0AH/KBiHDwsGH2TMMBM6RTgzRNvV1I7tCb9zzk5iuXUu2ETe+4BxHPsab0n9ED/ww
xFoeDr5+swno7Cx3nkOj085dUL4J4XoPRaf9bia+qMkxrEe7qotdO2d/thb4nQZtagxY7mXfpA/5
ME6hls5eOCFW37Hue1DPw0B35Rk/6Gg3R5jQiAGmdB9FeHehACE87bc92ePFjoBvTVWySfrJ2bSC
30lfmfKsiQEKqEVgdJ7Kkz8PGEz4Zf2AdNVVbzhSWUBFLJz1TJwbAMuyIxPSvTRTgDHIxObJaIb2
AMl2l0walLVaLEfp5C3Qyuq1a8snTQfwhk5ze/Da9rshcnNjNYbNE5bz8AX2beknWHJLfPJjzG/W
mGg/JNkOVWF28LExb3VOH1WQiDMcJZ3s1fJH21pg5dgWbHko4FBg171ZpgkTmz74nkeFHXbeQKwD
tZ8pR2K4dW+kSqfrBMgQ6Zt2n/vxu4fmyW4KTEwxRb5bptjlMDzwAQ2D2LtxpO+El7/jKzNta0Jm
O5Q79V2egCYstRi9DrN6KCZkldqIJUq6thV6KIvttRRL+k6m3UZEyYEYXH7OUHB1ddO9sMd/wDOx
Qw07vVuGoR0qHqQwmu85AI5RpuKp5TwbOySaLZ+8iYBX0tUtJ1a9Mdnpc7KrrHg6yMo1tikAm1D4
qJKmt1hMDtubdthIEJJbx8uekkBcXMdvdh1Kq+Stpb4foOMdF08PYPyilcEcDpVmyOS+Rz986d0S
VagUSX9kuffRrO9az29C6Mr5PgocZpJIxDvEgr4byLfs6r4dXwxJWEjCvqlNE8eoIMD60kI/qo7S
aYuH4AtflU+Mxf9B+DPfCw3DhNnaejkYmZigHGh9r8EYo0EXzYwkMJ9JvCfEZ+C5bjSwgYDau2Yz
sKXY1w5C2DVKEKDDy+65zqFwWSQCA3L+zQSCPp/sOdTZSds9DlPMPz+RWRgvIs2ftKheNoNuRI+i
tb67Nnn4ZajOaZ+JUzEzXdsacK6SbEblXTxOmVBPL1i4bg3MzDZ1bSCsU0ZQ5yJwSll77swCkNeU
Iw0Y12GETudB1zizDLXTfBbOAgrCLiUOO67zFAXZsoejiadCBiG1XzRO6pNMAQIE9QnnxP48jWI4
q6uvInbt/ixToFNwalipPcLt4NsPc5H7B77c6mzlenV2iXftu6W8zmjGnlHWWc6p5NAWwEvaqLv5
HcmAPp8ONQlGFMouRC/8kFD/VRhBc87q4r3xJQGUwh6b45JIjsgBrGY/n1G37efzaPVIYnstlqqu
IWXoOEXIh2CfBm31VasO07wUZ1aRgkPQFO2cvnx3E1AB3RCX3J9QS4tdq7TLjZaUCWcpPzqrgu0r
+9AkuzqE3feRpjfnpW+QXRqdQ8N0eG70DOxiwrY0rJvyNc26X21X9J+flbpSH1OyOEhoz9HihwQe
xSFaTQ3VOUNd+Wt1dXjj+942VTHxpincKRrPbvwGqaliotsZKMZzuiArG3jpu1XEhbFp9To7dd1C
wn3ZGmP2ZGhBiik6/xjJNwc1Q5Qg2MG3bRRtmKTWN1DfhrK9ZhrTBUqsmySbIxkmehQdlrw+jm2N
sEKBuV6anMYOXqLGZg0Y7GSd1TtAzIO8sLe8kbarsD2w/GWjLlsjqTj+RlaYdIAokQqB/v1aFgFH
q9EmXoOv0Rmgg3kWcMw3lQePrf7pL/lP4i4+n2yEFNlgOj6nY+pYKeGmmYiT+q4qcyrPzVqoqips
xDz4ma9f5f/qjvAz/8fo0Qva/TwKgovFwajGDZ693zmc9JvWRlxs52o2AiNFdhxqGZDUYUBcYSNd
+ima23PYBA34TOHVQO4oBhB/+/lPgTUBGcDJ0LqHKO+TU65JVMFvPW5z+z4ZnoqoesiYB86ILWO0
VckfqJLFBMpbaFo9VqWLeWuRGCccrvk7L2u0EGA06YQ4XZ6jWhbM3YvcG2P85JEVi+QL9t1vje5b
h2ENE+iOI89TjNpg05iX2cAh5QARwXvpG57hYPDBS8ryNVA0SFTsixgi5TCetNLNeHT8+SpmdL0c
T2vZNRFnDBBvqIf8HOkCeedOY1sFGevCR3NCC0ZzwoWsc6hNgLR8ywyzILZfUJEsqio7B+XyJ182
NieAVk/2WGDRaKbdNiFFZo5dcB3FYh0IKlewxjYpR4it07TlTZeQGgeOURuRV2nY53F5c1Iyzugh
of1eHCDaL1uyMAGj0A22JgRSsUox/SX7APXfXKIitTc46xbbVlvqhwzhDMsotfeKaXbvTY1/yrG3
ecKCkZy0s3S/pkwcvKXDwryzXzxPlAcegeIYEUd/L4sIxYRU+9FHdrVB5XQAMSryq6Zz7mmDYVfl
ifgRV8kbkaQNRs729yEWT+hqer+lIJ7GumAWmnvLI7YvRZzWYaPj/mW37k8i8z6xAOYoT+/6I8GS
Z1KDcFz6GqIV0ZJtGbfZyUS4fOtJezkihrkcFlIHW1Ca1nbRunbH9nFbVmN60Os13hEQkSqItHai
d68A/XG9E8NzAZ/ESsvke6RVLkxwkgnmS1bp5UpeSXa65S7P7ah/71rjoxi7GpFrCJNk+8nDYPmR
+mmADtBYbJHuzZ5EmknIrdnMJLXrZplfalmNF2eN3s1AfUerqY/B0GhvOCjvRGARUoWxt436fDfF
afwGUvCnwK/o0W5M7dXSHQ0XBn3c+b0E2eiUyT5vJv97Q/y6CXyw9W00Xwh8xtvcRk5pIIN8RNh9
6yMI/qMNRmvjZZ5x4wRgnZoqaQ8t3LOXxO5gvZMJ/92gQusE6Z8Nvrbspw3rKSjzarWwsI+BNYgn
q44IbWii+JVXv5EVSMiRJlW4NG7wAto42seJB2G4XrBqWrLlRojhz9nsTsssupex7fynHmGLpADP
jF9xc0BQmulI5b9z3uxZ5bwzcml5+FX/7FYjVaOqq0IN/3r1V9v/vIXqdpdIzfORKbVTTOQT9sfq
jft5WY645qq6ulLrzZDoDFL1f1x+9X8NV22q+Febuo9qm42u2Fp6NYWc7fI8BBJcsaiul7rHFoZw
6n9arcFmQ7D25xqQ3R22Xn/XP1/6WYqZNKDmaPs4E/VZFdW6zI52ifiYqtvt/J86IsjsIof0oZzN
+NkxdB4HX1obQETxs2qrpMvsntrjQbWpQoebridj9PDZJN3sHjONfb2owwDwZCMK/9mmOop2acjv
rJK5680/21KtXZ3g9dNXGyfODZro1q20c2OX+FV8cCoUq0utdq56ZevXSAYJS9/U/Wh8410CRH4x
dW06L5GQOxcfm6dyXjg+xXOI3n35PQFxcUjxETySGIG1DDsRr7atYQbDdmhyYilR8eiWQ/tgp/nB
Z429YAjJFmnJ8hPMsUPGkf9SoPx5QNzlrWhy7wr9UN9pHLuYVmL3ceymlB2+/phN3RkxFHnBBFbg
zAKQGxTVsrMCw8U7Q6IfVy4/hId6IR908EJA/7HoGv07emvFVoxusdMX4066ueeI2aP2V2bTpkUk
72A3JZkeHUEmw4Qox9Z7mw2D/lZ7I4DRLlvZFESScmyGcDKKrY+0+tNq+5aTMoDGPnbel9GuthLu
3HOeIFJQTeVPYvnzRTU1sdlfg1yeVE0VEIXjfQv1e6vGq7auN98CZ2geVG1IyoUM0/TYdXMATq0T
21Jm43MhogIabDLutHgcn1VbUrLZBRx1VbUAc8dLUsvfyND8PWCZUDwmKgkGZb2HKqT5VzI64knd
JqiW5KTjgBd+DRh6XANsrclPqq3muX3otOgatOTw53I7wd69G4vU8YLM5r3nx2t4gmlbtcVO8iQL
MqiqySkHULd5+UvN66opGZd5o1eGeVDVdG7L55mo+OcdCpyUTYBKCvOqQK7AQe9plXrHtGV+RbLl
P6DbzyHtwv7ciL59tf97HCH+AjikZe7V/b4GDkbyMpGN42Qjxw0KTuUjkoH2yZpW/Zw6mULVpoqh
1MvHbi3iVAPOac7LqvkENee/HV+DjWzxjpWp37+a1NWcR+XjV5ufyt960LD7aZIg9Js2fSxNUsYC
z9fPq682V+sAETTBWY3QyDB9DiviOj9qJmCYzkS8Oq1sPDV02b3FBIJ2EXuGvaoaopSI6vfwrj2n
fRNRtIJ81ljhOjgZhTymQgCqXquj6CuMZ8GZINXE2Uu4b1aQg28rbSLMa9UmqX40W5D73di7b1PR
jEehsWNTvfnUZseuqeZtbMOVHzrXO0cNmxI3Izqna4ZAJC13X72h4AgWiHdVc6SRvax5AlVL/Mh9
tWwHlaROPqmmso/ZTchqeVBVEFP2BivA7zU6D1tzqoNXJxk0JMESbecEgf9qsDU66gWbOlUtkXpB
f41NjhpsMV3cYTBcVGcEouP1m8nPetiMs8VzVVV3fb1p1rHd7YKgeFADcbdlTzf3GOzgfxeqtpGV
ZydaVKgCzvdBUg2QaFjyJrWwqbXJN72IcOeaxukG6CIbyzWXo5e3e+ENOdjPODkUqIW8xuNTVTVy
H2j4C+fjqns5ui8ECRySv0a/K0FlvWnZQHQq17/1ccbqPhfyzTGmmX0+sxzeIzl7ccu7LAl0Z2+t
DtpEsiWI3lEVxslhQkM46O2DqtXV2Lx61onZMdm5WCJ6oILOnmkG0LcyFI2LSLy1E5GsvCYlBY3G
PBpF7G0EOYE1yudtBpAuuyS3+z1hrDU25rOdly9zbxUb25TxMTC37spCdVdbEVWY+dGytZtVNN96
U8PRxa/nG28aGY5yIl6dc3bRLGiRKcnjTexWUA1NNARRzSp/dMVwj6Jaf8UQTyFuwsYOohdJXCur
2avrWs3nMxugi9ZCXYl1j+GW9mNcxPlnkzFFyRnn9ue0zX9Vrm8dW9wQrsJBH25mi3uRtfxg793+
8m1xHSZp/MatYZ8FrcNh6dbOS8iGvCCH3XXAJZwsDNDo/Rav+GtRNGGMxcKbnbanBCDvL0MiDKfd
c9wwnk23vCDwWuxLgzhtoaXFzh/TiqR38o1NX30YfIgMogsEMudZd7eHsiEQ4Ca/GvFDjxf3ELTG
is4v/O2sEyMsUlHiv+wTtNVBxrqL+bSkY/E69unKLszFWVXzGr1RQBMPMO/de9TP5KH6sYarYU33
pLFXflna7kEFp8e2RiPE0YojrkF4AeRucyTo1+zslVbOydx6ZuvPn1/IQZKg2AKC2qUaiX6SWnmY
ml1C8MYNbfMJ87rneGEGsphq93FklphGF6C+NKN6M70OtyFZPDmc1t6GxTeeutbcqz6kT4NLjxVz
OLl/9kzOb7bwghdZofKO08Lb4FgzZsx4+a59E0JwxJoxx1xrOnqLz/VA5H6tDSSLnwsMXVVtbmT1
3AbZXkSV89aVNZ6thTyovj5w9Ccvao6ftcqun7pxwb8w05G1MI9ZnS9XuRadPl6WtDMJ11Cr+nbY
D77momVkutfJNDzOvLMMieigGaAarbUndVhj5llepNm4V3006I3mbtnZSTIgWLvWVZcqSGDiFjRc
VeXzVrJuHZKqJWFUOYrjOEjCkq3Ad8t3GgFhCOUwVS3XP0ASwOXVK+yZrAVwIqpTZzJ68fXl1Iv5
9bOqeoymGs6Jk11lPnzYZVqeJBGv6zDUfxcoYHo77Mnqzb86Rj2YHk3eytfYzvIMK2wnow4BkCMt
st4l6QgGTWaKYIAdxTcr86e9GCBTGrke33iSIAm4wzI/rFY4qk2N83GYuamqX9t3GHdEGdbXf7Uv
dYt8UeNq6DLGDVu5yNiKORIwTimKtCsAGEOxHPOKJPLaltjMnggBxcA53O5VOsVbFdXiqmpBMEcr
tBJj67Vz7FLtoI1uykG66F91tzAfXewjQIx0gF4YUQNL5XD8oiqiIceE7PnyoKpGB5QDMl5+UNVq
LtJTNAYgh9dXIuMpb8uYfP5h1eQ68yZp8vhZ1Rw5EmId0URR1QQL8Z1rr4Ho9eXCdaozXAw3VNXc
9Jx7AwVX1dT762LzmLuyuav3Llec1/R/jJ3Hkq06FqafiAi8mW7v0ptjJsSxwnv/9P0hbhUZ2bc6
ekIgIcidIIS01m+sSMGWcf7dM7Bo1LViL4sFHuV0TczaZdGzU2SQIoSg5rbyaqHfPSYFIV4Sy6TW
LC1Tt0pZVxebZAGB5LFkrDbz+qTaZIYEHpJvzpCPm0gI5wcA4mvFHtZmvE+1Nf0lbvE+Egn9VrTQ
RUjKBy/YRfOpZ2q4weqxuAfBkZyK3PYvjTEFV99XwhN5yOyUI+L5oKfRe4I82+9mdJ7NEdtvxy1+
Z2lu49wbDxetwBvXjUDfEPsJf59JxNdE8FkYaMKN7pMhi0DiCHElRXqMhunVnjJjgxwn8I0ise+a
qc2nTVpqdG/e1C5JH+RGse3kgWgoxsz+DweFx20Xw0B3+5J8mig7AFdAz+HQqWhstrBYvGa4Apaf
zlVd/sR9UTlbWjq+Wm1JtxseNWzF37Hv+pVN7pYE/V03Fv4hsIM/ZZvGD2EUolubOMoBmr76XliR
xqS1OWiubr8F9pGUWPLFmKb+YChhtHeV5CoU7xfTdfViVuEfM8x/tkNgkt4pnZMGYpQsm4v/EkJj
QxUlKDBBfvACI/7ekyRKRssFilSSrHR4seNy8HZ6QHqpBAjwnOdHIvIRKT+8s5sswkMEdWKyBNqX
chLeyfLIfAJ8T/ZlgDym6QBW6sHC13Xn36zvLqzv+z7Tng21vkBELzdkocRBzYmIWchdEngZiPeq
zM0rx3gYhu86xhnGU97Y7mlMW+QPBwDK1ZY4o3LSFPJqcJrKA9x5HXkQ37j8Auqh3idEwHboK9m7
zM5mO9LpzOcRiU1bfCtTt3qZdD7aVOkPDol7wN1OQMSUjWIOwW3wol9jhnff0KOdi2Pf3wkaTNHo
HqZyot5aXdA8kbzVjhbGwxdhZUTlw8LdiUw13kF+/uytqPhrooJJLuhP2LYl5O+AYH1eIA7RN+1G
RaTujAFcjw2OFj6WoFRkSW5Kq9EOEOcJjs0t5MYvdJAug3f1Ias8I6OiAfuLTmAj9hGS/g+dZqov
I6nVvaeT65ZFCyHF+zTy7mSpA1340huQsQe7u8kqA/bB0Qntcle7sfbidUYDyhMA0VySVZphIfjW
JPFFnjB/fc4GX2bmLuEp1/xZ7bNoX0YfSKsZFk+yhLWR2CeujxPLfHBgZUO+urnIkqdr7UuoJCAE
nG5c6nSsJs6dl9mwaDhBbpiUHHg1cKmcTxCuMu7jMlZBI9CCWXX02OpkH+aDyrwZegJ/CqSBs2xB
qLu/+DkqUOslhZtcEF+Nl9+chn2+Db3xZYwId4yWpr/UPg5bWRVckjTgS5c30V+7sdGVZu707AT2
c9L/LrBWfSWmuR0Na8DhIjNei6H4FcQITchjhGjVLeKU3gnEqPlqa9jiKZ3X72XbzNDFpcTtZCuP
9iqZHly8raNvPvK9LwDDVGN68QJmEFDRwme5QRwl35exn+/j/9bpY4jLeukh3m3r4fMoBlBevof2
t3lMgtB4cfPWeIknhUEfTMtZFiPFa8/aBDxENtF623jhAzY6abi0z7AV2A6otJ7s+fRSVAfg7j6C
6HDbSqV1nuUmjmpGu7ofzo6InOcGbfT7IVKgmesA0HJTwI7G2OQoGxMRDJ7QkmNN4zfZFtRvvecG
DXuAzf9cr2r/5qni72H2A4zCfeMZLp2OU1rdLkVZ15jVrtL4nskSXpj5cSoB2C1F3eesKT36ADce
ZNVgTKTz2kjFHaIUL7JunPyLlvFiyFLVKN2psaqcFvxRuens8aEAHHK3VMGCxBip9zaGk4WPjstr
3qCdZY+6uSG3S6bY6MWz3HhqcFRzY7qXpcF36/uwco+5noTxdqrnKHBVOht5NA/5yieWTuisjqPD
Wmd48R9PVfnodUX9pIWwyv44WFQOtfosN/QjFDw6stVrnW/2b1WoDjcUfdRnHOqjW6XZX9cGMesU
lDfq+rjWubheNcNy0brrEaxARmhrDfZ408PosRm89J5vYHpPCv3SQYK4yBJ+i7a6kbteEjxrjdmc
P9TJ06w6/1k1vthpRZkC8smcJ7lxK6KEDoQAGOrUFaoCSJdcTNXvYjiqL1XkFy9+XBBe86LwKOvS
MCNWGQExD7K82I6lr27o+/5ZNjYNrD5zVIoNE/hPoeKqlDDM7kUbVi/VVDw3BArv0HutXvIYkVsz
UPytCh0Ur4f+6rRmxw3gYAB8akciFaSUZlcv6lhFD3XknuVBWYVdlUbwvvbO2tgX96M5XO0q6Hie
vfFWm31x8YaqBRU0ivSuEsU+K/aK2he7unaqnWaJCeCRj2O7Yjh3XQxFI+r8eHax2mMH9qU2/Bw+
fHfzi+7O6gSK7QE5KXgJP/02OlgBggexxUonZwbgFVp5GkL79+RmINiqs9oJmBNKAKZb7fRdwxxk
WzP7yDxsavR0M4ES3g6hApHU52sus33gY2DXm2DQVaW/gJh40yonPAo+CAS4VSDpgJS7Tr+qE1pz
jaYYJBdgJ7nKMRn0d9ZdDDagF3aFod6nbXLG01i5lW0BPbbr3XPaQYAzjLeo7iOWfy7rZNCeaRe4
L1NqaZeRjDbxjoZgopFv0mxs4Ext1AFDVtSJSd+OuAF4RRdvmolvJIvhO7V70oLae5xF+EZIDPZY
mvAehXEz60g9KDiebvLwfZqmVzJCu7DRikNuN+61S40RW655d92MPQrwtlFeES37AsJiwMys6Q6F
E2AHquv+fZf95jLBBbkVY4Puc791TIPMba5ot5S5amoN6pORcOW+TKerheCsCACJpArOfbEOJ2+M
T7XWV5eq9as9LoT9rnYccUvcatqpjf5FDPgHgJhq92KCoqFOxZMF/OOp1M03JQrLU4pa4w2ZRHAl
fFP2Se00tyLPiZLoPfytyd+KcuxuAAlObYUgY1PF26wqjl46eOfMGMtdwryBpZUZbAxMmbZV156s
ckYEilbbm70dHwAI/0Sq6cfsSXkyyZJvuVvdFjhcu0WdjQge/cauFeB6cdNcNbboJADXQkuCFXtr
8LU3bNg26s8y1kd4dWZ17QEanJU54GHUT3JGrc3TaqYodKOWPEgSIMySxUhGhH2jvunpj85W7pME
ni/iKNskegK9/HdyjfJC/k3lSxhXaK6plzEvtWcThodJtyfda1d9DP7GKbdGFoS3NivFRQzMMFKN
93cM8i30zgK5vX7uvUVKyMrp0KRwwjf8XplgxsRQ7bKqjoE9/nRN1b0NbtxsCQU2AaHQBeyARRe5
Jds5iy7AEUJAptEyvK/yao6UfIEIkG37KPxdpwVmy6F54lvexSBWkLeqDtzQv1WCRcxAGJ7sA6Yc
TWk9EhjRNxHosp0f1S+eW8Mxc2tMxFQjPwcV42CkmNup7+pt0RITqLJHNE3VWxeG2q2ZN46J76ED
CTPJNoEu/L3ZgtQLNJ0ViuK0jL1WvRdx7G4BZR3CXPxWyDygxBCiKEQo41dn9cV7g6w5H+1Tm+GG
5rhwmnRBDkQdoKd6TI/vRA2QZ3piRdJsyXuWhXmPO3a6wQ3gLYnUgD/vWDOEejdCLn4YPALsld6O
ZIXFM8IqfD6bEoSSr7bg8M3oNoC83OC+xKyCRWEbq3B4zIbg9ZSIg+3N6rNl91u4fopAmQG80dUT
QAxmBvDQPwYTjn86hPlNq0Flav70kAZDYL/72gPOV9kOUWdnY2aNukVoOt+reQtCuVUwYNFUBflI
9GKE8EksFO7LWI7PQ2DXN0KN6XZqR0TR0uYB9vIzkeZ6Y6Enf/ZGHRSo7ltnx3Yvit95FyX23Ys1
43TKqP1Ru96tCBlmzVphGEvK8jShsIQT5/ceIOqxbNvveB8YcIJtsVeKeLzr8Sq6OQSP85lALBL9
JXHcK/iHkVn24HMH++8Dq3aiGwL4UhTtdaP1N3UOiSKNSgIVjTDJuhXWqXTLfGPFdnMEup4DivMs
QDd8DA6QmS9ORlJKz9HcQjr2pbBalyhPru3iKDoWY2Meu6r0vibeK1ymVm38X5Nd7eC88y31ZoiM
8is0um1mpeKi4yu/1Uu13rFS904dwLOjBQ4U3AkpKcVn8dZCuHesnKCHau6YM955g9U/Jj0aRQ4l
xGTifWOK1yxV7Ou6KfvcWYo2M/+zXUERqybr3vKZO3q9BY7RTQF6lp538IXvbQMP9TWNoW/Lknmj
q4JX0TeN61RFpE2ZffxOMn2fiXi8YP9+ahGKetIi8ceaHaKg6tzQLZadkdUZH+J5M4vnmNmg3VSz
ap76rhnvm2geuSl5hWieqpCpblklx0I4arBNHB4jmLCz0rD+aLuEmYcVvseJjs6hmT9axmAfhixk
/T1vfPdu8lp4aI0W7ev2KXHq+BKwPLgkvhPujBwCAGzs8GrZ5pMuDNgb3kCPwjWwB3FFfC/a90r1
NOFzSGCPxVk7C5xp6UliwOw5Iw1VGFiiac1eVyAw/7tRWvJFHdqmuYddhhEgqeUXIDWG1GsIs+DX
4CB7PicClEnf6z7uoBhuwZHAU9KDYy060Fij6EdWnD7nEhq5ISh9pqPm19ocH9VgGqB2+PZuQJVm
O85FZArGbWfysMzEBWjmBAm8khbpyUkDXeSZ+RVExqkfYaQAV7pvzfZJafB/yswo3ul4MU5biZkL
ZgK/Bf5s7/RjBqdgcu+HRNOYCrbpg0dq7hLV5fsE3OgNrw3QhvmPoA+TNzXDJcZrfru5T+eWUQJn
DhVUk85KJ6FDOZ6r3cnNyCcMgJWn7HzZGg1wwaRSbhXAnj5IgbHKzIu8DOaHr2ElsnMaFQzZQ+vs
8H0GHkJKARBcPm1zFNNCJ7d5L+ytyZB312tQeiuAAkoLsCqu+XtIjvh3EQHWUzwF7wFScIiPHkbh
FzvHGSC4z3gjANq7WOPpov+bKKhvVX9Z1zTXpk+P1VDxmQQVGDs4I6sxJKEGHmdVnZ3gW54Vxhck
5FHkHJ71WFinpFeeJ4IAM71VPZbmbDwQfVdb4xR5Q0C2fudFk3cOQus+IpW2TXRklRo1Q/jPADFu
X11TH29aEr0OKqtUrOSRUQygDM8mTaWPrk1c8/eAAr0vChAirdqDTcIbLFdhL8IRyfi37R3tBdiu
izS2MrIQMBmntRlXnyVdvcsT23uEBeA8qOPrBILv0QCMYGeiPpRR/KVgYoB8ZQi0siCZKotToqfM
+fCxjzJFOcatGzB/MhLgL9YuE62xLYu8O8GOyF9bs6pPA2yRrSzqsVODN64sbCeV+o7pMv9P09o7
vRC/R1sZj3mUTFeEPx67CbC36drxg0DK5UHUWkVmGClMp3OSvVXZ5bGABm4I2BlKjMRcys+bmRpu
j1SwE5BkzMXGmYZ0zyr6wSDOwSi+S1P83gGL/cjsV0zLmnM6Y2aKGVcXgLA4m85DOONGK2NUzwAj
ghlJKjejHr4riuHvo/9WyXrZPJ1fu+pSCO6r10Cn26R5wlYCPWsd5LRWlWLnH0aMBU9W8BrVIAX8
l6EWyUFA57UbA25RP7wgVI66IZ53i66GxAhJ3FBqsmBwIwcl71lwQx5o/QSS5PBzdGtxAZdlTXsm
q/wSuSvfaKuES3aSu/FEBAkWFv9eX+Wgfd1GR0GoUI7jDClkLpte8g64tajxevA3saLNcQRqBVis
PVmVb46S7WJVYLT62+x6UMzzjavnK8q9FZ9oa7E67SVUUVYOUzqmJ9kydBruDLKI4p/zm/kispUW
qOPGdtJkJ39ljNY0CViEz2ZXv6Oo1aNUGHG8LST3/gyG81c7P7/BDJ1Thhq1zAHLTSzvv9yNWCKT
0sL4ThbTtDwGhaLjPzP/pgzcp8A74yT/pPwZGPgGYdkjTtKVe/zUf8vzkkHAMZ8f4/KEZaXES2U+
WRdrJo2udUOht0ekVvBkAvSxYH9lb4B2S4Z6GJNhr+rVD4kHlpseGHVbwa8jnorkSFr2NmZEpZMw
xrv1Xia9F5xXoIrvHczFvVcHPFEbCdFDE9cv8tnbsfvQE/c5TJXBsG71IXp7TN1Jb+WXxGH51wRo
tq0PDeywDoS6Fjv5uOTTkHsFVqnxRu7KXmAFuk9eud14eZdd8HX0QJ/J3XkDEYG+oRxLLMMZW/p4
AogAzBnHWnPaf9iVZzs4UoBEdo3ssuxOSQcayg5P8u8NdU2Mut5FTfxlGvSLvHPLXYJausmtZNzJ
ey3vStzkrP8bDfGVGQMgn4k8Q+7JuqU7yLLcGAmOIXUbANFE9LFvn+WDX7qmvDVrb5BHKiKfmxIM
+07eCvkj9a7i/jQi17dE0JnlWuXPZrYNQe5yub9m5nQTwCvjkDIboNe9aGXWwLQNDtkE0bnRx2d9
HjrkZzuNbOc4iQkkMHZ8GxU6J0q4NXpCVpzl/9cf/vAb5C62V5Dd9UBfWi5PDzWZDKSJoe/kECC/
7y1y4ycbQNbwnMDlXW7uAqf48NZ8AFV8voMGabw8hDU51QcjyLRpH7nBd6VN1f16hxkEL7rjQule
Bxe1e0wxsTzI39L55UNiT+oBjcZu2tZpcGt6XQHmMY9D82stz5R7/7POa4sJ4YAg3sme0EXJgSkM
S5e5I+gD0k4mHOu1+8wN7HKiganjVy/Gk+zBQ2v1pzGzWJaU+8zpMT5yZ3Dl//y7dp6c/QCssJcZ
wBVmQMra96boztVnAKOR29Usb8PwNg/LsifJ4lqXE/2ZRyRLn5y975Q9mJXk0REKY6RsLzfr2/qh
iy678vhUev3Jq82t7AnLKdgKHJX3piZBIMdCFuz1EYXu8/qGr31Z1smimHuh2nWHGpDeMXDCgzxm
ys4uW6znf+6CsiyfmtxbzpHlZffTcVn8VLd026K07X+GHmzlSPAn5lnAldskwGPyBJBbZ4Nwnj8c
ugfRVOgsVEf9gA8FeXrmBfKJ97aOMajzkE3Nk8PcgPXhTSdiMak5Vs3xUwYopa/aqzVjVaeheMp6
tz2Y5sRUotbVnSpyYjcdAjMbErwHyTsYs9ku0pz6aifC4sFJyw8PXv5V2Q+W12kty8q1m6x9RTbJ
+6Q5ddgPys4oN9U8XMs9PYa+ZEZwnuTdlxfJwTOOYFbodp0PrX4r3xJY7dTK3Q+1vWt8zSxElOS6
ZcQ1eA+p7pstuRQBN6yNlORMHBxqSDTjG4ZYfws74O7ImOzlPZYb+dijeXqCUC5r5DH5mY36xYuM
9KBOwzU2CwTKvPYkBxmNUbuBs1ugnrsLcrF8AYzmN6T89CwvKJ+83GOkb2Y2jB32v6fee8Qszl0w
y35sv/h4nh0y2SPWwUDVVOfMeevv05tB23UjxPv1Lhapw0gaz5+Z1E2tnW9BF5KkEngBX8ElG8zE
PeRHZRNya1BODHRRBs3aLzpmcrIFXrc8jq5zHgHmkM89Qo9Eozi0tymOYcvsallFhZrIybnp2jII
w6W+r4zYOMjry9/l2+FwbvSHyciag2oaT/Kpro9W7mVt+ysyxnAz5DlK/1DI/1mgrQOHIr/9srxM
7FieFjjSsHwA47/XUjuDnd9k/R2C7OYJaFp5kaydPmzLC33hbxGk6fJ85ZNYx5j1wfCB/pNAzzRH
r9pZEKSRxXAMHE5yXgKXEXyHQuC+4JbJJyO7tVCJPVrAg/0c35D/DuaywTqir09y6dDzeL/ehPWo
3JNN/t+XYq42wF66k++TnCnIHyOLy1x8Lcu9pXIKsf1gQoswg5zoKq19UvFYlE3kn12mXHIXh01e
tWWXvPY/sPrlQyl/54dZxnJukblbYAE3EoLYY/Chl/NXkiOEruVrMuXIwWzFaH5Ha4V4ctDFp7wO
AnUvmy+7/vwFDQGDtCJZ5nGyp8oZ3bpZ68YpJeWgoRSpARObJ2Hy31k3C0pSlj/MZZdfX0wDTJy7
IUfXrWO/Bp5+sMlSTVv0enOSUD9d+UPM6qK7unqWN1tO6uTeeu/XOhJBaF4LCCBrY/nX1+J6rtxb
H+N6YL3ep3PD7K1FqIMxjDFTDpwtQIDsJMvyzeOOxyzj5+PLj58KLd+ESq9+mEbKR7j0vOmHgGh/
lt01REkX0PT8DIK2RXJD9pR/35VnL0MVoJz65BbJ7jMVRMAUWZdwnzghkuAhj64H1jWgPCA3aztZ
7P1fvVZl5+XXzz15IXus78wyn1k6s6z19Kwlf/Lf907uLa3k7ueyPGm56odWn//A57MUjcRGY79q
E1KzclxZZw/y3H+rW5vIo8s8W+6uG/k81qLck+f9z6t+WM7I1rLhpz/1b3WfrvrpL4l5wMdormoD
GH3zK46HM7mKclrWqvKFlxtCKZAzoRGxeJ/DbOtmrZtSPEGh39GmbAx2l0ZyuJUXX5t+OCJ3fVOA
ECIFv/Ro+bKsb/ynl2p9gdYXTdatp8kz/mfdp9P+7fLL6zplM7k/j0D7DTsXhzamtfNcWH641s2y
kl3LH2IV/9b8U92ynpgvu/wFeZ1PbZa/0MfeTVP6v2rrBVs5NMg1qNxbv9FyDFmLcm+dkK2NP9V9
Ksp2fodgQPdLq5BEiHMbIh8vJ7l3preyCy+7slaWJ0LZLKvTMj3oXv6yDu+AqaCNr2VlmmnksixH
fuZCgoiSlVruEjryhdVMWzk8EP1HkrVGGfgfutoyaNgqMQQ5uuTFBAkT8bedfJJysw63sii7giMX
/WubtRusdZ+60HqZQdQJIQsXplevTuaudfRk2sr1bwzAgHBRPLyKpg8Pyxsvb8q6WYbVtSxv1/8s
ygPrqyuLgkDKP8O3LH+6gqyb0hjshBbzGq2D/TKxXo7L57OeWeNVwuItPVsERow5QvJh5bg2k+fK
jZwYrEW596mdHETXug//uDzy6ZTeK5X9ZNyBCnysoFLgGiBbECk3NJAc84erwBGveZFDl5/GaXqS
d6aIuyw9TaqzqVPHOsknvD7R5d3/EMz8MFVYm8o9+fDDvCOitzRaglyZg+iJEYXIpOhoZfeTV5CO
Qc1FG+/lK7rEKWUPGCY9qr/KF/mfqFalij3W2aROapKDWZaeYySCYYlDWpObqiZbuVnLviUU9M8C
a1PMusPOZGFAxoC8Rj4sXRNHU/evkrNtkQAIVbRr5F2Vz6VKoTLpZf5aRPBMJJ9cnx/w1CC60yzx
zE+3X97UD49oWboud12uWeTu8pqHJCcnzxz38i7LP7tu5A9Yi/LGfqpbVnXyyGcy59pSHl7/JT0I
9K2Ntd4GG0Os4kTmv7d5NBwNhAD3OoxZilDPECDNz/hMctTSyZ0ZDjI981HPA+apxzHeTZV4CbX0
qM3XUOMqvStE1Wxkq6lNh5MyFeZO7VJAen2fb+qQV11uvNQ1t7YHwFMDU3RLYveghoGV7ZEMwnCZ
lf2eqCSo4dE517qoH+BkkWtGNBbieergXhSpt8QfXmdE+7NABvYZ/k21QzVuQJWDoqxLETxKY9IT
1YAKRGSXyXPkOSgLmu3dGKGF4ABbOOjk9o+e5U+PSVn/gu946kyteB8yE1etxP+eFUzJK3zgL75Q
QYqn9WvnTdYPj2g9mV1fkHDQGtRx+n4j6qr6Uk1gelmSF2+6mthbFHWAV4XIdqn5bAtgEkqeMqtE
v0lVdyUSwShDFeC4MWIs74f5CKEkzAR6HAWCWDvWuV3cT2Nc3ss9uUnz3EH3LMsQFiYIb+WR2BUl
8kP+2H8zSZ4dG3WW8kvV0sCOBCWO3RwA3rg+K7coj1C9ViF8Gj5GoioKhrsmzcEEeU3PerjO3QtI
DdJrHsH2BtWvsRvDx37eQHQJH301/o6spnKWVUWKSTe6i6hy5QifGRbZGkc81qhhP6pkQh8TRdO2
4zAIVhAciGwPaFVicy8zLEXxkN2Mfd/ea3HrPUzzpkqB7dn0LdjVtFgPBHqabLXCwRWtJztjjpjN
DYOOLoz/Z4zD6X4pgeZA+dehz63nl6HlPaAyE27LoNmge2rsHc0yd+NYZ2i8AabPDc282A5QZ2Ct
2k639bjZYAWPDAYO4IUXFLcSqt2tnjdrkf55jHNiqD3SRjbctEK/ZJOZGFvNNLSL3OSj+E9l3pXK
dvRguXtBQrAZUYPXzgcw6tpD9y3us68GqXRw4dD9ebdM+MwgE0Er5CUqMd30h3TnlyCL9W9jHYNW
QBDnVQwpsGt0sB4mjVyyNcbWtXSz7qJ3UXNKkii/5xFoUP4b9bkeFDpXmph3qtG9VqgG3blh/NDb
ZQ31Vameo47EkYPY414W5QFSoW/Ir2f7ath0GHdsxrl5pCWY8kVguebzyGBT5SjQbhkzdh9OtrLv
TjKZV3mpqja1e8cLTpDDcOpMkUU78MEpd+svaET8NwimeLluZUzNQ902+0xF1mbrY7HcifQFo8KJ
oH1es1a2zStEi/oZ7nl3T+j4LEsY7TbPmNZBhkoHxJrmFrLOMYrPJ8Xuq+qix4VrIEBtaD9ELOZd
BQbdDf207lb1hJWLBLUTecBByeKMDGYMmo1boZtKc0RsU9vKorw9aaLOnyoHTNh8f+xhAOhSzhO9
6GgPf5d/J4kz/2jnFZyz+f6hOg0iLx09/OnpM0Nvopwid+WmFBMM97Use9vQICH5oVIelkdayB27
/gHgDAg80W/AdWGpUJQMSnr1tapEcOrsXqDxHpTfi+Igj0d9UB0SHdWmclIcAtaKi1s48cBzLUJx
a+dNH6N74hr+8cOBrkuwk3kXvh3toTBE12JI8TCcN3JP1pmssrFssFFUi7Swxm/wfzSUpyyt17Pb
AXPA/59TErcHX6Fqx8+Xadockdun4b5QiQZuP/062Vr+kTEv9PqWNDOPgrSjaTUwYFGkvAvnTYbA
xJ0sjr6PYmHo95DX1Yjg+ny4UFEu36yN5B4Oelc+fC15ZE6OXKIqQVF6eGKMinJx3i2g+ChLyaOf
TpVF+YcbVEdPDkLgy6nyr304I9XNfVsA0Ph8YP5VYxFBdnyacvtrgj0pyKXJTa7NWCZXdwgBnGgo
b7YpeUaVbMU+zgPtRS2C/ubq1c8s0NSX3s7VFz2o7lsG2Hty0zBdEB3k69cZ6H85VaNfbaAl727K
pUjmFHcJagbvYal8gY8sHuRBsxB3fh7Zj/IYSOF9AqHuOZtbDtV73Gvmq+aH+ZsWn2UTvjnpi1rX
0C/vgyoZb53Qkrth3iDup/cbM67Ytetpw5gNGm8uyjYQTUnk+O4fNe5xL3WJXcJcSt5Tr0JHWzOa
rSwaXd2fDFxTd4VpoYi/sa22e8bGCukia9D3IYTK97rDFkGFr3ec+ZXvQMGKnZ365mnAMvOxsIdX
IDTtN6v4Mbm1+8VS3OaSFiHSSbbefqsngBSqY2WPiOigpRt0f4VjN9+AbOm7KcJF3K79Vw3wGRq2
TQ/ek70oaPYT1rDwhf9TBS3yn4Of6nTLARWbTrei96o9fm0FCnNO/poqln2pk3ZEc7vLX3UY089Y
v2/kQQUY2ysIjC8wedU7WWX7NfkFty+OsjigJnHWvDHeymIVuebjRJZOluQV2169U9F602FEX8U4
gUvIrcC4VmjFQIuufFTY7OyOoHvU7sDiIeuJtOy+9HvnIo90je/tTa236He4nUw+Iw+CMeF7p5bd
Fo5PeJFFJ1RtYAphd5VFGyMifCB1/yaLkzL+cPnm38vS2KWPjNfZoxGB7/EHcQrCXnlK0ka9C31o
xIGPXVWflY8AffbITnRPhde8xVGjXgEr9E+63vCqRKjKl7F7kw1kPbqIh0Kp0ntZJTcmKkehDYGh
anUMV3PcY1NbPMnmEXS0x8x8quv84LZuiWFhtUfGvLjao5Nfwxay3CwWXFwVlU3dli4ys+q4i7wO
0XE7rB8CzcEKfLReUQhLvqlW6e3RzSxOsghHB0i9nr8X5oAkpdGBJZibad3ob9D0A1WTDbgrqw1A
8TL5Boo6PULHdw46uY9vtmVcM1exXswgde6K2AJgMTdrRvXPCFryzKdNu2Nap+FGxJ47byYt8bdE
8Grwu/+pW5vIPUtp/pSdrh3/7Xy9AQDT2tFDNUz1/aCUwKVzF+k7UF0mX6I/meq/mUNvv9fOgD5Q
pue3NDBslI3LBERcP33pSvdJNh2M5FaFhve1qjN151aRdZcUHgYsVYVaCrqwb9CRfimIX+2jfOsC
G7qpBS+VO0Q/Wg2AmGW49YNntuKi2E58DJNAfUFVpdrIyzvTV7Xw6l8teSNgRGaEDuNonIjZFqju
FtaTZ6M5zuvuIGypZZs4rXKUcdGouhWMqTe7CHadr0eXCnHyfw4sbeThYq2FRwL4GRn/nToJNdrJ
4wG4x5u8WuS4VNoldMLSMc9LUR7WPS0eDrza4dJSaPqTZcbWUbV7uNvrJSzHvNrAyy9OYCn7RMt1
bKl652SB9z3jdVPfNMN0Dnacjo8jPi67rlHrN95GFeiP63xn7vyENo/yt/Ze3T5mSjrk1uHpxW5y
8xecRMQiTcZ5eh8vbRo7kFTEtK/KsrqP9KY6mUbZX0K3sXD39QtsCVoHfSzAqgx8MDP1Alksv/O/
RWJ4i0NT+aOAtFz+UJppSMXl1u8x6X8EiuJ81ew6Re1Ym14CG21wpijiAQq1e0xnUXFV8ZNrl0TW
kXBA8uBCBQLjXFvEzxjIbH8KvjEAf4d8qPzWBT7IoJOYYTMJj4Vr/klRRtbb7lVgzVE3z10LZhmd
4vrVa1gTtl2pPYDbaIHn4LAE78rZEVzz/ZOuG3hQDc4saaAmuMVpbXqVe45TkQJEAuGujZF1wb/m
WXN67zVLvK/aGCl3Zud53APke6sgqS6y2Booz2VO1J71qEOYSmNedm4LoG557XpvAkL6puwD9a4r
C/8trKZvuiX0e1maZgS4o1sPsqmnOddQs/xHWQo6cWySInk2c91/8ydyiblVvxSG47z5x8FPnW8R
n8pjM6jN0Wl68T3Xj1Vf2d8LEFlY5pTVqRd9/hWbu21nhe4z68gbJg/5feUriOcLyBttF2ibpW4+
EOZknHHWnZkswxGxo5GXCOE1IzT+SLtDCzG1wBHt29qg/j+MnddypFyyRp+ICMzG3QLljaSW1w2h
llp473n6s0D/jHomzok4NwSuqBLC5M7Mb31arXmV0enbAUvBa7dMuDAmr8Eb2VsX1w0UbItrM+O2
hWX1iWYnvjnoKrobMBx1yN0VV22ZGKB4T5akXXKzmn+RBXjpymh6m6Kl0aNFzwEHCuReqr7E8zC9
jXWku+OyPlrW/+f+Fsiln/19y+c4tKe5TWABfPvX8X/W/1/H/8/91+9VqwHlti02Itdjd2DAflcO
U32nmkLdGcs6cBn13bohZ/D7vW7dBVBkc1cu6/7rs7w5wVlJ9i5WeSeuE31RW9pVI2+5MrJ/1snY
R9u52P7stm4cY9t26hq9QVDeSFmrI5hE8zUq9RBsTO51r4dj42WjUtysk1Hw/yr6J9VRmmqjhol8
DiqEeDyk1gUI7fK5XSbroqFJiO6/l7PK6xmuwXr819Z1/c/i+ol1HWy7Ux7R0Paz6vtIP8spD715
tG5KTtd7j/0HRDL7NUHPxEVV5gfbR0uqjuavyejtdw0AHdlCe7jRLQvD0QTeSpHKEdVX1MQIjw9N
KW011Z6fITIMu46jrsDTJ2RZh/U7wox2vr5q9QtO2PbV7xQKXcuxMa+4UTlrj/SN6LgOaNpWbdrx
qNYhzO7FcGd11Pk219HDAnEug691wzrpYXVvLJqsUKL35kGkogSu0/p3mZlIdwCiO0/d29iIJfMM
00WDHQOE3BQOIQi6mHisd1KV9TsGf2Dxta9KtG8gRobnKMYJPuna/iZqemUvx2128MdUXMNAxRND
KuenNEy/aDrMvvhwiB38URICOhbWv3f4yey0sQuuVdE0d8Uy0WTCw7AAl7jsoKmLFKmhZUNvy6uS
oosHmSxvBrvoruv+624YPG0wjZwwQANOkyye7LTM4yXbJ3cBsA581Zr0FugQBhE6xmhaJ49bfNDq
qx50ya5CWnNJMkQV2ijms2nRWYw63jiZ2RAdClDGJ1tE+oG0R3G0p3k4ZtU4HiQ5Kk+ZVmDs4/fR
OWl8EE+DaZ2TcsLrtSZJEnWJv43bVsaBQa63ll2MCF2BLgOA6m+pT5SbNDa7Ox/aE9xgegd54tAN
VPX9/dxh9YO58/gQ6eCRO+H0XUhSKijkx4YatBuOsvY0WhYsb7inz3jP9E4VTePFx4cKBHWeetUU
RpCw4MfxbkLw4afz76SxNj5+ZC9Urxu4NtGitZ+je3pJvyJDnn9LifabxC/ycj0gUR5Y6jZreTn7
g9j1yxGsGP8O+sBKLB5GBlTGBKSTFpPfBX2JaifebXoNGAJmwwk26nhbY6S+0PhnoGv1xdanDhQy
dwAjo3KfNQogGeB94zWG1kJQPu5zIUUPvmSbV1NBTbsawYeiR3Kn+8O+T4fpRRiMnRQleLAK7hRl
yguwAfL4EtEAuAnKod+vn1Lj5FBrg3LMTWXwyCUWRxRBMUPVpTNYtzHk8Fvne5WYACKuu6xzf600
li3ryv/e8rP7mK18Qr7g5zjruqqy0KFRwHMzHAOvetli5dhK3VOHgeVx9OUMfAWnJIO3Td5yQOmx
LEK0szdTW+BzuSyqYkK0JPTisC76aa04qBNjB5MHRHKGyaBgmah5iN9TKabyNNpJhYMFc+vkZ591
bl2H0zh7NyotSkNON9b/43MzwKgSgfp/HHtd/OurTXwEDkRCzl/rfj6yfv8YlfMxS1+aKQwfeOb6
ThGb+kH10Vb0uXYv26a/04ZQcuecf7NpF/GtURX7dWn9kNDs+7bL7IuuS3vQRfPV7hokhW3ePvej
WTnaYAbvbSA9ICiyP4WibHOLxwEccDdQcjViB6C8XRZ/kcy4gQ4S/66iOua107Qvi929m+hdeSHP
fZKBuF8QClSXXKnCLTjT2UmEXF1+NqxbCbD+2U9gyVO0pit3T7TI4Ny8HGH9yLrjz2JvjKZjDjU1
y39/yX8dWhoT9EKq/5TSowowc/mSnwOsi+kg7yl+xUfPGiTz3I0BBkRYh+L4IvUhEhLVvBWQHG9T
Y3n6KgUdBiK0vteh9MVSKbX2JqmCiyljXBLLoP6/F5d1OHUPl2iZrOtowVQ2+KJRBVm2/mxY91vX
VbWcbcWAK8C62BpavonAwnhdPJHer+rfEcIFu5DrVyWYkL/15fRklgza66nx7/M57z1axfo7tYuh
YZpjdmNpQFViIG6XSe+HfUFXLQTHiJ59bKsOemrDBFme4oMpR9c8lattxlj3Voa1S8aA7HWq1xKJ
9SJ75NeFLjlv6zkxIKDosxBveIq++E1qfJS6f5RJZAaQcNA1JXVCKP1YlK0Bvo8kAwWN7muc7LOf
58WH1sTvkiBLzdOSBnq6hnS9xw1LgFrQQXpmczY8+vXQwDRnALFuHc2wPIUZUsB1a46F59nv58ZZ
t8ZpmOF5CVNu3Tq1RnqtJfGWLEei4pHfpHV1v26LhUXOCdASMXl0U7aydI1xEmI+0OfoZp1bJ3IW
vM6qXB1+Vq1zuKGGXoyPz/enfrbKZmbuYgpRzrrObEJwk1aD7hQ4qPuz38/3yEN2aURhHP1ZZd85
xpUKJdL9mNglJSKf4omSKifb6pSTjI4KzXqk7NIZVMy6YZ2MFtQgV1r2qSVpqrY/n1F86aOcS8h2
/z7MX7voZoyGbD34z9F6bDrc3pxK7/u462Y/jfmKv/acDUlyscMSnmbYCMGWw0tDjUQQBetfH1w3
fH/l+gPDTPa3thBP3+u09Rf8fPlkJ1yCvtnJhyZsvf/1b/rZ+5/jKp9ZALfh+zcsZ2Gd++vHLj/u
+zetW76/tCuzmxiwK1Lxnd5a8qlYdlt38EVNmmedXbesk2k9/eussDrQDcNvm4rQReqGLdEGdmpj
c2mSqHJrDCyCCKlZ0OTvetFMMPToaezlgxH68860uz+05U5eClhRjj56NcE6Uhj4UdjwweyhO4Rp
+1lnvr0lZjpZIEyjSo08xZgWlK39YUhYZMedI9U8yAHNCnD4lk2OscHdyqqTJ8aZe0R4j6Lpbafn
toPrMT3UfkVzcfeoBCMHQ+YHETu59nJzNmP0lxVdTyR0NinZrUKo72ExnCWqnlOBJeIEgqFcCn6F
RNEhQe+7R0fMMNVOTpGk3NVtIt3KMUPeEj+j28o/CWIR7OWWVcPYI5NKk8v3OgUTF2cuhuzw86mA
TJ6X1SCX8E2VbtcNaNDe2xnFVdX2SDnn+6a6b1Ix3A4EQq1Zw0LPGZIPMy0jwMtifkjwKJWYrOCQ
g+1B1ZmQHdrRGZGaCpt+Qz299sqIA9gymVL/rh7Q8WfFyQwGna5/JgXZYheN2bhVC1hj67ocAsNu
xmWNhOm/1nUzgQRIU3VX4aJXWLp/ky0TcBR2aVa3rQGuKW3h4ozEMLfzMolSrdxbkzk56yJPEO02
hkaBYKj5XvWzvjHEc6S32nFdZUmVCpdsnLELbYrNum6daKqvUiaC2bju8tcGiHna1Hx/8bpaVwvq
u1ORH9YvXtf54eAYdqt57VRTsV5+5LoxSuT8pBsACJdVOmn1q2lK3hCE8V1RbgoEwbetokR31My/
xqjyD4OiXQCRp+cRs6rbdWLNsP7BWunbn3Xp1OeYuEHmT2QplpA0+hqe190x0RP9lmS//v3ZLjI2
c+HjfhS2DS5aFoM2P8VjaNZLa/e9jENSta2LVLj0+bI9LHX1tATPcWPdzDbRQT9X1IqqTtzadiLd
6NEpWBa0KP5nMur1a0fW8jiJdBkWovfB/Y/GjJ/9xgTKUTrz6F0PZMqFgXdFdIvhXXcti8n7vqLm
MgroNW4dqMjNTVFnwZ0gSXanxsV96Qfjad1tnRCSqQ62QOV+XVz3VaCse3pF5/j6qXUdiooUSUJy
YQw3urYc2Ldprtm3cLnno6Z1b4FfQwlZ1qtm1uMkFTt+bKH8X3eDgHmgch9e1j2I/G7lSNFO0cz1
V0xRu5cC27hFLGre4iBWbZTQwstgnM3bdYPSAveUS4oz6+K6AWCKuFYpASPOGxLk2LCllKxpbh/x
/E16/fyzb0juFDOzxtylahVvrYmOCXCW4V2JGsLDniXZaCZkNNdsK3+r2RrkcPgtd6CeozvRNmhD
tYT8wUg+1NJSTIUWL5N1Quwy45aFm6c6j0QbZYAdnoRZiL+Q+nzAw//MLYvw9Z7zFi8/vDVs+u8W
axUfc+jjOoddc0b9+tguKqFuaWFc59bJsDZKLhMGtTROritB13Y7W6XiPcYAX4rpIfxuvFr6vGXC
7vpFVmfSLC2j2EX48DMhRkbqsC5nq+qhF9mzWIRH3aKkqZefgDcRyiNj1R/pFWA3aJAkBeDuHteJ
WrXjjMFRvfA3/j2rpvZHlKgwMJoc7OO6ue9nFKLrbAx2BuR/ElPmAJxP0Q7K3vcZsyYsSBI4I7Fl
UEJcz+L3ZmAvpyUrs4N9gt0BCjPkC2IjTZqExK77M3Xi04cWkRbVbsT+y9OV+wBfx2PR9S8mp/UU
YQe2bRXxFk7C3oxLV23CYQr7xBMn26x/78/ZXufW/wA1rHAjAs6VhEvaSe5Ur04CsW8xajsaWlEe
DAYJSRXXjiR3u0EYjyl/ta6PKPQRdcj8h7kElJqY3AJIP0u6F9eImBdRWr50XJvLP2udy4A2bCqw
ILx3e+XYQLYIKoNCl1ZC4kvS8fzXiUGizHkz7AaEoqm4kpT55PtJuFWh/iGyUNpo+rkY6vHYhMbw
PdFENB59dTlz2fSWKWp1RPJbHe28Ajq+zuaW3SubdXa1Xl3n1kli+hXdTjY0jKV3vljsWEqtQqBD
0PG/XlilbeaHKAMEsGhElz9znax/8M9il2mQZRR8M/1FwzQvPYrr6ShWzek6284kvPLMnLyf/8x6
nf4srnO2MmBvhYCXh3cBJ5CJtrT9/Uz0ToS7TuinZOm9X6+DdRItiwMlju0cNed1VenrmDsEFtHI
amvQr44GhtTz/+2L4leqNDXuo1qOBmxRjX3Pmp06HBIgX4jkOacLH6IS2Bisk3UxjqAQK5H0VRNS
DieMIVtnbsweVxQpHk+mVXgaNl1tMU5OkGGtG+JP7clWxShGlf0duZ9POx0flHIB6xKP4BtbYDiH
lH6idL5Rsx7daHLJiip0YJRRKJ3L8GzQC3MJ/M6l3t44w5RdM4VXRG5XumdDWT3JVevyyCgpoZNZ
LKvuAG5gGdrO8h3qe3U/DzgIGRaetOZzW7f5VlCEoYu96/FiaYJt1GJEKXJH6jPqI7QJerxweWjE
N0JVDHdSJmnjSy22ML26hf0Pnm5+1ER6yMuS/B2WRFEjXquhwrNwSrfgl6KNjtCvaLtzGNSyw8sR
ZXJYFF6DICPszoBf6SeJKelKMqXXICapgpbKBcoWbYdq8YhuNbpwSVFQnHbnUh3wN7YarwRR0Vjk
GvvxqzE5MVZvY5XC5+fePgdTErsRBlt+HstwTbEojRTS1b0M+FaLoeNjmln1X7GPIlumk8odZ93a
+bBupLLdt2rISYBDFwmDMy1CtOLNIOiLGZ5sa0ldYgRJPNZ8mry6l2eLosCOMY1Dnuw0aUIILNHv
3w3Sjohidqk/vhE8hxtrQr9fSkYCm4g2HWsm9hRocyzwaLRv8ocHuT3tE+tuBIG0p+Ipn2mmxT3D
woFBzvlHl6h00cx3AcBgK7BkvLY6AXMK1VMofbU+3jL1eFmuIDU22ksazn90Nrp5w4uyYpAtmf61
ULuPKoOOpHKLusrQY9Y0DdQbQxPHHDkWHgnRc5E0OOAa6MRQcHsp6QRNIAqfEzl1jXZBisBadka1
ffZ5X3hQXh18mfEHzSjhWHyXUdkRTIi5d+nKmSB66ZeukrZZ0Ph3E8T1ubJ+lymueoEcvE+9tG0t
BoKD0ntLANgbWniiV26r2+GnBIfVKUa8iZVxfrErEhYkIBXpj4lFIlwjLTpoCpk8O5bvIC5Yrjal
nh/2D5NibTHCpX0kpBVLEjLVVkZIUvKRVEq3naux86YwLbeS9RRKee7oceZv6jQnP9PnW92QivMc
csChJTMYKcpNMMYtaMrp0MnvjPxD157MftPV902CVWuNXxf5/I1hl69K24NnAZBkaZget/0THbka
sKM4dHHxzByiQcWd4a86NoapTjuNmROb4V4Xkuz0ILuMWDwBEqsETZJgvlLio0r28hj3FQtiqKx0
e0ULdLZNz4Hdv/tBVQN1Kj7j+WVWE+BrafhBc27mNeojFoqPPf2SVF2gpQ4nG2TqUttox87yyLWN
U2eSMqMJ2PDVL9I3IEyM13jQr8VI0T61z0Jlt0wZLppM9M8zPd70uA63ZXP25w4D2XzaYc9r4C6b
h/vpN87Z5Ksfkrx7UzoM5eV2uhUxkX83L7jegkQg1ugU+gRP6BzIZEfPMGDDgGvCrYsOIFj83nOS
nLrEFFjSpEM5EmSFQqncdse5l73UJOGPpcBJK7d1pvt3eBu2G0o7sTtW5qMxZp6WdzwIJDC0afqC
x33qKTYF76ZuI6dpsmf6RRE5toyhxyTCL4nuTaPGSHjxiaUzetw0UvoEzP8OdJrlNM+9AYGuihJ0
98PBitTPQko+s0j9aCoNs8AaMr/MGIoM9y4fumlrZRQLIoVediuljyicgheFLOiYAfsbpuJejqtr
tSSq8mkpxP7RGhPrhYEfHNIq2/TCgXtXb0bJWOTO5U0fxk5UGGRLlkbdKhgPhcJLIaNHyADeB+uF
p6YRuLFyqLPoxqQRwynT4polxVemmYeqMt6biIHXKG5DK808Iad7GlXIB/ktfi2Dj67eGo4tbmYB
qGqvogN902kxRJ6hTzxDwo1eldrJkfR89HxN+rAgG4V+TyN6pG0EplJqaxq7aawfsHmjDJ2JHVmA
nT6TyQzzx3yUtwJX760VGvQP07MS6VxmUvFiy0V87N0gtBaG2K9eC6GNp0/T3KYe/JmHsJ4/itF4
VovprjdcNTOqrRGMlxk0Z2JAnmvwn1QM41KAsbaKBs5goVJRE80h8X3atI3dEEmeFeF1/zpF5Zsd
pA9G2Z1Hg55GeXgK23Tf0IOTjFwTcdtsQbKBpunPIeBAGtoAo9Wp7iUlI3Cp9rSa+xOqvJ7uq6YY
SOJOMOPgQwMNwLsi0N+mdnzDmzpzzFR6bCxANm2kvjZZ8jGA09Oq8RV92R/adumL1XZzHx06kT1M
yMjdVC5+lR3w8ggOU5/QUc35uBeYiO0KygD0/Gnkjpp5RwESmFpzCLruDk8jPAQt8uNDa/5pRAOa
gjcsHttYvecC5C8AZUcSA5aXcg62KT2rbX6XgOZxlHnQN8K2d6NhH16zBkAftKFDMeotvP2EZvmJ
9ogQH03c2E+YYhRXdMO08Jlg01XuyNIns0NWuNU/5Kw9J/Lw0vGjGPo9RzRhQPpMn+xaOvHku6e5
rHS6zuTUB1cFZ/pCV3dtPOzHwt82+2bItw2nhYcEI39qh6NDbS8i/h9AAZvlNSJLtW/xU5MbjMVG
+5wUsD47LaGekm+HiLt3sPw/aYqFckJ/Wj7Wz0bXnlW7ve2s1MXP4a5sgzc9Y9yIhAzrhiF9NdHU
wyctepfSDC4PAuvPmWuDigDY+JywoVYGIppxY2kyDcbdTjDOONiMlovsivVoTRwQyeSquF26Z6Ml
qTyn1ujA4blJ47FxKhMioCxoONKy4KEw0j9lO9ZO1qaDV9kdjpGIDutQPvSy/cvUCCKnEHJ2HvQn
rSHKLjv/rWu57+ZO3RrAvM2mv2hk7yCnJB6IO0NKqYZWPihReqdA7j7DIKTRKSCFppE7rHuNk2xy
GrE8mXmgK5nXqaaN4N+ynD4eMi+7bzIYUX0iyVtVg9nQ1NEvDOBbH7Y9LzgiyTv7Ux677qwAImM0
pu8tv32QxAR20+7eRAtpfJIi+l66t7qxt0EPUrSJ8Ci2E9tLSRHUFDhSGuO9XJa4eQjCKhG7VUBG
oJPljIx1ss/m3jpgMvlsRsB7eIN3ffmptMTG08DtWcDXiaOzkAoc5gYYijGXSxX9Unj8eKiT6GrC
v2eOqnMQFV+YjIaOUDrKStqj31gYleS/Fch11lyjklBwBPMjC3/O/NIF1ckgWAza/NrbFA3xFwF1
dUFA9ESs/WRRtHD1YPGKUMePSWcEkFj9eLVsXjXG5CVWtzgM8jY3MJCKGziq1XOiVtwdg2vUs3yj
99lIMJ4mjrCIwYyUvo0g+urJZ7cnvVgIWfoI720cHvVi2CiqPhJYYZoRmbAdjO5WGsbyEEnJrRYQ
kONJm6t6vtPITFXVPBDQhv0OkbbWGJlHQujRCIPf8K1gpyb07IVKxR3ARSN9kfR7j4rk4BvaiDNw
S7XympVgzEDcCyel23Y/60HtNRAx7SF241m/1J1Nb2r3R5eOWC2fI4xZc5LQAB/pvUvKDVLG27gX
Yivn1SuQhWOXzxCfiwXR/FYJjKtHW0GsX4SPpTCJhOiBskgSOJUcEHcWEZhJWtBza0fTko41pDm4
sYG4x5hQhejvcQcCsh8mPNsNdSu06UGVjXMVcweGnOFEYCpBVfKPbvq9l7YQh7NNqBi7yBjf5vFI
58xjSkeqgy9ItckUzhNW4leUGLSNzIzXDbRK7bSk4PVnCTLf0tvmQg95UZuTpGwNDI8cW5fuRSG2
PYDb5SFVOHBQkUJNNFDvFroc7h8JDzZJO4EOfO1D7bdqSNPWV3tgyUhIIRoyPE1T8HZEhLrN1V9I
aAcITLBNDNGvEOO3UQgjKdG+NKPNHWMk3a9DTeK5SQpRBy+oyneRJatQ5UwvweXUkWyuElNX30m4
/MFDuTz1CVVrlcL9hFVRoiq/APZlHq0yCCg1xZOTQl8+sInIEXuqSmHfSnZCh0urjOPeVHqLOCAu
XVBzDfSU9iVWKnDU7UmKuNqKWjhNWj7GaY4cyTgCxvTmgvh5aG1cfUlSOEYa7gYcx6F2zleDFvZS
fE6K/VFmc+zRyFZymXZ3Zj68ms3wAUl0P0+Ta6jKWzFGOrTkAUQv4gt/rHX4JEPuUgeRS3HfJ+Zd
11jIMuLs0lsdBZRKppBtv8Z6i6N9pj347a9OyKC6YYjiIIbjjmz63hjml1QXZ6EY3LpBi58TdYxa
Nm9KRh19kQ9eGMm3GI48qj2umHaXb4Nw+hX6ek8voHlHQQUDl9iH2Ty/WPYvy5BoElEXFl/Wjm7b
xgTYBJjg6wIvVgtvgmKLzbnT1x31hnAnlfklTx/B5tkUO/0916Rbl6G2GWOFkVivsKsa5RtJNTTX
OjYBwE6SfvQu4A1ud/Sc5OZmqOQXKU0ptXTqzh9h7o0+ZngpGLTK7Nygbz/CitZ7XTsQXzR5SoAx
mI5OVMnoa7iRkwORtA51OMWlKrJdpegNvgY/hNSWXJ/e3LzSFNey4s/JDF9C6pTT1GWu1MMGjG11
OpjTcyGidOOru1RQkM7RoaJBDTYGPjCF6F6SPFgy1Iz8/Zj/mm3ULi8EaiW1QqYVvzppFyMinYzk
cRx5e+u4em/LgZCjN1rKhA3l4RCTaNu0YSh/lj4eGUlYXtsg3GoYiWztaTyVifo7lRDshjHk94U3
VLUfdCQ9UhAvthI9Kk7FHb+xJZOxoc2tNAzNNZ+2NhTgaSLdTj9X5flJAJ2tQBZYoURIqWrFDdq/
1CcXEkWfhZ+eZVMCah6XOAv5OqWnqNmHADYcmpZMpy7Uz0EDO5U+KoaZ74JCeTMVaW/OI/kTm24e
rfwsClCn8Lo/4c28E1EP20oNrzPIYci+SeLiBguFYL6pQyxcb0feptyKCA7zd1piaP3uv/C3vPo2
FssRzygFo/OsN59sZTxNNTASOHN4yWv1TV+L95x/FkiUuyix1Z20WC6H5XROdRnqe5R32yhinCYT
+5fl8MQ9ShsITfXL49DY1MG043NUwbsA8G14wFboMVFUycMBa/eEkNR3hsqne+jTHp8rS3smt/1g
Zh3RJo2p+kzHGdbVSCdOaWIzTOUR5WsEvNybNNmS661q2mteZUN9qxR6qTJ6JkjY/io4eU4+aHdS
mpAyFNpLT91SCYbew/1n4anYwTnUxUMwG3slJUAXAaZ8PJ2IACDtMYa1VNitVafRaAxJmITVrR0G
d+UfHrw+lZ8BZeUY9nepYKRm1Ohp4gFbFCG/hDVGDZNa4Ac1PAAgTbf0cN3GZn+mrIDQT0qvIg1a
j0HgeVjIrZN2r7wHufVuds1TI3NhJvoT3hf3qpF7IsCnEAtgKOAYyU7HpuZuQdZFh/i+0eSXrtV/
S2ZPXplOt0bDuy6WScbEvP/NOdJQTPSHqrsmFRxwHgC0wS3wZuXVXwavlhScZ0iFILXPiWrMJO6a
j7Iat5UpPaVYEjtmqA3uUBB4yzrdDD5XC1FMlxc2UnEhO7pIj4Xf/s4FEoqwm4FS0v5Ud/dmKk5a
ZjSuKnXEVDnt9zKA6jGWJE8s/rydrWyQgmNFHxcfYRbuAVcc6yjcyon+GVo1eaqaKiBOqlgpRjt1
Kq+JgaFoXaWHsscytZPLDV3h74nS0C6q4tCtR5s4ofAct/S/+TngYH3DTzh14Y0Z5TQJD+dcUuA7
GUroIHr0B+2X3yKh8P2vOZceVKyERqMIH6TkDWZirs+qKwUy3ViDep1gj3laq3yYXXtQ7ei+GKis
owD8bP3lZIfp26T0z0mOrhq3BehXBX9zNFynZLgUMe15fvBOCPGOsWromEW/1cvprSsXXZ7Mi1zK
bDoC5wL2uEq3HbH5kqkcd1TxQk+bSM3KkYoBvEo2IXyzdRwpkiY/Zyl2SoX+K7MGQQVdep2D4SxX
IKTt/KLyCBemtWuLwnKzAchd3m6iIXqJ0lq4X5Vefuha+tsvS3ot1eIug9bYmhkPF6PGbUlvweOd
5nzY+PjH0+WEVlspT+iM7lWppzkd5S8qi/00gCUM8QaNY5mkXpf3XI30nM9C82RqqjC4ArQg+eDK
bjuPMU6JUbKdA/OEgvLdENVbOs83PZwvymrGhTvk2UigtUmdZ+cFPZhWsFPr2DWHjoZjCbeoeL4i
XjpCrZ13la5tdPAGvH8U/ChT11K5u/pZ7vd4OkDRpw18tDog6/xRpWb/Gk2SNyb5FEcjouMqzi9a
+tSJxMNA9bYO25ewpwS+XILzhMUUjSXyNjC4UNBPXOfU35ERf/HN9krm9sYHlM8oAR1aWikbXIhO
qcju21B9zUZDMNALCWvRU1k2lCfR8mLMo/u1VSCQScqQPC73jMbuMdV+Kdv4g9HvAyrQ9gA2H0/l
2ffQvbzo5bku/VfCA/oxQkIUn0T9WaKQUyuYrXSTnmysTN3TZURaL540QoYqwB9SOhdmKV0Zaz6P
GbnduTO3+GXnXqEbA2P60d5mMyiaWaTJPq8veSFRIOAAGyuRPhj3OhNaCBH51n6cJXSTGchKTLKC
0QqOfTQwaIScQG1fcstYx7Z40ndTkylHKaWCVaFEoBJhMlCzQhl5hrKbJrs6II+LnHrCg2lUtOyX
NDVA482k2a2L3+vA0Mfcl03qeyYSDkD8pcq7qsVs3MwKvAwW96fxxRIRMG4MLAxznNzKng6FiSQd
kdObQR5ZEfSfmlon7fl7trNCoNoJn0wfEHuGNk9zWje7ngi9HniH9TUJyKi9x1/4vWvTRdnF22eW
hoNQentn+l8mnp3ulCrv9JHxrmlod4tlEeBznL5KHUDVQiO0Nwblj59b3DRE2Jnv/9Zi0bmkiCwP
bICwNSDOcs7fZPBYsqpjNCwhWyidQpMePt/8CG31o29o3554CPudf4DEDCCdjFVrq892AvRb35aT
dKmWr4uWCoxm0D41QL63rSf4eWAPc5wl5tztp/g8y8avrLwpY9E7cTrc5wHV59SyDnUpSGmaN4mK
mty0PutRB+IfVLeTnt7FS+nAljLShmN9EnIwuE2tcUfYuMCjKjvij5F7VVCN1PBbj+B64LbWDnkv
MNTRGb3ttSAUwCbo7JANiASKWcJETTQTQmNQb2K9vKnj/mXMFqPFMe53vpZ9DdHcXFpIGwHpbVln
pKwFNi/YSaM+oGkbO5Rfosm82MGX2mjUZGv80CwGnGVk5Twe4/tsePK1CLqQxRgtDLTAQWLtjC0s
h7EYXcuOGTub+uBQU93Fkaw8JzZPa9ixjG5JsYwZ/lBKdBId2RejF1fG2A+GnD03mZVupFpENFoE
LzBGkLBb6g41k+zS6MFjcGk6NLEdInNIkqpzl7TnplcRq6v8j9Wl2jpLGEPqSbLDyJRPqSeNWthW
toz3GSV/NpCq9HuKKyBUkLhTcR/akTGchO+SlaeWmxiGgqKpf1BSgICyBvKlL0raqkhY6eVnElew
X/Jhn07kmZVUtw+qOLRZ2zlTQGGqmUk+mWby3pHk421TSE5O00OTFuEhiPslgFZfdSQuDtnKANzJ
WN/KWUZhRdV/F0vpyX+ryLC4SiIRu7bnhpwlbbL18X8YO6/dyJFsXb/KoK8PsenNxp65SJ9KK19V
N4RUUtGboCef/nwMVbeqa/YZHEAgGIaRRsxgxFq/CaAGtixGbn2buzIvCHa2KryT7tzBr1uCUSnX
Xm6hkj6S9rBnx5pWEPGLprYnX8YNgzJCsq1CVCpY3i2GKmlvBZ7pqxp7o1mQ/0Bc/hRYYpm2xG0G
FDW0nrAma6lyH3cCxQ+eCKEw/aVoI/XU9OomY025GB2Y09GEY7mpXrzSNLam2ooNCpH7ScTOwk7y
dahj2DIFPByCwKwPPfH2xAXgHifDk50DMlWbR7Jm/P/zCegPEVk/quObtCCszr4VndrYxnql26DF
gIqEyKNj45A/FRVB+9IYFEix6EGmXraeGoOHcV9/QaJnnVvz+rOAGjd1eythJk2j4im3J2Pn6AVo
ZrMYb8x6zglVwGmw3wDD5yQV69oUP3G4G2sz5LZQehMCdk0gkB8a2yzbesrSKls6Wu4vkVzJwXLC
ei3jJZZtOQJQ80/ykg68RDLyEzbSylqapjn7KYijZcbPjc1362uNvYujBAATP3toPk+VzScWFi8J
n4hITGAzrZGSsd3u2fIsgMVJdkTqczgExa1KCIU7Kl/4/FfWYVIj911XbPd4ba0cNxiNdGSdWWU5
5HrWtlsWyzjodiYbd+yFMyxWWzPfkiw20IjZeN2pCDFvgSv7otpmc5fp/rqLx2ejh3XZOd1j7cP1
BAZUbXOMaJiim8sQTXRSfpi4BBHWCV5Lw25XjtveBORQCRx6OsIowUjY3C7f0G/mKxrja6e2CubT
LgyYzsV2I4eYIErwtDoROh2zkRaHzZw72fKRW+OHBOu/PJljw3Qz5PoeoZJiYllhcc+ZpfY2BNaL
qv/ohukN6RnMLRAKt8R1qm0VZRyfOLT/gvgWV5u6vVFTGBSkDFGvqSGZEPdQ+u7ck2O2cfGJw25d
h8pXrzLddatVGK5FSXEi8+es08nFHc8kp0Paa6lqrHTY50DuZcXKvnaLsI+5RBMjWfHY3seGP97Y
vkpug62PmQPJcYJi2ChowYNDvm+UVN1U7hWNCxaG6vjUDdpuqlWiwkP12HRkROy+WepBXi+H3tNY
KKYT7z44hXXzNbVJkRk/9C66uuz22QTzVOy6AagR24F2IAEdegpr9l0Fb/wS4EeiFJhZY+606mvl
rSq6r0aAr1fqn5IWbKXZvvUuAf0yJgQPuvKhISiA35uH7m9uE/wwHjuf7WGMesMags6LMrPXQmc8
DA7WBVkc3ypmiXq+NXLLTWWxKICirLSOPZ8za+LXZf6uGv1r06msWOx+pzH3bGfR7b5IX8Fu4F6J
+in5XnbGulPd8Yli7qowJvxipdsQCVzAhqtEiXeZiqFz5RtXUXvxTVFzbxtiFfAlL8bSAx5IElwT
nrUOm74/l+7aAD27cgcTt432ZRyLC0/YmFWwsTBL6HNVkYMDKTdjPBN2G/YdmLYBkJ/KtxiSFVuF
+F5XPX8ZCkKvYWFFnBE4SYOiveQ2zFzlO7H2/psS7Mi+qkg7meeuJs02Dfl3x5m1WUy2RlUNsK7j
v6Kp0zbwpvoSzQeL6FsGkvZGVtmpwMqIyEOZ2Hzaerag8YddBvwRTK7OXIqxuqt4qPhX3bgqBfOw
X2oPcRvF3Afqc428xErTdWcZGDvXtq2VOXnPQRSasNyIaRd11q8rn41M1sODiBfVUIi9GOqHzimn
rR4b0bqr0vMAZIzcMdk5o0rFlh8PxsZum6AjPJCrJRPHEo45FpY+MhVEh9dGVbfnrnTv0pwvNJ/S
RVZq1bnxmhIP743LQ98t0WRpSG+gOnap/JEgP2HGJhxe+1ZDRdwhLR+32pNhgyws62+lQMkFRhdL
oWztVc4lIyO2KiezXrJoXftQBztSrGjmzEYb/XtcjSvf7hrsC2+Sqh02CH+DXPTP3hScApu9Ctuy
TaKX4bJXEuIxWn+j4T/AImd4Z8pFPMpxr5pR3Yo2IQxjB0/pSP7T5LkUoCBdKeOPAf/g2De0c2QZ
3arJs2CjpDgjCM394VhgNLPmaWg6f2Eig7x0RnXp1CPzszG9mYO7qwxssuMfjs0NOmXpdzHArVWd
hrWfgolRPgaH3igfqwQwRcPNpdcP8DgOXgXCJ/DDtR9VqHi0+sLxzO8z44SFOOoktacbS193jjrI
65T8y7oL7L0H5OcGouKjNtuMB6VCtr3gC3DMtzqFbAmPqCD4uhl8F1GbOH3wbPLUuoNHEVogN3Yx
XjqD7IFl+l/DKwgUZpWl30/rVge631WnsU3SLbCM/dj5F+xCoL4Qi0i0AaiOw5jBOD5nufVeTcPJ
NNsLq1Rki8ND4tODu1MBEFRvErPl7p5XZ+RRLnYcmixn64zIibETVrPXBnzQs+FeGSft1IIF0sEB
b4pol1UscRvPeNcTo13kdv2sFM1EnCvhYcD3psPMFICeKjc8NOTSiLm96GbTHDXMYuPQHTdK03ir
eiqWnhlyt0S3KcoMy4C5vqi2yCrtwUzyKE9UHX5/+S21sRPzBwPHaeU9sNqXxExemyqcuPv1bS/4
v5gR5oX4rW/sqf4WGAQh43im08dk0Aw8nvTCDZYmEmVEGMjYWnzNXdVtAD4xw97ETfzI///Oea3K
ylsFxAsI0xL0rz11ofRsq6zgfaiHu1p33su0eXbH+p4shL/UYwWdfAfjLA9FKeGzHTC1Gb1DHlXB
Ndg2gWRjeeAu2mwSbPlVss6ObxwQSnvV/N5dihyc2JzNyhvo+ezU0hW2O/tusBF/uBmNcevwC8qD
Ypsxcfu28sVoox+Im+VEnsWwLVRgbdDfw+o9d+pnfKaIRufFRZgbzefJyZyOurK3y8wO9eP8VU9c
sOnDunUjIHWqWeLLAO+0nO1nlBGAna+9Ofo7CU13HU7eaQCStso1pBGAXkdCBdPrhTeDNWmLOApP
ZaHgWmlkRxu2WpKLbNuMlroGNmexuuiXbW5vtX4IUBsrBRYs4k5nYBTW+Pkn5k3FpjSA0Ym7Ywjx
2hMNM/x2LOP3sBCz6FSzN3KFz40rp2kTxWF5yyZs9kAb+ydtCr0DkY3lUOM97lqRth6c/CEsq6vR
YgSBTDVvI1r1GVhXl2g5fG/rZCdshQTp8mU0qhhXGckRTb1b4N+I/g0lGauBJMaAuRPIqa1olHLd
l5dmUrVDnnWbPleClUhYlJX1rsg11q3EhKM84r835Gs3nE5RxgTkhyJfq2VzE7gYtwcqtgsgjjRP
qddeqkBX7r6kQ7WuupolQBNcFY1Ff58XbwEJPRFjRukFSrRSRv3FbsTFVJtd5qXjutFY76ZNYhMP
MiALpSiy+P21CYzX0jwEBrMmPoEO6bAfHhiHwrSguXfeOx4pLwS/TOE+kUHZDtjAwWk5GGxKw4Bl
xBDoFwgrl7BXL1HfgvbQ9mWQZhuN8ICd2ddB92YoD8vRUmCkOIJ1LSv9uR6iBxCWLEfRobKaDqJG
bp/zybj3jfjOZE7ZuE67Tapp65Xajc+THLLosi1IkGFNuY5jopE4dsZRtdDFYKyAUVJyAxY7JbiY
OiNqDpc7KsLt2Gkbp2lYlRBs9PAsWJRKejSH6s2Pu7ekJlcRTwtN3KWibfnRQPnziy96aL9Fg/Xe
dgV6/frKUNNyi/g9+bIRYQXBrt0OXwnJkrAv84rgmXIxiukhtJyn2Bl2qm7sRchSVWn0I/I70D1M
MDotD0SrdtvF8YdmKmuhljwwkIboPHNjCZ6wav9a5cgGJq+mYeLDluwJ6t7aDpG4tCmeJ99bVeNk
bsNGe/TwYRXC+xq2MyI+Co9KD5ACoB0uENlwtDJ8TwudAHfmPqqouLV+cUHwqAN51d2LjlhME0CG
LRz7BHEMQzu/vMsgMiy8aTzmrbeKJgsXJbqQMTka6KSQZnU3llvdGVb2UtV4lSmqg9Y+gDS1e/BM
wsuGB63Acu/7RmPBZq2YcslAo5EADNd8TDDohG6CvJhlVC+52q4UUKoC19Ah0i+25uAZim5gTMy9
Lf3d/MgjL/A85Ym1MMMcbjpUH19Yt8Koz1Y1uEtyjWy7Ma1bKMK4pq1dr3MwPb0L8nFoDnpLNjgg
nVIp31FywOqR2Oqir1CQBJeqO/xre/LlaaqxL3X2hOCZGyOt5Lk2bVutfcpUQmCoIs2M9K0Csbv2
bBYlLBR72CpzGhA9qQjZCTUYCQ6w+vXrb8LVNm1lHlvHQQ+lxBkyYc5G0MIpCGi2zakvzeakFVF7
IgAxkdbrlR3wkX5RK+Wwz2qzvItNJbljWz2fy4qihv+IThGPTdtHC9IPA21ZWWq9/dlMR2Xo1tga
iousAg5AHsIyv34OEvdBzDzuDmtrqss74jDiDrjYfaki3iGrDOxdz8JTdx8d5l4pBqYb3m24+hyI
QDos/V5X9rIfYOvhdhDY18+jygPckl0IoZK0Ne9M1tV23SxB2FnIuPxZl0buUkPU5yJ7oN01gnaJ
CWhbSX8xh+7ngb3drWvm/c1v9SZrA6R0ehJaf/bXhI2KhXkkT6qfP6tTrNXOAQgjOaisT4sR66nQ
urIX2ZS68K8xnp4Pwgc4VZR9cyOLtlckswfctI6GuH3wqiA96IJYYh70LU+Oxr3FA2GZQr9plrkz
nHqVyVdeOlZevQwA6+1lMU69eAuxwVx9DBz4/RGvQoJm88tWKapzifbRVb6U65XPZF3Mk3ylPsKy
cfLdgIAE3ftWZDu208pSFiOYp6fe0x8zofA+VPViCK2+l+NoXEkooxJHOZCVA+oTuedvZGsTW8sR
TC+smrS4lQcrFdUmqfhpIZUVhsvWLtC66LN6KZtBNBe3vGC0q/BgZhaf+2TRFIK6Iqn1OU5SjwP7
gXxLkELfNI0RXQixh5uiH9IrKfgZOVCWt0jUOasiiLq7BEnNVY2qwv1YCXvpw755YO1VLYPeTp8a
om/87qz+OZzQs3NSy/mSD1a+SJW2+GZW5TumstAlq/zZ7eLs+1Dm0AZj4y2fALKnbvGjGVhRZORU
yHAUy04tmTgm9eoPrGgW1ZFoFZDcDBUa046BH2BNzHKno/dUbENyIe8kIg5GM4m3tHJuHRD+r1Ef
f3XzsHpR2ROwequ9rzq520USp+MmKgOsUTxN3GImj65m6jAFzYbLsi5ISiiVk8LipxPiVjZogeYw
SfjlWhZlQxURHIqDVGG5w1Af/cpgWNtAzFay2MwDFI7urrvBRVHvr9fA67kAPk0ezepFES6nylE3
iqGhQjz3keN75AS3g7C6j7cqG/Lab7d5TU5LdpHjD4oKzr8LyfcXAjwbjPTd1CXYRZICveAWlO1a
YcVYgpbhiZ+Zsm6UIb5HxCBaVprVfMtS5axbZR+QI76dXD/8ITLrBYC399zbuosFcgNttndSoiqe
OCh5YRwcvXc3bF47fv+ZTl7c6L70fvfFKpByCa017AH+QVMy3eZOaX8dbL1YBkE/3XlaVGw8O0Nu
J6u7G9D97hbXZv+CrWm9MkSiPoEojBFMCq9CTe7ySdfPRpkhtGDYPakJcoFtEoozNw6JoqBIzglb
p62B1sIpScx02wpUUtKcBFeW9OMpsYxma+SgCnKT5H9ratlJa0d9i7JNcNI83d7yQ3GOSQIRoGDC
5Vd2kwM62ZZQ+3eGFYe3rEZY0mmO/T1Ib9CVsN8a9uGLugnGO9k1siaFqMyfXYeu/q2rAc35TsXj
e9s1FrNvm9yDnoqPeJ9tex9tU9SWCWfIOgKe206UfbjusQtdlZVK1s/vbzO9xlk59qe1Hk39rTxg
L+ssDeQkNrKozf20DiZuYJTWtmRqw7g7JpaNqk+w1yMxfFwXxgSVXd2vbkiCv024+SFURaQfrP+1
KT1kb+ApsRt0dwUuKmAse8jA8BJuDVSFV4B2hrWs6wvXv2V1D0YfxU1yQvSTdU5vrPoReSZZ6kM/
OyNRtpMlORD8NG8X454HnJkx5MEyLR/jZn5Dn3XgOStSuba+b//qR/5jpSNtd5FVpefmSLpVu6LC
Qn1I02al6j3oCgIozUaJTf532EGGa9iI8DGVKSGWpdcXh8cCQIC5kthksvwo16JCgI847kdPWUQ4
n1DTfPgcQjYUVtBcbFLqaE67yMD09UXzR3UnA/e5kvImuDH/H5WBZas7RSPELy+UHeVBNsBDJR08
XzxNJfDxxLP3wbwBFWFlnDviP5cgE8BaUA38RtSwJsljFVe9RKjCmuDjFC0JR8PJ33O98G6jAOKN
J4iny/rM8e6R+1DvvXm5KwS0GCVs6Z8Xh6JEFcoacZv2x1ysZX0bsiPq2/KZLI6DONGAvWpM6jKz
sJzVwl451A5300KeNiPOpfnQIWVuKQdZVcUJrbL8cSprP9s7D+Jamik/fquXxd/qLN3V9plI1r1L
DBXfq/EQ6uPPg6rWt1HLZ51M8OJZ6FhftBjygVom5TeSdm+WWdovipM/NZrW7E3bMLeuFodrLzNQ
/UAD/sksNNJnMDxy3WU+DTR0mao0esbxElNjJkxQGcq6NsaDi8qWP8bGClQ4818+nEchsvexRNSz
rfUvgVWrIEgLlx17r9z0zztd65AVVUndL9TeCHZ+lrO1bqB2uXr2UnraV/zJlTsEs4tDriMzGDkT
gISh3YisTJ87lSTaqKTaRoHC9c32lwyQrdvnrgrKG01U6UaFILYv2iB7csdxTzAyf9F6o4D15PuH
LOziO98MfsiXm3SX/6AYiotTZN3ZD8gyDPMF8/sAQUlOKwYbmNuBuUVO8jVGkvQkD0Y+tCdhtsBr
LReJA4VdugAgeTL0yBwWsg9czvkUmDYcOPPws/jXELJ7VpbPWZYWu8+hUwNYsKl0zboVUAOGYdqj
2+KdZSlPIKA5HbL3shhXoFiAp+57tz47JASbfU0EBHSYGi0LoVTPY0deNc5N8dWZyFtHQ1q/FGn2
DMyj/45F86llPfpedzaUrDzAwb6YFoULTWChsJGfw9FeAL8lG0DIuIE50+0zeOINPOVZXK5wBApz
ulYuIqylt7L42ZCkSoYPMjjLjnD3JXpSOmzEDQSpj64dCm9Tl0B8+8Gu96HR3siSPMgu1txPFsXM
LjL7gHhZ49xGg6rscxdeVwZLnV16h4iCDvlqFc3Nsk+l+OoyTYmJVpZFHx6r39nSKzcfl+hauqz0
wLp8dOb/dNZwlrAqy7mFMMQgf73Gx/W9n1XcWbxGDaTgMJRNv1k24LDvgiTL7/x5yxGpFVidv+rc
um1WCSEwoDtIwsFc0a+V6rpHocfVES7LM3ti60GFVoXemH0tawdJ2Rg8ucONeJSNFqr2K3Ag5U4t
wQk2nVFucwe8a9oYwWPkF8667BBH0OMBHhX0TsxzOqhuQ2Y/TCkoG68IlPcN+TX/Pe9YkhpVYz1k
jLUGIJscB8sIV2WcQiACKXBPNHM9MNbVsAzrfqp8AqeOzg4Tkh17c0TdDbOJF7LVMch0jo3jH0nP
IzAaRem5rO3q7IBYI4VeRa/CyW6qPLaeKqN04FQEyIFMWfRcKgQQ5g7O368kl1oTVHfDV/AiH1fa
zFjLcqz1K7klIu6OSB/6FIYSAp7Rbez76EZpTUGKJHW2/Wjrh5hnBHCYrCWjHRdH5rdmO2aqczb5
ftZOkhi3RYr9XaQqzsMwSxahx7sQwnS3detP4yKbPRhaZ9ROpDpTApeobs1VOQj+UzkfPvo1lVng
baH8vEK2NOOIQ3Jv+lgQQm4nx70Gkdje2UYb3pc2mhURQm9rWZQHOpiO3d6xsp9ZQAgPfXaQdXTQ
TMKBRED6ve+1Js60XXCw87Q69WGfrZMsbZ70KP4u/9Wa8SOy+vAt5l4lmD5idDFf4yJVdDDna1KH
mEIVm/XTZMzpg95/N/OPa3Iv1Ra6m/28RtjgUpI0P0Cp8g5aM3oHUp7kt3qdhISI82CT8GyocMOm
KZdNv5+yCDZWShtt0kFkLSYFJjw+XHUXNZ8elWd81McAEYaFpboc87ni89CkEQbAoF4fJoi063bA
cb2OBuNY5HqyjqxYeYYkf+m5C9+sqLuadW88w1vISYvX/9bVz9qLXLqa4XAtvehn199GNScVj/VC
JIQRX/QqNx5Vvyofgu6XQtS9aJ2tf7Ro3i8tv19TemW/rSsfEMokOpzFa3XgGQvjn4Soaq7laaIh
CBDNh9KLUZh0Lyq6XYcqmfdr8jRHg1bBU/XvtbKMMnx1MxmErL1Rucmt4ABlxNympIpvyMorN7Ie
4jvBU1mpZYOLLvLcm6Sfly9kr9bWWmsnO9SyVp7Kg3AtcmVOGy9KlDN+9pctoxZ8a70qPIzM89eA
n8YuHQjMaZnIr36u5Vd5xir0qSGZevNZP/iBtnMNEvfy0r/3BW36s2+Ddu8CjYMW2WE3OMmDhdAn
91Fmrh2RoV3StHC/5elnn3ok3fF7H9lsqxZiLR3GMhEww+BBQfz9kOeNSnx6PtUVEF/yTB7qgGcX
8KRw8VnX6e4oTp/lxJ6STZyhYyYvhuKIUtNv4xCuJElT1zbTlUuO7JcxWDg5y3wcVPA1JVwt5Po6
L7oiZJBfAzXMryIdHTjivrHyRj37tWHXdAj4fdaWhuGsyLQaK3mhPCCtnF/rXTX3lBV1Dz7MZsmx
haeR4TTzPJFuPGGGIBayCJWp2NYGSkuyqJtQRhW4mkdZjOxoxQNSfyg9Xb8mmfkgq/sI7dbGxEMu
HvPxudZI9bKFcPayVbHUC06a0y1G2eZ9nU8fQ3up2R76uC3RU+IiMh7jGl0h9qPz29JS1AQLSzHO
Pb5Kz7qPM8m/v1tzfrcsw8INmaTh+fPdyiET3m1WI9AsYOlvpRJ6xuNi0xQBuOhZLP1DHX3WU/8s
ijqEieYBoZGtsmEaUmZ2WU7V/GuqpflOlsZMHJgqofik2tqLWetCC4yiK9puw6omnr0eamcEyhRm
Sx+hgnPBUgjrJN8i/VAhnyV7f1zoGCHYaeHOvh7R1VLq6AreLGBr0d8m+F8cEZA/tMrgPqs6Lz96
A6wjz7uKLnms5+rcg2dTJaTTmzZxn4fGiJcE4qOjbG3sGE+MMXkKNNDTjYnFztAr7nMFaWyTV/Gw
kVfpek84so3js6ek3tMUH+VLukqnHlF6JQM4v5QfxyRyq1zZyuKYjF8nfGfRsKrLhzrw1/IlvYbc
mDbhfN12qf5kwhpLIvfUpAYZD1WFXIyR1QmnbOfUC4vcS6zZPrhQ834cUxO5ob+aBwUMw+cl0zSN
TKJI7Fs8Wg0L1knY3Qdh291jtEToMAUc6gcUkbzBQKYfXz57aK3/2MdGepL9cT2pt0YH0VIWq3nA
OYs7jyWv6avMWqIp4m09w9o27Vhdhhy+PQsAoPaVwq9VRSSzNezgLbxtw654w8MpAycYzF4DJmzb
qXEh+vfxo2XXr56h5G+JrwN/scUXQ7fEukGZ8Eg00j6VkybwQPKcb7EiVrKrcMnz6b3q3k0p3nCj
GvEksar+biq9biFfz4akmHa2ePFLoIqKGFiMKYl1qCFVrovIdp8BDpxk1ybWv3auCgdRtzXeFBEd
+RkKvxdLh33Un58hYQ/18RmKjDWV/AwVrKHHKBevwHe7jS8Sc5OqybQDHJCtdIQ9HmWxq5J8pYeq
/mg29c/WyQuMX4pqoosdSaNsA9uZPImhxE8qPukrdVSrM2D4fi+0pN4hm4yOqBKlKwfdvC/j2D0D
gTZ/uPWhTpXpvRFME4iQxxDKuXry/OpcE88sWgQXeiN/6TMRbtHLypC/S/vySGQOy6j57Ldii8gz
NsNms2QfQG8h+hF2BDbQfpPZ51Qz1v6gREfSRu4yJe66lvXC1cECQXTOj4ZVrIumxzIiaLnC8CKM
X7zB/Rig3xuOiauWNtvrOY56NE2woHNJxAEonqIaPxq7KtTWVdWhSDA3yC6y1ev04kACARX9mAQV
SmCbtAqsk0l882TPB1kM094+TJhLypKslz20jPwRSR8HZeo8hvo+X9sXeByFVrYJcb1ZSgF2mK6P
JUL/91EAYLLWwFlIIXRnqh9tz03uSaeHH/Vl6ixbTa+/obYB27x7Q22cZxjwl9ugNP1dgHTQ1g3T
/D7pSXI0itq9Gb26RAC6fVFRbVoh46idkU7FAa1No80glPqpUrXHoEp6JHUwyhpz79mK8VCJNSc5
tqXo8QAxRlT7x+DKHgMydh7cQivvj4be2LfWfDB1cItWcTvGkT0rirUnIJgH+H9gLSszqfb6xLLi
s39b19FGbdiyyTp5WReCwh+jNtvKomxQo+od2Xrr5rObA5LKqYvsAnnTvk2FX1/cTll+dkBZhqVZ
PH7/HKY2HLFtJkh98iLZ0LbRsErS0IdywUCyTmvyAbPrKNvLYlf49iaPStAQKt44XmA9u2zpDr0H
CEAW63EM1yjVqDtZdJLisSHddYVM5d/DUN/UTWs9l2MAgc2704bYPJG6QII/UH8Aw1K3cVWypZF1
8hBFeX2EcwVtmb7qVBgbf6rKfdPlX8ECQz33fH2lqW5814+5dTX115bYAsQZ7Cr2yJhBeZ0bi6pI
7lQzUlcq2aG1rPto8MuvxqhrB1lCStG6evmr7C5rIktT9yxafx0nTgsVVESjrCun6yCSNvXXAA7V
xxhsLoBri+kr5Bd3WXlkpmNS/9o8AUXovd5/lnz/oyTnqgGVi8+27m+lv66Tk9xfPeV15Jz6e70n
Vz1PgH/1/Hi9uW0W3PlfrvOGAPRj0O+DfkxOMBuTk5X4d202djvkWJLTZ708+6gTAwmzHmQD3T+r
84qZfiHL9dR9TwOA+fgznPzMKk7yTB5qMaKpoqctBmJ/NviaGg2/lE0n2hVqkN3EPT6UH8N8jtDV
yrjW4lm7bx5fHuRYLAq6xR//+K9//c/34b+D9+JapGNQ5P+ArXgt0NOq//mHrf3xj/Kjev/2zz8c
0I2e7ZmubqgqJFJLs2n//nIX5QG9tf+Tq03ox0PpfVdj3bK/Df4AX2HeenWrSjTqowWu+3GEgMa5
3KwRF/OGi24nMMWBXnz15yVzOC+js3lBDc3swSP0d5PItXaudx0PGOC1sos8uJlwl3kF3lcslKj3
WKhgEpBugjgxz9VkGR+HbNLOJlPrDblhvmvUkswzqPxyq2hBu/jsJxvIuWGgWURIJpcRQVEr34nc
7U9Wng0neWb8dTb3QDklZxkH7jRka3LydW3fRG1xW0ZAaX1z/KXk5ereCr1x85+/ecv7/Zt3TMO2
TdezDNfRDdf9+zcfWSM4viBy3ipsXE+2nhXnvlXTM+4W8zns7Zr8xlwj1taIMxmwjQHpkPnwszqu
PGQDRe2fFJKbq8xULQRvhvrWi5wKCQXqBt+2gJOqXQir789y2VbfRVq1uM+ETwK4/iUiG/6k6k9p
0rSPBqSpuwQst6x12yY+aT4UQ1lMNZIqg6Egnj9fY8E9WAdpXUHeb60nsBbpcnLy9CBb8yL5Zfyh
/GV8xVD3fVtBtPQ1XE99v0Gso+5ORJ//8xftGf/2Rduayn3umK4G5cs0//5Ft27usmAN8nciIj16
MXx/8hsOMo8v1ULKAmIfannyO/5s7gtkUes8v/noF9YtTGF0RG9Cc6qOhHXgwybccJk9tphmzpWd
O+OH5anvm/Opo//sVVr2eydYd4mg9PZoVhnrzm2ml6ZZjDXx8AmDmI2a6e2+zUz3wfK1q2zP2OUQ
MddLmJy+fa6QN17WnTu9+HXyMBBjfmAO+G3AFPjBneoZAA2XQ4pu6WQN185xwmPblydZQiRwvP6s
7674PKPA15W5v+gMlB+BuRgr3/zswqWNmX9cqitmtZpYn+yKGJRHiHQIEvbRcKf64mEcNA2Dt45Y
ktvMnyVQvjjOemwt9auK+v8OsJD9UbTH6JzDYb03XEyCosLKMEzl6v9t1PnyykAL4T/fGob+t1vD
4senajg8OYbBJAg367ffIPKiAyZCVoJhXqUCh4C0P3RTuC0BTO8htTp3/dSjZzhW2fe+Ta5dalZP
nz18xZzWQ6sjshP45c2oA4KIBv4rS6w8XxH6CY6jUYT3lprh+D23yqI8gNJ/HTEHPIamGt5/Xp/3
6DcuE017VfvDf/64+nynf07288c11XmysV20zxzH/u2XkPl6NraBHeyallUDngzLfuy6cN2mmneC
y4BOPJnJaj4kU1BfZH0H8C23UvKYxGHGGzZ8400BIHphBLoBzA5cBwkHFiG/lD/bZXoREw/5Sf7r
b8+tWj7HvhflWEVB2PxW/Nf2vTi/ZO/1/8xX/dXr79f866HI+PuPXU7R96qogYD83utv4/LqP9/d
6qV5+VthnTdRM96279V49163afPn83fu+f/b+I93OcrDWL7/848XhM+Ij+OqG31v/vjZND+vNZ4X
6i//9PkVfjbP38U//zgwzP9l7sx6JEXSLv1XRn1PCQww4OK7cfA99i0j4wZFRkawg7GD/frv8ege
dVV3a0ajmYspqVxVmbG5h2O8yznPGT+K9T980ud7P/zX3wzf+gPmA+SbwJOuFO7f/sf8+fe/CP5w
MYRJi82DdBzXplSoAdel//U3O/jDckhVo0bgliUsk3tZj8fq8lfyDyfwAxuHE1euabnyb//z6f+j
/Pj77+0/lyP/fkEKkz277wa2jfhECJ7sn8sRG3ph52sO2XnZktdCskrRKisaJduXRsXXiKZOrqe7
EylHbFm4KWk0OAdzuc+M8pSD9zmiFEAP2+XxDmQJEaWk12yXIcBBNHdYzuzKiQZVsbta/Cgt8sfC
GMgRWQhWYWcKtAIL3hxk4LTb+bMTREWN+v1Pv5L/UHQJx/y3g4dwEsnI3RRSOJYp/uXgWXoX87Lw
5THutBU2mM6XjLSMf9KTM5+GYAgIWvsGAicWON2ERLHQg0yC9KY81Jb5UsfQyV1TMedyK7QweXam
Jtikkg0VOOcTvIFnSL24McbmsTbMX4QeOnffD2UFclAGi7mNEYQ5MokWEK4w03YleRbhULNFqSRJ
5rtVF/MZidhx1caIn7BqAQ7C3jLxf58DAon42Z33wlYtkGBIPGCgn3wjRTd/eQhA1LITDAezNk/f
Dz0GxdNaNN5RG/f//OPAQxauq6TegjKI2Jlq8kkBTH8/pNmQhLEV2GExlu3p+2HKKA7tOAb72Vg7
hPgZCl1Z5bsmtn82B8DbnyRIFeHqoPHijY68em1fGzMLtnkqhlM68prVBLYQV2qaJ2Ukyb6WAcFt
JDNtELXTgtLxh4lb6g/LqdBTN/dlsRQnPaf+LqvKB1lO8Uk1VXxiC6a2nNxEAV3+Vw9m8KeH7z8z
FHgtZ0U4W9XpPrP7u+XyUT1vvz6Zx4NYUiOikMWcVdoZqJq123oWHwzJaE2OReeF8Rg4J0xK7un7
v1atASb/KIx22g0Wbn/pxsMuIeeohymtEs0e85+0bYxKQzQjFd34WYbpjazXTTy076IYycluE14R
y+5Zx1n3tOkYGk0ilMpkZCbqMW9PJ2irlweFJ5jDniSyyYDnPjY9YYxqfPn+o++HhHiD81RpY0fx
e69NEKGbchyN0/eD8r8sxABRWQcgoJw3VZTTsZmvpMubqjUXDwGydk+MBrrImV0GPMA6RafPhF6O
26m1z13TXZVYukKZiTdf/jTHvmANaAKluZCyDZOnodj34Es3XhpSp4BZyPw4KJJLygxsiYLYUGsy
KqfzN2I8ARsSNpNvodIOYJXl1e4bgttjkhoqLY99PqRndH6AV4LsKck7OyzdEnf73VhZGQiPAkR8
le3bIInSpfUPIsBozbVx8C6tsFEuc4Xcl2+dSSOIimVY9wYT/9I0unBEwhwa3TofayB1zmjtUHuC
7HKnYj8mbJ9sQN2nhYYRBbqowwYVpqHIbFEXDk9qYNGQzQ8+n9VWMoqTluAmGLIu27QtlwMui/0A
9+WUB1yi1SUrEIrMehLtzh9zZ+cEC/i1/kxgYBYJNbx02fAudWmclhH+AUqY2F/CGo/zeZxTvH5Z
+5iodTq7dqQmXCHGXD9jXfQjpcyLZM2Bb+45EE/8rZvMwUaWzB/mlPQ3YNhe6/aMjdMuTA0bxR4v
Ee/iYC9soAg8v/oFVHy1W4pSH6fko1mld2ovD2XwwMGxHlFCq5CxVR+yLCM30jeJ2aumLfJwIiKW
6r73Ri/ChMiInY34tqpR2PbtpkejD9YGkkFxsbkNJCKErgU/11blrYHW5tTQJh+D5Jm9gn1aivos
h+IrAG0arpDpi9jYFmL6zBuy3nQCT1/kjOjmFHtZ8Jp6eI2ZI+7MpHyxm7k5pjOcozVuI0h1Ngno
aXzyM0TfEIbfhx5k06js6ZS2hFTkLfgLfGF+az/Xojzp1TeYgrcYB+BbVfAYV+/RSeo3xqHtViXR
99t8LetTmUFykH71VqP42bakJ2BTRKLc1d4ceUmPx7aTr4bU/JRi2uaeA6h5HWFiXhATYyoaGFkb
IWSP4Ua8xNA5D5wTD5790ltdEk0493ZBA9ObN8TDVPh8rIdnW+Ck4YfZqtokg0ew5zBMogW78ZCT
fBgFselFZE+4N5DoQgdYYpST/R6BF1745VDiuodMtQT7uSypDVuGdQB3plvFofU6NFMjb6/afigX
Z0EcZF4ThvvT2Qd5zo4vU59yTaETGFaU9LmMuqU9BlbNgNZV4VqN8JMGshlhCwJo4jNs1teoTwzq
VPDW4KrwBYiOlObG7Lc20podKcreJmZevmfb82vJkR0YRXyvE3pkMzFjAoqnW+UlZ/vC/hJFsMsl
JigdY2PEu3OAnXno1t08qPWQV1XDJAyTeVzCAs/aH8JKsbwEYFlscmC6jPIlnbpfHtQVIA82RNgF
41Bl5HBqgLsccUsc8kQdwBCtWx/c36ZOR+vQxPp66WZgdFiKIhe9tM1i01YIJbURcB7pch8PGYDg
QEHUDdo5vCgTJl3xY6zGs5c1UDlrw7iX/eXvc3nTVOIkGMFCn4kM+REji4k4WdywF04EDQHw5KDg
xhAucfBatR0LbEulK/rQo7cc0clcLP8/M5PKbH5YuJiJkrJJTPSJnJGifZSqvHY8RjMQAMLOdzAx
2cbucpTt7KG5XYSsngEN96L4IRkd0GLM8LmYRG2nrrvTDQ6Rpjih+jbh9CbXWmGD9KyL72q8N2HK
IhpTzXmc3tzBfSHcRXNDwXbhZrwtLbjbkTkgRFKwpJqk2/TZyK5m4Nd/mfMQ7CURvdUUhWaAI48o
oauWig3lFkpMIEnDfDsn/s+27uE46grOcrcpmnlnBd5rGeAyd2qjIzkCfZ9YfYjlvveaC0Yy8Thb
KLqkdUdvL+6qFGB5E7+mGUpkpeYn3LU4xibnq/SoTFbQ+wW0nTy4QKDHFrR2g9ektFxyX71aHnNV
McX/MorBOY/gVfMh3g++a0Gutbd1XbXgv5zmveltpCO4qrjHXGY0DegNpp0EcJc9jAiDEnikS+2S
ZLjygpZbyJMjwOdIVV1ZS3vtC16YLG+DUPdHf7YO1gJwrgeAQtDrtTP7MBqb6ugvo8Py00Du1/M+
dXU0SeWdPdWcIET/7n0Vsm+qXx13wvlcwKlwGtaRlrOBJn1JvPQJOSrsFTRdKt+hv+F/8nSCCtg5
1aInTaxogUE3YJ1BwMNGpr0eyT6sXB4MBbXeQ202jK9snH75gZ+GPrV73iNQMR8b5OKFm6aXDJg7
B+5rWVYQcQW4ILxWVaisZ3aG1HlJfsD8A4cMfHwZrL/0pAHSF+m+du1de+HBJs69p8WtJoMRezfu
P9TbYLSW4DaJ60OjGeCMaKfLGG+/V08+vPL6c1Fbq03kvV58GY21uDYYQvqy6HbN0PnhkAbo6Ma3
pfSppYrXtVR4PHNcez0RDhAqJmPYDfzIUSER7SZVf2c1sELEnLhRSW4CIlNz3Meo88a43TSZyCgc
UpBlJXIA0TU/hvX3WqMkSTDWrW3Q7acaU3o+ts9CLC/LgnFCxY+gA8QmGKZfgzS8naer7hAsL6r2
9t7i+Ad7jfcZ3mPi69OwgB/jdcdh5ArObIIXBeQAu0fSZReIg2cHvDeFfsblNOwYaubbGTh7tPQD
ZvPkkPBbJsGwrHd4KckIDbZj7ICBdfuzrcuXtlU3nu2AlxOQLyzisx1SSR2EkiE0CUyQjg6RJH82
4/sMjp37zd4OAMZId/xSF8ybJm+UFFWIC1p3R2rOL28sZ8we9dmeMd8bMrhGuHU2intNmf3QU44h
eJJRnWmQt9lDTswXLBXwWan7oeufahzQOcaUQZMARkxhmrjqIQUGDRPiGSo56QF+fTQF8nZ2XT9a
fLoNWBciY3x9rC8sGaZJm3RAzziaWrDlhEUMIGiy9Jn7vrqPAZy6R6iF+ZVU9q/ZKh46acNdKBEf
Kje7jlfcTW4h78RA7OE8t5zDrS04Ugi4gXm3aZMja9P2oNlK72YPmjbYgQVr7rgQ2tuwe7DyCzps
xrufHUXRBsiAWiuMfUgMtmk1UZZMWzQV7UYkYFQXk0IS8+lzixPIduf52Fl3c0E93vGc3c5GXFh7
N3A3QIs17tlQ4jdyK3w6l67KncbTAlMillm693pQ0MjroVIiLtCkIKq0f/Wa5HbJee9D7G8x/W+7
lCe9VNCSGs7CwdQlVtfgzbHhXfVJqPUsNlUTQJEsb+ulfRFVkmwm14CFl2B4p78puWN+grha7aCI
GF0G+5FEhloNFlECyILrwAA8Sn7tgjRlbwRdtdMeCseuc56K9vKSchZKck76WK2bYBkir+4DrOQE
Chu1xLAEl55ZXhaNfXfjjyXD1LFDg5QJwIUT7gRL3MJXpWwrrHNruM+lJICr8z/iZL73ckTCsuSU
cEpRbovig92qG02Z+xNLG++ctCoorFYyPUmUQQJVmF2Ix6M+jOheEhuWpkIaXELy2tGbbYzEmW44
HCFNFYSL+MDYhxtCpigFVxUay9e4Zj/nDMNiIixo4cxA1v40pvMHcgV1NNYD8+BsH8xujPc6CbdD
ngEWwha4wRPkbFgef4x9ehVUwUcTYwsg/ou0XEKFGsa4MwTjwMBlHXD8CSKsEKsdreZrLvv1CXdk
A3IRIXl/tJOBiruS3b4rmw83JtqnkOudIU2bCQCmnR5edOra7c7SIFQWDd6f830dCddTscZEMhLA
15FdQjZvBn83Q15jTizPAkymDK3gWBWU8F4FOdh2i2xb6GKPy2nYTwumXBmw95DJc21jL8yDZtsX
xYOq1Sfsm09BL+JUndjC0ffWt2npzU2fe1z081s5+rDVrc0E7U4AYeaNT3S2TSBzeDE/UMEjpucW
tsC8CmLjtUR0AfH+1ijhvDld+8gXpmxCTbDt/eLV7GdAxj1o2KVboJdQ5A1Nke6GAbN+M/zMyrlm
MbmeSIcRWy5joJecVXCcZcG8vI5Xj6IogXgmFwjrcN4xb0eKJBhoBUBRTTtFfQ6s1+F0NyaaS1mu
KMoTKL8mFbbL1nDDHDiPmmXE6qbVk5nUOeRzAdKZSfeYjtSAsb65/FsdyyALANMAU01rVewG9ycT
RN6uhBIOKyLCkYJkHfWRBd5rY5TcX43mXPotEG3usaoEXrs0BRUDlwNlAcnmZTZGqvK4/C8vJOT/
H/7VpDQvBpIcsEt04CLuQ7NALuCSlDIweoTCLN4cTdJQXJQZrh11Cmaz5UsEX6CdH1W2U2n5aTAL
aBeXFGGy96LUce9cMwBHMIHgkBhTNqIyj9T2L3nj7UkEfA5suaIE9Z9qisjQ7kDop018b7TcyBZi
JlzaopAr/LbV/m+UMGaIi2wiLybHhL42lBszHBkTozlVaB8TY1jrkDjyYDMcTDE1aHhm2Bj2R2Zl
cdSIC9rBa0f6f0Evf2FrLctyiCWvWzybXGyQKUEoxozfHVQWoqUjV8u8WVqS+vRoZzsnt71wdtOE
pL5gq+yKtBOpfqEIjHHRZMjhuSKTqYe6ovJzGo9M4uE6bFC+/2jzF5U4L6AIiz1ukys1Gx9gt7jH
Dm/kfESZ8g7NMF2DHguL9ZozZBqNR9dC0Wlm0KCSWyURzlbo0OMp4MPmgxjjm26JGdjNu7jw7TfI
vjC/dLHOX5QWqdE+uPmI3cslGg1dAKgT8lnawofdYQBTDc7drHerzQtIlf+8WPWpdzR+B26U3PXA
3Eh+d12CqmDgENUxJ11GJ1C2rLv8ZrWiOf6irppuSPp5aIc4OZRFXJyqIIjwYJzGjuiDoLlCxHwx
WEzLIbD0MzERj3Gf3Q6+Y0ZEp3wqbG+yAcaFdesBr+uLkzr3eR/a7vjSuM5tf0kruEARqCm8pTw7
XvGIwA9pGlV/WomHqosKzNzbGpB1FMPyDBa6VtIAALrglo9/xnQ3qLEZVS1nt4aekg6fVjfTtZg1
J22Fw2w8sHu5NS/Xmt18tnhWgVUOxMTRcUGe1o0BLsMSwKWEvBvGXqG1Hp66WjwTbm5cctKcxvjq
h/WaJCOEWQZJRrx7yBqqKu683fKBrBl2MgiLySKdojPe8W/CeUIuyJVh/6JgC1GTEgvQJ6+tzI7r
mHk00ajHB4hV/RjJXAKvKm4u2CAsbiBciS6M6TizRt2SbfJF7tpjc3nOxjw8ywaZKzIV38czb2Gt
R3ApOaKhAPOaNCfW79ciQN2Ssn11ht8WGcMlryJczeslycTRztWRdTM+gc6HUlmTseOZC4EDhtwB
45p37D8bqq8THQh7KCjIGhbamjFCzH2CI6kkW7Z0rrViWySoFAi8cUyM4DGjV7Bbk7t0/mLElj4Q
MwORAR5Jh9c7lGzDjkun/Y3qL+KqwrwFuhVOXiU3sdNE7kD2m5+t4SLISCwpmf0CmMRSdfz9SMpJ
qVlXruA6kDa2+0LVJ2wV6SETqK4Wsz/HFwwrJTYjTD1/VBdD5zTCLG3wiaiZ3lxWfseIIKd6JeJs
uJmd9qXYWQqPPaArARffeUEcTtDdZMpwUWgBigAUrMF2US3Glvz5YpNNhEFZtBI7H/R2loFzCXTx
o887PzL6hxZNLHLktHxczBMHkdyWRPN8T5+Q/jdvzVA9B13TIE9rfjvUuqFxX8r02lJwDta6y6J0
mJYrP+1+DyleESdzrH2zothu7cK7jinyqbX0+1IFy5GQeriRmjdC6693lXb0OZiTyKhEfq0UVvMu
QcW4cg/hBK0G/zZNC1oMVk0bzza9PcbAbFvaMDdjba2H7lBWy3CTaRBVGq4//kFIYYN5MGfnWoyF
2lvll502VQSc3AnLlUEltJ+C520ztB3Qbqolp55m3IxICfxg8yRM7KU4fuTOMjK1qab8bjWCC+B6
eZpTj4GDBYSP6fg2Zv8B1m/FEFnzeWomZKmO61DLSUVLHiwRebOPgajScwZKJ83zkxrq9UyVzPG1
js6+9wgMr5bfirHMyavdk6fKu7K28s2kJ7VD7u/uPSlhDecAhVCp9p4fv9S+feMl46+F2c+5bTSR
ONLudyiJ4cKQVRALApNXkCmY2fv8uqVGkmLhFGz697xYWeKLZQRKH+srzMyfOVTTLYjRBusJHYET
+25oqPK+xxgK4Yb5HOPrXZFb5Z6nchiWUj3M2N42i7SP2dTON6aRvpAFlZ18tbwPedtedbVP3Zso
WNWLW0XeEG9sA/ZAOq+IGy7DStCvJmyygUhMUAuAgjuqOPsSTQMOBiEfnHc0lgFXLdiU8QI6QQK7
dWYxhnnurA9g4IiAB4toqvE+q82t2Ykjt4k2cs1jSiTPse6+usSYr/jl/Z7bXO3zRrPMCAx2dsaV
Z04ZqYKvNjuRfV9Q4ntGqzHjuc+zsBt4mDe1Ta4njfMuqPamyTqhSooJXzCrJj/t1WmZOq7Q29Yv
hxPe74stS14xmu13tj82XLLtb29cH5I1f1Brej1o+QoylNAb8P3G4u7bmd+oRw8aDMuwl9lnO1TO
vRLjM+1yfIr9r0mzoET1R2xT1lIAg9aBiXBKwBps1wx3qaHHB6dJ7hgdzXuOwo1LkuBjPRnxztX+
E5i4FE9+M9/3c/aZFTWGBdfAxsAtfi6alzlLGXhxSVpB/14Xtr+/bAujbF6wQZnBayabJwSQw228
4O4tyS0cbYK2kpiOwyyce43gkCVLijnYFQ4arOyHYkuwS9YfiSawKGGIqpX3c7TsBwLaohQ1NbUd
uPhvZSMVBJlBoNlqbw3RNN/ntjnTA4HpsbzpQCQn9tH5yhuYY5aYjUI0sRD84v6EiyzddmJNAXmm
1+hQkWMn/tZXqMCzRhfb0ov9yKr0oSlgAg9tEnXlfDML4pn99sY9GQ4xGnncAisZ6DmRQ1yRtsha
4qF3ENZ5jMDlpZtMiyXSiXJC3yXjoEr7T8fg50xzMsEIqgBY71x32EwjNDcfVd9sitFPD3aMdzZo
X53Z9jfIEklWkTsCzVzOxD49OKO8cwkpY7mEwl5YwHA9y0LjW1CVE85Hmm6ok0t+SIe3zYy/4gbP
mMfOzhqdlXldcRPr6oPmKgXUm2BvDN4XJWy2M41glDhGpN7kR6/7LOcpj4wM6q9JQhPXoOPdEPfd
VbYDEL1+KAoavGKF8sOld0vQzhtBfOHUA51a8SW01fTepHN6VbDtjoKcbacAemLzak1V27H3ACBl
DObEvLy5BRpD0GofIzeGxGfD5p/sgYRjt2k20wWWMTvLk+e+EY58k1VkALB+G0+W6xDQl24EyK+d
h5cmtE1XHpKKtbTd9ztjQZ85aFVHpWoeRyN7UeOMTmh1NgwWy2i6sFErxjP5JR5BaMJ5yz51djAS
yBNY6iL6Cda7+ZFODp/dj9vOxCuCpji5qUw1n4cB7EoHfDKdJXd6omviormqrLmPdNbgi21bKxLZ
/EBUlzwWT0MJ8SUnRFTOdnWOeZPskI+NHFSGQDIMkHYNnovS6Q9oh0QE5gzw29rshTDZ3JAmT9lA
epifgZLz7HsipXrAj7m9IQZRH1B0XljJ6OuMmeLeDdpw1mPHWp+Y564pfsPJtFDbGg8DCTy8LqTV
eUU5b/0J+RNmaRrTe1058lZnSpDv4j245I6uAcHwxBGnHNpjOCF5OhEv9oFKuIiWhWzVWIjkRzHc
duNXTG1+r0Ud3AAq2NZ2PPBjwyvCGBSOYuTtBlBkebSntT0MMWO5ObHRApnWrwrLyDYjLKkfgTxT
8V8ZFrfnqRzS61YR7dcClnTm9qUDIWklpdjPtXVbl9CNBRx9DM7ZGHwW6Tsk32NlcjUpp4W8q8yt
1ziHZKYGHK3Z2a+iJgnLBx/i55VHnBGwUIcErKHJ/chx+vJMfMBu/JFr9VV3AJangeC3zv4ZAN39
bYMldrGsr11znadejklh3Hu4PvaQ4kny6MqzrqxIGXiatOvRFMWU3hcrwuKD9+W4gF1AzQU/PJoa
uJhdRqD3PD80McfPsEBqdJc+XHt0Epmd/MIGW4TDBFNK5foaKChj+JWU2myFrSQJXMmX6mpEsQ+d
nFkjA+0uQh5+LNU4na0LcGp0kd0vr13dE/hNbQRuJ9tCGjOviqohPbJirqdw3EfK8dGiTwYpPTMW
DG813hgZO6e50vdyJvZjmvUvqg1j03XvULHycJgvW6FanhKTeCf67jkSi7MvnJyb32pV9/alvpHg
NUwMw1s1596NZFwer9zw8skub5dYe8wYLtGRW1FIxGPqI++GZuuB4Q/z+JIkSvthxToheEacvN45
zg6bYL59v1N1+ZD1+g5ezHQ7GgwpHI9fZ97qX6wrrz23zD+1Zx7p8biZkYmc8iwocPoHdPZXpiK1
1nW9X3mPCGD0i6M0m+TGdUbufXq5tIwW+Rf2zmRUdM1dAzyEhpdBXI6hLS7por3uMr4nPEzZm37E
kAAggRjBWKSMTrzMsLdl62eHKVZE5rLhQZasmfPExKJy5RpW/TPI61u3qcjfJbkVAORVuVjFo2ee
NGb/q+8H8JHVFdBnOotJRKnivdCj4aCI7dlKFsQwBkwI6iwfT11DM59VImNz5Ddn7YGGLL1pB8Tm
LWs8dreptsmUbzk12SuiGmATQXbueVjcV6LVzgFkZuCYyW1N6uoP0DqbbmD5XktSZJPBRUdy2XRa
7KvERchdDEhbbztWhKfAp+AigKDgZO4XvnJTn0cpN0HWPtkjRuheBUbEpK4ag5PRM/TyXbHHKmGH
89QMYTYbIeoTaG34yu8KoUN7GdbQbZZb6eN3LHrSBgKbOG/KQIq4z6XW7C2ZY87jBdYfsD2QKiFm
QuLjURaAaoIJt2DqayAj8xldCuS/utonYsoJmvAfCrNiaq0nkAwyYHA3OAy/5IC6B0LYLrtsDsG4
9apYtyP8lqCP25vvB9PLL8lc28kl5NZR5BE2NmEMauGYZSZHRFuQdz9SKiq5TvXejJnitKlNWKEf
34xmb98t5Siu0mU+FTYjV3sCdVXHwwwEF1yEawdXNmANXdfdXTLBfVjkqZHUTsvABmRNDn5di52F
nmBN9HnIy5ekdV1C6bNkz6adQCGzfPddhyC1El9c6SeQcddARGLOfzQsNteyMLftJK6WhYOpUe3R
eMkdtBv4wKCtA6A7ZD03d2HHXGR6SveltbB5U/FdslB5J/Pks4ae9INdDqDWtH2VjIX3GFT6w4eh
KZwXZVPWwpw1awUsXo7VVT74J1B61CdFQOxbVZ2czLtL6BE64bfbwAbXa7SlcXAX9WUX2W+vJb2t
NaHvKa9zti4JBUxQHC4B3ag93hSmYe4v4vAQ2lQ5U0zkZ2ABrvoOKUqdeEe/kD/rLGO6NATXgE+T
x5zFY15XIWUxJyNZX1Y/3yD+EnmzFW5yyyaEjq72j/T+3GU4+FnDbnGu1SE3EoaFzboDiLWEfZUf
FPaRfX8J8CynCwWn41PGxN+JRe4GndyNLMgY34EE3/ct8sC6YsHR1jfdTGZeOvbnRItdzLBwMyKh
h2rIDEUNHWwgi0xsn3Co1SvhXy78pCCG0dceWQOyrKY8MNjs7rrmIclivQuyzDmY9WhB6ax/Sv/J
tlgNmVNxBSuBfU3NdIO5epAfXZwKALME3TYzoGBYH2j54+OQs42BhRyuXSxCFXfdg+eTv5ATYCqn
JLJIoGRQ4Z5m0N5RxjqCHplUk8Jcb3UKKTwv75u+plNa0lOKnG8fODYT7rkn/2el6ZXo/Ujc1NLC
e5eba2SVw09Z+MbBdKkfiFO9bV2oh7HLuasrxmamL7eNo9KnSQIR9ZW+d5Y+29p2jAqzmaD2u3Aq
Kh2cqzGLD5eR96LybJ8Nzu9gpbcvg/owzbBwageLvU/SU15bL4WVlzsa+PUUXB6+/8sxx/U0yLRD
5WhOZFXELEytpY++A+2/H77VGEgTJlx55sISOkVj1Nl5xRQKldKJjoOFT9ZQsKb0U6jDakJmCMhp
2QvxV99///3QLwS4DIb/zI/OyjfnN3oKlprRp9WT/cv/ff8RUZW7dgrmQ36RtmUOwqHSa3ZOqVlS
cWYwiC/gPs1yq5sg4lDuCcHgAU0hApDcNenDbDo+smZOTLjHvz+8AB5ZT/4lgr028ievG4ddPkn9
9z8KAmv+f6il/v9RAh0wrf2T3vbfJNDX71n9+Rf9898/4x/6Zyn/YNzvosdEReLbboAI/h8KaM/6
A0UuJhHLk0IiTfynAtrx/mAsCkbPCxDr2sLEZPIPBbRj/0Gcg+eansmIHJm093+igP42XP1Fo+95
gW3yhQL/IoGW/6LRH7zcNIbF0IcRMzz5csyCgVpF5rgRH9apexufmG1GGvj+EZzen16o/yBMtv7q
BsMg4PmWdF3fCgKeDZLuv8qvGwgsrTQDlLcL5UEW6uFMV40GWIJs5x7HOFR+WvP/7bdFlP5n1TfZ
RO7UQac7dK+It9KKOnGPKQEu8Sbuz65iCvO/+ZYXffVfX+W/PtF/sb0V7Aljf+I7DnY46nuLXNAe
AsxmzaIhf/lfv6qOZ//bt/Mti/ghjx7QcyzGBX99gtioFfEebXfA9RGfUonOwrFvueWxaK399jrr
GXfYl1ZDBnS6q13k10E1s43z0Cg3orj2qpqu1CDkkXduENZrRU3W0hprrPNE1YJXt3tz5Cgzf8Qe
4e8NMQa7FesuEs/fEwKAhV88x71XH+oEyntnVwMBD7zCdKjbNJ+xgLciqvL52pEMKDPd5xFtDiiL
1t9N/BP1DN6Gxjw6jXhAl0poG+B/ypOEuy9ELdquG/Rn6SluuogTnXghVi1GtjzbPng57pSPpJDF
j9fjRdIjVHaYZ4383DNB9dIVW2lvHWT3DjuUd579nq6ob5t6fXaZfc/1iN4KV3AvGRahU772Zhps
1z2hjTvOYvhgV3sjYlQ8BEd80hNfZ6p9s8X0PK8q6vv+2oAfugruVN7AK4sygRWrjIHho2SbaQxl
z85Bu9O2lL/GrFch8EnudBOkYpQ3zyAjAZGr7s1MYNegnKScN3bENYNAhZoEKN1fIrs5tMWHVYtP
RjEkU9n8JkSRRVLwpQTcT0JBq9Cq9X1jNXs1A+nuiI7f8rIdjHZ9rQ2g/kW1HRgmRiPhsRXEoDqz
Lu1ftnWc5o2YEsCvxZbJ42ehl+dU2pGbsH3slmdCvtGNxQrRj0QI4ulP266eE/W7rvr3sW/LaPV9
Mnhz4nZIeVkLwPferN4usH/DkztR+87OltOzq6pPc24ukp4yunydyl6ezdW9XZs72RKDW4DeR3ET
ZjCfGcg3VPTpA7sDYgPZdyMy5EOaZuuInv6IkblXkdM9GuB2KsnKorSJZqh6XjVfQWKW5lcveI5H
JhUFsg/nk3ACsScJFu0o65XCuMNrQJJCnn31Bc+g6mMaeYOsdNsyw8pmjCrK7jW3Lzi4pv8dNCjf
jdSDXV+wJSz4aEPbn2bJwL9MeM8JLUNk3hvLgi7f+vwgrQPqTteaUKcJUyV22OuSnNVWglpPW35m
r6/vg//m6byWI1WaLfxERODNbUNDe6llZ3RDSFsjoPCF5+nPh/6Ic7EVM5qtVjcUVZkrl9Hkk7my
TApNuxCYy4hN8Yo9smEMw5T02BfqvtI1M5xa1k+b0y6gzIfix1kfM1xMc/x1l4UfGFsmkdxoz2XT
aeNPiGyPvFbiwxP7GGIuxqTLqFFMld/eB/gTXpMG/Mkhf3xbvtUG98Vt/R/gIgWcW9yBoRkrJN26
600aJxkXG3ul8WNFw+x7zeFrWWu5c+z8uK0bmG8veUlSIzW1T4vwobV2wiB73Nc1Ma2m40Fb98An
Rx0h/Ew4KhL/f4Wypbik6mHE8prHF5dWRxyhOU27xoC0mcvHrJq1qBu6q9v0r0olLdBRLt/vylOB
o9h3iWROmg9d53MUWVtGQqDIl3GCzpXHpHYAopxIbVOCj1QQLYjtpJzr4jBa9W7QG5zVEkQM/VaH
btoAqaj/MJ1BIC5uTNyJ9eNJ1bYv+KhhsEHo7mBKiSfs9Do6XOPOkh+EY8rA8Ya7XIg4Ft4SuVUC
U0tJF398i0doIhgO4xfelw25wKTTsH9uoNZKLVwet+Xk1sqI9yKbWdJngdNkr4XxJlsdUpPLrMsq
7btVK1CFeSBTsOGlXrAypteK8S7Zp3QFa8WW/3s/abGWTkOsUvZXSNGwwwswxzLmQ0HSUpnv7ERi
/us7Nqpx4Y4ULpv/PAWVHj9RevPP3FRz1f+Bg7MXe2SVGvZTSiiEzRvrZ75Zebg3m9ldjkSLyOpV
0eElymzJAAAANrZFsULhc+p3T59e23F5lV4JBBI/0OA1Php2fA/F/Aq0GiZO9jwQU8GmymKczH96
zfscpm2PkeWHzKxXMg3GpAFsl8a/Wiyv+pbkwF52VGfjPpnFXVNL/JDbH291AjJ1YC5tzzEjyN06
c7k6JQ/NETKb6qIfstqSJtBZIlMpT/HaXQeVS1HihgVN44JKlsHstrlDpd41jkv+IdNK+K+ioRWG
cZJx/kAwn6+yUDg1PejAutT/ZQ5DAKhGL0X/wFStXfu3JT/MI/un4vHRIMXRbSjLsfPkx3ZJlpYj
Rjdh2SY8TWVeLH4+rr8fUFMw7GsHQkK2BW81/UdLVBoKoyYiB7Pjd/qkpY5M0Zn6ERPFiQy2pzPo
ENxwD8SNNKzy7pgdVj3NR2okf2ROx5850BacNb9A6CRVodtr6NMib05hS+jGfpDF16rZeDxtu5r1
K2AjpY7J/9ruinUzzp1wUpkmv56mHJtluRwwR8TTu4mFPzndHSen0a89qe1dSQZHapG7ySBcSyVh
5lN5lxUPhT5Pj2ad3oa4Q1GP+H9iFFlsJ1/aF1dD9HdTqYe9hd6VM/rMLYwDMdYnmTM9d6fXZnbK
0LR0/FFEDcI5ez99UkWl5ARIQeoDjb65c/kIcBZryJjNXsGuz1d4YlFOgAjY/fIKadgXNmnG7LIK
ZOqStI6MsPBsiUOIAHJ6WZNyrzr5Q6+jXyjsdg3c2f0jW9CsQYebmCImap1xX2pjsXPQnvp90hV7
1eKlOFS/O2vdN8AUQugaB+B8yfmv7sl8W+IeQGHU3yeEWq5VRsVIWROLzWKrH84kg7BKSQyvSv1C
3GGxMwfaRxp/MH7rr+2wlNt64lfN+sdEslFHrmCVNjgyynU44i20r6fEe1jlfE/XVGGPNT/nmCF2
XgBujFOHoQzZTaAzfKi0crmcBVIZ4eUv41pD5bTX2M+L4kupN6zZRtPkjEkNjoFRz5JuwwoTtlUN
TWReE/MEdjbsxqk/YolpwO+bbGxN76QMfJmgTz4sig9iLKh1lIWrgWVGRjxVgiJlLicXJ2/9SRkJ
0/R6N8A8Yud2jQXHew6JBkFNhaAlKCWoujqs7gHR+EVf2wdjsqtzt+KQpbD5jLOu4PIs9gzgZmtU
D66nlaGtNRA6M7Ja4ARQlsWQ87VtZrha4LTu9N/qQLUQhty5I8F7I3yWpR9f3H4wYRMqAadDzSJS
XUA2Fz0bZzpmR8p+7b7Z7aazDZ0hMVZt388IV9xpeBHoI2FfkkTXcgD9701kbUqKqHUwlwddWS/e
nH1oJamMrTqRD2RgLKNBXvDTGiWSkXm6XzOpE4r6riQxUGnfHGxjVg8r/EsIqQ2KQrhJuuhlVNOE
EsZuvixG9mSkzjY/HxPynM0qwGJFAyiNq0CrKX8a9PgRYwnSsw3qQOMkOXtFG9fHTKQIDp3jXDtf
sWtCD4dkgQ400Nb5e3R4qOJUa66ZKJDloIvoe6SBbp9hNQtMduj1+onBDFVS2/3X8Wju6+Y7K1kQ
6Zj+ZzKsg2XjLKBGKvR8BloeFS/Wc328n5HWWPM3OAwZOqQRU2jV7NsMZbNty20VJq+FwZv/XVFs
FJnjZjwvMSJ/m1y3OYwdiZ8pu0eyXLSpgbA3VBVpjahouBLG1kmgn4DSQihinF1mJX4srO+k4GZ3
sI32VlXh4wJl2BxYad2MCL8mB3tx4xaJT/aV92MBgS2jAxHlDgcUZe9ZxKXS3FLZuASwx1VPPlpr
yxCRFCe9hteGoquvGfNrXFSZL9N9oTJrnSifrM8S/gjF1nF15fhYIoZpdOwK8HyNYo7wUBBwQWvV
/0AmonCb8y+6IgIeN9uqpjWphUsZKcaA0WqTcKIvq88yhvZsMPVkDhxWqv5m6aRhoVZxAwmvC/rG
jcBoTI5SjWsFBO43UKYbta+YysQveT2kkadBMpQDZYvetXU4CvajXve9NGdXhNgS1JZxMbP8K62m
irPtODh66Q+FPvqzad5gcn8PNKwMHwsvkpbe713aLWk632Wi/1QwMU/SorRtiPIG3OS+2sQcRLPd
Hm0LTUmnwjJX8+G9sMcnp3G6nQYBiiOITFUXqnShx/1dkgU9Otq0ZxJ3w6/tx4JJuLeajsZ2Ea8k
7GzaNCjn1Kg3qwJNLUhQR/9ch5o+tueO0gIrOEVte5rNXOypKeFfNZ2GB+5As8GcJbWHYpP8kReQ
dVHixKEh55FoDvdPn2uk0ZjKM7THJ70ZbbqJsouQCuHMwQjNTBuqZqQyuB5QxC4N6kRx8EZo+IYV
P8f4/FvWU5fXCBbjPGWAdIKf4ptqTb4N0YykbeOpV8Pttta+Ikt2/XJWUhfwTA8nbzT3iQdnJV0E
u80YGea7507951x4zza6tCOVFfGos01caJzagUCO7LPi8I2YSyjNPNfe5D1sekMs2IyHdJgW3+5k
5UPmcBlM6y8QMx4Ud/4yZYFLlqZzf5ObmDzUpJJqu7CnqGzmL9eyPDZFnjOtU+v9FGN7NbtdGnB1
We49YxiYxYFjJt6xnyALIdbqIK/NdHFdf5mx0tqbQk4HGxP/tWS4oC8rqrOY1j7zcmy9E4kUwVII
lt5WWgHnUrNQa7T6nt8dTikdo4SHQlOcIdmgx1AZvp2GeYRWSq2fwhgLt+AgOOcgEIfKVS3fdsAe
OvCGKt8rI+m8ikDEWanrgSnWucbOBGUZ7H17idAWMM5jlrL5rwRqGsKJJCSjMv5W5PpIbcxPY1l8
OQTJT2Kf4wqhrieTqmbXWO1nDSmfnUQ75Zp5atX4MugkA7lzRHLaJg0s71jn/cuX5WhyBPtkm8Ah
BiVn/2f9ghce7K76q5I1TDSRdlzq5l5nymcDzWFHnU1ArUrS4YJIdNQ40yhzcOhF0ZqOXfCgMTli
xcpvdUIvVTUk/GLMXkVOBjadb5S0AUZqXT8NFp1s3BPnAU3jSxiM0tTKRJ9qIuLj1zxXJshhvi6H
mOxX1zUDezC0S+y4ZLaq0Wi9KXiARqttpYDZ5U0noP2QIbJL4x49RcXATGmx788wA2+Gf0yTnsYy
fXYqSGkigWZWIGZx08ombZFN1VEQRMI3KlNTHjOrfm96S0fXjWaBWHsdPGoHBwqyOObcMnfXcwMz
uEh4B1zdyyyNe5eZV8OWeIWjA4lEw1C/MOajafJuCts9mJZ5waYGmk8irgi5M6gcTJbRVTwS58W7
TBZlZ0LqJJDGjEw6lMDJMTws2leGLTjnpJCYZ7GGeUegQ9KUj3ZnsjODJu2XhvYOkzUvGCjsoXuw
CcaNsrfb8bE3Zgk6xCY+qPYb6p5+yzbzS7lRNaD3nA1XPWaP5KKMhyXt5x3DrR873VILI6eqAega
LpfeJdRIzuAGpNNuw3cR0RyNvtpq8amI5x5BHrRdaFt2TcgG6PNrs2ReuPV3udXK/YJ4FASDfI3U
hzcU2kIQxIJG1TdTPgHaqcHhcUyXIr0UgvJnMTElVvWnYkJzg7MVI/4Vvk+53HJHkkmNWQ3Fih0t
Tk54l2UGg6ZV/tR1S7BkbGFpnPk4yBKTkuY7Ys7G64xQmq4tJdgGSPCwYIIWLlo9HxTynj2Dv9VF
Y7wPwrkM7UQUukLsj2muhDzk6NLFSkS32ijH0RJPTqKURwaCd6M1jDM+p3B42Opz1TmpcQ0TSHQ8
c4KKlUk6UzmQXyNJSr9VEgu/NsY9y2p8pZ18mbrmQXdSJzBi6fke0QyFNuFRj98Zj7N3hQ8hka0U
x1HXH4oWydK8wndIWlh0JafrlronxxTAqT2z4dDYb2e1PeBeNdGmiZSuyfM4sK0tM3OJHYRBjpoG
09q+12sZlQOaGTdlZ0cgz7EnByhStksl58SPHlkI5dQZPiFia9joxUUSU1fP6/IwTxO+riQA2DrG
ecWSouGH5VI7Bplu0+++KF5xTpAImkGKbYZznSSPnOCb3h/1sthLE6i1td7jTYGoz7EvbfndlMrf
AmZa0OUzJKScU4EE9P20XUCd6HGto6zQajfE/xrJ/WIGWJxgcukIMujYe7U0tsKu8iAbd8rOMrmm
CB26vQVVYKMoi9k84Sp1tq3ynkJ12HceJ+ZEMq3f54EAaePKVOFkOzw+OfnkCxHANeM7pLWKDTN2
CRcoHYG5ra8egUOkEuC1w6662EM4uRQKpMql+8/GdOpUWvqbl4DfFuTaE4wb5DKhNfprSw0tHv6N
yxzNUh7rUsNRZAJ8hN/NswIVuLIhnuepGELL2gwChr7fdxprnsU9n0F8v62hBRQseGdwga6FoTwQ
mBDa83ypKq2Eha/nj2ajfEEry5Ics2e1+fRglEGCksWBo0g7JR+28qPjDBs5BRtw0i0YfdWpF1kC
hwZjZKjg7GiB9KiAwnLVZHmoO9YcH4Uqa5juqCgvikkD4a2a5bde/l1tioPFa0VUvdbrvC+dhsBo
S0XQQfyD385UbHnsYkpizZhUIU3pHPgmXgo8Z7H+XMW+WU5r7IReKS+bGjXIjInoVTVN9ytcdpiG
+IhIGyTIq7cNKJlAaZlYb6+s9qQYu0u/Z+4Z5HqOWgSbTG8p79nyuRLiHIGiXG0F5WSqeewmxVem
ePBjKiRL3artYP9jv+hsICA6xF09tQ+TDkGYZq/3y6l+nXpTQZrAOCDWOCXwrqa2Ju5bavbDpABA
Y2SJUQ9B9uWL8m1hOryuveOXxUo4ZUrsH5P0vjGQhylmaI1p2DbNcTDbz9Y6LnicgpHSkndW/GXH
WRgL90ZxFXrIzVeP6TrJfkSEbBa9s3G2i243OgscH6IKFRsYu+3CEs4W2jhv59byM5ebZBbt/A5s
FBUPBJXx29OBlDOtuNkQ1q08oXAX3bKvn2b7YtiLAsQPIb/HPD2oHM68XsZhY3eXpIlrtEXai9Ko
7PAdngpbk5FiXqBa6T2p0qMlaw1kALKzmhvvcQ5dqW0/XR2zgHlQ7lSon40uEMkt7yJxL8wJ7pgz
hDp5L03mFISwy88Zv0V/auqDnfHRyIz+BBjEqt94WRXzZcqLMOsn1MgGG5mB0D5pRENWa/nZ2euz
qVR/Tck3ckXi6DOQKGMp1FoeYWQKOYCIrvyOwzJfLTQHs9aDY/3pW+i9TeZdUJZTyhv1fzDAMSmU
W+iXwZflDd+HD8SXXBbMYplq0iXmJoBnzU4O18Nvmb9bFb42v+cOLmAnidttQX+lxianSCs6+hjE
bcmcXkc4+hptLaxYiPcEqvmW+VTbpvcMg3GXZDSBCrtLFbfqbkaDF0mi5nuLMYstpO2PPRJDeVx4
JCF2xSOMbwl31yWJtBFiutdje3Cc+UOH9Euj/dCBL+2FieNSY8N1IjcA/PxQxUjxM0yk865er0vn
vK8WrG97xDmlpHRK03ram9WNaPORM1oau1HQuavJQNG5uWjkHDOpjUD7t8krEDpo5khJp4owVbIv
mS/zrbPY9jMFUm9JaiM0mNEnubYLesdpEELWz9pouDi9g+gt0Hlhfi3NUdcJzbXj3rtPsNnLf9Po
fSEkeFTIaMN8ov1LvgwiREm3474oEjFuSrYNNCgYeRY2GuAs5goyXWziIFa9IRYw5a2x7Y2DFUO8
0HisCgMVhlPeocRzCwUb5Jxucn6bbn+gLHE052XUkifZwlhEl5gGS3P6LVjaFohIm8bibCn3rhIy
UFrnERVzfZmYONxt9Tga6ls5aVnYSdU+WXP2LoY2OSnaFkG9GKFSq+m5Zla3U6X9arWTeSjMR2CB
LCIAgughaheTEROacv0gy/xpdMb2ZrvDse4LDCqhS0WmFsEbUq55bbyky/zdKS2zIUD/M8WexNIG
n0yULEEFsxX6HtYD88pp0tUcugk3Qo9tdiqumevUHgCgfJHWa6lkydEwreSgvLdwOzHAP67SJcwc
/Krd6tTfszBReAGhP8EA4DSY7VticWS7Q36DJ83NBlTFXOPaYogYKFaFeqdxXizTgIA6Y2lgeV6Y
oWfjkGKMqHLzfjd6GAvVriMUrbcaQXRX9vW7dBXh0+KrhaXu8narQFNgv0n5wYiBQgj6mlq6j6pW
9UQUjChskrAtu55xYDzA0Rs/zNm5uSPM79/nnH7lx5Dcd118yUwDV26bnyFJ927My3pdChG0qTGN
hLH+uxrGwnvxtvdYb+VWS1Zg7wJdIB6gIgJHbEVdk169GUguAKG959sN416IG9Cq681al9MMFn4X
CGMNB821/Uyz9JMuvE+PXOVTFpvoQl38VnIqAIHuCvsAWP21ISq8K8E78Oa6D+azAbB4cmrsZWp0
2PSymKxggw86nMJg2nsEQ7M0SH0GrKRlV34EVGB0uehXq2oNbAcmoTBK5IvIeW2dfkNfiW3t8bTy
Wtonei8qR1XZu7P6Q4QsGQWp55xG56T19vfapd7J6BJ1ByuAbHWnn2+/fxq6UQtYqBoD/TkLvRj/
daxKa3zp8FlQOSL6ZJwOpmHqu4nq2G8Mt4I81rxafZ4ftfzgELSHASWM1JKMOQQrsFaX+rRgBo6q
/F3P4jPzyuKkjZDWUDTwmbHDfGhUI8Fua4Ssi/VZKhK6Hs7Hg1TmR8tVHQCLEs2kWvwrTE6Z2ZYD
kIIb2LFe/GmFEUnVi4yCdNmc7NfVWmgls8cUZCZMVvFdqQ5jUt1laqMZgTnEH9ZIVqjO2/eb8mOZ
EvjpE844wrlWRC+tg4dHQ08UgqcWu3YdSwql9r3KY9AominlpJIeECBa/oPqOeGZxMjcgvPtNwlR
xWRDZRzal9oCWdBbY8v0arLIqe3/ENPtLL3gmW3g4ltuElaTKP46dfuIjZXfrdaD0UiVA08kuxR9
xJ4xGBZy2fIz9ONZ9BgTw4t4HOkjcJTp/lZVGwH9f8dNdlV6ktMKQwV6S61sV2JXt8uSle4wid+T
XlE+NkqvAetYrC+EZg672en+eczl0aYBdYL3Nj22agzo650pRgpkRquBiZl62KOh0DfrOxXvDd4U
7T58zwctQ8sLRZoZ4dgd4dvfyqbVUVG1cPGJzsb7ZIi0ePzEj6t6mZHjUlqSSi6712pp6uOU6TCN
E+B7Izd81WP+mRnqCU472tVmvDn5Ig6WQYIl1c2Ggs/jBeYs9qDTvsJq/lWnPcPwi1j6OH3RTBnj
mIjviVctJhl15rGWFdq/+RTjpgG2JrxTgvRz0WARka75WeD9viM7UYsmVmNQsHgREyOYh/Qso1LZ
nPqq/GLkyw9ub0OA0eh60sGWIjOv/lRQcQNPnwGHmPKH6RyOsT2d9dYjy4NgNNvqqY50PZqFwuJb
V6iHdl0wsUWZIpRBhW2CUK5JNu6EtreQR9A3VtNzoy41diIcoRQ2mBQx64Pi2z455j4dWjsaau9x
0gE6bXh9TF3sQ6UYSOTR0+TmpJ2atXShWer7ao0BU+iHYPq6oVY4m2OURtvhQfr7/YKdUXcytCpF
8l+t//9HXWWBaZ3Zq+DDph1iOHT7348yP+Sffv/ftper8ef3FTL1RcQEg0NWoLPIqlNvjtlOch/B
43lZUfZZaIj4VU0ai2i76wsJtvKhmAxoolViRHQ2RKWMugcDZfXuHk8APlIaPOO08Q6aF+YKFhGz
SB68FPnwk73WWG50XnxbHBZLpX9VvfMvvyNi0I5ZT/B7s8QPTTed89RbH/kM2QnZHuva2jtuNuwa
dfQeVL3BuM2F4p/o2b3KmB4XQ5pDgPlnWexjpWpiGoZGCk+HWj5rHOirqzzHE0YzhUfKuXmsLKJl
RNP8zdH4giRMfwX88HKOx6tqp2M0uSZ5XTRa1DXGNZFEbC4F99DI1tcZxW3IXB/57JDl57KcIyKq
kqBsSpqX0hqvbS0qGC3zoYGAfdApmUpRhZlnnAniRd2S5U94e8lQwfJ/1iFmiLiEtmpSQRozd7Ac
3tGa4eDQPC+oQPaIuB9tmRMUbk9wTjp5BpNCY7OOW4YuJo6KjkNRquXm0YD351vqvHVYqKmwI8id
+gdokSLdKt49FK5l5oS4dzTcXjycBpDSdldr4qyW25NuQs/zjDl7qgw8wifHIQ8rJ9ks6bwTU/xj
q26iPJ1gHtz6GdgnAT5ljNxVG0rfwinsQQWbMiJ38bro8J2ggkqw8DFUHbet1ZMbjOZFHWM10Adr
eIWlI2i8lzDN9OYIAJg9pKp3mAq/pyM91cryb6nc/B1CBbIX7UR6MKzgDu5HljJtbglk8hcLLA9F
BlY0nj6EecVih621awsif3AjYfTV5Mnejm19i8SZgrwhSTY1nLBJ3aemmUAmGqa47cJoWmw0pDG1
xBlJKkGf0saQ2cbKp5t+dDHh5AMTGDGy76z1jzCwLp+W/4YU7wUnM9FuWGdmbwHAEGCkttnkxPId
Wh6ZrkP1wiK2bshlYiroQh76dDWf7UcESsN9yFTa7gTAUkWhZahrFXSESAS2hh9jVdoMsMtyXzDd
Okn4qDwqI6ppz5wiyykAzWjID7Iv3bMALjqmHTqNcYy9Y4uS8DRZfAyWf3lMPNs412rd0YN4+sUm
SS+ac924irhxw9wYrVsdM2EX6bVrzfgGH0pHQSnUR0cjr61qjeqwMu2B4YIuvK+75EkDhwwszRqf
QGCHgLxt5cmY3GBUKOfdpJyfe5PRulT67KU1FROrqVZ9GbwW1xrTKV+h7Ei/dWoK4NRmyMmg/KjF
NFQmT5hvV7FEgEojWIpcbpY0rHAra96SmNp0VgfyUVuGSM1MwrfmuliUTcyFVdkg5Zo68dZtL4oJ
avoGFgppTsuTN3xRSr+nSH2dK0gEhfDcVzYmAPmucV6hV9W+NpryMc6RAC61DsINPYrMb8667a8i
XXUEkrW6n7M/Q4H2pZmYrceewmixVR6hZVvHzEZxEG+GO31P8O5UNcZlSJljbt/v26nfNx4aDFQ7
1rXT+rMUDsJN233rc/e1n+BFVujz5wnnoHwbLyhaDrU++SvWnoi4VDI+TjonsGdT4yqJOaynTO67
ASM3d+RGKFi3BXDd/mNeSZS4lBYwNZYcbc1sVKractWpSwBGcmOf9+WnsqwXVdXqR2GLKVqb20Qa
a4R3hvO48o4VYZP/Lk7IO4un0mI7ZgKMTDn22M/GCl4U7z/GXvacT3rMQcRE0GxgSpgVZgCQHHu/
Tok51lBZZKkNL8AZr5Y5Mj2ZYvcEaccIEOE99Yk497JeI6J+mdZY+aPMsgMW/+JEcEVF5cYmP47M
k2ejuMS1O/n9eopbx0aRiTYNnwKVQ6DHy7JeDwzZun25yG83FgBuuPJsu3aCXmVnlwOxmVVJf4Tn
ThZvfS1TEn+CDsrmziZSjd2llRwNdtoy9bMj1LZKCBEM0bqOF4WbGpgAZ7m9IzWbgr0YVVaVu14M
y7bRDMJ/xTMrdI1lOGsmmuQKCPjBqcWFyde5k5JQ5Nitw8bFvoINYT6w/CzeGJr1uYXEuobTSBzU
7BANTzA4VBBnpUorUusw2DY9/YxScqEOwdqQzkEwWDTFa2dr7WOyEFhtAIqxba8RQYnLiVZIT7K3
FZO6pwQY4eK0cFsqA9tFgtRSH89+f/DwEoYS55OdbjL7L9hKEom1QusEywwmwIdcj0Xar49IIXWQ
uquravmtc+1wwYviUmQjdZ7juCdzJGpvyNJyR5ZZNCa4RdiW/sBUEKKqYbwrovm3FPI1hcjMyloe
7IZh+WxpBqF97LhphxEXTmfFoUgwh5trsNpBiosad4ACAokQxoIPEC1mh+3YU5FrcvbH+8VOcS/a
4qdm5iOL6iEaHxCCmrM5nUn8NCLdeejNASFeysBmaPTypKRYQ5IXdUH6Uh/dBR824dbthcrslqzx
iAVbQxeg56iOU8TuS6bBNrLPcvbmUz+baGrk2EWNOewZx2KmBifiZDn4OhJ6ecXB/6+iotHFHKiL
lqF9XOaSo0Fq5oEz9I+u0walhruBPwfpyJunK/gpdIUIK2wDojg3UE1hNVL3dnIaXJR/bSPvSAMd
f6QgwDcFRwalSo1gnWdmsbF6obJZWIzjxXH6cJoLeZ47++G3ceRK7mRpK1HargenKBPgAhgEo4Uf
JqaDii11vx1wexj4PGGhO1fLgY5bVKNN7B99dKvqMMOV5LaWOulcK+2FYizlviTSEJaHB0oIGc+f
SnjjoxBYOsfFKV8rVJe6fSYb77IIqz+YQjxa9QJKUiS2b7QmUbAZRk20rIV2TupBO68j88FmO/x/
v/f7Zdz+NV49aGmWXACry84KStsxDtLuDonlqGdobK7i21KEZtyWR2Ne1HO2/cPvn3QCrIIKjS+I
eB8H7tWVoXkf+8jS0dMHMBXsU4bVKsPrO2HZ0N1fkqA9ZoH2WP1xP8b/PNJ7d2b6ruHSA/C7p6wy
32gXzDtGAZq5n+7uco0/cdbosVRoIw8uoYKHLBWG35lhiovN32QMsZo4qIciImf2P77xUD/b/Cg0
erxGtXpXvun3rLutfzfpce5DsrMeK4xfga9fnUsWrldFDZXDm8TpWwBy79aHEn+1F0aE6pdz5JQy
fOM5/7KdEBeatdmp0Ry0eVB9Ny/4IXnt1WkeUKPZ9+TNLA9d+zU2VzYEnHwNzhFGmfgmdvuF4Ao9
QM9dYMNwhRldYkRVAdgFnhtlDR1DEYpLXERQYfSn9qtWd8OhLK6ug6Xbf3x0yHmhgX7Uh9oDxjR9
t0eIJZiOpZ9o/2fyfgOMlJtTE+FfXD5TdZsVOt69Cl2RveOOhmQ4Vm9473xAJQBKQvawJ0vS2htv
5lehn3V1h6Hbmv7rr8ardxIs1cNQwj0+JAwTd+O5vcBvK9qd+Bg/y3Fn3NPAfeTDLb753xxN7w0x
r3/Sl+GNqEAstENmxGDS62555lSDQhTRcRL0Zu/GG64PeP8VsDB21StWxLBJlBeh7LDKnkf040Hc
39YHQurFhQjWlBAAFAnYllg+Tlsot56nA/IX3PD5ObFnunV2UrwvdsupupRv2oP1Uk2+ad8HHaHb
Lr6aJ0SeI8aIzCGe1bvzoiNrZuEoR5V13QZ/hhPagBVsWPjKpTy7V4BjGskXcSzmbQUkdBzLIXnf
fL7C6p+8tn+V+3wqYOhH5RGfzPMrxMl9ekWY3L5nHXrHHWjyfx0l76cMwP5u2vcM3L+zghaZw4Pk
jPtADvHOBlwaxxqr0ixCbA8Tg6x4++YdU8jXWPseF7zKjaN4RV840MnOJweQmUc1GF7asLrRh8Ml
WHxFPaVvxcarDrgjeCcm+ORe9J04Jc/zqxKJmxVlR+dVVo9WdiRhIE6Cd+2uP8ZHatO83VXvxN/k
/+S59NkGO8ASsNUwQZwLE/RvF9R/5DkGBnwfQjNQnjD0wE6px3QtTUPYJOlt/ixO8uo8NtHnnPrd
xYiaPaxcPLeD+T3/QBDy7NzhuNR/zF0NFp3sTWT5yT7FivVH/BAfAXkCb3BIiDfVeOwP2hnQZ/pg
KzO+mPNthHoY4BHoN9mjxg2HchWm5qF69r6s3G8/6lfFZ2TSROZLf3Yn6A4H7av7UPM9g1aiEK7t
UcVOEnavj3Phn/boPmupTy78rg5kNDyUz5uiByruulMP+XMxHZQXsCLRc0uBg9QXM9T/6/6Iz5gx
1d6JrPuKY+47thjuM33i+oPDV18cyov6bNy9eyqQQO/i4wqAfOMK0ayLE6bd3ZdC6kVEuVHtGRPZ
p/RUP9h/ptD5iC/yjB/uofnpwjT2xVe7TZp2Xnl2mJ7w4ng0IH7dxWiuP+Lz4DwV9wKsK0TfWbyC
2/8faeex3DjabdlX6ehxIwLeTEEHWokiJUqaIOQS3ns8fS+oe1DJZEuDHtyMulV/FUngs+fsvfYz
aMfoLoRexqEJp42TsABhnkEN9McT9yp63YYt0TY+0XEOAwaYQ4e0Bpc5K9AZz0LBXsOgkZGD2TmR
BOlc4+yZ2K6y5snb+ZP/Jhh4jWbVBzfWflEPECxtmrGYqBeVI937qI9XIXG422YXwNN6ZjAB0Zi2
pkn7YJt3+REA2kTBYMsKtkK3MmA1VgDGZvqi2riPAGnVYSaWDwgi+/FeOMn0HR/CR/TcAqVgO05W
8POk/eBgvFMdeqb1jFX3wzuYe5DU7Vxc1Dvh1N9bu/FOoInKiWFvAY7du18dIModTCIqwHREz+yI
Eme3Z+1s3Bsv3okt4cVYK5/CrnKYfyGXegoGUMqqme+UTySd9HaAUnQm3lkLzAwz/0X/422RiXs0
X235BQaDin2boUqP1JEOlmeTQ+DNrU3loVOYIQAWSTa2FuapTOblH9FbCJvwVeSVPkhr6a5o3sJd
cnEZ2pzB0SsDjZ1xa0MmAya24+vcQTBFA+EUrIdit1LXVTH31smwDP9Y9RNIe2J8O7ZMdQ9bhkYv
AQfgiplZAODMefOSrKvcoaWEpsJgnK+FPS1YVNbDXEEsQwPEGY8+HnzZThfevIaEDAvHNo7KYMvL
+snaSxj3t5ggNcMuVv1OX1lME+lOeI4WtcPRXb4Pvrx9mM3NT7Fd66yp90TDo11o5kayQifMIUj9
AI60pceZ8BOLR8K5hm5GmEK/RebrL7IDnIdnzujSrhBsw4BrMRfeqPMjx3U/tUPU2YQxT2jSET2L
Xb9bIjo9BMb70mVZmANVP3ntUe834zaeV6sKM/qMVOQ91Nr39CKfh2es5eY7pR9/Y27TA/Ha1Yv/
lA+L6oMpJ3l2vVXehQee7hLqpE/AqW10dzyIEcoICJlz5DuWdSSLu5HWMm20mrImb4k5bSsXMdjo
5qJfAxIBYupIqxGRxnPt1Ch3od5As/l0wasTmDzTxa0rzo19+weQmkvtS6YWtEqfKgSDs/ZReBl5
0nCwuIzdmZAM6Tct0uEh3pJU7zoWd3+72PmO+q5ax+YOYWLWD7NhWX24a0WYWcGyeQg1B1Jk9Qjo
Fv9i7WKgsRMe3haD4gCkj/az091pzU73V7gx5J3xJ2NsB7YGE2lPT147Nmz3wmngvBHMtKfy2CGT
f0/RXC4EnB73wtJDUoOy1kCZDBFxwcRMV/nKdBLymcc7Rlh1n+RrKZ374oyGFfKHZgv938SKlG7k
B/73hmCD9aT6NDz07daIlpO2EsosnknoUP5SSZdkwHBnD/QjJ4Uwe9TVfV3PK9z7cLsbAIx2/lU+
1NapDh0C7LTXMFlLRxYo5E9y8EhRMH2o7oK7FE/lBvKQd2ouEymQxovGGoVxaA4CgYNL/iEaM59N
/0m76xV8KjCfFigD4CRlMP8AowNwtlEhBQfvzXyV9ywS8Vd4bF8NancObI3XbFes/U2zrV/Uhxx+
BB1hNKUn8sdsYGV4oPzR8ZN5vigMx3qtk5WJoijZZgqUp7vUmGMB9Geme+eNp+wzf819nBtAF+3A
5Gj+5ZEiyK/5g7crUb/wlg3PeBexYcW6jUoO4eAk+M7temnclYANNpRJz+kqaLbViW6nexEEe9yP
f7KdfsqeQ/injnn2OH5t0ic8qDOlBm9ox/tcm+e8LKwjOgRk7Ki2wWA7wq4uUaDM4kfOcXX65vl2
RmkUMtisufA9MYdiHmD7gtaBKcw2H+i4uflFa4/CfXLCKdOrNsdxutchUtF3xJ7jFxtbgTFi63GU
AEW6FS/oVk5AjPuNoODfsd2D6VQIpqkrjjPtqO3R0ZOCvIQNo74z8IVNG284t2L4AWYxS1+BuJVf
za6aS0wZtidUdQjyn2D2CxvX4dwyT47RViG9YZlt4qW5DvbmLscLZnIKnhl7/46Tg/fKnIm3Lfku
WGDUVS3a+QkAQB4uJ79thIJ9UVpnF2sMo03baAcDZOmWujp1CtVxcfDlSwLK6XjmJ9q/3qvEgjWh
jucYS9JtZK7iJ1eaj9nni/Ca969idmzjOTSzegaVyF1yggpWSBQQUnM868tzrxYr8wHMkutxrK+J
LuPsA5H2k5fBrhpxjOdCs5ZtYZ+c+0eopO2rBVJ0A3KDKvvnoNnaGUML3UlJnY/3JS2/ZXERHV6j
++AiKerY77Y+Bz8ZmAbJKo7/yATNUI4v1U1y9FaIbE3Wz028jnfZW2va3jY+eweo47AVikuDYOeL
QsCD+k5/hosoB1ZzgU3G2qFY9uwIsfgmuE8f+NrSvfgqHpUzxQw+FncUd4QXvD4timTk7NtszssV
tvErtTsuCvFX5W4RkExd9rMH9pwohQ2KqvpgXjDsvod/SgcYhrnOF+qHuzMxa7rc+Tgj24S3PuBl
pK6X77pNUs20ebXwP5OQHhb3IYe0QOZRuQkX7FGMl+aZUgH7dfNM6aMuCMyYcWmYe3fqg/CSLMUP
cVhC26yYqvcR6yHCTx55/UYwgvpR/mHX6oo5qdRZNe/WQIKI0/5wt9XFK7chYt61vBPmxgZcWOHP
C9iY5lpcFi+WzkrEDOVh/0FCL2i2tcEHAvJdmrv9UltZx/JYPyLmvJiAQvA/IvxkrqIIXQ47/41T
dfiH1U+K53owj98HCnye/dWC4GBXUBfos9nl60tz9JVd/Kk9Mzofgjd3lTiWO++DubUlngV/4Se9
hYn0PT75FDAXhoIU3lZfhZ3ogGNTFhaZSHNWf31L62Tu7xlWfbUI19XGxwJ/L52mxWYSiXGHM9bS
fT5dYk06DCvqed5heJSenwuJtvycsg9NWzznbIzFa4yWfdYv1QMDh5fkH+Wt/4X91XyIyWv6E57b
DzYB4SQt05f0PCTQT2f60V31a+PEGsWkMD7puu2UHQATjMIvEegGYlBP/Mf6l9qbA85WgcSSAgTN
fM2J2P1COc51He1t+AXRN+FkpKKctOGowVV5YJX37B67xT7EA3PODtkbcnRrN9U3Bbo+C/fBO/nM
J9u9xF+M4faZIzQJRsVMPAZ3LEcySw6WM4KAZtWlumgv1YXl0X8QtxgJ7otld+Huqu7THazd7To6
QmB7LpltJF+UGSzcabHUXjhbP7avnUM35pI/IlAT5nBhsk3LUXo5PHNhd6EvEdQxl4mjWYq0/Gj2
PVkbRtN7eSwEyjJkWbJiz7uz+Tz0W2veHtyPrr+ABhOSlSauMpW7pY2q3zEOEaV/pg0OHy5xnY3l
m9hQJlB/KLpt/gfopeyM6hKkZt+AxXe8Ff/DbKVth0N+xyqI5tDaDHxZ+PMP2qZf8QTEnbKoaAg+
4jH27Yh6UPpEmGVGXYiNkubWYTo+4yV8TzmW+Yt+IX4WJiyrBQv4RWAhn4QLNkjlff5WPWOnkLl4
SkfhMZiy4eAN091XVwYi6M6K3Y1Aa2bz/VdRr7c4UHMg2KMYzo2SKY14H0PTqxfBFaev2Y0UGqCG
b/HK+mK0Db7/foQIK4nqgqFiRdtKas1FWLKP43ly4eJjmCI641mIgcIatcbv1itB3ohayl96ZgSL
htpZEeIuCTh7oVJGIdo195EYFqs45fv4eYvVeWAydNMfIbKbWUNnA4/3qCCDq3aq1HNc6rP/+0dv
lvtGzfVVpPvxpu/gddUqB8q4JI3P+rK+sspqd5bQmA3Y9owiLPqERZIL3FS+/9DHx9gQvBXNBYqY
CIzzRV0CLIt984LIsnT8nIM5ukcsiBSeVbynKDko0Q7jp6iFZyG696hYdDnwJjeSsD6X0JLlTzkS
KzsNuczp5tHl924C0PBomZp5VnDncgXu3xbu7sIbvpQpQRKkIUdYr8E89hzqcsVUIawKA6XdqLKD
XjmBaj2yPfZHo2qi1YjVgsoMjTM3f1Kry6CiXp3+OjD7ArVI9SmE4dmK81PZVw+1MJK2NKqEtMVv
nZ5TQh0uQy4oq1oVHSrrS2kw7iMAYbkgHxQunlbrPqSSejJcLkeGPMWsDtxYSsUBKH50ae4sutp8
yptRW0YeaiC3Hx87kml4HRxgMtWlTpR/mtByCWpq5qXYf5iyJmws18fR5zuuUu6qtK/WDS4r1pk4
XpcGR1e4u51IkFYpYDrBjDGs3KJZtaIXzAJ16mJWxt6MrX7bphwyrZZiYJFQDhJIe7cs+WOgaLww
ZQOiIeKMuSe5+EcvY6P9UTuEj4LLrIuaeKnFHBcasdlgYD+Ehc9tGMTU//wxx1yagkH/ArqYiJcM
jRhf3Jl86BXQRe9jGSquWTqdCh8is8AUtOwXshusq6S2iRxZlWq4yRWZzbgcHn/++H/5LtOnW5Ii
Qq7TdfWK72L0Wl9rmVE60Hv/uJDcxcqjdBBSxRAmgZJb6lS7RLzSP3+uBHbon58tyYphAeJDJHGd
IypWet7LvQRLy4MsWeIUK/VVYHT3g44XfhRR0yflHhveXrfQc9JO5mabKWtwhJtfvsr0G6/fgCQb
sqKqlsU3unoDUqSJA/LQ0nFFsAhhIYCFEL78zEQVeeffeTn9yQkIw/Dt6Z61jxpBATOLk3DrDb8M
B+PGd5EltKiKqWqydf1dtMCVZCEL6JUXKYaqkA1+wgrEQ/7m40VzBVP95U0otwagjMXDwGIi6qp+
lega0bEb85z4PD2l3Gd0yaOhaOgkOWk1Y414k8dvSPVrnrsAY9JVhRO16DnaIwfAZRJvlP9DmA4h
+XKBiWTO+qrGv+RGS2y3OK7K8slEA5IPKFPrhNebN7TAC8gRXIgQhy0Csz7+/FJvvVNZUQwssuZE
vboa14MH3U2MvMoxEzZCHTyMrRfdL5Pne5BejxxFZu5oIvwtw5B5mx9vDwF570Qe/68ep/NQW3Lp
tKV2hk1zbBNj2xkUv2tmTE4J1ujS45iTrORZ/EVnkn6k7fF/9NjX46PuM6LiKr/vdq5q7nj3q9xU
v6x6Ypbkr3FR7scBgEauFyuxcu/Fxv9DeFi5/Plhyf/Qs1iDFFnXZNEyJUtSr8KLLU3tJU9WuA5Y
HE09I4NWAG2/odUyJLzTsQwSJzGUdQ/tSZzKyuYyLSFDTixiP4IwovdfniV/mVH5WE3MBcWDVjB2
3r2bmP83Q/uvCO3/kTbJfRak9fQgb60dikrjjs3LkPXvf/6fx65Ulp4ZAV+XkTVrJKg2GK5m44Sd
kpL2MaKlPnn6X3ttGyrULj0EcNRk7NgU61/m683lW2HhFlUU9QhDr4aAh7BEEqCvOpFG98QoYMBO
tJHBpyZUEMvoacwn2OaAY2hjdH7y+fO7uzl9CbGWVRHOm85A/HsMWvhN/s8Y7BEUzUtJpsjcBohE
h0dCUifMJsD3aebhy4oAgkwvp5VPoUldacLJ9NjksLH3X0Qe8aYR+8/qUPqqjYiCq7fP4xx2T8wt
26qx9w/n1nff4URssVFSMA3bzURZqicM1c8/7P/xZE3dYDeWVfOfdQkNKgNIJNYz22qk6tm6gisQ
1dqShJd9HaIlJn51TZAoitzs8vOn39oXGWET8UwEuKdc7Qlq76qNmrAnDBOnR6A00RHhyKQNV5Jn
PIZaSoGkq3/5zbdWLVWEmKTC94Fkd4WTi/ombYe4K52x510iuHnVzez151/222dc/bJAq2V8ogxY
RH77kbwr1Ux+WXxvjkkmg6RYzAua3Ndj0gphtcg1k6KQlkpHC4AobtvqGWBgro/9NyZIDRZa0ezx
yxwxNdGMRz8cEyzsFtugbPetiD/UhFbaDTFdKoOKgT/4r0EO4bJCAdwqjGSwzITesjcPEzDKMx7y
wH2fgGOmi0rj5wcnTVP579VeEUXNVEzWHgvJ/tWeomp5owjAghwPcbpds43bapwsZERQwEKZZkYV
P+LupuUA7sYTCromOUffnIysn78KqfX/fhPDtDisarJkXC86hW6I5pArhVOkfwSPZrsvU782iFtR
9eHYl7W7VQBW+Mr258/993SCatJEWGfoJAqb30/oPwuv5Un1WEbQ/sfRnxsyc7LiYc+yvMWPxqJb
ur+dh6YRf/XM+X1EGGCc1xT1+nRsVYCVh8HEHaaa8CNQZnOUfc7L8OnnX3bzc1RZlHjBrObq9Mv/
88tIEsVcVhqZY1K7GV3wuMTVBoX7y1nT/HfrUiTjP59zddgSlFgnnIXPAUlRCxaAf5xti4oAsR5Z
gJSp9BUf4iBbZ1XYs27nLypxCUV45udTa2ibdilYk+ZKSRYKeiwJNvQy5CRkj37CN04Hk38G+aBD
wVaoAG4aj5oRSdnY73MxXcEPFRa9JqLohe7TkEJK5rF38hJ8YLLLNT9U1lpRecuxXWaJn+w6lQ6d
1BrZDJw3AvisXvjZ+IHPXFh3XCjxTHbII+nl581HOwW/GJFP1FOBXwygCMT8OddTWm1eX6NXM18k
A6UE2Mccc1NXz8mbZqSd8TFuTM9/6RJdRLgKXUfr1aOX+3+AfZuEV9HBNjSTGuYoGctS057FpRyO
91yai5VLhTWzaIC3OnabkKhT2+z9J9LYz15w9/NIkW5sTBwoDY3FQEQZpl2fluJ4FACCNxmByQAB
ZL87tXF6VDr5ZJbWO9WI1haH6Iid52Il4X1l+SqQpg6r/y4LtM2QqifM68+aVCwkP38chfhV0hVg
v0pN8DvZA+PgU9gp9Hkgek9lq6e8XLeZYUpc9a74WVb4q43oiK2NLpXqP2UtrVMBIKhivUP7P2m1
dRjr5kSak1217lINSe4QEutQFv5CxUZYq/wLYRxAQW/mfoeXMzwmsrrDS3KU6/aEZc4rP8MhXSuK
9Dl4EsGtxgEeDDjxUn5rUmmV97QeAx67S+aiGgRkFSeLohwRV+BZmE3fU1a7aF4ZzcnXpc/vf6/V
d1VWHVHfzqsWQoWMnK+OrU2vuI5GW7ApxbcqbB23Z02T1GdFTtf4LAgLT/ejL997RJ15EWwIv3wU
xmyP2wXmju8/+l30Uvr5uKtJIpZdjxCKtNqrjfFpafoUtV5eMuyI91Fr4d1K77HGZQ/cQRlTLoar
X0bIjY1CtqClUnzSUGUaV4uJm0AtlcsBdTQYMuKbAUBDLp3pFnXIpNSWQWJ9BgjYkWSUyFlEXntU
9TRBXaVzfvku03Z+tYAqsqGCm7BgeVjXVxSqLG3b5UnmgANBnr6JCL2cjGrJwkQv1+hSu0F4L5Kr
1L31Rv0hZeIJxrmGIdRUF1mb0000BW/d1f0vm5j0761D4YYm6rosmVAxr9f20huIg2h0QkOxDFDv
yk2ksjReEJd7W7cvX9xkhE5oyDHJ7nC2fKFbN43o/rKpTXDk60cE35b9zDQ1/u/6rlgPkdm5QwNe
1nyECJCs8P8lwuKbG4Kpw+7DftimMeJEJVuXE02jnjznKmEtZRCHOBr1Dy3ZxtgJKMv39/D+xn3m
ClPMIT4fNZrJFspZt6znoy7cK23MbwlqGeIcbC01G5duoxPORsX8l5f/79Ve4X6kgGTQqG3I8tU5
rIrqPI7wVEFobQ61bNF6L99gUNltXJ6JhjzHzYD0RxmBxWRvP3/4vydoddpNJQMktGFp2tU5M2pz
3E0A0QlLot2EXwlY+3CmWrcM9GLXycnDKCAe+vlDb4wpTu3grg2Dg5Ei6le/OK+yrPHaJiZdCckn
WkKyTN9GvQH6Ed5p5IopKR65/i0JjSMq6s+fP/77CPj3bFNFhZ8tS6qk69r1wcwL4jxVSfh1Rq1W
6S22jA5dRnonziit3oWxfmwxB9DeJs0hFUBbdFQnClJbe9G8lI1ybqZ/bAbR3VDh5c97k4pJ9jYM
D0qzB+O3CTMs+kb529v6d5ngi3Pp4NCuaXz9aUn7z/mn0Khb603CF8d07yu4gUfzM8SED4Lyl9vB
rYGhUPTTeUychLSrj/KRCrtmbUVOFME1MHB4eMYq0Zq9gc4byxg3ytq6/Pxi/j0w8/MgpitAzqfF
5vrYpeaANQUzQgnEf97K30jmPINkmIu59Pj9yCM3Waiy8ct4/PdYqYpcyRVxOqzzwVeTQKsoYtSu
ETlC02yGuHVUNboLdHH388+Tbj1TTaTcpZiQBeXrMi7Hrj4I+G87Xqod9ZY7fMZEo+DGVpm9FIKy
i1R5GYra0oQtoFassqWC06oZyMlzUiBVGhy40bgI7m8j68ZxiWcgiZzfTVnUuRH+PbR6Qe7TMMT2
W+IDGgP/pGg9a4C7q4N627QvkkvGlh7CiJJ+G2ratNNez8dp6TM0IGHsNFefzQZSW1COIsfSgEuo
GP2ogMBaEI2MdT0jvgumm41BE1wDJJKU9Gp+AarixLvzMcHbXeuOM+CD+2/grSlhBDSZ1IqE97hP
Iog17AReYDPtKZhJcjnHGYcoJG/SpVulD7GKibyfCDLf0LE6VzHQ4ybBJxZPjrbzN8tAKMyF1gEv
+v6fA8SzYCcBfcJETqkVHFzXvdaVtilbkAxjRhpQ7HtL31SKGexjkBzBO3U9lG9EGs6ErHUAcVkz
WSreADwv8+ka8MuAmybpPw/WtKbSjGRa6vWAG0MYrr7KQjd0wqsbopcjGkkfNkmJGq0AiOJqzSZL
IZFgmvrEnbNQ8ur+5y9xc3IROUD7wpLh/18tJIlacHjwstjB04mkip8tRtLZNOpfLm036o2MYEvn
3suiTorI1SjC7aakeZHGTqfQdEKbaDYgO1inq6IldUY6wzxAD867qRXt6JO+U7rtriPh9ecffHN3
0zlYmrJJ8ZOn//dUGkMRGzFoVkeq4F40/DHvy1XlvUXJ8EzEON+oit/LQjtMRvjEfP/58289cJ6C
yoaumqJ4XZFjGuht5LOaDZH7OT3vEn1ZUrq/LNbyv5dkimCsjPQZKN/L17O2r6JUGjNWDD2ixWDB
+bdJ6kadZRyjQYLywJoVKrUTtLpldzWjHCC53aIxkUso4hGGB24Ozmhx5J3ad4FqXRKYObJL2ECP
PLCSEDj9vgzfWm1IZ1C54Vs3yjKmXpog/NoIZWezIWB4I+T5G49ylsrybhB/XfVvPidZgXUH9sL8
p3MT85AMneqXM/R3gtSARI7yt4ayKUhIE2VNHLw38bsK+KUTwFV1nEj1YhOkCGB+HhjGNAOulwNe
FE1eVVIIJ7na5whlAvDkFZGDyRiXDqB/E/ADBMoCamWA9guTVFaTQcNpgiPB0TKrlWi+GKZ6TtDW
ZF+9h3UlSFqn4rgUskGCmib1aOSP1pJQtvfaXrPc/VDLZ7OnmJEzGEQlf1Pr6MlS6lOSZ29WL+7I
M8bxjXJSLV9KU1sUnoC6lvMSpWpKkNZ5lIoHBVpTTnaYLetfQUaz3TcTZZHJ+g6P8UOrgIDJjXLr
Nwp4C3FJh3/uGgbAU/2SBlxzGfYiitOe2NgpaovhYEdaAGvn9fuvDT1ZfD/lvKCi4mfvofjbrqre
fPcGFVbWP7x910f70q2mkkLCzlaUmxTYkhm1m44m53yaEGXXoQ/yCR+VmpILzLvOkw4t6Uye5Fvo
lR+NX61HUT0LAafMumPBLsriBIvjflTLjmOpNYtK/yN8lyyQI42PKEEf7nF4ORkssmjiTBmxjjJa
0D9bBpeZk5jUKugep7VYMfhHIgR88FI5bp0WJ0HmPdQV/SxD+GUbuHXAkESVayQGb2u6xv29KsZG
04cBABFHqCVb6tMHr3c3YriQvOIxK4c3MUer48ZHKxt+uePIN1ZEicVwOjTTrFWuz/uyxKwm2DBz
Rlf6BNf2DOz/ieDXRWGlpzB/bSTFUZzhS5+MZRrCHf9ZzIxd5ipvZlufUjKSpyCJVZ5PlapV1SOg
kN10Sb0HS5VVn/wyXv88V2+trtS0JJ3zPuexf67dLbTVvvSyzOlCFG1Gui4a6jtJdyqjdD3m0Ubs
jKXi49BCpTmkfDl0JHYnNqe4Rh1h+Fhn/LvYGD/CXn1OTPFzhAUXmo9SMrxFlfjLnerm65Uk2pL0
YrjTXe++qmCFQWlWmYOd7lDoXYlo6Mmr860oBkePw1Ya94sh9FaDqf2aK3TjYM1nT5VnWdIs1uq/
xxZLXldXasHYIjxlJjOapV7dMWtWRItpQnjCWb/xR/Ezj8VP6tRLiG2rtHMPmtycsObbUW0iYwY+
rYjp/uc3ees4wJfjOqNwBuPmdrXqJm6pApznTY519gxubDmM2nOosVx6vmFzP92JKbUlT9MOumdt
1N57+uUb3LhX8WZESzF1Lljm9TEwN9SgTlKqS8XQnqb30+mW41VAzOtn1WpPohg9ZYm+6yPzEOAn
Q+eRhcpzWI2fteEdhVR9ToHsCyquWUP6ZXbe2I4lBVWNpajsSf9051v4lulIHRoldMO9OvvStOIc
VwygwCuOZpP+1gy+NVgUYrZkTZJlrntXg4WR4WZyNaYO1YElAZ+zEp6JDXl1nuv+KfQH/mb/y3Se
3vHVzku/XtQUhQ60KlvTCvWfi3s+dn0puhSvcCxfRnSMPd5wo957Wfpb4du49bb/+1lX480SwihU
1alQZsHHqgIXg6kEqYsbjhS8FX0GgM1E1qgqK18sDmOeGZhwzK05WExafY5l/TwRfRPVWHr088p8
IDRWvQCqT+jkk04CbikeV7nUBGB4xHUl5GcssT4IfaWmWAtFYmts86Y8f5OPkWgmtB9h8+Vfaio5
g8K5UGvBroTjuvKldZEaC/L87obg05ONhVWlKOmMjYkHm5KL3GdOnQ0rsbC2edkerAToizCsyrE6
CF1xjgD4NAJWUwygcbtP2mGtNLjUiuZPGNbntuJbeumhTyGYJO540mI6JbJFpFGGSXsWGCBs4n60
83dz7UdczzKVcN7EFZ+JsnmJKt0pQZYJgzLMAGlb/bwVCclRINIsC/xo34RLi5+yVFFJ4sZTNzqa
ICP0imXSo5QWk7ccaRaVxYocrHo7ekMMCzVlH9ELknwyRiB4gZWqENhoWl6wYQbjBKXVsgq9DuFm
3cGmAxTVDSEBEU300CQcEhVLBQwSizH/iYm6jywRVoJ28HvDX0EWQjJOBdsmhOHZLdBZh5aySokF
MoX8CEYPjw6jfjTTI6jzuZJzHjPEfl2lbIUa1LgIv3BLdpAVfVnYg4ygOpuuudXM8qsNsqNXpkeh
qtFSuGieVCzt2UdlShc5xreYEg0f9mtYhrahg7ulcXAxgCO5OSZvIMWW7/ga/63I3YuEWjWAAxRf
W9bCehoSvV4crcHYmvqAiZQvOa0DQNJX6FtXSgT30PV3XdA8Z4bXz9NmWP28XN6cP5JhSCwOCrKV
qwurXlRFPegsSHLlzkudFdnv7oecxAtUQuqgL5rR2vITf1kHbx1SqH9we0VMgVbp6mM1f4Ch4g24
yGj/SKJ1SKOEen76y0p0czvSOGHS4aTkDPjm76VIRRwEvJ5kTDKknaYjeJykkTbBrUs1JUNOB3TT
P1qlvA+IxSmk308Kt1Z8NlVD5xlThb2+OFp5UiR5p9FRwMMRFyhOG/TvnaDv+NsHhAJc+kzb9cYH
Fv+FH6B4BYm4E0sAySbFx4ZAnrouCQgmUsvUt24i08HSgCW7BNF0kDPtREqZgpXreHH6mXn1Q+N7
G7jiW2togSmQNtVqJQ6FlGq+R1CIh4E46Zr5kOlnpQEDF7FcNsPUI4yFmVxCK/WHyekkDm9KOjrp
SOCOb8wkyzgkvoiQ/1OuSIceWwz45HrZhhI8FPmxNDM07CqmAbEe36a3mUEGw//VR3Mz1J+4SkWJ
DrRhAJ8VHgm83kLu5STy6godwoWpY+ezbihw9OaSF1CoacO9ySGVrAJiTAOqUFVi1HM5JKO1L8E4
SiCEYzdYEflBCgEC9TrOvzBSASYVYXP3LVh+hBGdpxJpUKvnvO+K5YDm38hrD7yDhUNbgkNB79Fo
9U0lYqKMS89uejy2bfg0Rjn0jWQSieP5DFw+YMIK/jwHb+2XusIV3ULvxlCd5uh/9stArLQkjdoU
+iE9Jvkx0ePt0ImrSCKu5v/ro66vaG0ObzgD+ej4BiTFFL5wSo0dTOKsq4VfftbNU7LOvQpdCnI0
rnN//y6xkPOsUEt+V+RUPml6Xrrw+2w5ndtDaXiRPOLFcLKDG/7lZ9469VCloSTFUYt72NWpRy+R
FaQxy0tP2xcCepJgeanrg+FbWynn/fL///xgb3+iRiV/Cjb9p9oAnBp1CxxDpwxLDGDlGarMm+QO
lywuv2r2EKhOi58/8nvpuD5nTfpYap2olY1r8c9Y5VD9SVBwwj72Zyohhy0aR8yWFkGjYmmPtX6q
YDORBdfFJ9M8FxEUx3LgjFB2U6svw2NeHwU2qgqzKz7TpOZEOsWGD0gbNCGDOkHyiJFo2wjRG4Uu
F1PcuNZzQ5+N5bjy3LyeGSbzrcOVRtYAte1tC0d3zlzZBgF8KZq31UxyT2WMMa6GCZdYipMl8mNv
FfepkA62SyUWQfPcr0kFtwgJnsvkJ1CbJR48mtznRQU0CQEgIWHZjNtnOoPj/xKaUCc04Hg/P9Wb
o5Yxq9AKojWNBvXvUduRhixA3kucrsi/4uHJgjYSueMafN1BVhd1Mw/xO46/FTJvDSB4QBQyKeiq
/9wMqlYY/FzWEwdC9Vc48vqssXob4votmTQYfZkf4f6cf/6xt3Z/Ok8o3sXpj+/T9X9WHtEqIwTJ
kA8jtpAMXM3MQqc1bf1lphHMLN3FWXGezic/f+6tFe8/n3t9fw5HNW4zTUwwNvcrM2aMhWZ16GTp
Umbt4efPsiRe2PU0oQSKSIxrKavCVam87kwCPQhlcpQ0fOiJup8HyNY9qrFyGdfEuOR/NMLc6D6N
q0H08bKbMDOoG0q8aNetDFurHMX7jDPoR7re34WecoRV2ScugFMlRuQnSJ/khh/cSgWW52ovIRrJ
hSwjy+uJ3atgDPoh4BxtfKwbkCZjdGJthN0LeWrpp2vOtNiicZtUuLVJbrt8m0t0MxSJfcJ2Zx2i
DDdSIXDfkMBf29y8KBhnnPWF9EzMRoUlhLqzK628ViPjrq5I0yMYEinVItW6l3ZUO0LguPZItbZC
7nVwdQ+Scwf8kkwTtuAaxkQ082QYwpHSH9XY30zn5qJULiYn4r5ibBCpsPD8/qJ6IzFY9TnMmsP/
ZuzMluNGtiz7K235jtuAYzarex9iHhicxEHSixslUphnd0xfXwtUdlUmMy3VLzSFSAYjEIDj+Dl7
7wXuod76mXEeM3c7ED+bGPEPY26nrRurE4xZde22MbQozK8Qen9xi/m7iyZcANQMHrhaP4o687zu
0F3W9NVrdleV/dwTR6FM59mt3TMD32cFouwXK734u5M3RJOBG8JnVPzxfGJ/GcEtZIHwcv9aEHiP
7FaKjdWtG5Jwk4UOZS0juC4JD55MQRoW8npM0vQQpcWnVjPWrAVj3wJqh0h/lLL+jN4euFU/L9ES
2ZksXvISNIHqxGZt8x4LsOWSBvHP18XfOAUcPBboPATLDb3KD9dFZEw5msqczCNZ7NBP4XA36XiP
rXXtFLwr+Fv1KsHUZ0zkr2dGDGwvDBFmTxUd8ggjohGqfa9ZhVX5Caoe+i2sTnuoBThxyW8H6ZE/
9fZOejbh8TWJl8oAQJGbCxrahPua9PHhn9/UX4nfRD8iGrCWYiqg/bOcMX9Y0UJvCgol7PwwinTb
0FQnSi14UBUoi1aMOyuU9aYqiA4vhPUQk6/AHr7E3hvBBlFltk8ytgGkVgZx8It16O+EGIi2GR0t
VYL/l8ZsNLpzLXsW2zqIr3SSvxh5cxdXGKNdByOygnHSkuPdueMD4Y838aguLqOvVS/ZearOfxp2
RVy+qYwPipR6ZG7F2wStwB94Cl0GZ6A1qH0c48cvjqn5Nyso2gikAgjcGOx8nGqaqYw82kYF+uwW
kFKG309PLBvSPEF+RiPC0R3nKjkO8SkciB6o0my+hCbZDUP8ak6NuGGAxnQ7JzHIlgufUzeo3qzp
JZq5XKb8G3zIcjuU6oZ0VHJPICuGNT2O0uNqcZPe2KTkqsLt5GKbSB13g+SexYqAyrLyD3kWOtB2
S/ZSgX2qBIQcO6YvvEy+yE2JTwSoEdKX06Do+yXXVL7hU7x/7ho7RmsYGluzqVGeGvZ94CbPJTKk
la0dazXU1EqBEVxl4Xd/YAn2Uv0aueZGulQzZX9AyLZpvK8klr5FMjqNEdlPUepuIru6W+4nvf8I
BvPrUhSq3H7u2vbB0vpVMOtjbv7cJ8Ji+s8T26Z6iKn5h6E/hrViQB6fSa3vN1Ey/LhI074OuRtE
Tprt6RZiSW8bkCmhfwcOme0jiYAssT2ZX7U6zPmSOzqZX8tq+v6Lc+HvTgUEabaJaIVN7cep2sQw
Ie+UXRzGtMqJhbRXxPveF1E37tnPcXyS8K53DCCey/qFzyYrrF8oS/6maMEgGKAzd5c7+scGL7jr
pimWAi2s+PiGvH7yfCKG+7Dh2CAnPYRTs53xka4SspZ/dRX/zepPq4SZDm1cKsSP3feSGbseiqQ8
ZBqIZF2mB6ciw8wn6H5jN9irKsxIV4H7yeUa2BUyJjy0O8i6gvscq2AvyvRa6kYc7WlBAPYhIYRw
uUz32OtRXkjL3ABMekgCwKHUFnuqGmrCtv15F/u/f3Isdf/5Lx5/r2rAq1GsPjz8z/6tun4p3rr/
Wn7rf37qP39+yC/9/qSbF/XypwfbEjnMdKff2un+rdO5ev9z0Vu1/OT/7zf/z9v7szxM9du/f3t5
5cgRIoxb+bv67fdvHV/xW7Ga2384VZe/8Pu3l7fw79+u4Kh1yUtJH+rnE/7ht95eOvXv34wg+NdS
BoZMphHTYy3lCYe392+Fzr+YieHo4aM1LUaX9KvKqlXxv3+z7X+h3sOFhkxbcFMJafB0lV6+JXhC
TgAuBVrrKKqoPP/fEbj9WYD+POIckd8f/8lCZi47iz8UqsxN4A/QB6BdZDmIBT/slxPcO7pKrJZk
7p6lLIYOGbTTA4xkiB1odt518iVtW8Bn49odma4IyNXrhsgsQiwv5KbvJh/GcehlV4HlTvuyATmm
XdTNxSO6x01YDtamcoDIhAtzRKkAAlrdcCKP8bGwsIk4at/oSp880X7Jcb7vupaArqQ2mo1uCcBq
n4ObLuZK89tu6YwoeJafcw8QRZnarNfEKaWg17nr6gGPkn81hySFj3i4gxr89Ts9I9Dmni5KCMya
F9EUL03uaNwU7UPLVu8nzAUFMkkmDhkE3I6WqhY+O1HLKF01PrDePGpSj/KY+Dmf65AgWwK0aA2t
4jJ/eYeS0cg/jc1U7DC+VOtpbMazFdDyJwgGaORNO3UHUn7N9Rjaxpa01kPqATAJvsRWW29C3PVr
JyUjJ6iETf4L5vQiIUVnsAg5jzCHhw6ZbAUeBDJ9BVZKI5gJo5XbIPI7NjPO1ylz7V8VN389QRyH
ao3N/qKaZsT+5+ImnSCmIn+uj7UdPpgKlun7l5yh0tr1OlyFE5S1Odc3puZFOcQ/zAn9+/eD+Yer
62/O1g+LMOcqNbdt4k9Gc0Nn80OdJQzLHKMsq4+DwT0gqcsvNk6f9lAZ+jYSxaMRlm+Jk//qCCyX
wJ8vEQdrkYWyKnABX3y8/cwom4CAeDljmOTKxNm44sSWDF3QrG2VEu1+MthppTA+caYTBWZ01BcS
3Qtvwzsy23765+Pw0ae6HAi0FD67di5YFEgfhl3In7qhKLuceAkORFqS7N2FivyQQe3HCviKsdyb
PeDS8Puy81ACsDHy7ARChN4U9eI6GsK3fqxDHKuztQ+rfP/+VJ7MtqMtxLqT6ad/ftH2h/b7+4tG
FkN3CF8R2M8Pn17EFQADPOVFh6QrJ910UGkwbdUCF2lTD5qW7yYbe2i+oJglXz7iOkwk7gDaF9W2
Fa9kaZd7O1QAfukSedjlY3LgcmlvGRFRmsYbKTKApk36TVWYFHMaxqdeLrsKY/oW6u66cZcDIZLX
0RjVjnqKMjgW94KuDki58BeNjvcT48OJg+Jy6TlQuixl7J8vnTGLYPZkZMKXaiBZLSc/rUmKfTQ8
xsEsrtAybcOSEH6ErCm5SgQkGgbdrnwmvble0LZQCVZtT26D75GfYy6WCW3jqxVk2Y3hQ98Q855K
gO4ZAfw1i0BYa0K1cvkSMjtcuZrgMTezzF3p6pemGudDa9CZrsxy20h/nUQO6n35q+vlw/SBD3qx
gS8uempB/y9etZz88anQdnpU6DqrUA8c8vmmlfk3Q0uii36U8DpKQRr52E3dgk9ut+3W76J5F3ak
4I7eWXVkPxaW6/yikrL/7rXx+ujSYnFgTvxh/0kBC9i69dJjA6KszfzTnFefq4Ditum8h9rw0ZUa
JKVF3PpEb2JXJmOsjDxUwbnu10MPBW25zLX42vnxN2eeSDCMvDtOS3BafRPQNHTTtTW3PzBMBatS
PMzhdHLLM6aL2ybCSQsq2QTVS5Qj++BbbD4ko5LYUVt1cUrS5GviSO9XCom/LmGuSX8R8YjnYVn/
aO3IohQkmFenx9mT6DXy9Nbp5nBtegTa+DMsjwbST6n2g7LPoeTBTHW3spr4Pi2c4lAmhIn983Lw
vn/7w8XhYDgyyZmwTEoZF93Sh8LDSYzB6tkMH2MZcq2a840Zew5BreWxzH3nSN2KjLs3z4LoDMhp
7TWpGAYZudavXslyGX58JSgVOB0CH5vuR/kIsBXPaA0uU5XIteu8djGWviKP9C5JIbQtHMRsYro1
C6YJtbmpqrg+KJDMp2nIiShV/mMe0E+O9eztEPxvKzZ+/3y0/uIkXo6Wi3oj9LjzsZosd+k/tBg0
zMPWq0aWks69DpUFE4SetRNWTwZIwq/EEc+RSeIrVs1DHX/ze9oo7iDMazcprikoX7MUI35Qv2Zu
mH4aLdLQ2oGE8KC4FUZOsG+C/KQKnRI7FAH5qTAeNWiNdTWJ7pKPVHtBm24Mv/7l0f9wW1jOAwsp
ucOdAY+O+fGK7CcrSxpXJUfTgczVkM4YY8s+J0FAkmhHppq9BD7TnV8pq6GsyHW6lUSen9yuguTl
DycmS36WGr+4ZtwP1cbywjCMccAxOlOLf5wk9TRXq1n6NBhoIvkKTUOXgjiejOnBNYmUHtNsAH07
3+OxJmdtERACRxU7B+SW0AVFaMSNzSd2uRulcXTDZFPVtn90xGSxXe52MxG36KryG7Mvmh2jwIUs
GRB7aniHJE/0gz2atEnn1HipCMJ07b4DOKteRxh5W2e29BpzPr5UsC8VWFcNgJIx45L+WpGL27Df
X4fV0F7FgXqVIGnPmdbXpcism7Lnc8QN0Li1egnm9DKKE4caaWqcH0JQtzqMwr2RzSmcEQ+oYAIn
R/JC7v75tH533X249FxOZiz+7JAwJnxYjilX5YAS0jg4lB8HiAvcvRmTzTNvPNeud2sX/Z0Mlym0
7MtdQyT/bi6aeudZS4paJNh8IzcPs9E9YgoBf4zRdArAX/ZVfWyr8g2WAlRFJ3qWedgduJ6DdRS2
7gaToLOCsZ4cA+XQcgemsWvM+qbuW+dLLR8I+OzYOYEly/NdO4ef02ihu7dEn9qllMept6vT3C2p
1ISg5waBcsDlWR/G80CgS62HH0PH2Ngd8HNGlHMbD4PYakCQIriWX+JuuqFnMhERyH7BxvgH6Cc6
KHgDSzubIEfZxge7IRA4YNxee0TywLf+6kaGuKPHcsMrVuibK3jNVXpyoHahPQ3X//wBWR/ul1wE
S0OTZBc2qAGi/w8fkBmWgGZyjpKRKE1MTXeTydI81CNd98ma9sAEttVAXk4TABM1x/LBy5nS4zK6
izENb3NfXDIDipcNuG9VdrTRfvEKP/ZGllfIfXzRtS0DpY+bgsQQnERGl/yshZsB166Mom1lcm+n
ob4Ca8xwAtHdAHB5l7fUP1FTfZ0WRqE/2R0xpNHBmX0yDmc2YL94dWzvP9xbljwc4hkCjDeIEz8c
vykABeogyz0GrXD2SWKSvquHr3lKWK0UdbRGHDChSFA4KwuSet30UMwkaf+86cWkQP/zC2Le8KEW
WD5SRjXYEXFu27y0D1Vp3pJb1jdCHoC4CJK6OyAyCGE3VnAs+9L4zLd2Kk7KqyhJ4n1Rv4W5qLEW
kFONZaCybVTTwVKqxowr5yA+O9Ub5Yw+S0J+Non0cohSNoE3pA4PcRPs3tmwec9V0Vukhvfk5WhJ
BGGstn02Rretn7Cl4qo+8lFe0rF7reoqvWCFqg8dtBMpKq7zqJcnnyO5i6OIsNWwt/deC281jeOr
0UXjkgH5JbSdKhg3xclO/VtNhXGKQ15nD9Ozc4LvJoFigGyctj459hiSGxGddc5TpWHV7RCOQCow
o/vQm4NjFXPzLxBxoEQuEsJb5bC2YTvv4777wcfN6CVl0CCm4NVmHLTN85Y3BQdCBQjhSrgwBwxx
a1EE7rmKoJb4sZM+iOALBzu+2OVwL01H7vwhnjcRREhinTU2cCuwrrxauVsJW/ZJ+vkOf4tzDBfY
396LBFkgdXvmhvrV8If5ziYJ0fFpSbjzlANgit1TvnQuoilN9lYFLdEyxjPATLwDCZhJtk0lrWnn
S1E6LrVesskIeq0zw7vMYzCe8fSA4+Luewg1YaCVJr08jGW8ryC0fp7FHgPdnuHadFSF+EGcibjX
efrizwtV3ieFMegcMHSYgjTdrb03wLL5zCJ4XVgGOeCpe+wGJa/zmRhnVZLKm44Dn2QAjSlMxcGW
Rb1pY9CRtR8O21GBbHBmI76tRQG2xSkPUkCAZXcj9vCAJ26i2jjODrHgtkEodlz5pDGZHtTa8rob
RmLbGQQxXRlJ5XS9L4GayeOMyuo0JaHeeEPwPXbyelf6Q3ZF0c+ss8nbVZGO7QPb5mLn6cznNyem
rgb4ddnjmovLSh29dngdfICNEQjqdeDWEBvKCYZHVd/QvLg4LqToxO8An2S0jafh0ZkbfDjLNe3N
etM3lmKeSjp5L3yXHrp3dsKOttDQeQxl/b1w2ouZ5vEl88JsJVLC0Ekm21iWYmbqAr5y6mKEaefc
CbsntblkBpLpcYmu1owuxoS4NASCjIyb21kvfwLYj89A+Q5q2Dnu2Tbivf5ZdLelRL6o501jkdCP
fA5UNOEGbHHEscoX20drbaHf0nlrXWpEX4Mm8+1x78ss2NFzeZYWGtOuk9mabIHkNs8VuVcdty87
IJehSVBeGXKls9zaAe/qL6E1WU82YOFVLB6FEY1PohO0ArsCyikF08aIY1gBfSR2ldftMxnJK23Q
vK7BHeV2w752/NSXk0e6wVWdFuSaG+68B8l1ExpedDGL7705eKvZke5mzMLo4i8vOunCG8COYDoq
wAudb1GCsUsGv0Z8M4S7hjByIh3rcc+YJroW03evsDZT01iXrJ9Bz6TEnLcOWAYjLRddeUWwqLai
fTL3D05B7HGVplf9aBN1YXArD834oLpgnZd4eXprvIC8VFtRxuadQeaEtbxxksyGvdUH7dZJ9fgU
1CrbynR+zCwMdH5pEPpdtjeB4MVBRpTPsZrJ7DdD4s9D6zIH0ENjUvO1SNw9BDb7qfZTIMhV3J97
m10ud8MkJpiVy2pXd2555dkQzPwkc54RnSNHJqHjPAlUspXRmV8a6RBMn3m3jN8dsimA+nYB/QnL
6Q5YxaEiWgJMyRh8rwa7JzbbWfKvcHbT9LlvIyv85BkOrY4pFWfLTb/WuYr2VGqKUhL8ZLKl0GDr
38yfnZalp9H9BqQorQn5VvR0Ddg1vooKpHvj2vpod0Z/k8wEKecFUx7Uwpx9I+HhwJIZSUYHHY7W
BoApBqPy4PrxQ4ES/MasKkKCExvMi7LrfTZcfHnDR5kfraH95oejS4PSqo+5Zh3qjd6+pk3y2aKQ
KVzVnQaUY5eiJDEfh8PMyNQlx5Wpk21syCAbWes7ZruElp7yAblXovd2O7yUlfOkBvwNWQrmvG/9
hpEaRjN48DWd8ev3Zx07QJEmo5YtaLl2awb2gkL56owtaxWazXWcm3ugeTA1SrO+zB1TG7sA/mGT
zo1W51SLEIYMJ7TZIxgMrKEEpnieU8Z9Dc4LEt/s02why1C6Bxjhpbs8wiBbhC2cMIvE37ny7pne
WDcx7XCfwNc1U4r8NMwY5kiTM49WWJHsTWrDyjAH0vrzRQQaynW+aASTeq1dmq4SFfdal810GaqW
aNiaGtruP+f6RRU0b9ixgLoLsusxJskzbfmAk4Lgt8KFp9jCnGG9QP6SpwlVZXpTte5V6XnpFclw
+BKSQeyk7fA0GfKGgptgU1T2p/gHZaR1NsJpG5pNe0yNivltEVx1mLct2z/gUJHQnckYj8XnmXEi
pjSzWmfxyfQVMTMFJaBNGM26DsnvwQapDmGJ+CF4CCF4EfGoToXRWchCud3i/HSJWiIQly2ov0XH
KNY25Lqz6ZVrL2mNrYwZpYLmtTGiQkoYMt/ahXPwSPDOq6/j8hI6zIELmlw6rYEwk1e95Aaf5wHp
udGnWzOLiTlNXY99jF5XXjTe5E4Z7kNgCUX/o4Mqf5vNBvbpFlJKwQxlyuJmkyMYqP0+O7WdK1bF
OKdrH123k4fV3meGAy9AE7de4FeyzKE+hmlL8uTwdTCex8Ib4YsQtKQRHQTS/ZQtAw/W8SNXQbBK
QipDt5WP9bBurY0BT+7Q2fysiByco8SlBMmnRNNm5JJD1s6SXE1RsYx1YN0N9d7L1IuZVKeRO/E4
wdNbvF3s/Gg7LZ7IHClsALRhtBmQdN5TRIDytunIwrdmeec34SkrMDt6yjDWcoRmMo3RTqv62vYR
fbTUTrvWctap45IyJDYi8YYrXRqrKCHZdupnTRuGBPOtLPW3OiIsdZnCT539JfKZ748yPwRO9oAU
0VyZhv6sBzyLPbeB45AjzO5Vs8BrSuDSk9etschbG5GdW7NONsXs77NkJuZ8hvHSTkj0xkzLLVMB
94DFLEHVuzXHGaem2W/q56Gvyaqmu7HBhU4rOxIPw/xZaLUAbnWyxFP1K9Cx9hqdmNoOzfRaDzZ6
+9x7tZz6KR2AAroj2mRwmzsjoJxAxr2bAAMQ4PgliW3sEd2wzdtunybEldNhrdE+IFcU45UZjmR3
D8ZnB6hq4k0v7O0RM5KLDaD04OTjMSgFmussg1peCuiwdvcYs4GjrIAgTtne9zhGo7j+RijTGStn
h4AGaQNI20tf0rJLvX1qQxzomrjYtiSSlSFUvorB3RxBWRiNm6wEzl77awMSl+8XCUjchsOuM3eN
ju12AF2ikGeuU5VDhp3xa6V0/pGVxzd2tB/9lZwgQ4xsnHTsX+VLMyisxUui60szGXBqs+qqNfLv
opzOYXRFnHHJ1egvJz2RvVRu1ypqFbdrEidJa8yC/N7zi0+11x68vn5U9BtWIJ/TTROySXfK6zar
iSMpzEMYsfARmNzAtORyGZr0e6YAzKPRmGf9GJMBjpmDeH1bMv+PjPDoZZG1+dpVRXlXBOEhZinY
eBkp/OnSDTR70e/bOv5Ut1NMDrXbXhgBckk0I4Hsc/uV4ohbdu/CQIrDRy8BpOdaJbabpjx1y5e+
AxMdlATLJUVJqbI8fP/G+4+8P/z5ZZrLU+LTPF1B3+afA5mNKnBf3n/OKwbuY+8/GDI+/P1n3h9P
jYlhhm3c+6OfP7hY3nYhbuKfD//wp5anHrIgmtGfSXmwkO/rilDIuin4KP78zELVYt7+8WnJdNnQ
iCd/Z3kb76/z/V8/f/PnH/vDs0Sh+FTOiPEr0SczkhmOh+kmJoU8asn//fUPr+8PT/nhZz4cuI+H
5ufzLG8RcvBj2NGMmqILokPmswr4m9t1/Q1T4UOfog4Y/PElzPWBWlXvRyNy1mit5pPR+no/9XT2
Z7OaGJUq6HadgxvC6odb8kv2Ii2Gz0Wsd3GWvPRZeclb2qBd7ZrrQu1aJ7M3qAWeSJyCcZPpYGsq
UNRJE6mtNfbPUVyGF78gkdQc5BGuc8mtzfFwjzckJmd1h060vzXnrKW0wsLayvjUBXV5VTF79/z6
yguK4tYOsQMF2ba02YKxAYm3QSytFUbrH10cRvep+a0dCOkRGRiZsgWbAfl4BHwyA0EnrW9+Ifvp
LiMFLUKwZ5n1SCwBLmq6fRs7YDVN8/GSu+lwzC1yEtsBfkFr37XTMoeQwOqCkbAyEn6S3DxUPVlc
DWTSDWZivUdis48d7wGspX0xwU37blptO6eP8VjdaqFhZcQlGNUet0XtMyC3Id0Yxn20bdmxAeJw
5LoxfJ9pFwetkwbTTT1Rqea3ufkpodW9aWf/e9BrsVZ2uLY7lLjecPQ4dVa+eM2p2QSaM0/Fw85y
62ab+nnEyE1dEE7Ya18YyX4sdQs3K6Hu6SU6P+O6GJvwxgiOTTFc6Gu8mFa/r0y9ibIAhmPHPige
3Al34mNqy+AKWRGMYI4esbJfaiu8JROVaOEUWJcqjF0/IP+mVGy3UqcJPdrsrrYlKZtR6B9GOd06
OQuqk0fnGDp47xGrD3H8WMqBOZb9LLClI/mhEGn8rOLV0k630+6qZUd9E1TDLmqufVMmV85kuyuL
s55AmIAswcIZT1GXbcZ5Svnd8ChYQHfQ1Yl1mczHTGBeCmZS1OaiQlDcMMnxHH3KoIVY9B6kNQR7
dLK4Lab2GGhaHjGTzIkQUL9MvVWhuQdOhu5XgQnz8b1e9Ax4CwZxVZtcVHLjzlFyqK3kNRvLcleY
9quc0ng/ToN1sJQXXMd2Bi2aV4zOZN4IHyfmpOtb3lp3KZgmlMyVoSfDbE38ty5H4GLIgXM50dBk
XFcfdJxuc6C5dSg20iDuAJnX0UrGcxlyYgVNlH7yx1fH7Mwjv0RCAFk3IF+rLTamr30P06L1v6Xz
p3ae8wNRUTTw7e4ywZvoAULPkeJ2KuYX16GSLJPhJi/lAwiAV6ZITuvP69ifjhlJ/zIG79MUuTz0
PvjU2Emg9kUBA13p2utyXmALWfWZXFxOfTsBflh6kq5Rc2OnQi+dI/wmWUZydrWNWyYC6EG5Ebch
K1fTkr2G+yidvwUmrbMSDmKBiKEVWbkzc/9ZdCCSxpxGEmO6h67L7pbxwKQH8s59L9nZOBOzLoJd
8s20Y0nX1LhtZ3QtcRHBPCIThlz20iHogGTLJOpv2ryb1rlADB6QK3VoGvdrqX0WDQcoiuVGmDcT
NCNiKGD21uqzlcVn5VvjXtuwIsj7pGT+JOphn/zQEr/OOHqnHtvU1vOtH5yAwxqqLjVE6jxZ/rCT
1Pl7qZxiqw0fc7UtyGOYJ7AJghMQKUqc5+vSpsHPNpk4iMmiPSdIrM2/UWOMKkrOVe6cZg8jWqJC
dOfsXyLR3odlWsEpmZ5y1y52WfIUmiimRVnj2ZLpPkmtS+WP+34WJ+GEdFGd/uhOCWESRrtmpggb
rJFQaAyn2LevbjJsvSqgCHVptJSpAMZS2P5WF/0DCQI3dpP+KIzgLlAERijpwFWdnW1y3xVNA0KV
oJtqyu+KrACbI8wtwwLbt14Vmt9tp9RVETXP4VRUqzRCDYBc8KGeTblPizTYGAM98FAqbzvO9W7w
MfP61Uw9Q9pm69BMsNQWcnWD5KurblGsRQBurxMzfSJ6iemEPbxIZBOYki3IGXpidD1HT2nmvIkG
ly5sipq6yDulJSVFB7b43lbxzifvGOvb1m18+6rjCohb41uXsj4M/mejLdmwtKK69EqBE3aJi9An
s/lKkkSztoXsWfymY9QZt2aTYKq10P1mktbcDChc+szOYtnqvVEGT3E0JufGLL54FHqNMhcElU8J
L2mXDaP3MM9APaXtrTqu0GxuUL0AsK+SivzBcGA/WzAnrdLxYKb9xssVgnot8dzGJr4E1R90Xl0S
7X7VNHB3ocoYffhYbOXn3lLJOSPv3Rv5WW3H67lik5gAxOrqtKH+pi8cJJyZMcFboDbgEyHIqw+F
2JHFHxFwN5m7QXflrvdPSjYlmbtxtaHMb4Kadh7K8KtBzgMg2yraykbdC4+eRuPkD53eGR6UM5vV
k61qgqGub485muZzGy9bvK4TJ1UpAl7Y1wc6G9e6hgpoe725Txwqfm5VJ7NDXJ8m6JwNWO9IifyN
Yfb5wVXRD3AmR4Qq/p5ShGV5YLI9dy2bCAjea5NuIlAuwfwRJX9YceM04+k8psWhivpjXfZQv4sV
CyfaVW+D1bbbuFnyKGlkkgM0BmuRjLfCmR7KsqcpbCfDrjLp5rF8D0i7jabP1n5kn4wuBsOLRb31
QjTYGN1XGejkfrlIzVDmW/7iJOEfMm9N6LeBngFYkaVxwYHF+qUtg5pmEsnWtGDgFS4dEJoVLWMY
pLR6uGqitzLJoZrBVNmmok629ITuU8Tte23V08YfP82VXb7SF88bHJ7ILOrTzID2OcqiZ+1AdkjT
juLIas7GyBi9rI9yXhDXbb53gWHd5IpVxzNwhBvi1a2igLlIZp+mEkJEYwtM9kUMma1haejF58hK
dsEpmgvnwG6HRh0J/kU3jgRs19dJ6KbXje8d2xTHKdU8kEbfBO/d2LsgPai6T08bNm5Ehhemfw5F
epkIRD5MJohEuUc9Z2wRhO+9tO3ZzsTcJL4K9ggrknrqicNjIeevDEZCKuw3ra3rdV47T0043E9V
99TEjLOb2HvWUEt2xnyjHQkIjQR1M6YkcQikR8J3NiP71uhajsDgE0wV33hc/pBCvGtiCTD5ueCM
g6Xf2XXPZH4CLZ78jTM61pqVxNw07Mc4R6xxrcZ563aI1nyLPEQruqpG9cCcgDhJIyw29P3vZ+tW
tcUi2UTx1ChMtc4kN33Ky9G1T44jacOGdrb9SNqBH85LKd5cS7OOL24xELbX0/us6EcyebeMmxEW
ZNF56lQmqT7RuqUpXSYehLSabsrP/9Q94/UWcZDwKwZLOVaIwjBqbrG1/RgJZlQ6AgpALJlgIjNM
3I2qcqOdCr55yGb+4MVgtOfQPL1/8SNjRH5H6ZSq4ecXT854E31ohe4S3OUvX8gZOPmzaR86HIyr
SmPPr2yiJ0pfnIYcqppStQV8tUvOg/eoEuL+1kY+f0Gdu81s7R+sLBxP9diiQLOrK7hK7en9i4El
7+e/uF2BkqMhBBma/wOP6o4NREaRticV+7Qyl39hDWGIag2R2leWe3S6qTlFtKVOw/s7/N/Hti78
zRQRwRUBzdBnV6dy1dcENGOnqE7ezBSwTNg/rOxBgcBTQfQsslxuaQlNaS2P73+ztOOO7/3Pn0/o
vnWFDImd9oYTLeu0WIXl3O70bHxy9Dicui8MmttTvHz//YfGEcXbSCIhuG7JAq06A6ZvNuCtAEjq
1ew/It+sCS5sGaOX8FhbckCR3k3g+WKXtOekXJcNiOQy4WQszV7B3KSs4Azoa3qLfMm6Ij/N18Hy
pgpH8nbmkM5LDb8olP60px10+PnNZf/OB8mgcPw2B3bNDMzNqlOjbIioquCdMOy+G5f95/uXlFvF
ZqRttcIm3zC40s2pSNMNat/r1CvQoNbQEqnisO1EVYshhC8Z2RHwRs0AmGo640OfxCmZqLYHIxBf
MndWR9JVIVQF7glzzUvjNTC0S85fpXBmTZk6vX+hn72xtE+pPDTgPHIZ0NFQv3/z/V/58rANaiYp
i9mu1Aw9Y2PiJr701vx+fOrymlFOs4qspYMjYpjr+rHyyPswZ/WFe9wXVsDvJXklXoCIpgfazLQf
uUDmr4ze/BFV/PfcD3d5cM6k+eTk5HbS16DLaz7N7GtXSFZvxWg/W8J6cnvIywoOY1h49/K/uTuP
LbeVbct+EW4h4NElQE+m9x0MpZSCN4GA//qa4LnP1KtWdatxOKTMFA+TDLP32sukw25epgTovD9S
E//UMXXzV2z3H7JkHGoWPDVOwPeuNj7CwHxT2KZA13mdHCoQd/ilD6TT4pXWhZr8xl/6F+RLkgUc
ms1GnwI4S8fSq84aIH/gjUDmGCyXZ7NbE6ZN9q+lGPWVlIycSvWpdudLniw0deuX/utBgUcxdOiT
Y0U8/e3rhSvlXsvo2dfv/Y8fTYt18d2e8vZtve/cbTtZ7//j5wZ/gF9/++Lt5xZle8TuWVeMApkK
VSUWEbNZBIwa/kp7vBItBtTup8RYQldaYwzKZtZeXSoAFNl+dxpaPfS0c5nhVNL2GrTTQr9OWPkH
zAXxK/Huo9bZQLIwMIU0ycGO+UDKEYsRQtIsc52E2ST/5j49rM7pZvIt5THaGFLJ2Lhr3Ge2nND/
9gOx1c0UpNU0ohpvr/j6RRfHPeHoT3Y61v+zP2RPZlmTPz5T3FR1np2cKTtPirRBGxP0oF2xO/wp
mGM03beE5rmvoXxKozwAJBgHDZ0xbb9LTSf3tm1x3HW46cNRDpGMLFunF88ik9PB6mOK7oi72KPG
mLmu96ZzZ7b+YUqkwkW92Euld6ckMo6tnbgh4Qp4y3jTIaFloVSEcZ1AMt+DRNLrd+Kv607sUWsO
Vc4kKTOzj2bCVDuylq3LnT+P77rwhpNb5wRDFd3OcJzfqvCurqMeO1k8OF38x7Ir4gsSLYzjS8NV
/jrmxl7PlX3MPDMYdYrfWe072xuOtLOvZesZzIYZ1GFQ9qdW3ps0zHgn10GAqt07dsdr6ifwDURM
3prp7bwu+c7U+MFpz69YHzFBpZdIkhdiFB4IYG965v0L1j5kHbLPurHZDbUcmbks/R7K14/2hz5r
vGSe8yKceNxCQnVDtBMvKE66k20Rd6J12Ag4sfu3qcdor5ZrVCloa615Yo5ZopJzVUtqZL48o0xi
OGeIvSjfTcf67VaIP21wQdKE0nm7cqE7prGTy+sxo3TlUjVYjDBE6oeo2adt+QDUS5VLc24m21Ez
Dr3qLxUiwp2tVRwRBKZbevqgmeLLNZOHMR4eMsgAdkFDOVqJH0ZR3EIak0DXOa5nOuG+a6e5lblz
nhvnfjEZXuUwSQy7p082ppdYMASu2uSPtpoPmVI74ywAMam/TuX0aeWUq4k5PiC1fmwdsIrOftLH
4T0pho8qSa6uPR0yMHs7a3xyj8svz4V/tgwkqmhsC2usL9j4/+LTR95oxY9Okfym1iLruEqOxpxf
OOix3Hb+OKq+9M74Mwnrp2ckzwH9ayogtCl7ZHbSPyxV2Qaiw/UAecDFLefvUnl/G4jmDUQCv21J
du3Eg6n+wIH5HgT6w5euVxnwDgflIuvfs45SfEp+Ji8HPCNFKYin7C4pzc98WaEAg5mFGt5m35jo
iTLIAl7MFkX6LrFghuD+ybpMt5nuArLX5t0c62+d5yRhBk8YHJ6k2/V54IusYVeEN88TScxe+yw8
VA+KaSLQSRnYOEJu4OqsNEBy2Rzk7HplMLtFL1AYGJ+7JkN6XjgWfU2oW+NLJrtmXy0Vo36J12X3
2RU6tgvze+rl+bbnWi1FCdg3RP65nQwMIUnJ1mzEsqbcCzxNN+iOpwkOuahGPxzFdGcOaGUhGGQz
+ZNDKy/OxGCD5vo+iQ1u9ftmlQ1Z8rUF5HVi+9LNYFfuemYZiE/jKDnqCVFtzKSA1qzfow4Nx8hk
OHsiCY24p/bV+xdPZU8jlhUS5HUiCTcjTw47daBflDycVizATFDA8osdtNY7sEtXnvAxG9Vjb2q/
It974h0mqniN6hoe5pijB6MibXbCPiEJte/u+zw6Ibg/1FgAlTh41OX4BsBEoMFfyM9V7zMhcPOn
up6fh255bwhZ2PiiOA1pecF/A2MvPp7Bhv8oALAEGjwauMJ8NHMkKm7nf6MmUEE69EmQYMOlUh1G
jT0ETZWqPZEMsFwVVJJfMVw6Miyjr2XUh63gdRTsykR7IIVwk+sLhBrmlb35DTSBxyQ6JStqfncd
1gHgOlmjHLqMH8y99KB1ImZXrr3XOvWWpM4rUwtAtB4EOS3Gn66W3JnCe9TTeN/LT3zap4Au6440
hGsmlt9e6r9NMaNQJoUQ4rZRZy8UDdWbRigQASzN7zjJgAKbiIunlbvBi8ROAewHs097aqkPhklW
MGZec0CqgMxrGOC1GTrVw7TGvg9/CDnFKKVfHlpH7zZRUiL/RTjmTdVfHVh0dVzGISxiU8ImmDO5
o01+WdRvLUV21OeYeRtddxZDxCKC0L8ryueyFQjHJKS2Oil6pAyUwOVA+LObXlO/fY8robCU1P37
GDR1wyz5WzAUOKB+SrdpWZdH/B0DC4+ALcSEMtRQuoWLxvuZRWKBDQoEuhjmpV7AWXV3liGBuHf+
SqPXm+gUe/adNznWs5yfzSGHqVdDrxCw8eyoy5hTOFt+y9WDAHipd53fEUXNWS5kZdcjWpE+GvdL
H8uDSSOG+wNRwIWJIUDUQF+vMXkMyKkRjJ/V31yMh8KH9pTmJeerYTS4q/HzC14X2JmVRMx2a3ya
h/7aFgSxe2S/EqQGhGKpYU+5mW79vgeA7vL0XNnzo2Sed/Gtzr04qTR2aEuwgZJ2fRGl3xCcalx9
o/iOB3chwLDqjhMzsdEn+L5fH7w67baT4ONFu+ecjFV3Mk/FGRm+t9ebpTqnJg1inq/IEmzJU1v0
/m6VYc5FKQ7gZ/f4/PgwInnw8KHVjDIspe3vc9udT6ky4QQB68cOjjhzzyUqrL6EjqDAx7hK7m4P
Yoa5p/kwzQmA8RjcEwk7rqpESJ8b0fmXiPzKXeFMKAszUmcHWL8GuSmXicswaJB7b6x6moOpV/oz
terw7B4Jl1yePTuvEHDYxtnpa7zGOqZfQzm2L52Yyh2qCKrELDP2XsaSiztbezTr17iv3YfbX5xY
zDuxzvBrDZ28ZY+rJSGUAsuA0Z0rtdwlS8K96lDNNLrJTdfx9jhGRVDPUP0oq0v3ptE6l2JBWSXa
9ICAnzhhqZZATyD/uBFKdneCNtdHGiHdyCIKkODAckdru4xGtzcM2r0uW5zNOLQWpaXGcL3seLaB
wfBSM+WfdTAXAoUmbz/iTfjMs+AJ1mG2KJl0Z1KE1iDwPa2GKXBGh+fcR2kqLpgRwvMzcsiM2Kby
IU/I9TGPPGvJclzmXj9Eg3nUfCRGCeVEkeFQ1k+Yl7QOMZTyqVvIc8pTsUtWnSUiOoYYi3adWrsP
vYTa3elh3kGP6UK2mcWRGh20CbdEQqJmCKPbTnIzpYp/bOrxzuEt2zcOQDxxpyMYBZ744wD7AvIA
IkrrFKUQKpWpqBXdU1xYD/WQHQXAHxWUplAvvXk6vcdN0NuvNv56rIJxofMbzR59Hhfo1vJwHbZi
3AXH9hpP0r0m2EXtl669bxbrsqiy2k1u+5kP2h/fGi24pOWmj1d6S13QEJS8EfB1aF2j/FxUiI8p
AgkHnzhhlv7bmue7Zaie62rA2sGfok2tYi9MqOHMmmuzQtSSuiRntXG69co53hSD9TePCBTsQPOg
OE13bhad1/8Wm9s3c8cgkr58TyCJMdZM2rE4e5Hx0szpfO+N2mo7p9+ZjbeZ5uRTK+qnWmkbwkIj
iCzEdedzwWdEmWIxOwvTlKPaqi0jhAAVaHO1MDfurXDw4u8iUxBqTbLD07lerln6u6hs/0izD4Dq
KMUhNRPzR7Ik4kdEaJpjX/NK0hG3SLJxryWRKj8BvCq4Wlm3Ys2CE1RnRua8o5LJHrp4/JAR5UfS
94eKtM2QMMuLn6lyO5TWeZ76VTKNzaZPyeQITJvj3CTmYeqSgznRWWeljhyyjHeGHKOT6RTsSr3o
nkxhHDLrT5T7CTU4jGtMJMA0s+ShtwftGDGT7mIhA2b66JQScVbZ5IX4HULAKoZyW4IRrmtc3/Ym
0PDi5/I8d2InKy6MefKOSd+0Rx3xVWZbDHuG5bEQxUMiSwenVRVTc4j0QiCstskn95778FWfmk+2
kH5MNLie3tL6R1cQBFGD5BlG/WYwhdo7ffdN8sZ46u30CVbxqjaZLnNmXZ0+9eiCqS9UNb61OfZl
zgjrhJnH5ADOOnHDc3VD4GRMSJblSw5tD6xoX5SOfMBq6KgMPAo2TJEjpJTZifWVguU1D3a7BJPs
Ef+4DWaflXXsF6g08WPVDBb6cfvsNVpgQ1pmKmG/FzAiTHvwUJgMCLor61ssQttVOT6yionENp2a
MPK775s0/vaOlVU3bPP0PkGYFClkoctrYx9wGh43jeeeFW9tWLXYj9QWJWIhsHvJqaxgmKP+hCEC
DgxI4VnZRfn249DPVEyrnPgm9tPHzj47LHACLKZ+49r2crBh9N811tPtp9quhaHpo2nFpgCyd0UN
MiQKBlSyuqx4UUozDRHB8PYuZsh7ZBhUBZl3J0xVh74k+Nyqsiv2SpteOhBHck8EPuS4a+0rk3+L
vUAndzdpph5r3/FcvtDrMzNbMNtIonMucopN1DR1/p2Qj3oQDmCwWsQWC/rvyoLECqUl+UdrLwZ8
YEcGuNVqwxOxA5oUdpWzdNU+we3IItF5tRJAAI5IE5qeZtlokb7MZkTmDW10W8/5hjqw47NBPBe7
nwVgXECH+YL/EL64ZjMEsYyOBea+IbyoE5aZYqNQwPYOnNm0eLEkCSZkODBqg+pgNcMDLliK2GP+
+S1jJWqbrfKjnsxAftLNaWhvR2puyxIXlugzG6KXuCPZMGGGBH2NbrefixAvmb/mMPhBSVZ2MCxM
aHIE1C3SEHhWwQLFSJPGH87TVcKWP4gGLM4YySXEKBVSliQhM4EKMRp1mGbDJbXNX67gPMJ/765O
qKh1HENjg3M+YX4MnZG9YN9ro8WHZNhPkkVCNmXoKe1lKtCUN9n82fX0Yk7D1EdL+bCtRt8mc0Zh
pMEyUypc3xmGkdmGz52RxKRhngzDA4Bz70IuNMuCyEaRfN/uk0W6R7yejnP2MBj274Tcy03j809u
8B2eNzSEyfdELTlVw0ey8NmJWtNQalbIoSGhpHx8d0Z2bwmT6MdmKs+ZnwlyO+ad6rtpVyY0uUR9
0qYWo/bqJN10GoV1kLp+tyhHXVvZd9eamXvJzPTo5tV0XGtgpxjlQ2FyaKaz9dnHo/UwUEbqk9Ei
+Cu2mmkMD3m3TniWkFlbFY7jlB2q3vlUcVucbw/a0H8liRafCAmwt0WdXrSYeLcAZG4IBU3IuVrc
92TUoM/as3GdJz09RAtKcM7RJ4btw34x9KfG7pwdZ4l9NvvoDBmFemhSYUOLf5Ce/PKJ5QmkEgSz
sES7WduODpfkuqj01dYh6a0PzWWYmHXr+we8drJnlGl4ki8WICi/5WXyjwx7fNzc6Ganzt1AcNKP
nXdwZeHvAfnxS4LfF8DzC1c7yOOco3i60W5FP5iBMHBH6Pn0KAyGjU+ZMK6dmtEa8RZzY5SLjP7Y
iDFpgOlHNsAEzV3UDNSPj3be3LlTjKRsCVvUPbiywjZtU9bSqN3VVDJQHCiaCid/tjq7gobzc3Ml
ckwI2IJufePCHeK1NTPO1HIrR+eta7ALYka+7GLYPZWSby2VcSAnzqDbQQS8UmOuYPqbRnEdR4Vm
s9m/l2rtRnuX3j8lYkay+13mEszuKW4JGMR6bQMz4li6TP1B1oatW96XOpYlROzJg45LBJUifBHD
gtGRztR7Pqdxr4Z3oSG4jijLLHxhKPUZGZOD3hXtCdULbNuBS/X2PjnOhzbCTbMEmnkDxdDtBWM7
uGxiqi19jF8XCsGQ0pW7vsfIpCyIEsmjXcISgJgifrCsnUL2ZKjVFmqsHrIEGYAUrRNAJqo6EAX2
aqrbyBPJxrwdWIbgqMmh+3Td0FP1MHRIGmam7rHOGeOlTXJq3eR7Ff93pPCUFasJIi1kb6H9k/6k
e8NzLLq3mWWFRgknlX8vQb1l6J2h+Y6t/kWEQ86Jlc+cj9WureRd7s/cj94xFckHKnoVViNCNFwh
KEv4obpz93Np0/pGrR+Arf3oCNhBy7xQbznyo7tymTmTnfEKdD0HLnYwQQrz044hmcAPUJsV9g48
pC6ifKKPv9NiBIKugDC3nleD2g2QIuDscz4rDMTAsQmbain5EIgAVRrZt6/m6w1SR0ZiYocOHyO3
aiC4bA41y7m4K07J0U7Y4eo1JvPyoXH7a8ohQzTpdyd6iYyY36bRy+1SWcz6l0MZqSS0gc832vo5
/nMm9uNJE/m488fsu2BoFUgTsUwhwtQYTHzZIFDYI3YYq0W6N9/TkyR3kinUpgS3fR+GRKIWqeMd
KZPze4nmUB+JFq7N/icF0Dngdq4/eLX+M03PsV8bXwAVMJ7xZb6klpMdbHNpgxixekh6we9a14tT
LetjSuDD1ZyGYznQ/PnCMq4DNU5ZLPCs6zna+47PPlnTRm/BkqXLcm6wPNhITJDxJSnCtFX4+GnV
t10JDDwK9uO6QlrR/ybF7NUwqiueAndjjR1I1A5YbnHv6q11BPumyekFYz1w5nFdPbYuOaSoEvXV
n2zyc3MTcaiYhYYnfMGOs2Lva+nnk1ugc3as/H09D9knsA7cbZOk34kbvdS5fCRC4aObkz9F4RyS
seJUy+x+A6oRQJrBqtBxnyXltTmCEJrpiuwXlLvWuonkxP9I1QB7i418rCibewJ9A6S+LO+GsgPd
bbdZZsA3nRPZx5s0LNzD7cLGZ5qguzOiuWwTx3YRZgw8+uw8nI3W+25075hbPupA45iIFHlW1/yO
lMeaZXHpvf0yeczJrTJAz1z55bxZk4gcPOcJGOTy9QaWtsUghcuPcBzE1Pjd+od17xqEU+xKXs6k
eS9Tx3HX6hnxuVp3h0c3R9VaTuA7v7MkamWvvo9IEgr0CrW0Auq2Y+uuhoe3ub3yW2Bb5sz30tOe
e7zaGMcjf6OKaBb/zli1wfPCRWC6yDc7n0MOe2ZrIuckZ/nfjKhu2yXO/A0CiasGdxpskc83RoTQ
91kW2A3HUgQ5HsHGm7N+mf0wbYbWDBGWcDqgrw1LjD9q4QfzbN1psuBdsNyWA0yP/qarjeT6dX2G
akXpSrjcAFUIylCLvT+wHRPT+WqNUR/e/l/rzyoOOOyRNnXc4JmztjuNqxuBYbKT+vSKImpF6bl0
kopwds/Ea98ADqk0piUOh23Tsyg8NE2F0/LhldxhhE9+G6V5anMP+djqk5Vh/Fa4IIrRGh2NZ2tG
75TN27lcwwKoBtfevtSWa17bv+2GTiUquZ8TIGg3afx9oenOlsrnbfCjrdbS3LH6N0WBZOAmzfW6
iAG6sSKFU7WNCEuWila8LCgRyHMMXcyPGO4gyMAxHRNZGytnliy3eLvCFQkEN1qB9dpkcdRo0pc9
Eg1tu0jUZzmqjUp+1Xxy2yz3X7FODUWqPaYKAyXiE5iaWj0tI85bUWvpeyFTflGlnq2xf+vWLqto
3XM3mDMKCq5pT2dcnowPGdrusFjS79Fg07eWs+/9hY4tp6yVqDgQILWHGIo/HMsFSsniAxmv63G8
+SPVg8Wr/Xs7u9HSATQIGOxTfRi6aqZu5CObTPPZk012587WT1F+Y2M2fTAG1Wf3gooOIn4Bpxcl
89HM0/kkRZujfrb80HazJoDWkN9nYA9BkTWAMI6LdRFpEbGovWfGOUE1JkbIU+wQCkMPQn0n2EFH
KyOhzJ9e834mkbzNIeHMihE/WRIB4OEYQunZ6qOIrtrCiWW484tnwoli86PWGBitSH85DEo9CF7j
OXMhss12e7RSTOjb+V6BeC3wlrwswmVatMcGWQ48HGc/xKgGlwY/DTwjRJrmSE39dteZPXdsTAGE
uKHGo7RadpPsHrA9QtQy58WTMGHe1BzfCGkImrCMPrsqOvjABMSrNJ2YabrFpwUCZw+f5B9Ln/9f
TQWR3htYoPyv/zDt+79MBV9+KjBL9fPz300F//2v/sNUUPzLsV1Xdw1hmcylHaxL/sNUUP+XSUyT
i/O0cE2Px/8yFXT+5cCSxH/L0K2b4+B/mgqa1r+wYHFWGw58kfCdsv5fTAUNLCn/h+0Bnoa+I8hH
ESa2FhgX/592NS7keA2OOya3wkWGhJH4SawPo2V2x05/66XdnmrTaHTUEd4I2w+LCLV+8fad24NW
zvD6O/Sa/3xx0hL13759+8bta1UPVXDqCwZoTNXstKlPCiLMSY9jqIO3v//zR89sj0YBtx7yNH2C
hbH8KEo8p8vqdPvT7aFPdSRE3CnzTpPmPbP06iQU/uxY7PFHbCT8hUuGP+K8WTPEz8oloCFnxmhr
7c6RaX+iWTtKy4kDgOwcODR/s8kAhOGNPMKGO9It59FEjFC2/UnoBP6iQ8INfDIgZ9NHnFMYJ5tS
MWBJfSwJiFnc5Un8S0wQyqlmXlthwvfK3d/avWnpn+VMbTcb2clOULxzZUYHcLYmKHtL7RoiIzt9
eGCCnW+LeUR3JwAZZg1DATD9oufoSbgCt/Rle92Aco+885TGcGq7Dm7EyCBEr5KPpjUBD+NsZ5HD
xShgubpxkZ41s3+cCgWllIgRa4+ud9kZ42ueDMmuRKMLjRxqONQAo7TedQfi6thBrUD7RfQG/LiK
0aMoy8dZpTlTNgdYnjZ45/nPXiyGXbbAb1+E91FRVDRNO23tKDPDWfcv8wB4JBBFHvS5zpB2K+J+
e1/sxpZcHE3i/9zts1pfXrXkifrps+B6g8AFKaegKIt0EaJYXRWb/Ri6uPlmySLxj9Uw3XHHixHb
z6ULCKCnLTBWivNJb+1cUaxiwy4EmiTM1vOZSCfe1VINNBFL/NUwa4UlhkZXAqgz5JSPBiZsiIG3
c6FBG3NwTNRda+cxIcGlwYBTBnMxaLQFbFK1u0RVzF89bU/KyTnu3AhzbGwJaPU/jRQFUg53YjcJ
T4ZV5HyP67M4M4rj6aOCH3xo0mHYmN7ylUZGuhPeEtw2yvKsiroMZ2N60DGQ3aTUZ2GSjiaYn/U7
7qgVBtMlBsZl2URZc6xSEu/mklTVPkJpZzgY1OW4cxU+3MDxydcZMU4yUrsRpjIOafO2VOZuSuDP
O/nNucvcep3TnnRGm3Y74jw2Bk3rTJdU8/ATePSN/Ag1JcRvmAK4tZ+NdPguevCHeakfu06vUIRO
oAUG+wcLu6Y15mNiLqHI9S1XJfwyKOnI2NVThYcpADLmUBMQrmbbYUZF4vBuVA7kn6wvxHaqKdQb
jA+0GPmnblbbVBNnfTlIy/qTIiWCw1LaB6fWL6KLq42yYOFP6TBTtdXfrI5qA2MYEjF+EqjBMBtE
+gyY4W8MTHXxMqXzTduPwe7js1XstQbTTwEtNcor64wId9N3OGSIrhck9E4bz155hDT/rKx8i3gY
AwH/UJj4CtSMWhy9wI6oIH6hnTfNPH+okclxCwFnO68vTCI1D3oz7sIlidWxtF5KGBkMupqd2KV4
RY+y/HIUMVuVSEZIp4O3MXfj1TTdn952uwMa/IWPI6rWKVsdtrl6p+soD66JyRSaXE4o+M4aBKPI
T8atInmswb7D0vl4mO8PTBt9u9oT6NnsE98H5TMmYqeYm2zcUfyRMPfL9gOdK5OlxswOHCD7wmJr
JAmZAkl1Dx1ooWiAtj2M2j5xnS6M9KsO+BGYzLYeet36U9icqcyPe5ji05B2d3NhzcHQtvFR+c/R
5MdvyrWhwM7pdFhEdWxZY3o/O7ulmEHuDU2iWY3n/ZC5zFWYNPs5/IxB/23k/K3U41+xFrQp/k8T
Mt2opTEtiyGMkqeZuOa9kXByDroTNLabhoDwsWpYjQm1qKSPQ2z3hkUX+yCFkDvFcRFMiGpDgL2N
B0UjQDwdMxB0a4aM8uh0hhfMEfOtlLkKYi0E/tCj7ZHAq2H0fqyJ4wXeCFnS/moMdASRz78Kpzo2
ETeV15YftvVXK2UXiJUg0RXpMapTbNuav15dGac8GmB5iP5AE/2CwJb2TIPqTcoPXWOROA+4YwUZ
MLzKtejIeOGg938aGS+AieYbgRu4Ref4aiEqrsK68o0tqxpfFo6pxgITKeaj6z5lXgJKG2EaIEgf
GNfZr+Fp40pcrFeizHBZsu+lMXkekxlClAWlY6xaqS+zzWg2BRngsl+5nzk9np9V35M//prmXVOm
JdrO6b4cmj40df+UQa47m/697gISzVUO8GpEn22tj0cP2aQxEm0XwcWzV6Tb6ioXZA4SglYAM7RF
chhtC/YPTPoHrdE8NFEW7vEY9ZVurY7JTPhF0rUnfzoTazERXA28S2bG4zxltOtvbTnEO40aJGwW
MpFGc94TTjedIpuxhrL9g5mhtqllkC9me19hpL7BreCFSWy2XQzIbIVeqiCv1sSs/K8dD9W2HJnX
zmp2gwyvn6N6H6zm4A/zFdtODpqZee1SvON3BbdO9qSgU1PbafUXZbUGfR4JYIWhElMd+RjjHzbn
y0vrqG6Xgy5dVpiFskEGqTCtp1hApdIWQnSS5cw5fZc6TbyzTQBOv3HIHFmFcbtBFdMe04/7NGMc
0g1y2Zo1e0JVCrMhy3nSNJvM+DWyqTaYiON5CIYDYwkAXeh3mNs9s3M+dK+gAWpwTWmxWvCpZ/55
yCkkcpV5IGPA03AHrVzi0TZSPgzgdBIeVpgxSCzlWB/L/yTEm4nxVXKlh7rnXdG8uVs751Bf8uIx
afBR8BL/ayBfadvk9WGKbXMfxfrEWWdJDAxK+0UfqgoUbf4EaQRipifTvAQRK5iasY09CHMrub+3
qL6GXINXyPz5Sc8zuMIQw+LMiY8pszQ8zRiC1xKFGcpDhZJJRIxdfcGsYvQIbJnIeNO0b858tfM1
eR93AyEvkqMfCxQTGgBT8dyxuLN8VE+t9GoIwxnLdA5wa1nd09RjRaMVlVpxZIqo2xgi6ev5nY01
gcHGVJ8MIgV3UrVPpp9SQMPFhwY5QEuIUrC30aSqzs0nJ7PjUHOwL22tRp6YtMbYaM7obyr9RMIS
VHeSsdXescd7sr9C1yzEIV+LWEKrXsyMmRbn/3X00+mEGfIAoS47xQ6ZgeOU3GPWMJ6gj8AQnDuM
VrLCONQSUHol5Vs9ng7wyJ8qzLqOZvo8J29xiyGyDoeXzpyXg3JnPWGTo+uX6a7Akxf2zBQm+Duc
sNQjccEwTtWcpMAYDClKyDQ7rWtIas75bWcq6V0/aVcmxvaxJKeGcw/jvbV2B0fDGHcu863IxI+0
tW5L3FtylIDx0mWy5cjVUTfymXumgwz1VLlhEiFymVcafWIacOmjL0tFr9lCsazWlHA2iW56SGBM
PAkT/c00HLXrcIdAYHsaVRGF/Qy/Jnet7pCJfrsMqN261vnwYqWfFMYmYeJbA+4m8XICGXWAUcqv
ElwTtizuW1qvTi51VFeypOLqSw7PqPR+8OdiwqbXd1UmtH1tFCdfmq8TM+hc5i+p1IxgAC089QoO
jJk5v/xUW8DQIAwRs4QMZ45kmI5IYWq2k4iLt8XvBS/cCuLS/6AOTHagBzBGEXXmtb4D//wZcigx
KA2iGDdLkoj+dhCTRF+bp0Z/Yb5tHuPOnE/W2kRYtbZLHMUAxGvgYNaggDwNpDKfkQfLyIYnDTeM
GkxvGjespvxRkzbU6nLY4uIHB/GmNCESI6Dow2WpUvOx9J/aGV53sz6M8W/MmeYjrgwl9IPqjeQ6
s9zoi/D3SR4fUg3bEC1O2sCTttqbNG7WiBGGWzSfVBT+xi45bDBb7Dqr3cgGinlbguDFU/UqOWx3
jhkmzTwQEyafhzEp9nXvDmfNm4J58cRx7g/uUmgn8KhfVA9vhaxTtpU62/4U+H1m7cp8p4/JfDIc
3Bxz8DmIkraFVsLep7KYDsrup23lgtE1ZWGcNJi9R7d+TzUH1yDO8n82tTWWj4Y0qsCffFii6yo0
GH2eHKvO91OBGWEU12LnDl9uJlnuDfzTUkdVGvfFpZg6jg5H8zlWDAYz5cTu9nABpyOMD5h6UfDN
qPVbP0arXOLqkObXlOTG0/xQ2iv1r1vprGb8gnMLyF7WJee+XJwj3miUfJl+ipwM7D5x32IXh3UA
tHU4yyKx5dmBcH0CXqtwRloVVhCge+a6cUTPXCv/TZIlAMhlQnJelzmRiKizewXfz/l0U+MryZsa
y4bmsgoVHdNEAdwuZ0J7KYTWFKlmacNsWexTq1NSw39uscK+SAgkx8T6KuGBbIy6HELp/UVBrp1u
D0SsU4EhlX5kzsoaXXtXK67//VA0/dtQq2k3ava/vyQdiNfo0Zvt7SHCaWBT4fh70RGPrkX6djHF
IxepOgn8Fk5mzpc0AuWZehAhkKYY2GiQtPQFokJZyeGUwuk6FUuC2Cl36sMIJOGUVrdLCjkFhSYB
fN9TDiNsVHXrlMrS/udP+QibIJec1txD1Sa3Afv+N3fn0Rw3j7br/3LWh28xh8VZfJ2DkiXZsrxh
ybLNnDN//XcB7RH1ajxTZ7ZTpUIBYOpWkwTwPHcIhJMupgMFcxLg/QB6ukNTYQM31CwrzerOy4Nw
r9oV9LbKhmTseadebFsK2ZfGALUgl5VbT+xSFZl/IpN6D4LB2WEUn5yM6JNuZhNX9KdXk7AL7F4I
QXGRMIAWtndTKUGwD20VqppHCqGFOwGcHcKPWbvu1oSTPmhQhcjkxURWQ+j4kfqzPJS+8Vx2xAqy
hIAhIdyQm9l1P7EUq06EoMpL4YtRUguZ7YLBnk+ygIOL+2cHHKaxM14bpDtGx59PslDmTwSa7aMc
1pZuvWWKzjNE9k89qaKYu/Ixb01vm7ioREyR+eI3SbDTfH04z3AvVjEyskRCFWbLWXEkJDqcc7tH
yQAkS74tx7RiqZ7uvLw/BkKKSPd2vANURpcQX84wM+9kkSnqd7UrHqzWgXTkaZ8rz+gYOP0t5PvV
lMRwy2srW/WIoOxrGLkjk9I9JOi9owj3DO68NfnbfGMkGoYsQr0yjb8kkxE8j/k9ugh519pi9hVs
QtBPL2bf4cKWWs3ZRy4phN7+UJZMDVQkB8KSRz33rTvfi3ivhumPtlb2vte7p6jsRpFJLDYwZCYg
kAnW5MwiHrvQOFtO4K8Sk4XBqBfBuda/zYicuInXwaMjjVjwV8bGE5RmnayxAB0bUYE7Y8U/K0jA
MTfDGklQ7BxN62fbpY+hCuUU5uK0Gw1nHw4sz6A1j/dzFB1n+Ap+lmmveYWArj08TWQ7QDGgfmzF
uQm4XQ9Pg9uvWDwBN4qqH6rnzqCbWFoWrYmaELKb56HwjlarO9e92hY7ElsIa7iDdxWBsRpS41ze
jmlmQkO3AOEBWd/VkbeBwgFUeJrLY6yz8g1KDXRM0PXbAKWQ1WTn+g7Cardndbupq7w6wDev4V+P
/hUmSPfW8DKNYfJNN8cV8Xh7G4/Go+3ZL+5TiuzdDaNigGKLhceXpawg0OrHERT7qgzz6apNZxSf
Fc/aO1PjXYVFYq7iptXWdYYBG/zIfR/Cziwt0t5lMu0d41dNqP1oI52yh/WJsZFBUiZtyEbOE7NY
lQlG7JjjddU00xZb8H4TusN3sqXNrZU3T2HhQm8ngn+hdqLo7GyIWjIPFIOwwowSJiHKlIHaILWG
IAZAwmGN5IF6Snp7Prk1LHRchh5lF3Oh6XQHyKMjrkUxQSU8xQPkFjgVKkgdorS9iN+2okApc+M1
Fg+f1+wMRELXhcYNmGpqsYvNgOQGb+6694ZDgPqdUvT5yRMFzmJ3rOoxDBAtXQZdSx0y61iBRhQs
S1lIvqVrgw6DCrUGZMtQH941gHyOcrvBSH9qWJ5B3Q2ZK2TABNe23jC5lpzTFBcvVFIpdAAyk8/t
q6pQ9zo7rGEnE0E4yUkPqLrftRSBkR2KmF/kSqdgWeNkobYfRy0/jNwocMJ/aJUb7ssoI/NtewfF
Lr2zgEwVRU/A0COs4ms64ZYJ96Yy4Mfr4d8wy/W6A1+PoEi354HBPxGZnsBW7kYtQSvXB8Q3Ey8g
GWr/7KdRO08mjopuDLbPn1GrGjoQQ/dhEJ9CbejhlMdITvnJoz1jqzc7RI8jCG0rw9eSDc64t3HF
tfoKnzF+LgC/gb/tfbtZW9PgX3O3lpt0KnhFFvom3CpJtK3dObx10WMdclRsjOoMn5c0EEF2wkek
o/Cux5gPLJtzF/cmfJkk2KSVrh+d2LnHeOAXQS3hH39KxnEHXrzekrUL11PZf06g7rNmC7YT8gQI
gxAzgFhZr2oFV4VoyvWt24ANr+PPaWT87KY8Z3GUFJAKwxfW8bddMO4TD4+3sPERTCKXqBNc5PXY
k6FiiHbQEV3xKyWagTqoSt5ciRFAsPxxJXnCmL3wLnenfFNG/LOducpIdgLCb42o2xkI6w64sGFG
s+lm5zsw5GPrpVdZNQ2kNPj63vxkDc4pTraVPia3oCGJ0dmatSlxK1qheFcS5N1wZSY3iLge2068
w+b53CF6v3e6GSF+FO6YvMbbOCJ63eCLnVZGeaUnGaFNJdZui0nbZLrCDepGVwb/HFtDGaSy9WFH
OgOkn1dd28RKUyX+OarEdKGnXY3kA9ZGnX2LBs866BloYDDbGwQeb7RGOU8ofpMkVR4I9D+gjUT+
pdS+9g1hXzGNzYcXldX1KoaQcp/N0deAWdF9U/K1myomeo4wx3XCdDBKgwcWArFx3U6ZoJGFD80M
qhXJVeC9Fhz+Mnu0daRXmRP3KFRdj+KHrlAOvIK2MhYBIra2/upU7rxz2i+5l9qrNHM+k/r5QgJR
Q8vPNNHeT68Hh1AIOvAo6rnlDd4waMkOSsaQgXdZ6DvHJgSdnPvadRozmuVK4q87FQ7F+IRoknNU
NPKkyBdpYB82Je8sRrX6qurRhkXo5pAYY0swXyshP8JDUmL/kFr2va6TEIhE2lyFvThr9rVNKK5p
MMoFxFGfMoC1Oao9nxL/Gi5kt5p1dHJVsiaqP/SbCUE6JI4qAgFoMSlWAiRDa4GckOrBkdjb6MZP
7Cx/GHp4o+eF8HTF3y7Wn4PwLuwCRObReCBqGKxgPYDyDmFG+JZD8NiGmNsMsE8Mfa2hAegIii0T
acCTMFiV1j+5Sv3Nqs1f42tOlnAFevJamVQLmZjwKY9fWakC2Iffgq4Qd3ebblRbZ8lW3k2RgQcK
wvhbU9mNWVM+NiY3iDM/VJbqsl7CKSQw83MXfSu6lidtQJ1/tr8iV4Uq7GTs2mYCs5AE9aZL7VOZ
2PASigkZK0ICZgj4OFCFXwJhlrriq2RwMvWvqOb2mzgxPput/h3Z1hJ0HrDicC6+ANnt1iDfkhW4
L0jHSN6348hUmWhiPmmPCC5W9bSDM1chxWs++pCZDr7TXyF/+ZiYnbn24jnf4OawsTPP3YXxFPKi
yF8CDXhIadlEpABrG2RO1lp17xAYGZj1NK0xINIC+D1iwDJJD0XlYc6x1HMd5V5V/fYhNPWnYvKe
EVuDqKyFeI3ySgctcaP70a8gNqFmDYGxQnRNLNBickY5o1HIDCoO0DRo3AyOecrco5ngeafkFLZ6
ohw74f3jTbG2tQ1cepXCgnWqoWzBwIZVSoSKjtLsLd/flFoT7OKoxA4XZufWrU2ol/2e+ccrD/sm
rFV+xny0CSsgEhGECpzAW/jpvcaTVsWfK9ZnK5zLC/TJSFY0gfbFSaHTsGY+zm55FeToO0SjCOAl
xcYsakwpZ2xikHjPwRLo7rZOa3RYjBDqWH09s7rjH5E8VKXxS6/nA5k1Pr8zPA8OYFE/9LpjVqXX
4SMeAbwNz7aVkwGqUP1yPE7Rh2V17SNl0SjpNzVJmKxE7RNJBAtwm34bEyE8xoVyFn4h0HKgE+Hu
AJKlvR3DsFgxwGd4PxbObt6WVlTgS6oruOzs6jpEQs/Jje0IPESpKnTSUu8Vjh3/mbm0r0GWHHvx
QDXEiHwFgqdXrwCKshzAahj3U7SDbEK96CX7K0uHdtaMrEHhWrEGUp2ta8Oiyf1uy7KcuxDVmdT5
RnTztSpy4BURNqQDzARPfYwKh3RQ6rCGYJIYGK/R1J6TqUBgbMbEZcyOAGgRa3KCrfvDgV6KaG6K
CCsSyyJkBNYoG+JVqKq3qR6/kGGr4JPjeUr03tqYSvxQF4m9smBk9hO3mDqSsMt5pDfwlNGoL/ME
Ze8E5fNmfDQdpCqyOt651QgMNCQDGSK/AgoJtlUc8lLFx2GHUh10ufVM3ugU1A54QVSYzIl5pcp0
vRqzA7PfrxUaf8wFbdj4vXYdkeAc0vzFfI2t1LjRy/4Z2C+4Iaswj1YFzmRwEHI2bBvzvKbYWqNr
rzq3+cU7BgVA1UGmbOzPbUB2YeSdsYfJCD8KdVc3874XhKicmVQwEqlEe9wbcrn2ThOhQ3A9Reru
WxD9e1/McZfCEYInSMf8U9+yixDCQtkEV+F1lTca4FB0OXKpyyGrkQp1kgRjVK1J4ZRwZbMA1IsQ
MwGJzoC47I87M/nvLP1cysPlPu+ql9OJ3QsRTLB1Hg9NnMI1uluoHxikiY2ykMcuzcuHWK737tQf
dr9cbxrA3gfazKvaj7EwEFcZRDQnEFcYrBhkg7y0Zoca7hNoyWWB/lmdjWjvBGq+M4P2laDYdOja
Mtkjo1AccmbX2zK2X+0pOfT9U1QhOZIZSK1NYXHjOPUprfLneB6mbyH+LHnoOFeu3lnQx2YiVmJV
4qFdRHTiQzWvsuZUIde0bbvumy+WKsyffhfoCIAIkW1QBwC6ZDXUvUp4lrNXozrxKRO69715LFAi
FZ3vtsvzOTkR68tZMJtp3p3fhmH9+0zySM+cmVvaBTNnxuBLlzjj8rEu51raf9rnT32m0rpHp9lX
IoBuCQGdgVDjykGDcSObobhPm7etsib75FbZlIU8wdL807F/OhUShgPzNn6LWiRHSLQRVyJQH/Bt
ucFF+4+dRlmz5li2F+KgaDlItuVmu2L107nHQaQO6o5bmnw1VR8JlN9VuUkW+P4RIlOOy+EfLiGb
hjoYF1+t/1bwmCO9j/81dgzx5aJ++VG8h45djvmNHNNUHdNZw/Uwf7E15DqAh/1Gjmmq95dKIA/U
mKWjMKpitPPbjtbU/hJALpsj8ShydRWXm992tIb9Fx5uuNHYjgXsjJP8J8gxPsbfgWMq3souXlAe
vjSGxaTqA3BMzRiAfPitZ0KGgJYDcjQkXHhG3mqXPtRShLpCJFbAsi73+qdto88sqJ4mYD3iLMv5
ZFMWhSaC7y5BB/IHd+jsIsHSDGQae6fd5eJlmTQhq7SmaUbsYOCAyM5IvEFlATyDzZed6hwD5rXs
lnulclR42/Xd6ZZ9ljPJ2qiQVa674RlFBKDtfz92aQ6meG8vbVn74ydrFEdluTFGm2UfqP5PBFq9
rZK2x9Kp+z1iifUpnwnjqKYNp3/AXooZquiVBcIzf2uDNf69ZWYKCSCBCLY4Wu6c9qTmtEdZX3Zc
TrbsedldHPjuAn/a/KEPBxd31yT2dagGxG3U8ricSdaQ9bl21MrGi4hQBSTdCrVVUZUFU+bfNdnU
R5/NZK9+d3YGtqPgVbHIFP//5Vf88KPKZi5/fzfQZxZ8DtIgdgm2pkZV/8QMrDrFJmIBxeiQjw8D
7lp5EyJ3C4xCA/8od5R9snY5Tt7SugULXWu1G3mfTrJPbs407VwZIXAscZF0sN11FyFD+O5YWdWh
o9lA2Xaytdz8snk5qfiA8MtHTbkZRDrcjHSse2RVFtGg4SySvkjhuymoERPJhDoePhxI5Okjfgmi
Zjou0DaRnJM5EweR+Pogqy16VkVAfkPDxWTTuvkI44+0syy6Bm6pyq+/AZEYHcj8ETJkY/S2h5r4
uJfX6l7mwn2BqrokhZe2USPBAUzmWRcIU1nYIsMga0aqAj0VhWym8/Q0T6WLdAd7uIEwgsjNwygn
QYjh8Ui5UdgDZHIOqmVlF9n1wGnRNUUTmjmTrJI2GS0o38004snChDNZhTEWeZmsugJPOsDhPFrZ
nR141o5Z7bX8Yij5cglZdUENoCiZZehxeKBkct1BkFlxkG2JY6j/5uSp2+XjO1rsbPSKNbEt7t1S
QANagT+VTVmwzPjdTLLq2m1CrLcEZqB1SvJA+mwiTqKK/1EmElPz1HyS/4UlJyOvpkKNOozE2WMh
hodf/Hhi+QynOsfhfhwcsIgyeBZEeNmuLEIIuEflzLkS3Tm5MDWh1sLQnghuE24VH8lEQISlfMwd
WkBpW8sPJX8Tk4xm5zf6QXbJX2j5rfzdXBIFTmWYM0mzL2WTw1aSzVTkkSaWgpgeiOWzCoYkAvIg
E4++Y33xRMR4MOdjXBXQI0UqcklKmpq+xfEkPXyQP/TGkvmlDI1XoYLRjdH9cKXYoQQ6GAmUkVUt
JmWyTSYU7aGk3Fki3qz0Bup2sgolnhFLdLoA57iZgisZbdZyRN+SNkCgSsahpRwgDgUFmuPgHCwv
+KoKkPMkCllbmq7QgDbn8Jfs6rrg2e1HJFOKjlvCUZzmhJusvzOC+boTGTnZFQatvo9IR46J+1Ri
D7K9ZODFJBaOuUD4yYy8aEMqhTk3IlGxfMPL12Rxz10nJqllq+lHNbuSao/Lt5RN+X1LMR80e5Ya
bu2DYNWAeZk9bFLxzeXXdRShSGfJUnYIHAk0GaQFREC+Gx3e52jEbt/dr/LuKCB3bQzWGyujEYP/
kkX0OmWfhYa2X7pMM7up0NwFvEZWXebXlyKYU4KrFk4C8ldB7HzYVQCkpQrjIBZzphi2ZROAIys+
2bZQtCB6C6AIlXxG/E7YEMhCdYmdEFXod2nURGu7J7RXkvDbOOKet0d/OGVor6+R28FUpczHk+zz
8+mbU7QxasVWfJYF5olALwuQyfjgmBuD9PJK5lakpqOsIUHHTZon9XisnQdtmCB75S5OOUjlnMos
G4XqIxpjGOQ0p35EAc9Tx4ygm1jaSiVPeYNf2mbV+sA3Qh5v7CtsObuXP7+E7chinlwmWcS83RUE
QGsdzI42ry95FvGrtopKnoUsrYcpBiMe/z55c8va0gQeAwFHJV3hIr/tTLN2kgXUyycUG3uhnAwY
Sbw6ZYGWe3Za+mSzmHOIa7Iq95Gbl6bsM/DpxD7JPsuWyQgNyUuc+lKVve/Oc6m6ZL7slveePfUK
/LXqSs9ZGY4Ty0+9wVtUbT4VOhm2rgNbYpKZQWMXrazCEpaeOZrwesl9BsGaV4OcMhHo47YRnY2s
yu28VG6xRcQnk6AZZpiMJ4MYZGppmCGrslMWpdgsawqzZgYNcbstx8hm/8lA0+JyErlJ9soTTbYY
sxLYZhCXbdx6ZDsSJ1nOFPoxSgCRhfQmExQ0o8XmQs5nZDWUs0/RGYuabCaZsBBZ2nLHpXnZDHuf
68g95UGpfGKWc8r9l+Zl84erxcsxeBYX+7YrL59AHvfuU152vJzDqWof+TRXX9cJg34xikGvGRj0
ZBvzwH4T+K2gJdIni+6tJpuzy5Apd5a15VjZ7OYqPKFPKhtm4DCwyqpq2fO8ljtDvKBXVi+9y3mW
SzEiqusgRftQbpXXWy4va8vO7864nOvDR/xwyLLfGPGmcKODLh5WTeRQZTG/1T40sVbG1wuYwkpu
0MUwRnoLfdq3wrQQnfWt6YfsUjuIHDAVmZotu3xoyg3/sg9DbahzKLOt5H6GnC98ONflKn/c3vUW
Nh82KhOXT/z2ReVnl32NfEnJ6rKP3FwbIk186RRfddnHQi782FeIcA/GYSDkJ/+DspD/vAEn+Blh
6iHbKYkNDAOqQY9J/AZRZyZ5oCuuQ/L6O8lFkiwkR075ZHspLp11DkzRqyqdgUnMC5fthphCXU4p
TyLbcvOlU7ZVRKi3Wj7DXnGUVQgee10iAMpCFlRQS0YXtRCcequaoLiLdPjWtFDN2FalA/zEQBRG
BhFR4J6HB42cOOptzaEXaP9OQ/lRFRNoU8wlOzmXlIQuHdGQee3WhHUnEvu4k3jmyRPoJllDtgeI
k+gzo97Zs9Q/LJEoT86q4twu19g11OspDbDzUc4aphHgMUVie5T4zDxlyhUJfFwgCtlpK42y7nXh
vexo93oISTFVg1FdR6F7UgU4rhcgplEUiG6XxwiCax2U7SkWaxVZy/rmGMfMGWoBkIVsop4GgTJq
agOke2F9N4Xkdi8Rwm+F7LOZIWxAJeJi4OISo8zVsC0aQ2GgwEIyRa+JLFL8dRb4qEwOxyAfmZ2J
opmt/lgUTyqvYH7jt/DeEtlbwntpGYDx7/0cliw61pdCB9XezNiQyndjK9/Mswg/yIBuLKuyFwOs
m8mMvd2EMOxJcPVYa0R836CeDh93ltFfeZjcImuQ5EsBrywE2Gspsr835QbZF1Vg9BV8FTe5gMP5
3tSDNTNBOBrhsJZ9ywZZG8W/Cvyjh84hs3n5+8raUvTiHpC/ueyTzVYTQZ+lfanN3acQMbVdclkt
iBPKDfJgeVwUODetbWo7EtMZGFpGV+aGoHHfmoocIkO5wmvE9koTA++yK6bIgkEweet3O6WEySP0
/UKQtHsPqbjmQEq5P7kSBa87AAILFHdABaJUwgKDtKvjFJveKLsrWXTVsHbaDg0VdWwYFEREXBYd
KV4mESYqIWpXXl7gVT8xuCzvsExTx23ZowuCX8F0whgVSDhhVoM3+AnMDWzet2Y3m5BvlrasyX3k
3rJZ+mp6kPTV/9YYK6zVf8vP/Z86Qq3/5X2I9XLIW4iVOCrEV9NyHVPVDRP/7X+EWDXzL1czbcx3
NJiBqk0c9XeI1XD+AsEBOVd1TQf4pYcR+z9CrNpfBGpdJC0MXNg9zf1PIqx4830MsULxBbULJ1dX
Nc00DWGo/vpyH+VB8//+j/Z/s8ohkpnYw5VrpN02EsBLWYxjMp+0SJ9P+jwW61y8f2Tu4pIfkwvF
t4xaBE8lb23W2NihANEXbxn5zMsaL4+syULWBjxgnZg6ytryipF9gBaYScpOpUpQjNZRvR3jeBcU
02NY9JjLeXI9kKN591VFu1cPW3yKRXBoKbSFmguDhIG3N7MnTJcw1nl7xi+Pqy2n2RbUANJOir6R
A5os9AqjiQtNmRXRP6pQhV+jRG+gfcE9WslBr+/n4feecZajX50mCLvEPUTad9kjd0oBD5qYRiwZ
q8tmeHnnBl1/XF+EArwlROGB7kHseGsyKeQRz5UQnDWSbQXv33xOMIWTVWhzxOBkVRZYALcnd6xg
OmF5CZ0a6Yx1Ib75UmjyxRbItxlyOuC4xQALO9FheGdmF4q5m9PH5AkZ0pjMWYENsE12yx2WvYZa
/2INBpQBwB87fJHvJ7FIMsRySdZIWP+uRR1Ciyht/G0zQQYf/ykmXTtl1FBeJTCTtCLsIneUbb0X
abh3m5azvztnbohkIHQUAACT8GgWF1quXl42v3XKc1yuJKvLnvLArNyXE8NdoiQ6kjOudqkpwFFO
hpWCl5dVuVkW1Zx+c00VF19xxFJkb02rYkGZQwaTG5f+ZV+rIUwOgRLSCyHq3OU/jyAY5aUuu5fC
EffKZbvs/GP73alkFehgvEss43E5RNYu5/l4infX/adq7P0w0As6frzCuzOlNj5CWq8763dHv9v+
bz78uwPeVZcP/e7QP26Xe378aB/3jGz8vMwUugiZ7zWUbuaz4v5fin/Zd3kuPm6O8LA8fOjEe+f3
EzU5aSeU6f52hbIpanTjZxESNevR3uu80pZjlr0/nFZusOdP5CusowycyeCVrMno2tL80IcJIsFF
GZP5p6rcdYlFLuddAnbyvO/idRdvE7mnJV1b/v3V5Y7LZSwzfFSAQe5kl54A/fkqq30c9uoWzSEN
4TK0UsSKQ4bxp9ljgSaD1LJTFm6qmzOUHbFJ7iV7W/yzWZHNFcv7Kh42Zgve8yw3zWpszw+yqmJA
V9y+O41uB0DaSwCyWSISNJdzKQYA7TOrGx/nt8LC5ke79jDJWpX2+D2qzWdmmtgkgD3Ow0xfj3X3
PUlBfNWA07Z9+mMasPEswnCLoXQG3DXX14Mbncu0wGdmFP604FGzk+EEr0iU9Tt8GVm+JUDS/bpy
tu8+5eVrgPvFORbVSlzuGFU/OJr+y75GDsFvhUxiyGMvR4iB4kPzEt2UO8p9ZPH/cRryyt2e2epB
HuDJwVae+lJdTgMolnH/338SpPJOAPWK/ftPQ9x3V+rTfSlHMpmf8bIxO8laK77K0vdxn2Xzss/S
V1Y2LIul/afT6mg4oAEqlgvLKf6zy8jTLldZTiP7vDh5hi8DDB51hd/Bx7cwpOyTUUlG8DstFtwK
MbjJfoRXWSm8q8pNsRxX5TEfziibmRwh5ebLnvKgWZxU1i7bl/blnKGpAGlFhwyoFLHYQrmx9NIC
0vYN6ZHsjI7oVTGoGFsL2eUR8Y99I2Ab8Pi8XaIhRusmCBJDOEBrndV/HJbfBd0AhTrUwxifUUcN
HaTMLUSf6yxDm9YrEGXCRKVE0SxJ3G+GGZByikhBfrMxWdWSMjsOLpGTAsjV2nTup5zFeUCeZKU0
1Ws89ygvM8PYRsaNawfzHTKte+Q63FNSpxqr4uoR1TVzD1zvK9jK1ziD+zxpnYdFl3UTDFBrYn1e
B9YT+p1Ys0eetwX2vbaScG92BVA/1B36FMM7u522uGG/Jj4u9NNgH4wGxQ/LH7ahmewgTzfInqXD
LnfMQ5lUd74S/YIf7iPKWAAJte0rlghYXQwecMMkeZlSJMAsNxF6MGOxAYNxSnX1KTOS8SaLyiuU
yrYFc3eRd4bNWMRA66DtYUxbFZW3xT1l3JrtlKyRcr9Hxh8dzQDNs5c+RwoECUg8dBRV25lFFF9F
eJOjvf3ioDe+1YZntXnogvKugoqO5n6RoUZYOuI9Z4X7GV84RBd64suRihGKizZ358doVM949H4y
bbxQ7Y7QObqea6MtgEO6xbdiwCfNbWGXZ4WPhkZofNKNH2nvGUR8wv5zCsgRX58J3q19lUfVswVQ
f9MJpPf0KcgCsHvlOS7HX2Wm5RBYCPRasOT5LcqWNHkDzZcI8srPw+jYTmxNpvo6n5LT0PJSrZD8
EDpXaOKgQ+VmqMrAkXuNtQIJjkZ3ryYj23h2BQvJK7CydfTnPvwE/ycjn4m5YgXhbVOW7V7z1b0Z
WM4WfneKVlhMVA6FCr6WPQ9HeOHPGCPHt31Xzp+6r+6DOnb93okmzIUa5acSHnB5LHfCuQodoWJf
A6ZMsXJeN7NxZ6QtOnW7wCrxJfVQ0m2t0cThtoP4GwK8z1GoaN0Bsq1pgMBNm2OFsMMqiqMQXHwN
s7nq0duNHOFUsx0sbD+wEn4Oku5XmU8jxOYWcF9yC2kq205TY91a2hnD+D7x/JvSaO2zi6L55JEf
G8sfih34u8FLMY9AlrPCwXgNM/LkNeWvvDLvrA5Xi7LkdtiGdQAQdo7KvZfcQc/q1xZIgbWN2jCo
9RRJj6z0Nhl6+BtkEMl+pqxsTDvT0MnoeXhm7R4x+gZxCKSSTRToV/Hw3M7jJxsFmW0TkTLB7fkk
j5hgfG9CdbrOi+Yu94Py2bVSsAYzFrLOLuP5aJKs3vg4VjWoxnbM9smA4Bxmo4Sy8dHTTtQuu/OQ
uq8gV5z1OCYFVrFYMwPtdbTqdOsP2HRbwVTejbl9nEZvOtQpftYltkrjmHafSp4qIBcZIsttEa4t
LcrAzfNLmDhwI5Dsfp6HnjG8VtHx6OCmQLbV9pVlPurdWF1VcftQG6GLmP0JfkUM96xGk1YrLBZk
TKGrJGiuVfeUhaG1H430jmi8yo9kTtuisD6HSoceKga3/ZAUR2K2q74DrIrXfbMtXTL7cf+CsF0D
5pi8fcODvy4UUPMQgrJWr7eW4u87Kxh3GABjwd6Vn0mPI0TSGuaVX/Xx2pu+GUxGbKPJeZ+W6Vpx
4QDahMohQ9QWdDng8Wa107Bj4248onW+6iz4DhavBKvGdSns0qdCnbCAg8Ra8sk2htlcV4OHyGCP
3asqYDtzruUrVRu/IiSLb088HEp+3JXehz/n3v+ZF+F1BBfUjscHP6/uGr+09m7rnYEKOrtSU3D/
VqAMjUX7WODtBw2kgHmupOEe57WH3tDw9Iw8lIzcHKToON1BVIT1Gyn7PuGlG4Zpsmszy12VBfrf
QHd2ra93uyKb90FKsLwab3zD/opGoYaabBEBosoQ75mfN1CT7iun/MLTBzu1Rk1gwGRok9JqPX9X
DCbr0QTPwAAvmliv9iPUT/j5OaqCWfA54jHF6/hFKzRIybC/iBg7gL4iCEG+l2ycPkQppg2PfSxg
wYp9lQTao9YR5229/kq10HL2cXHQUUIXXqyZn7orrc4eDLKLK/wBAqRnEnQa1HSP9IL1kJbrvnf1
c3drV1hQDTxgPGnGvsL5deUCyaimssN2Acba1KPdCUhvG9if+nlETbbkmRxQZETGUYHRaN25XXtT
obS0qXASYcrauSt8wo9J+4SFFXRQZ636vO7aNvnGAgG5Mah1XotPUOHD/rHsMtmYiVHvW0QioMma
x1rkGfSpuUswXkGXP/6UBIDZce9GFHUyz1ER+hsevE0XOCDTKgTjzCi+NuZ9MaMb2fVwC0nM7qfe
/zLbEyIbo/dl0tV5a6ZIlwAWWbeT/1J31rknf4MyLEKGeWL/zOpU2TjjhNB6HuQHn5UAWjf6Qz5G
2irxsfBOnbNuA3AzKwTL2hFxsTaskm2sRdVKsfXnyoU56Qm9Mcelq0aQ9TA5Cnj/vHgmopYd554Z
UYfigmLZn8d+2tla9jmfEUUDDAV0nl/YadJhFXrzVeUCzIEC/pijTYLk16yL8PlNgk37tp/woay0
yF83bu6u5iHYGnl8W9+rrT7euLBgnRg4FjqMOwerix0vknbT9i/EhrcBbtKbyPbvDOzrGW50lNoS
9VQlbb6tCV8MCFgeog6BryaOvvgY4J3mWLlxOvO72Y+7UJuDk+qiWGQ53gp5wRr0kH1T1Eq6NyOo
VPaEeQz/6VLrb4rcYbFU8uYbECoqW9zVESmFZhf9wModRozJRKGJ0goOrVCeKsoaAVFPWet9ue/i
/BGzpG3H+/gEdAo1NG24zuOoh/ikd1tzyG+6EEGNAL095CqKh4aZQ1XZNYoP7Z1nVFDi0BlPW728
tWz9i16r58Lfj3an8z6DdYI2J4KxACKr5KFLtCt24mczwHNp6XrOgivUk7+XwBRIfrk7xCzQiYb4
gCtDdaXp4b05pj33aLsb4hDPjS/2kEBbHX8hGz+hOKLoaKFpR+wkRrgpiYN2HybnGcq66/EXQmFo
WVRQinTH/OwisLA21PAGcS4s34XsXOWgN5bniNx2OXKqUZL7x4optFoXVyU+QVsgus2hwG4AYgao
H+PYYeW06pIrhyuu566OAeChS2dWhnqssFyfC9M48I7D2Nfzr+08vnfN/lXofJsYKKwil39cmEa7
uEMO0PK6cxXaNqQJ+1yVBwRkMC811A0SY4k1aOfWQyO3wZ87xaS9hKqEU19p7Fk+rHXz21Agl9ho
4tWJZ8vehlOSdf1rrg68TDBYqBIf9zHEhLNTybJuXzTlfgpMm4VLdj+amJwqeXkdGOq9jjM8ClD5
g9V1P4IGLQW1VFelE35NY6/EBybUrxSzQoxN7w5hNiI1O/JqDuPwrDrWTQIPdpwxXje1r3UUos5G
nAH12RIn4JrpFnjJ0C1jFExIPkVMFEocO8iDNuYe6+G1ZjVQoZAk2gTqt76dvqG2tQsMhGw1o7iH
Qhbt0zZDT9kKDh2Iwo2q1yXvvNlB8zeet2qv38Z2fZcGDMahAZ8rceLrMu5vrOhH7eo39aDbT4aQ
q4pO6P7BSkqIdc/xz2kGQdn2NZMjzwoBKc7co1B+FMckYoLXBlM0hbyjD0cRRvWmQkmpsFFgx36U
mcknTUfdMfZxlC45R9EichbAcVrFCqJ1WCJvWw1ubD7EyDKqyTlqu2CPr8x2CKZrvw7VXR6kTxg2
Bfsct5lVx/pHJ17xuS3OyMQlax4vZgcaribpQLhjBFzdJOFLN0WPaoDndO4Pv/RWu3K8XjtqU//L
Dj4Tjk92QzP9GrLR+GKFVbdOlFJMLEdjO2jOjJ9s011jRQjM/IDNxVlp8LNs+xkPLjXYu8p15g3f
valJrokcwYvBXIMc9XWTkJOvZ0B/RIUPxOhfrKIhK9vOpLOxHUdFfe943c/SxcQbU+FQjV57hN8w
HrEJ2niRif9VdwzT9gfegP/L3XlkR46kXXYrvQGrA2EADFPXWlEGJziMiAxorbH6/8KzurJ60IOe
9iB5kk4RThIO+8R77xK3NwxHNVqksxnhCp8o6cyO+8vGZJrjqRaVe7ZwbEiUO8qdkU6ef1dV/J4b
oL509QY5jIRzmmQwNeMrkdH8Vds3nSgSxK2krjtafOm0GuMrQYUlKin28OsERg2coO8g708iJ6k8
7wgIIzy6iMPpkgtyKuNGh8VlwO6qXP5kQr9XTSxuWmR5t2Iqk1vpHaVwWfs/H+qRnVZDEp//fkx3
/AL9U5/u//kq3/CCVVoNwaaYv9PzA91kfjcEY6zKpiNffnqpSxIjZX/r9X7bOJWBa6wHujvFJKGR
IcIT8d9E0fli4VHFRmXrrAmlmrPwjuj6URJZyaXTB/8OBMy/ww2+V/1SZWl+dPzeuj3fMI4kzHmc
qERz59+PZfZYbqeWJBHtP4+1k4oWBtLkLfHhi1xZ3jWd37RcjIVT3nhRGNzymwq/KiDgaX7DaBbe
8kiSzvNdzMfmLaqc8Nq3xLD/59Oej9e2/IADYB6ejytgKbekGIAm91jT/vlc0wDvWvuWz3nFp/zX
B7B4mpQv/zxikVGDOD/P9s9/4PkBjyBGqjGceFT7q+dDzw+GsZYdLXt8eT5kpUWIgQp2q08UHbPC
3InHW6Pr4b0vhz/DnHXf6+ZZG6PkNAyWvD3fILxtASDY1uafx5IR1JdXEzkXayISi4Kxy8kUcMaJ
U7vhFbP+/to2tFnnePF6DJqaVb0il89L8GZPVqG2f79f5RPx0XkiCW2aPx6Qt0JlNNwikL+Tyz2k
QwjBa6eVN9eNxZWkHX9+x6S9+fsNrdWPlohVwmISvgPZWOzDM5PD4T+fN8QdIZiThul6fszRcvvo
p+EtLdL2gol49fcVNRWkHhI1usBwX18he/p3KZR/N6L8pSAkHXsr19zzjV3ORDqVFbvnu8/P1VXW
rCz8xTic+arnY8ZoJEAw4nPSDiQ9ab57SzLTvSFtnQ6kFH35MCVuz8cNJ+2gKUQLL1IaP8f8aV47
YqMwgvPzM+gCbxrqd8Y2XH/5GDY74bv2DT+pcyuI8FvrAZEm9FjO7fkBvYlqeDIk1D3ffX4Aho+8
lMTQmFHcEO3kBs2mTk0yIeaw8bizoMTwPZ+fG5RQDty4draJUWLnHCMfMqMX3IuM1L1BEqdgOh6u
RqBqaISJqMHJX4b3dn4jgb7umSmRmDcM2v/fBisDVxSWqP+7w4qitgn+1/KbSx2H+H+LAP79pf9W
ATjWv6Rl2I5UJHUbhm2xZf+3CkBJ9vm6LTU0ArZUuLH+UQHY/7KUgqpJGppp8GV81f9WAZj/4lN1
5Rqma2k6/q3/FxmAqRvG/+m0kjN6w8QFQ4FLfK7poEX4bxmAExM6Ajso2oXkYlKsFW+WIjcTV9A6
K4z2HplOcPehpmXgr7YaZLeVWWjmA34mgXR48g/cqpZxn9kPZK7ueqqNbBNOIjv1cxffT9K6dR4D
nqLDhOJvfD+LXqi/yCIIe+a6bVF8mNXZ1eMlU8Tpy2vpzDK3Ly9GkxVH8iVmDiUHehPqzp1Qe6gN
lpe+OJiXY59obVKszYcyxLhpDN04WnnoHhkutBu9JMjTCEprA+gJ1NBYD78aV5wDNYebpnZylBkj
ygls+bbTx/5Tq5gX1eHwIyTKWJSQdAq4xNsotfOPkeKedBmn25sJS9rUb99I10AvLcbi3DZT81an
ivj7oiH2QxXIvTU9eKOOWhG1tk3SiX3/kF/G6T56gdx3qvwmhT0j6yDekoGYbNLQUieWU8G2asWm
79dFjuXHNMMPtwgG0sAZ7U2kqrrpqVPxeKw9g+lem71rTbVKCtvcR+70mtupScJEV61sW/4lesWk
iH9Oq7nJxpgyFnHC9JXpYBYUwQ4z1YPC0sXW/9I7xjL0ZUqvo9cbIet8K/JTBFPiXTtGd42Y35vf
Dp9eT4oS6nK6nxQb8Vi1+Q4AKZDsTd0DaXXnKJyh029y6B5Z1emXtKVLsFPmMS4/gmGfhEI5y+B7
3eSCQSYs9N3YKONQOyEdj6yidw+6DR1ldhOqYpqGpmxXyN+8jpBTRKncOaNNVqnrJdBwzdc5xxYD
eL0eVFBflcF4mjjgYu8WlGLgzwZGJMC9LP44G+6fWwm3ZENuX7VPhlIQQBGLRZZCUBPUL+DCGQUT
PR4c9V78yWvtZyG0cTf6pXnXxMHvPHNPgo97slq32A9802XihSZoBts/mAYSLCYACcKuUGyEFxEG
YatsicmOuS6HJqHJxDt6ZvJVmVp8KuY3ztQcvbgLd0HWFkctTrjug6UGAI+ROOZsx31MiWOcVTgY
Z9O0UqAyEqmsjF5ips4hV9ZBeaDX+mg8KPa8t9BkDl0q+z6Y44yAzHi3LsNlRdL8gqeRrF0t9Dhy
SS4p5Mj57aewZAE5YmAhOYRulbwJBsgBnhkwU+N7NpKhQARKQtQ2+SIR4Tl22s8hQ9G0JbqLkLrR
7jZOW6z1gkL5tR+y9jhUoNtwEO6rEpOxZTfLTEXJKtcqRXQj1Hinqnbj9OhDGL/IUDnr02yZ6vOP
Pxpw+sy82g1EpK0aqZptM1+shdeE5BLbclXrBdVKF6tj2McfkLKrG4SiF9sHxemZ5tnwZ8K5lx+T
PlgBkGXbaPv5Z5rrtDsMNTPuwGdeOx9W44fcuXRnoyfTfRqMcU8DycUdRsfMK4KNKUDFB1merBh3
29sWpvwqIhqB/qmbmOhBqfOSmBea5DbBLMNe9clgXEzyJc+RGWyjKvuSsizZe+XRgc65Ht4EYLhG
hu05NyKd0W+l9kRLYs0xm0MAC4w+fHrPhqy4OpCjyD7WEJYP3UGb3E/lks4xZQ7pPFb6QycCJLel
t6Euzn+EBKKMmrNpS5M2Om2yC0CX4VGErD8SpwhOzjgxXFbgekhUd5Z2ZtlLKdL2Ohf4dyZCV4RQ
GbxT504gHt6qHNK08u3uUrognFTp/Oy7YF3m1t4vone/9yc2KbjpiIvuomg/1p6FXSUO9x0cn1Wd
Ou6aVFn0kUEQkkMlol1UiJ9WlPcvdKnXPLE2pGnT/Gm2u4ySKl9zDuUnJs33bGw/tJE7v/6X5gTG
teDqn1s47QKtkli8WefsD1279V2mZH5bAfnrQNUxaF3K0vn2AaO+m97oXWSlo+c3e8SXXr9rI9Es
+igdTnYqjA2ROKCEJ4IKUV/eiG/MvyKrl1fHFG+jZh7Tym7fcmddG56El+iolaETE6w17Z8odNuN
0AwYaHUenKys5PDQpnCXMqg/lipmm6i/+OEgQMkGwMwSgufHX0VH4xIY6i0S4jN12iNRqRHZxnZw
iA12IEbQAhCy+NWmAO4W3LyrixGQdAsjLp4DFSYt+xpRIS+6NA02bVW6e9+CR+X7I2ljYRPuXK74
VeO51d0Ve1Oav4mrJ5nTL63dpPm3ENz1siWY8SUaY1QJY/gYtLik5+e/LKLfDswVzbq30gu3O8qa
OXNYZp9eYJX4glPch9Adlp2a0i1jlmjbeUW7gQdkbIHnok+28tc2ac1lVqfDFuy7e1Vmt9N09jNO
5bAR7Szt5JbIJ3JyELaKFEDya9JpT/BlD9SYcLJqzPxLL1wJ1Mj+MnRtpXe28dYT1H0II/02hamP
dda2HpJriECljZ3rHeYbndwn/O1bTupiZSSEpPal8ccYx++Ucd87Cx/CoZkOJ/2Dwuh7yli9lSTy
rWVcv/mdG2Dg1dr6NJViDZP0O5Bjf8hF/1nU4NYwdtlU8cvaLeKzIfXj3weJQwJqoBhLE+6sr2VZ
abuq5kxsW/x3SUqGGxyIgi1wzeIpScDMGt94Oa173Gv6PtFKk8QvkyncXMcHJKItZJ0R4NowqKz0
IH9lQ8s4RHGstwaI1jQfq11i1jlhjWZE0gWBNG08HjQWAazCiOj0+l928sAs6R1LYj+2jU4LXZWx
/ojBpTtN5x7NMt92sz+gtmb7tXn1W6k9muYy1AUMAz08VGOe74u4MRctoTvd4E0bPbBrFplFfYdU
enS5AZ1Y5rbLIE4ZHle1feqy4GCXWrOMipTRdpL8VU4lVYGAUNf29zLlyi78enj4WvvS1MJ6rSCB
JY2tLTO9JLKr8bcCW9wpjb4SZoB71Yy/ScbO15nrIbMmMjEIVXQeJrYYTV0VPJ/YB92l5e2iUwm7
LbKyuthPv3ppqw1rALwQvlo+ud9hwrXPyBl1IxjNDX9pMBV4KV2/5taYk+djNsLf9xM7nwn2VZer
9trZLcVj1J9AN+o7r/fYqlUWRjBF3njVGcHJtvK/2mpg9TPoILZnp7yUNP+9qm6mEB9Eo1ZHWb40
jshfou2zjIjpbiGbPNCR6hutLGP2Em322ZXrFv3DIFB5WPEvJ6LskAaZ+bJwzoq6cFX4RbUNMCIR
mvQjsx4ikP1VevIbcVVLdNNOU2VN0lhUMxC0FwMUl6NKEhBdtn5i79bIJDsm3fjHtMzg1Hi+w8x6
4lBwQnPphgRdR1jajo1erNrQG9eZjledZU1zSym1BsnmwY/aGzVreiJ4EzqUw7ZQSj/ZBYzYlygv
ZpqIrxMVZL+nBqsjEcPYSufVr+HE1mLoNEKP4I91c76VTHJ/N6qREVo7k9y9VwedFfg7LdyyFbwG
1G4LBpL7jF3qcmp4zTc8I9sQr1F7MDxVfTpMqymDCpSj10Jma9PvAYyE5T7G0dNG+U6Lpbdy9VE7
WMYhnyvsMrJJ1utb8iGwZC48uxseqSzeA6ZXcWsVe9WlnJ3F9IjnNWUYjOccEMzgD8Mt95E0mCFz
/kGaezG4pBuDMjEFRXjV58g86hiwV5L9zjKOXE+Y4SnORpwsY5EvgsaRl0Z1LaedPW3pukgHE0Rp
4g/ELqQmZrjziVLH3UdaRXL/LIZ4viwqieLqmuKlDmHk0gUY18mH1wJ+/eTEpMq1CRmwlVG8OIMH
Xo19y6YMknucyujMxw+MvrF54lhfIlNNyTeaKsQeHQk9ciyXz6Ksd/rhNCcV8CthNVI0kXvU+vQr
yhvSDUWWnMo2KvddxsLTYe58snqoOvREa9cZC5KwynHtGq65a5Fys+1lWVb6/FNDYrH0BltjE5m2
1jgt16if1+TX5T0BtqN+qRy6p/mDYacCnhaDy7QYtxkB5YNrpQ/fFbx2uR0Httbsc6CUrBbZW5YU
2+R04X4KjRJ6xuTuhUnh24bU1AI1jApTLNApV2UpZLgl9H2HyeOcuYwk+c71Ste6tWLsus7br86g
wrLoAxAWIkiUwx9HQfCuXc7UpIl/sf7iBWkWRJYVILWjmFC1TJKg6dfAafqpwvDtslbhuAfvKdJD
4nZ7wx/ZzNSNARNRJ0IxLwNvB7+GSyAwylXiR59RrPw16MaEI5bbAH+6dZ28R3Y5XevJsMjvUtW+
KeMlxBfIRnnf7+yKFbdh+Be3J31dL7JPgHGHMGeI5lMwroyBe71HZu1RAvFMNZsAz4YMv8QzO5or
TrqBhkVLCmeXtuHrVLPsCmOUApZjlwsQ8WrlvLD+bZdGgdWriNuUA5zheWd7FQHGotsm0fjhRqV+
8RonWZJOS97lfFlWhIPrPWH1aRyfWet/sIaxufyydqEyExlkNv6oUwJZO0ncaJR79kbVAxnSE2iq
Mow/WyBli861w1XckpzbKftsGQLpOlsm/uJkvCV25B/kEB/B6JR7vbR+66rq1oOXeUuSJTNA5onY
DT670KisQUZ1ecwfafVsuEOFLMpr0pcRgt2y7/Q/OfXLGhVqtA787tdosaVOEgLlS6lODc3nMiAH
ceWmJQJHO3RPWs9LLUxJy+pH4W/QbCIQiTOInnEH9T5Izc1oKAL9K7Wr6yLbSd0NVqGjObu4MCjs
SJOM9TA/k4F9sBnT0/h62kYnhSQAL/IrNIelp5X52uh9SExeU+3srUve3xyEDymZ+/bGk+W3bY2/
6mnf0Hfupnpwz0UXQ0LKMvdcemJfDHG9qwaQWa1jDg/dGGz+hmN/HAv89Mw6kiXqmEVmTN558Lov
Olc+AUTDYVLNh3I6e18YVnOr8lsW9ltO8ebqcR5tyW5Qq7Lg98LQCjUDZvXEPc26l2VDSPycDJFs
tCrWV3jz3BW8x79UNOmroRwiSnGasGhUp8QQ+qvt2+YpVFOyDZ0Cngq9KadH9gi8am9aRnMlgCVf
dA3OblvFK1el9b7KLkNuyJPRO8k+zDyQsU4mZmsU9NN6nEhvcDn88jmAARROuBUywYRVk1M6Wpl+
0Zpig11t1RDH+B7oNeG7RbyBUtmu2PKJY57BOWAlj8R4G8ZFfKEjaGBMJlDIEmBpKpzgX4wKEqZp
aEt9PgKHytBOnhu9AfMcToXOOUc82jRWtzFtxmOasKKNvPrVHrHHmM3SIaGAkJqBBWqmbs2gPQrI
nMxz3lmtwXOwlb0nBjSnJiKj3Q30ZIVGtPxAXViwU1pyXE7b0rNaDIg995fK6HYObWaaBf1eTOqu
p7V+y9VXV7Mk1vr8VujpRq+bWdqYWivBcbDXGSlXrTyCPxW7MSPkNWWuv4kJRlk5LJF4GYf7UT+3
tMPnMO4/k0bU76WaGBhkPxshwheZhJ9e1KVHMji/nidWRBKuBwhjretltskn8cZuaEOAavUSxNxf
zMo8403XFgERorAMSmPPbYWS/Q7TKnkPTBNtIghf0+Vnq8YGZlq6TUMWq71GGmnO8m0LVDljDa+R
tWHn9U65OlmgY7ygEdGI++Wi5qy+GPNPOwhTo2uWbLOjvtmagVPuwa84A/We3+s4Ir2GtF+fcq5E
rrOLdf+Pzez+NsN+NVPUDwQEZ5THqdUWPyLgs6phoZKZRMqrIWE2JfOjlUV/IllpZyuw1lZKGqlk
xLuPdEyDLnzubVOz7IfE6rZqXw6wWexoWXtQmANogYjc2O4NJpqh2G02/lA6KNxysUNh8pK7Pc8f
x/e+g2pqwanfdoHrMUSMSOUcg/Cc9JaxLRJsSv44jNgqpfzZdpBc5b6w+vpTrxFu6Ew12QJNV5kO
wS6JPEp8cCgqF+5Zy3+roSHRuhyXVQ19PNDcH4Hgt6WYzywp9pDGcLqBXdcf2gT222zpZqhs+luJ
E2bKN71ZlasKc5b0vPyUpsJ6BGj1olr7CLrG/PLFp+eJ9hia1sHVbW9P4izyKJUc+GH6q13LPYPc
aivZq+ySkPs8pzhociEYxqTaXUSzKTV0usscShShuAAxpeKXrC23CBPI/7QKpPce12w+D2vNvn5Y
IdKJSOEUigghXE8RzI1cZtwstOy9ju+DjWQ0suxfBjbVQyec7CplzjSyfw392LnKfu8zQz+5nMuG
3ns7qx7SZW2PtDYzE25iP0wjPkTrVCmPeWPLFCtz+EeipD1AVu+hqcXDkrQIsQsFtXXWjv4miz0C
+ztUaEZDgqtVdDrxyUwsuqkFTNY76VaEBNvkydisWbKmm7Kq4k0R5u7W4aWOQ3HFECi45WJ85DAs
loktLy1S03f026TGexV5TupXZ+XuSxzp7kshmRAMzCaUvPU2WhVdFyisScRmq2TvBat2ZH5e+RIQ
OQL3LTv3fvxRJ7S93C4B8zBnuDMfgbGXx+t+Diols7NkrI/QIB/NXRb3K8GC4DDqKL+FmaJLBe+m
euOHwdQcB4e9bsmW/bAdFrNx9V5av2Y33TzhmB2u2h87BiKhz+MP5VM5B4O7d+y4xCFVXmy7p7Ct
s+QeDfmLPTXOlupr2CejvFDqIAIAJ7ZzAyLTgi6vkSMBbUhyg4lradj7ThjoxBCvWn4O0tat8PF2
UbUTQHqUk1EfcVZEBrsIyFc/u4JIzr4QnDmjfhtSM90okX0rxD0B7Nwt5JMDJw5EJ8EtGfQR/sbB
GXcJcuc44TyyZ/qQ7/TbCNPxM42lQ//TamDkI8bGcfJA9bEwY3c46PMb7Td73WWdxuPuGazShNaL
xggFQaL3JcpBrCUpRlGLxZriHv1sxcRV8ElPWotqg92YKqLEMHuRHKBdqUCg/c2+daeWsNQR9yyx
SeY7qy3XdsPx5dRtMCdaGoiHXSp/uyVNnap6mEOjIndkbBSun9in1vf7w0DeruLXxuy2QkNVBTfa
ilUFb2lrpvLCutTa4LC51K0db/upvEvPoOFNcNOI1M/Xz+f5xAroyNuItWoSQoP5/bv5m9PmZ6AA
+nKAZZJ0athRUnNzzVGp6aE1q3DMYPnrmUX0TCFCMdBv0zHel3PkzfONT7kOaUfbjyXDwb6P63Xq
r7sCbxWa1I+8Sn4XOSifCGnJM7DsmWeGse+Pk7fTuvURBTBodpjTsBsOmrhEPe5s+6FEEcxhzeIo
F/Epqtwfk/f5zPrCYSp3KBjIMiJ86Rm35JPju/CDEXbJnEGhCYURKR3a1TM/6PmGkS9ra/YvKzE7
5KUF78dru9MzmGccDLIEgv5nM2ca+Eb8MuuGl5R74NHHeS8h873Ej+Bn5MonfkdHqOv8pbP4kc2K
dzvMrFUdEunc2qR8BcQcc70ja0hPoxrMLaWuSZIQqK11TJMFbzbu1+FEhSEy96dfJr9zOW2bwnmd
ouQvTxMbDRsuyxsWGZySNtfK/hlOpZt+sDHQsHua0x0M1MaLsRu/rIAhJUpvqsBkWw/iVg8KqFLR
E5Ji6AxuUnEYEcRDNxpqxm6kMZTZm2ZOctVqGmi1GaKjhhtXLkdgbp2fpiEbwi7Sfe+Y922w1KNi
2jKf4OLx/fdOdsYbKlB9EcTOzuImsHdKp934RT7nh41vbkL28XNHMtV5dTSz+d+6wLcetYsgjf6H
yhtwoVQfqHvEodCt10AMxkYTjnnQsvHd6InZ0kJW8IOyJGsMfxuLnnt268vP0TYCukf8+h5pTTFT
biZWowaLBflZPyE0gzmCVigFAa5bxDC1uU/0PnP6OdkAHS4pZnUBNNjSHn9flwYazpE540JI+43k
jHM1Oq+p+9tq3pGyPcQYQPlry28HWgeTC7dFL2hfVapZyP/iP4M24mtuxpUtBHdhPOgIZ9SesbBY
1HVjYx32kIXOqsAic4yD4IsDA5m4RFXKRqBx5sN4Cd+FoujJmkOj421sIDr2L8oU1zaJv6qRBQt5
6hP5YOK4fKaxCel+K6P40kJ4F1l27GIKYPtlqG+TP3yxjuZW4BQ0OH33ic7vo/6lggvU0nYtvJNW
R+DV2rmpNt4qvCfSsQ+iZywzdo9CtavUABfHkQClJODqbleajuW6TN23GEecJ9QbuL/u4AT6ukcw
8Xeg3OAV/a6fMJwMF78szT3bjRZVvcGv2M4kQ7qWjVBLxTsxISvLbZAx0WbJTBhUWC/UqW9oB0ud
+FBrzO8qhjFosEkCO2Ck7oqGFR1pDMDd95ndIVmCxvmIjZJpRKYjy67jixQE73GEj+GLz/iJ8gUa
m8ux45s9+exmx+p45h4y0tAOjoXwa4R6VLfD72f8WLYrgmZFxgojA5Hx0wf+qsCpsq8muQsqy936
NET4u/udOSbLNvDl7h8/phYBJiuhMlqRIXbIRZc+YD07cjOsA5zbRVnSJpnu73ROuzMQ5JDuiPYS
7lj6YD6wFHZEU+m659B2PimI/RVBmdenX7MtZrvyYOk7v/K1LWqXmqi+8QebCVqMiJhUa/R5bXga
Jkr2/+s6R9bTpT0ZMUWZIiDWTp0nFwP1JDO8Vtv6JjygGWaHUNTfDA5pa0hIPxCudhsgHe/F/GWe
D2FPlfx1anGnQmiZMHtX9LH/lVn5hDsiEM/WkaVupRYcByPg5/OwRDwjzZBEATOAe+97JgVxHsDc
wf/BvQ6kzGTQFwKwxLXUzM+29Pi9B/7ESztLr6gWIAV7FH156180jW/h+odCtteimdC8xrzQ43z8
Vn2x9kP2aE1W0TRHPOn5mT//r0++O+jMyL4H/FS5+GSBmS+1LH0f7mQIEpoIqbKoy81I4VtQzjCe
VR7xQ/U2KatlMYN/UufBedWvq6Z8uDlcOprS6fBE12hoxZicOWd30IdlF3UfKJa+W9+GUTASXiAg
kdPjGZIO2fz5jImz1q7J7RlJ6iyaJRCa8vQQ57o6wFEAq9u7S2no5rbV+3fL4szgdp6DLI+Zx7so
KqtEpou0AFGWgKZZWjA4VonrcXShQVsGonPnbLQ/pYQmYDHHHCa8B/PhzQCr3Yv629TEK5yBazBf
Kcr0jr5v70pdPmp0OFundrwlWkWw4dwDlk43XtsacKkXbQY4piXBUltplu9jF/lc3tUlboajyUTo
KLVgPZoVIKgqLdlIAO9I7eHEX7JBCNC/4j66Utne6dbUSs2A1XRGrUqYq8T9MU0g68fV8MBBBfxQ
vJLKGdTqQWztIbc2H1iJjP00A12zHp2dPUNepfZX3ZdUT3lY48MoyEHsGOb1nvdS0QKS/llXVyai
lUcYU10rbAdYlFwUh4e+HbZJUnIXnAdzppP7m/i1jASo6CC4c5/wGCsyxrDYbJNfqhdogFMddXZb
9d66npFSjaPI8svTG5Y9EpVssa1M/I5WXCc7mLBojqNRLg0hNm1qaXtN1Yh+a8YFqfoREpa313SK
GGe8dqxEjlWIC2nGBbRhf218RABz2FLVfntR9lPjT7ywodZigALqi37DXPRwfqF5fokIFi/4X63A
oaNFP7MZDJzPiGAoVtjkZmwwDTtyQzprEpUD0AaPHLInHQ/y/3wRuVoHOAHgNedjtnLjAVHijCim
cn53eznu9Pa3BsO41g1vTy450KGEKEPdukURv7zGiautnjrRwi+jV4eF7a6G7hh3nk5e3l84NBEx
Sn+PrB0Xl43xzs3/VLmXfLoZ45U63Rs1rC93C9UHPB0V5K6XmdxMpvWXS6IeVnU8UzN4wUu9YxhE
GLqnQaHOK/ZmredrfgB/o9kMyCTGDYbLxooFaLxsXCeD5qQNCw9+NBfBUk4MhIIatHQ7CwP8aGXN
m3nPTa9hn/g7o3lo3Wzsw/2Hq4gCD2D1PHWGXw1gHkICRGt7RltrvNNHsK5n6HXS4B7tPMxJsVZB
mvLJ/s/SvWvZPRsi4sYw6fhMml4qAsH2SLBGwkxkfWmj7uY79aaICVV19d+M72fPj4MxvTw32H5X
nV+IbR8yrmtrhu5JctVpsK3Utlc1uEBuUNFO5QUmE4noot0Xifbbm9HgvjlEW/yzaJI0ci88COIe
gyHuVlQpmICS6ax0DLCu062daTwOw5yiiIYS2X69HGZjqSmRjc3I8nyGl1szxryZgeYGZPPuPK2H
kPkfeu5uMUqpL3M7Ylk+rYa1xgJt40Xyy6heTcesZspKvQqHSM77K5Q/qD/WGszBhc6QKzeRucTZ
HXGFwk+TVCyUkTCkilgXwXEUrxk+0kHNGHe2MrTxQDvwCvTsG3vWXUDfB23u1lDo5OE2chL/aGv5
pzPYq9RuXdy+8EU6FiRhFNB1GCYzC24aQrJswsD40+0hv2vzE7MKXCPlOJJJ6cldiHCToDPjt2Ie
XGpHYQ0QdYL4NSmA249Q7s1S0N91cb0oBUUyx5yDZAY5WAXiLlhGUdWuMr980OVxSGsoTItwWusS
kXyIjFUm6IAq2EsWHJYg7ckfm9J7yqBgZYbdT6eyXqamIhrIa1dFEe29q62wzuomayPmjkvocHut
CjZKDhUZNMbaHrV417SZi1LG2ES4of3IKhaJNOvNEPO78/X+ISqfVC2ujiK2DixGk2XpFdtICn3r
AXa3Bq0AXWPEK98xMHfX+i9WvzhwCxjIdZQyiDEGNPFRuhoez6zUOd4VjUm4kWr6KsMOhqFXNgy9
hk87P/tuDd+lkD8TEHYr1TsaFl5e52ne/UD8k847Om8RJe6RRbDYJlW6VnzJJlHDo8oGpNbhgAxp
/i49npxNCa25lKicmjxxGAXtI1MUdzvNblHSuAf2N/ZKeuOfXAuGnZnZZyL6wdHDjaZwrFcAoDh4
41xuDD+4xhh8Pa+RuxZ5Hjx6KDxKX5iyw/fL1VqURb/SBHhYm73Fyp84fxmkgEkl5VX4PyrjnjXZ
9Fak24krSvaU1r1h6JswAjFVO5xFVqox63V6Yi8094RuzFyxEx/W6TRD6e1PjD9QtusWocvw4qcR
zb2Ft36osZlo6Xw1EI0ehImBuR2lHZaLtaZFr62tfyjWR6lsmK8gE1W4q3nNvSXoEDdINGjTuT4Q
kZn1Hf9rcGRNde4RHi7KBIecCxJW2d5H4ObeqoWiFc0gV3uGiKcWxmmm+E1tI4xpfXMZUf9PmJYm
osMX6YjxZZAB+DmtQ2edXD1nqDe6zmWjZOUh7isF/PLwkFZ9cMFt+yO6DK38RdYHC4Eieyuaki1v
536F0jU2gVsuAGiOyOD0eQyZHv+Hu/NYkhxJu+ur8AVAAxxwd4BG4yK0zIjUlbWBlYTWGk/Pg+yh
df89wxmuuZiYzi7RmQiE4xP3nku0q7XN+5bPBGowYrlo3mDWkYJSnVtW8ZHgueyxCqOex0InVUzh
IQIQw8w5Tdmehnz5JEJZXc4+mMLRgjuuyMhuz6V6dbVuj0RxlydNO/7Hyx9fahonNTmkVEWAII2p
ShhygGj/jJ75DHP5fPlk+P355f/Dv8sglq9aGs/ZS8mNcxnc+gsot4+J4DFH+sxJER+Nee/ZpCVM
Cn9CbdTu/ToZTnHckuWx/BNc73/80+eX/+rfff6WP//Ev/otjjPSLESy2zTgdTlpKkE8Zh3eQo/4
eNJrRvwgLcq8yZ83YB1W6PLjbR7Wr87g/Ay6oCbCPhq2vsJz51TuGZcC0xGS8XYOcuS14ncBov6M
9ltRK6EhKk+u6BkITqxdu5Zp4dDHF+68PUesAK5BTdJ54XgbSHRqFxpzLidMaKJlU8mYQ7KqXTkd
Ngd+HedEt0PHsu5m8Ce1//WrlVje1Ul/c2aO68LkmOuaSW5V1e6l4w0rYX0LYrtb0ieDDfxdaVgx
p6StKaE68p086wTP4sPl6Dj6OKtG+2sp/PtE0PJe08IvS2zsUN9FqayzH7Ubq2UJCkib/MZh4vLc
yEPEmteRFd73KIqEAuC8VJTKN9667LfZeNnzYH201vSL4Wq4mU3/NagAVif2tLebFnpukmC8H9HV
zLVw1rW7TwhY2/kDnf0wFj/nKb5Su/AYNJs39NDMpUkdI80xfaBc2Lp0RKvQ0mQ5Wt1T5hP6bTyh
IrI3/FCvQ632gL0jfodZr4WIfjQMKFZkeoy70euzg6jdFyhoNh+1YdoQANeu6Zdv9px9uN3wPGYU
DuaSqD1kXoqmx2HYEgRnN+zsfTSTIG3blTz1CwXUKdyX1LA6al46ujEb22VcNC7WX3c31vVD2hFQ
WXm6W/udGlgM/6wkH9y24i8sFrhnMcYMsh4DJrCVbutzMd4Eu+oVh2aHS5gHzSbKEgA9hZdvwzF7
BEb5HHpuw3pd9Ju6x+dmWKM+qYycH3cifLiRuQOefkL+zjgVzsI+4RTku2OWnmUT2HiTA4UQWTf0
0vPkFeSQZcPBMYkn7YsyYX8AvDuo0Up4BdfCCjJxdvT8TqO4whcNx9QbwkPp18TKJmi+R+vw+fNb
9c1WmhHKaD6wLQf3Nyk67+xdJ8ldjvikBnRv4ZvjowJycV4iS2CwzFD6qYupdwTjp8+/yJMXW/Ez
GQMj51AZu5aZQR/W6oBuY1qlM7NYT1sBaj7XBwEo9tnoDYcq7PsDdua9Lc2JpZVgq06ccCQhLz3E
eXwqso7/LsHL5kRahlZrQ/onXRncONTDaFzp/hNvR5H3UYf0gg6pyaT/9lCWKN/SZFzF0dWV1ns7
ynxte/63prQudqzI59Mfc55+GeseTeNYHPTgf9h+6LPFjjuYAeHKnM3w1IUZXQ0rM8d2kDxjVm46
/4tVESmp7ZjhfjR9JCW+wjJhHtUTxbL1Y583FrDBcyGrXyaBvnWYxE8dQoaVWal1PKT7IXGipzxk
s9XN6ZsmCedqpNTrtA/kmJGUPkk3vmVJfDBx74AFc8Jr3JIcCi/K3HtgS8vBuRSjZxy6qGbjWHuM
hCqJxju8WZ1FO/NNiTS55PO3HH3RVOmnkVFOwMaxRNSxI2fwMV26qEEXuJBndAsumwf2jvGGhdqL
SzYrfvlY4w9i61CU3vcY9wFqri7fWm5K7v1y+7VAFAn45bIH+dysWS+fQwFSMEiYbplUpGufOmPv
581DGCj2VmX8HpeljeEyzje4KarTrMnu5bkdzJx+JNZLS2XrOEAH3Cn4pdO4TTGvrMEPebQ0MuD4
5ykb9uTiLJEU9oI2/XzxSuggg2BuUEbwXqy+31tsIlwbUVBaHfOUvHq/FZiYzfKxt+SxXRYany9d
iUBFmoaJbtB/G5NRrfAdYNWUEbH0/fgzw4O4dj2kzlU3nymZis9w2KTdOCJ4yTMKRZwTAEwYWJ/U
Qgx2lhcYjIwIWzaLnwhKS0RvWNaYkDTAFWIlurMgBmXO6p8CizfDVf4MCgAaq+VMU6b4Db2zXQ+R
8+bU4yri1jh4lc3Os6+vLvqmj7Jkg1ciNMv98b1eNthwlZKNOSQ/kUsBjnBL80agYbjBw0/UcWSQ
p7rJZj+6IzJu16PhDHQXCSl9DXgHX43sAUxYDaWbdxvGceF5Nn5PzOvpJJyzaiJ18yAfrPLZqn+5
5ZbAWdkHawfn60rYX4aORbFpIsaSgxvdEgJemZ+nexQZOXVZd8347msvL54I5/g+NvZz4ITzh1EU
Z08P46/Mjq7eHXpb+FFn7LRnMvbY4ODxH9y42bC1exPhtI5nOez6mAn+hGVgDlmieqKMvojO+7AH
Wf+cmncNzybNzXvQOopuaVhAEvZvXyNGjQvsqnHtxlu/F/SGOYIt8ETGxgoD8nIj/1cyO+ioCS4J
SbRfBaQDXCeNRLS2Zu9ZLxJwr6jdr9ZwbMvm3prySVVRt5F1kBwb1925WfXKjIrFVbq4BbJ5hzLu
m4zvzhiFL3ltMUaP5CZiqc8ng5NNV/E3kdbBWfqoKdvW7nZU2eVRBohKkqJ4LtDIAeVt0Bc3Ju1s
9TQgG3U8u//hti5AJfa9L0S/n2Iq25XMn9TUtRffmrfVBCYpjiwfrQDCrqkqAxwwIHtG3kcgW+Ux
cJnBiumXZ6eXPIj3RTI4v0UVHt0ayTfNu9pFAxfK62x561zLOnIUwnhDYfGM54s+F0/TL1zwoKXI
RqXC3ehg7s5BKHHMdNa9Jp73PtasFTVwK9EV+6kYqmsf2vO9U124T0TICJhx29VV5mOLXBr5cpNf
gyphuxozTO1r0jU4kqyPRszRDh6rPullTfH5ktETnpL3IWzLa57E5TWrMbO6JdPVP75kkL9vWgcS
DbXKBN787rbhl3DC45W5bHi6UjzFri83ttejp6oi4HxGtdhEIFIkYbv2Dak578ZkK8e2Xie+ao+t
br5oPSeXQC7XvGRyA03BuVSJ8So74W2ZA+TbNvxtabU8Iqc31kE9PSpMnd5BLS1ZB5N7Y/D2oHJs
ygSRawp8PJT+Q48ewE4BfodTcnefB5UgIZJEX7tFh0DCG9M1sHjI7sgxMW9QEguHWRIwmFXBYXww
spx4I99I13/xOd4ZqwVF/t8w792LKG8hAUvznw2DEj8jTnNbaMyDf4tm60I/jco2ig8kqWPimRtx
7VvzFInWe+RyARxJgLI5dt6umNtslTM1PMXZ/M85phRKKcTsACVgg7nxW9+AWC2yVJyiJDIOyFey
bO2qDJJ5af/DCmWnIVC3WqeboGwOaozi00QJj2IgVS9t6jV4PzrrbCfo8ElxMxkkgHxhnhQeROl/
YMwdro1XxUfR2bfSn4Prny9uljfAV7qXwKrYaznUST0KOHPSama/1pTb0rSeOu35/+EyLjDp8o+r
e/zJVWXR5bigh/g/7dpcSvDQf/VdDiGGiFm0waEd9E8M9NYH1A7IdnYM1CUxFBOOPvoyfymnBs2P
Tu0NY3z7CbWjRA6SFscOgukT+9fmBn5nh2YBA4tDtlbEsPuZDy5mnE6/mFNjHBNSbNGXBPcxidWG
aw8vTqkfqVU3J8TBIY5pkChWGH5N6xRN0Thnb1Y0klJfEDTMEU2Yk2r8B211R3ecqjOS0Hsr8Ok5
TXVs2TtTnzXWm+uwP//3t5uN7fbv18mzXUpAobDJar34V/+Cqc7tzgfo4YDYEMB/8qzfKr/Zl0PB
jxuLiVJSxmsUR+25N5Gyhv0OgIS5H+wuOjIefvBzz7yEbCj0lNaHTwNbLNvqIAMJGo994/qnLLPg
5m6rcZ5eszF6GM1s3PgJWkbDzz4MIqmfjcE5o+H59z8b/91/+cMpfkCFXNhyll//6w834WLN+xnZ
u0rTI/JSxqe7obCjr2HZYIEMCvj1Dm8E2ytnZ1cNuBUjMr67lcWzq6AIrtPyAEknha7DspX9aU8Y
dme+1p4cNrrOGHVzW62auUC8wsb2FsD++cs/JTJ80MJuHyaYOytDJO2PniNSAal6V61f79w94p/x
hCvXepiLJt8Egak/fGCLmcM2Lh/NN7ONP8DlRK9UN90+xQFzcHQnnlKE4Cu0SAgxh0khUTfemfqo
Z6wSQEXiyNnW9BzrovAscnRtJNupOip7wycHHlt4h5Eyr6rAcp956AGjZEMwVGl4KT0VPtDMciD4
eCnrePTPTZW/943qf+HvX/tO+7XopgmNO1JQIZ/aHh1DomW1smTrPJfM8vdlNhKzS0O9MSyMpFmF
nE93vfpSjcXNqmf5i6P1wPTTPys1YqiNyHxvOzd4iX0n3XaWVA/Y7HBcGNkB0yXYSkyGcbjjuQ0Y
ycCiMuyauWw+sL0hHG+OfHbx7w5eexExLhenX8Bodfkl18ojOGV6RYvlnOJQZofWrqe9bJFi9rHQ
KKtasu0oM2CbWR///i78OwieI0hqzf9sTxD7af39E8aCJ4Kf5qYHD5HIwUS6bDPavOr+Pe3FPdLg
xpygVluGieKcWiCTwygJDkjo6fjdoSX7m51jZIrvmWTO67C724NseHRNKCp9Nk2bGZTiWjQ4BbpF
VT+3ZFW10HCziRlkU7tbGwbiuvXDD4RtiDaYjq6dbL6aLb8zdQd5yNhV/ocfe3lO/dcDGDUFrjdl
O9q2TOtvB4shK2PuhA4Psy5uUTKJm5jgSajUiB4C2Z2zXGQHcGBA5Txk8mQvvNDR3Iyho8Gsm+7e
OHgsey3Y/sjgavipWoaVNjIZPMtlj/o7gBABqgoh5Dx+s3D/rWz4dH0Qx698iMqNx04sqZsHZYcn
UcgD4+hkl45EXNe6Aq4jsiUzcN+w/9rMrLP+wyWw1D8/hCASONJT+D2YPlp/ywDQvVniCK4WsEzZ
3yZIRdeuttmXiS9Kt+3jDLAJ+nz0QztoN5yofB8if1NroIFKmwzkMq/8SJNb21vP6ZSgYs4EjHEd
OKuKFDwivsazrOr+3Ys+fGQK937ov1ejaR5ENeFzMxzzzSbQEEUKn7Qmxq8yFbfW9pHvs8YOi/Qt
Z/F2m6P63QhaUFh+Ep8ao+6ePX3y/bx86ZgIbapsLA9dV8BrMYdbzQr5MgbTV9dsemSm2a4pJ9Th
Ur01UyxvrXCcG+fll9SJzI0SFrdpG7VP6IfsC6yBB1F1ktYwwx4yGNcOV9F6Dhy5BY5a3hpWNZt2
ElemVuWJM/vYpLT8vTm6yEOq+amU1pPblcW5q+on227dC7BUNMM0g6U3ozhGL7ln13o2ChhkVptH
e7eTuClmd9/N3rk1K1YFA+RjxlKP0uqSPZEk5jpsA2c7GAhSsSkGZNpDwirdi5CNgWgJ+cuItGzH
/OOnBuy7hPqAKXarfD10qX9PM+vGxCHdx31ab0sXJTE5ivU2on3fmlZWbUZXI76zjGQXQYS8m1F3
QHKKfC+iL/dnht1EIZGiFg4x2QU0/cpgaC5D199alSX2TptwFLxRXFH/pUz0jBDjc/NdWiWTr3lC
yjX3H6a2m/0cIkLBGUnt12FwLHNICn1M31CTbFil4o5u82oh2boNGcNRB4epizBnVdF23esUJi85
xPCyJgYu0WQlrNZztIAatcUUmS/4zIvHNASwNCj+ZOgravXZfUMptrI1fR8KU3XJuokFT+kbr//+
ZIFH9c9HiwbdpizXsRzl/T29OIRJGU29NvZsU8f1YiK8pdr31yi6xWqanZ89TfRTXsb+ZrKadFtq
hwi40Pra5zqAnsDgzojhSsAlG++NQR4GKeekDofeiwQ7dqhBFux6PVgH21bvbW6CaZ2yqyxkc2sn
A+le1TcrG6TVg+cDZ5NuQYN3H8MkvC/rvkcKUrwVltDbKEf167Ocd00R792+hWXe9vy5gHHKqPOU
p5CdXFWB+KGXQ7cZsEpfpZOxNi8si81w8Y21OZNqt7h2YVii7ud+jKSlYYa1YGvIu9mFAwzHycK6
nU3tezYIfYc1uLVxmy0+vR0ZIRnw0R96ao6Rh/rWMu5CfGd80R/gYaGoinczRcSDpsLlSTIMB+Ah
6E9UvBk4kLdDz38lECQJmcRGHWwV3Ns8RnJDC8ZqbjrCvZCbTx+81GdbMdZL/XI+ZExsAMEN3hs2
2msyVdApnEdyNjA3T+AXQulhB2x1dcA+T5pJ4NlbBxv2aq5y+5bklOYIky7oMNeWUVJsYPSqU5Qx
A9aks8oDc4eMfRG1LUqIhWNWVfIlxnnD5MvNNr2PFjNOivnguUn1EKEHmcFWwKDFjIdKMg7i7IeX
IAzwYgHb04e2pPEqft6x/79G8+BHVbRL/3c6z1tUB1Ee/Rcuzz/+0J9cHoEr3FZCOiTgwNr5k8tj
/3eltaMd9PzSldTmf3J5PGg+0rFM0yQGHbc5H/z/w+UB2UMp4ZpakVkuFmTP//qfP8b/Efwq7n9U
Hc3fvv5rk40P8u/lCfoqbWvN38m3YZru3/pDt1cFevrAOrTIqJXH+tHBVbbVF7loEtuA6bPX5XuN
XDFFttgO68Tprb3KJHqlDObGaYqH7sRM0D4K/bDodzF9DQdrrNnolHVy6BMBBQTdblYar00NcrU3
XudFTwluceMx0E7tFKIqUtKUzEvfGp80UiWGyOwrm2clXme3obXIF+ppcU0tNJwaSunvea7fSx9U
jEbnaS+Kzwnp59Dco7daNpj6h/O8qEM1MlGU2N8/w7k43NZBqZ4Inr64i7LURWLaG8fpd9TUG3Sg
/g62H8YWje6LiGgPiyIzoAHgIHJGlKs+Elago2BkFlWry2IjkT4nkxMiGaKlOM4OjEmlqVqDElqj
N7FBzPPfetHMZvzhalHRcqWHzcRmIx5TH/t4/FSbbymZJ9J7YYd3hfbwOi66XJSo7SltkC7z9j1F
fo+McImm+wypyxCLG8igmIFn23pR/SIT7FYkOGCcWDTB4lMeLBalsGGiGR69E81viJI3d77Ei654
Xrbcs++wFuL7B+GktjW3/Stz/i/EUND952dmkr9HT5cXjArntOLHzpYFlsBNIQsnuosO3qj08+Lc
SwPWb8hsK/cCNKJBdMvM9mfJknGP3AIJ6uI6mZwJNMJsHUtaJ8AEQJiHzDpMg88jc0bv6iTKOrjx
o51Q9oJj3EERcW49mnOiJdOGPhzBduLdP9OfOsNmAbWIupe9+iLy9ha5twotvhUnOPfQbGj8GOTU
izy8Ric+LYLxwts4i4Ccm/9r56MB+1wUZ414Y8sX7pRJgl401mxDGOxq3n6X2L9NhiAbFt4vOXgv
PEr3Q8Bi0jW+h4usfVgE7tCIkQQ52zhlgd6U6ymX9p4y8FJbgA+ElRe7JTnQZYIUzY3cZIuUvkdT
z3PO3iWLzN7IENzbKO/NRYI/osVPagcCBwECzGSzZ3YQza6wpu/jIuGPRVyfPFT9oFMSWiI+anDc
h02+iP//3NHXizVgXkwCQIkJkA4wDgQgj1b9EuDcLi9OZ+AGiuXhMwhrTD8iHAgOCcwU1QsTbuVk
7Y/EdffBYlkANtOyP8fGAN0RXnPNOEzgccgifPKft2yE/4HjJeJCFz9Tnb3Xmenv/HQbdEiBx8U8
ES82igGQi1p8DZ8vDBOxy2G6kEsIdLOsbxL0UrgyxsyneV6C/OIQzwa+k5G8TL2xlwtjkELOVPo1
idtDDJNybS7ej5i0h5O/KGL9xRkyLEG56Kabc2E2j/XiH5mX9Y3Chtom8oHHprFXHoymMr7rxX3S
yLBZDxhSPnc4n6l1sCG3WEpwwTIdwt7SHpkZ3MLF2VIyz1z1zLwJZMjMbTrU23pxwujFE6MWd8zn
8iZeHDM11plq8dBECtuFxlbzx/eJ0SYKQjYPeEVQ3TmIGLHj+MuGLBzCb8CnOpp/+WxpgrzqxcWz
xIXOP83F2yOWF38GETk8JUPLWmfxASEVyBcBLFXpQ7k4hSSWoaSIcVWlVMgjbqJPRUe1OIyyxWvU
EX+LKIwWGxuSxo5EhZwxdLXuwRDBc108SzXmpUkjegI0OG2aTtDgWBWtBCeNwSyavWXC5Nxe0o9E
PD2h1r2obg43MluKRzz1qr4z+SUow2Tonur5bMVbxc2LzbHWp7kMXupwzPepBxDeHwAF2Ym7iYfJ
OlUOFLmwGU5CJj8F0sKtUgEKvQF/d9uk9GoKJAKunc8H0Vg71yaIySUO8gGOJS6+xPehVSaPScFC
fiRR9Kn20Ldbdf021QXnVtV8fH7F6DNmDRsty5v3IRfWVViN8zDj9VtXqYEzFPEFXSEBzeQDcNV9
GGqBZxobsUzprUr8ansKz7qoHxNE/vS3wGza+ZsIi4ewTspVltns3oe62fiVZ79zaVduN7XnySwR
uWXsz5iXUfVG9o7ZSLeqvZKEBJIg2d75ViBWiK6qdeDhEZhEuXfj3sEW3nLXgWXY5I4x7MzU8A+N
nYEAKZQ+ceM3O68x8W/NRXAPwu/MDuS5qAD/ggu10BR093qeXY58RF3hwH5d8pm6FmPwvYRECfM8
GTCuukcpC30SnqFOKowuteO5bDOAGecjfr7WMS/SL+TOULl9IXy8ZxXdJBvXdSL4l4az9dlcEUPW
Iphv4jfFbGCFXGvcDNLvsG2m1QZhlHvyqvBdySy/BB1ApTICzZKURJ7QuopTWzC/GWl2nuWE7i1t
bnTsSHnAyXTaVPukFUy80VatfYteOkt/5jZPkdbjPa2gerH57I5W5r1Eg2UeBioyzomuOM8EJB5S
A0W8BWHvavJ3bT5/gUuYb3XZ7TmUwNRGyT2MxB2xQv+cI7fbF03w1Bl+i9utncBi5fm1rPmKnecT
1Xm0803vJQhgeRj2m98m/tdGimEdYWK51ta67+MEcQDxiNoh2XOcMYmPFrl7Omq/MbBDRGacwrnJ
tjYzAWSLLhb8jFUZM3MfE3x8bnvHgNNcqvFpsJuj1gYqi8J7dAYXgUtf1efm7NkBTGr2P/RfNpjv
iXcVpDdlnOUdBrd9gUWTbfsMObY7pd+MznuyDZXdEsU2SfbVJXD1dMnLC02jTSfmi1Onx6tue7UJ
a8/ZFYFzm3UDQzm5daMdHGGBB1u0KSMyHuoy+Fgf3ewGd2YT+xwfy1a27pogSMDOvf3MW3SaQ4WM
O2gxIpUzKHvjSx8BkLO8PHvNAueaxvE+SOL64mOIWfMUms8mnu+5hnAuhvTB8UNzQ1xfcRaN8yxB
5yGqrY1baE7h1VAcre5X0E/BnSKCBWjij4fOYZoQx3hnSOdiDK47mNJRtmZtUpwsSCivnZtIzsxB
oD+qINHwaZvconrNrC9zZ9XAMHh7cNNmYa2vViEla/6Jt4NWftyk6EIOMaTtNoosSA9Rsm/NQrxD
G3btTp29dsb8pkd5Yfl1NjzBw7drs0scz1c/77GMNWJRvXjzrpsTnvsYG5ZxH4GCjO8uQx/Kgz/C
ixhNLGI01a8V99fa8+S0DVXwraYZQbvGwtCrS3mIgwK/mD3k+6GIiiPGCvdx7OubF0/kMbDrnUMx
bisNNS3RRnAKdzEY/nMZT/FOlLF+rW3xlaMP2F/UvkZju7MDxh1ZyB1HFZZt5zFYtI1RetFV9iOO
C2ONVpXdU9zJL8kOltJXpkD9LaRE3LKDAtxeO8jLeELeps5+8iZPbjnw9dYomngDL1HtkCZiHU+B
ghiNRg3H0OwUjLJdQhPrgxUQ2DQnNlizZrKeUWq1myRv/MexaN/bJiScOtDlqylGvrHeCX/KvuSj
V7qv9QwSJkvWxqjr1zy2apxcI6d6NZcfOGlBfFhGcAa0KdbM0uFi9sV3ndU9sDQIJ6rI5S5vqtc8
WbulFX6Ph/omiT6KJg56pxAKOEqZIjtke9W5ihiMtITiwKz/FKvuLcww3Ps4cjZSlsUBhNFecdpx
TIHDZiU/X6PuF34SQi4HTfEU8jhvEwriXnF3cF0NI/R2eUaR7Nfvk2/VFyeA3ULp0e96kOxHmU3O
gVHFRsShOtcLYibIcAB5nXa/hIuvIFXycZqIR7Hd+pIUaNtjMu/2iSacpPDib/wt/jmvMBoSKiy/
MdMXN+zgzZY9abCn79vO/mh9Afm0qubgKRixH859nh+KLGz4IRAWWBbXPWbEWLYL8SBHjGjkTQD8
Isw2+Dd6woq0tZdp+xtDcPicJGQS2Xp4B/I5bDKb4tBE0+fw8T/Os70o+NtdVjncxiioZgbH9x78
dxdKySfH+J2XIMsUVPyyOAYxI71PM2fTFvOOG61fY1UU6ywYHPDdJfK1xrgCeb3EPD4bDvsbRKxy
FbvhtMkBpJ/DiBFmwxWNTGVcqb5uMJvpjARumNoFq4z/+mR0ZDrlUn4Ph9naNbHSK9NDsIQAWzND
HKK10WXFdUzVY9S1LwN4twPlr7sde+ysqQJIXwEBaoUgiIEwsAy5OqA7/mZd2b+lr7t9Jcx6AxIg
vnHcUG+UVvPEhqpEG4o9P4vBUHBKtqsWodgpt9kCaNYEa4MKY6P84GEEI/vgfzCCYMHtNfWB/DWx
wmKI6CaDMtVO+jEiT2wZE2pCLhA+alXiVQIseBHpdZZVhLGqwzBDstfRD/WXCQBlxv78NffNm+FA
/s/C7AI5rOP9SfYOk77Q412Ly5ifTUIMKoa82sqEzY+uTXHKq+JsBCQZGQOP/CFLLh4Z0ucumbnI
vmZYmXSPhubGjC0miqbY2mX7a+6ciqAV7CNNrr4hjcnWA+L1DYoNHHAz4svBHbyjRdJQEPv5Cmpc
95iM5YcVCsZzWCSp+mymXoWT7o04GLBPItfLgMcCvLAPky+x9Jb9iN/XjbBGZPco7N0tDm+xs5Tb
nsrZ/dGimDzLCe9Ul4uzLy0UjFUyXLQ/3Jy83Q569h69NO6ucIFejOxJ2l34rNwgulaOdTcNdltl
X+BMAAfxBx+uNpzriI8piyn0QkdfilB5t1Ci6Mz7HWigaD+1Dgtj/ROx8nQWSdASOFLxXpJHTljJ
AG7ulPT8ki+CbafSgDjVNDq6YqDtFsG5CQy1Y/7ovzhAhUON6HOcy68t284MKU1e6/ADDRlTnGo3
huKh6cGxWgUwHFGYrMPNOtt5kmged3niat9SnJjZeGih4yFF7x5H3XD3DhBSAmIsGgduVag0psK6
gwLniDPAu/Ycs3cinIgC0W1eJozq26A18HqhudiYfSi2AuHtNk8yIpNY3zakwsStjL/yqBYkjeQT
Yjg8CmFAvELjAEzN6iMD81dyzro9JnljpfC8bWrTECf1mhpkVxRULhWQutGDKAvJXK29JHxTdUpZ
s1BcEQrpHY+AVfl9SILxcUSwuiY386c19oRFd8g0E3mwh0qyCXB+Vab3S0Ji3WdW9kOqpD6Gc7vz
ylhdaYbzFSHQvNRKvNnOMbQ871V4+TdioQjl8maKV6sE7QJdblaYnnK7ptNu8nNn5SXJlV35LbSa
Z67EF5COmNaiM6VgyPz4UDQ8fhglpF9CUpJEPr37wSyPfOYgUFVO9pTZ4F6LYDoaOr70ffeGITrF
fuPxOAiLG0ud9mwYg1jVtZVvWZm6jwVRhg1C4EA27Q9eNjPq34Q9z3OIcwNY084YQupfXXPH9wOb
cVzpI+XSLYoacq5xH+8CXOnKaPYJkUiXaWBs6Kv6Q+mMVciSVB0SdxroeH4ieOZ57Ck9p3rJCfsy
IS2gfe92Qw0QkH8Hl6xwPp2NmOShcEXDLkgk88EWoGfb4iUykuIQir7FZWrlGzKppjXEA5AyRZet
R8XAr7e+ISsttnehx3eSCzlvxoJHYSfqQzeba97y6aEbXOfO0S/ZYSkSJdPF1t6Vj35TkOZmItYW
hktFJkmtqMvoQ4RAusF7f0VVunU0eTpdVIWkh9gRlXrDdmGsgjXcRJtryySmAf9zs0zmLy4/1obA
kJ/kApMCVCNFdaAOnSYji4993D7m7myzkAGVVLkGHiObsQeY5u4ww/PAw2WYm1FO2Npywjpqbrlq
iSLTzmqwy19ZQNdvBRX6hqbfVAxY7yhyh/2Q1gQDtGxkTC+SV09ZJWIVgjRgYn9LZ4w1VXBNc4yu
JGhtO8mp7LKkVyIrHkTiX6LUBJ3mkshjd9mLnHs+/7hous55jgaAWVUrMHB2296TL0U1+5vsNBIT
o6rwqV9eQpV/RcyePcqMG5SuD3/OLh3GFqG+x7OxsW4e8VjdqYlB2Y2Vj/EKk3s/BVdB2iIEDkK+
lGWumgJskYEKQigPX2tdagLnuMOKMvpu9ANC6urd6kgz6KZvYyS+1kFH7qEkoK7ObzWKnU1JAOjs
4WpIe/uVq4w+buhuUpQfo+8cQNXv0yx6nHkOUueQnZu79lXOqMPt5LskKzGjVmTLXLrhixKDvcJC
yPQ5UM1vJyIfB/PbFikaLToVDzoZcRsVqBYh993QnRlbE0HFnbjKzXbD5/g1GKZr/r+5O5Mdx7E0
S79Ko/ZMcB4WveEkSjKZTLLRbUPY5JznmU9fHxWBqshIVCV620jA0sIj3F0mkZf3nv+c7+TNc5yr
kVslwnOZjxbbTvATclZj3Y0xZ0/DL2VRInfUTkbCpqlKJrzTChUcOJQze06L10lmYw2K4lVDGxHY
b2hTsWuW8W4oYxrbZn5XTZ+cnDzEMTuFOn/jmnxXC8KhY6lEPuarX32sJjtZCl+sMP3K5kwFPyEe
62WYAp7xzsQDABAtVaf4f1d5UW2g0lcNSmKBRmHjYJnIDEMr2i5eAlKXTLgaEoYpbVKMI+LbS7To
FdWZZY1CoA5uWzDRXWrcr2b6rFbdXs5poUHQ5pBZCaur8ka6Es2iA53A4Bhlkph8fNhHfg3og3am
6hAq6OAitlHs+mL9nQsmBXarSxaSDfuMPfNONz1AMHwwaj0E1J9hU8uaz8GcP+lOQzZGPshqltpl
gaQLSOoo4XiUIh1ybWc5DWpyOzc/OHPeV72D4DlnfE6kTlLT8KJZJVfmyRZQW6sJJFU7ymqRErPN
7gagKgzrGZwWkvFQZag0Y6sybwCggN2EEEzVvYeZeTEkim7EldO7ZHXHhXEIOZZAtQ7NBNGSZDxa
GbKRlVay0yXHtq6/IoON3JokftuM5Ukyjta0kpEuBEKxvQUeZzhqU/IZqRNtWrCC0e8eUhDXoAtN
A+Zh6qoDaxSuVNDUyoOiS8Ab40pxsrr7CRttOq8MU4l7f02yOr6xU0lZYsqTlgCqCacXgz03OO8o
RvBmZ1cpvLVtDb5mqofmPQtF7OiCgWdjQXLAA4NlgJ+NZj6IsBqK92JxB/DBwY2s2/28UpyipWpj
w85VHPjm9/CwSBYw7xCU4QUn2kEfga0MxbuoEA4thN9CSknnsHLF5Zu6oCnkwYU0ccW+WFiowOOu
NJjaiyFhKRiH5xg8+a7BSG0Zxi1Bd9fjRzrI+Uhac2RnRqcPRDai/U8aW1osCjw5Sk6z+Cce1LGC
L9CNA2lYTp+l2rxyJGt/pXrNuXUehSDUVsXFXUJyOGx455C8sOfMQwCNFiRb0YPThexV1hcLE6Mz
PAhraLmyMDU7KIIwfkUYVo1lLrilm30Xc/Ccx/K+rJerPvdMBuSGSgriK2WnXvRp42AVT+Lactpm
WM8zTMWWOJmCJ+MR8ppKeFCqe6lj4ZWhwOJaORNnua6QCL10gpub3hdQCmzwbsTxdNKRmMrOURPp
+26kH0MWPwe5nrjyOSRxjvlkuZH6kLoGkfpApfuEZJf741aaOWwPdaoGjUiDVd3hjsi7JvKaUGl9
PHTGruP6S/MI27eYl/uS/YE5dJavTq/xAsIz7zBeD2u6VyYywiAsuNzpN5bb8HeYrL+XTFUvlJQM
DKfnSzZwksQYdpI31Uqlf9E2EtYAEeAeznjhyWjeZzLMjrZGbzFJDp16NSiQF2kxSUHJ8ofeRtqx
SISHMuv2/QzBMBeJmasl87uwUe4tuf7kiijAIIEar6m2IpJiilIGwpUdBYMlsGo0cWAGYOQ4rP2d
ktf7qYf93VOth2JKl1PVvqRWj18f+7yJGRm7A5xsDQCIoecfZU54C2X+ZakwAM8Qq0EeLLI/tot+
Z9S9u/bGc9eQVKXcmY5qEeJgm8hHRcQ2LyCXKYL1aVUFeETxvSLghGkz7oKlKQe/WQSJqlfI+Qgw
YdDsByJmeU1UPDNelaZ4MtCcvdDq5tcJtttM00kS4pYrZCr1Qs2p1/hZGkm/EEXOgtYgm58kcvQu
YaDT56I4G0UUMJa0+SBMd2np90jeRraVp9Sib1FAg10pPUGDJ8KPjLAW4h4KLdkJWBYF9G6vUZgS
UivH3yBfBdZIzocSdseQ51FdHqJQPyxxIzHTnVu/ntESVP6mmopJp56rn1JTqU3Vv6eazG9Rq7Fb
ZZgqJSLSaQMzpeEdg5SgRLi954VtIbOkYKhIx2pEqSlSmHkZtcD0ZriS1HlfeHF+OBpb9n/6LvS4
PQiFuFz03rhgHPfNZm58tSVErun0OhrCRIKPQgNzOYqxPFwWuUKqag9hyn/XZnud0WugluYeSX11
9UneRczenCkqlr3W1T7VfMVBmoZXq8WErcovXTfSOzMbT+NaPRPtf9RTHDOY0KNMD6KCNrVoFLOH
ehQyCrAEhRCR9RjVo3jECX0iCkfVH8tqpejCmdmXXpNL6LHiUGzjikayN+ItMwpA4IgfoXwrBRYm
icU760xwc80DW+3GnWJlbwqRdC9kIkanmmdVkbxkmiLjYLK8VgtF0uURG+BmC2/SstypNbsLmGuk
8rYD/QKcrO1ZzmlTnES0cq2+N8vpTHCRrHPQLvW8p4r5MtJFQkqneRu+ANqORAX1d83Skl0p4pcB
RPe4ACAmJEoPKud0T9g8jgMypFkhUUjQBebVyya8As1icfpZyeMXOF1DbZEvrYTfr0wi1xozphTF
SKMfHw+G/tB6wuM8nDDl2tSTiD6IFHSHnGBuJgABIYwHcCymHoaxfwoluWY80sTqc2Rh8KoH1oxM
OaYGWy9xuSMyJEDvhPHDTs5lCJnveomlLta2QweUmtNCyUMXXXoc8RSQxutOnJvTasmtKy0k2UmX
MKYDxlByYcb9ZwpbzTVi8KUzQflVYoWupG66n6zPEYC9l67Lk15xoUTKRASMQ6WayT/5wjY2WxlP
xoL+oqW/h1T5gZt5V0Nh8GYiFB50Q/A4NaKemVAvvtKSQ5GjcSHquF8iTBwrCq3VvKCvFYde6V+M
mmqDWdPOCadSZi2FcraK1VOm8Dsz5J5ecE3YNwSu3HnKiGZmlddoV0liHe2m8NlczescgpNYIlG+
q815LxOH5mQ8on221dcK8cNRABsGo2FKTgmqtJ6gypECczoLgk4yzB+jpLvSWGNlND5mY0Bvzz8A
WgWz2RDQi9fCMSpxdsdBaQBvr4ToBklxwNVrbiWk92MRO5bcrUwbzqYYXngHCSKHD1pMO/KY9cE4
4C+d1h40nASIbAZrBfvyAWoJkyvNXNhUU1phZVR2tNNeWpX7ZamIQpvDj5C9km1CATZrv9WV+zWb
E29YKxfPBzMX5YL2S3YT1qrB4ZI0lzkngmvlOn+r9kDuLn6b13by9JH8Wk8Sgt1Oh30QvopTaLPf
J/V9Oq/fQoVTXlymb34gzRaVQdjF7bUSyytkzDWanhl4+Zpu1ie91+41Rog4Y0f4AxxotTC8ZoVB
VQqn3m20Z8dpg+hD7QaXz0lv2jPT2sYN8QdKSXQyG6GzJWWuHWXLH8U4YYo09eTEyvdD0r2GNDQz
55hAsPABrexJmLRau35EwI5L5vMxYaOKBswCtDTVoaNtLUbEwZ+MY1qwulZkQSS9MT00IDs1dBN1
rJ0CYVrZdMvNeaziN0Z+upck76Qege+UxjkPtQuOzzuqaq5DQzgche6kRdgYJBktaCiiJ2v+gkxA
d+Yi48sAGETj6OTo4tgTsdJLt5a436jfOhJgHHqlfsviRTtu3ib2rjTjDt00etUYprawtP7AFbFr
RZE2WMhLboz1cTebUGz1mI4vw5gAMcQA9oFk+YgmJiXHEOnDeHnrzP5UlVN+bAo4rFGf21RMHKJE
CgDyTgB4ZiwoeXWU9L6D/UGOS5IgqBZYvnHvUS+YgpePy+59iDk8xRbs+5zhCo5SbNrQ3ReeLObA
U3O2bLEuP7Z/m0CzUFvj3AjWFh3wkPbIJL2kvHIdnkyto0hMuq+qmHPi6TL33YvIaBNT7FPVj9Nd
XstPYgD9hSd5ewJDTd9TZpX7Ie1oBNCvVlLMTzhkqQ/MUhfzE3T/JvYjs4AnF1UNzRAbUWak0EHo
JcEtU14gWYzTSlrW27bAMvgJZnnUKNUJiCed9F0RfTQcrgnIQQQFt54Pmun38/g4S2ySIkulJhFI
jC2JOn1mndY6UpZSxqRiaeqyCKhM0W0fmwhPbEoED1Flfcii4WRMiKJhEieuLD9q2D7wLvNYq8Ly
FMZdzLxIlvYJ265iy5Bi1SAQAzQxq84EUy0eKXS5Rvl6J4fzMeMzcTRz8s0IBVsppw+g672tEYBz
O3OuCLxWe7RvN1MIFShW7atUdDoKnWQdrkwXWUkwM8NNrBUu268wm18Heps8BcIMeyJKxPX2kMeD
zlPuCG7lFC8WdAEjDnfbXeuoRo8laBZByqXhuS+1D7HjY9ASgVAfh4YFlI/Tan41dvhdRaDprZdl
7XBP40ZMzxne7/ZjljIR9sSce5matUdZjGgwRdk1w/xHXeggUsX5O665rzmqKRSH7fKIM7JSj8NF
F4Iak1RQyeRBUykPUoYwY9UOEGcg9ADBo1WXLk1DF3EdLQ6TSeMKuGyXsONyY3qJ+a+xYwN+SpxV
68+YGZO9HCZsvs3F7dtzqaCLcec/EgpCuonLQOn746CY5IAYKoxzzH0i15CEyjz10opXZshChotn
pcypa3Z68zys5eKSobN58qYIvd1J7EBwFtoz3OXapzZ7h6HAHQ1EIwpISNUbHxR3EUP47Bf9jdQk
zZ8q9p0pka55kepURKCLWIn+GZs50MkEHv5QNb8xE83CNrzdYjy5xpa94TRiVMVzN/OQTU+y6TWm
xKwu6sRgsNZ9Ti60ZLzMTqtctY8snRdP4CFxSJl4EdmZVeSv8gQ6neMl9xNFbeVbltVOXabfpYa7
d4o2AzFTJ2y5wczjqkMH9TgT7yu2iy9Lc+raZYSBqk04nURslnv2YhbfU3Mwa9WpofFNRZNHYX4s
reqiDHJ3J9MEHLb8AGS+MseKFA6f1gzv1TDMoBq4nNh2tXSs1fithaSxq1YmijpLeyHZsPu/cRmr
R/Gr5HzqioOg7bUa46ZewOtJsCCwCODlgrXuk8pt7yivZysj/U7mMNkGn0+SCFBk0o23QR2oM9Cl
B2lL7qLOwbOKEIYVxsKM9lYnZCS3Q19vvXkClzaP2husT9BHtkjKk/LYkofUpP0qJFhxuXyZrfuk
L+VXnhP83KlOkF0B3gAxC03FlL0IPzMmR6rt1b6xc1AQwKBoI6DUz5XAE4OvYCHDd7baeaq89CMV
kYQrVrHNd8s8XLiK6G+kEs7owrtcgJahGptYy6Cpqx+ScSUI3PYjvI6Netomr0aNV7svntu5OPfo
xH45hX7JY8aLN/pUpPdkClIKyJvmEWfUw0Ldj2PlMbvT/Lro5mlsyl+9YcL5g4ScacCl+wz6Fo1Q
niDrjKMWHLF9nYN2Bzob1hiuitDIXKP96ii/AxvosA0/aJ2msTDEKKmrcBlnos5RbTHsjjN3rhRf
63GVwzojOgX0k5q+jiB9ZrHBoukcYLzBMxXaHVMetkKWQ+7itBbYNUV6dbnz6F8RRNa9RQPxRKkW
BQdsVmUNcXlgTR0xHDq9UX2OPPApeSBoJVgJsTzkXVUuXzPWRbTt8IwbBaqmGC8BqkHXFkEeN2Wg
b3iiTEfP0C2TjX26lyq8L1Z/FkFkUAJBwwcQZkZrYeHjvPos4rEh5w3Ypi1G1mXebqVFbpI5qNM4
I3RuHesxBuLUuLfYQBEshu6Dn8pdzBqBJeYWXCz1VKb1vjIszY1GinsSTTh1TfETEtKELCXP4q82
XpnOrTNe2qs2LOOxNUieC7kUtNXI/r5YdYe1zUuUfMWbZapBjjFmQcBNR3ByGiwtOmScUU+1+7gf
MTGio/FI5QAHNm/msrPzmcuy6HOPERCnMfJfx5W52TKn17osOHd14bPcfUit8KcfOM9JQq5EbYD2
MQGNVTYrS60BGCT479ab569Mkn2i5oMnptLPuhSZFymbVRk604HICONNHTpj3Wv7oo0pBGZAiIGb
wGgrtk+5BdAVso3stCLXy22gNmIgjOYwO4jN7MI7hF+Fc8WHKxnvNat3GrUGvzGMlSM0iHMzoJfk
0ZCklYl8eFWGvPFvFk8aeshKdHKgmXPD8VBGk1dAc/AkOIP713ySCwfKL8bdjcjBHXZCekZc6eun
Du70YVx6KYjFDvvEdDZ0OjbCEAHc7vpJPLQazdxxGO1vLyfUDTRJ/tHN0sepFfGELRHACmPpgb1t
7u91s68nY39F7G58odZhYcmwOsQxFN2NI786wBmYpjLJyFxBGy4UVhClZBNAKZvTNCaIVWu7NcmJ
uECLEkeHfwpJAQNaVMoaiPfmTPkKPl4x+arNKpgmbg4dEoWTxwnU7qVrPMv6HjswsQuQJl3SgylN
ECY7yEcZF2JXFPSqCkpu9+RLAP/hu6VS4KMSC9kLzZiC5xG86mqOqRcBy92cGIxpwG2Lg4nrEDen
I7WRujO0KoBBAwl4Fd4lFAjGKyVV6oAKpoFaDW7bEz70lLGo/F5uAGHmRXxppmqfgM6q4wogZ8Qe
xpJXCdJkxsaLKmhdvmZibXopTDWTweEfX5osPnDDzbt1I7wQ0HmjGvIxkcR7vc+O04KuPUTzxpLw
Aeowq9sArfySh+HxDH/oeTU+FDMacXVgGc4tdadslNda1fYZ2Ndo47+mGwk225iw6kaHxbNMLqaG
GNts7NiI8zkkTdLa2AcrG2Lm5PXS9EKRMqRYFjmIkOU+vRFpNzYtIQ5XvtFqFbi1aFKblzZe9M9c
hmsbboTbeGPd9hHUW7mvPzjivpobD3cBjMsDMLFVcVgOJKnXA82cEPwA6WKdBoMCWtfasA6cSIqp
3xUbezcvUTWXJT+iPDfYnbj7ACxIjxSwvqwbvXcC46t38HxpTMNvnH/cnMOE47E5b17nZeMAq6l1
4eDA5gkmyEYKrjZmcAU8WLCgCK+iXwIVxq1Nc+BKhIp80DnayMP1xiBm0Kwe4ECEG50Y26lPrrPx
Bx7RjLckePIby1gDMtcq+ePtrpI24vEkwz6ugSALargVsVNytV2WN9fz7csKPFkHokxLD8df4WJs
dGUUcXErXih8mbB3vjGY2XS8ThuVmUdP5C8bqVkAYQd+j9T9RnEewDkzsLlj2caYvL3admM+N9uV
IoZwoNWNCC1ubOh5o0Rn3AGxBDdaaCBIT6Ck+xtU+kbAmwBNaxtxuqnCt1IRTuHGolZYk3Tg1Dn5
BF+6AavpkufnG6Mfq5x4zsEytRcMzrhGC3/UEdU29jVgKq5ucNjZRt27gfX6jZUtA80WdYY/kwoy
FuTXrlmh+i8Qti32UwhzcOfCYbWpHnStIGE+jFV3/kYg57kPrjvauN23GzBSWBIEoGCuKSBWb5zv
aNwWOTD+ZFU9onY5QPBB0ihfX2aMYcDCx40abo3UdMmNDw8a1/FWy4QPEu8VFd3Sv0v+/kvrt6ho
JtEbBVVOIvfyN4gHRLCBg/nc4lBPf1aNUjwY2ZlNDpNzS6wBEB65fmVTA5O21jISClOzRf+wkPF2
f4lm/Zl9+qesk/kvKWRRVSRTk1XF4Cgia39LYufxuBDV7mjnE7FPG5oKYHMBBYbgeZLr5pETiUsH
FOQ03FdIQRBMpV4p3U4yV3zLVfQCICfj1roz4CiR/P2skZqvdZxl9zpKWTl2bko9DurTHHpTbNJo
BGnzrLKdTI0MWTxJlENPQadLsIDSENXARNkz6ZQSWC+9mdKqXLJxmjJKoCQ1u/Y9HDxrva/DMPnN
5P5THEUzkOQ6xpeL1YhHzsANzzxWLKgh64VBfV40n0hA5OAJFi9CnbC6T6O2zzOmBhqFyKx27H+i
nMdmpFKPPqWSz+Uo/Krw8CrNHgIQDWWNcC/PDAsL0q2Yn8TkdbXYWuo5wGlLIaESR/uUEkLwIP0+
FGv9TGr7TW6pWo9ioSINzcFmCcurULfmARmCWEE7SvdwEkHKtwnLpDZ33kjfFlqgqZzFbb5YzuGd
lQrRCyJKHjEz59St+KaW3k+GgQrTMZXAcqtArQ4xtFWpuaepExYpB5+dzFLqIfz0O8wPkl8J4luu
rcVV0Ezo8rB+K8Rot69V2WuSegRMk3awDadNi24/s7CMjjNuXzIS8LElORfuUA6/eVRIh2zhZcL7
ifxJKsyjGoL8MwDQGiWLIJjpjSqKU7NQtbM4NdUnCViajC88JahxWdnuanEcMLXUPixMj64p1y9J
OGd3AlNKXG0q132Y3cXwVWgYjJwKXPqTLJBzgib2C35YYNS56eFq63EIqusradjWSWpwj7Us78SC
i4k8yoJ/OmtfLKN/l3IJWPuIFDYtuXgCoVTs4es9DNs/pfoIsvH2L0ouqJMiU51m1pVoh2aTN1wv
BmBksGlgOQcCeZFBG8Ltd95+DzwfFKOljP/4D0W6SFx9XJaATsvUwX6WHdS+ZotPlm0jObIlBXDG
VEdT9vGWc+1AIAaqhM1tpiiM7mw1xT9QMoiOTUOlTM9Y8czmsKiqhmyyLrpilorclWipKzspXCDg
vLkny0fS7XiHigf4d1FQ64rDSH65s4BfkLbFPBb3kD6kpvVlof1pBAA/ltHxBKhQMdqMwge5atUr
+01c1eE5b7j0hyHE9xvLKo0gQLsL3thzP4U5AY3MPIG8TtmJqwbhxWm94j+vYAFacIlV2NRDSGpv
LCmZrNP6nGm/m2icnk2cNJrU00mQodLhzNSOSSr6eUjwJTPpEtFp8mEsmKIFLsanueExYIWqd2E0
PHZCVJ/mUWeOKc1+UiuT39ctscVhRcqDE+7ynrVU862MchFyBDwVRIlWL5x1KO/si+NSuU91EX5d
VXl5Vg3HVKEWHY2p54xYANWrYtXp52k6GhamUobTrY9hFBC+vn4i8bYARdN8Jy5VYOZm4mpAAf5I
Bv9TMPWvi7Nk/D3KLhqarqqmyVIvEov924Mia8Gq651YBTgKHLa+rQOZmgZzuUhp/JRDDijZT8t1
TGImxzJgJhX+95l2Pk1M7uRROEsNB6WyJETCrOU3auK/eYk3UtI/gTy2l2jpKilekErwS/kR/gLR
MVsdkQ8PVDBLqeJ1EUGNyWSAh9dLPop5xxVfFOlPyFKuZuD/+1xmd6opwsOYTq4kXm6EqBj50AHB
0O/GdjZOOma1pDI1B1+ShNDNvArNEEgXG3qkzkr+N09B6V+YAaIpKqZl6aYqWoql/Q3FAchPMsQF
FCV2v+akwlongGfrHD5cTdLKU1cc6mqEAU0gK9GbHXgmlYkmhjxWnwl/e/2s0rHuWvMH4yRccxXN
1cJUkAn735/XKtFo1umNC/YnuYpXqsqiCYZ5Y8b8/f0mhiiAzW9xwqdwxOUmImxYi3ogm9MGFCch
001fc9Remt5s33r9a14YxRt61+562tnoRyuOOs1IlIiMwq4qrNeyMcCtLPMdDa2N12Y86rWW+hQt
kWV7DgsOLGWtsVclQ6YxALWplFZ249RuyNBiJ3OmeIVd+DOuZ4GCowuVYHigczWIEksnLYvVX+yR
dzLQRyPKfoKaFLQik7zbW/P/a44e9NiWe/+fc/T774+4+o//81NCP1m2D//P3/FniF6SpH+wdeN/
koqlkJ3kf4XoJcn4h6wokqbKXNEGO76yavv4//6Hav0D6zqxctOiGI9L6L8j9Kr0D9IuPDZkRWOs
bIjK/0uE3pDkv21yxe2PYJyNAAVaSyKb/88LQ4ZpZNCMUL+XFryrWcnxLE6i/SCvMs0qCel2/G6U
AN2+EJMZfT2Kr38cXiUcs97t29uXtEO46lKAdwPK5+H2ZRVIeszbl9s/ggam2oAKC7yTMkeUTfy5
fRl4bvwRC//LrwlUDEVheywJMyFLorYcku3L7TuZ8ySmh9ak09kIG+cWlSTUk9NEsukfdNnhpR8N
w1Gr17XRW4bMoOmbqM2PhmYGGB0eQtWaPatv7kHtUkUcFzzWTRWgK1sW/uxN7tCtiIeWWZxiWEwl
4UtbsorUV/pBdIdSB3JtGftuyT6tkmc2h+nxEG/NXLd0tzBKkt/I3YOg8Uvt1qikCgbKRtTU14VT
kC+AH4Pxbz4PCw1+FOsljVjtlU2IyDqNx5VGdwkuFwSz27fUxvOtnKP6KBKSVUJtwe113lSe23dJ
Uhn7sPeb7bx++yLh492JU3KeRw4QLHzBTTFDRmiyOTo0UZgEszx6eU1VnqTTIv+RJtkRW5Qt9p2x
35xU5N2AYEZANFVj3quR+lgUSeNmPWN3oSkPf9BbJ0UlgDSZf0luK1vlX7QdBm/f3b4sy1oeYNmm
F0LtA7FxDpr/fdq8fXc72N6+k01ZD3LK42657tsrv31B0i4JWfJFWGnumottODvm27mc19NvYmeU
7TjQ5o/UVqLQZw5BeJ7FTnNR7iSoQvjlnmXtEXTK/N2KLmjIxXKq3i9FHy18FHy6jno798MdlStO
AR5/+ej7oBEeMatjSrvynTXsUMaKlw1ZKbsdiQQR0hM8lc4P9WNnHDPpBLyX+chvyV3t9rU6xQll
S0zeGAnuR/w/KCHdelbmR7X+Rio08S1Rl9ESXSS4WoN67w/xaE9Oc5wnpxN5Utts0oJl3OOZfI7J
M688tO3kKiI3MbxmqE3XFmQVcU+0UtTpCqAPhVTZnaHybMR3cKD2Xf9JH+AFI3nK6A4qs2HSXHb5
WD4qqa+/6KBtYUPTNsBzhiJt1RlmsImHnKLGrUJiazMKmhmCNGc/JruMDpw2uq+tz/qb4CVv33l8
Si76Cw2jVuT1d/3jSMc3aAr2aFAjd6TJoX9m8mkxYdHZybG64NTvOO04OJltw/vI9qldH4V77Eeq
ate/hgoGGl0YDD/Zfbt0W6QQlIEuYB+01UNHV9K4W5KHmqYcIuw/g25P7Rdt1EQu+Dt1hk8kzb8g
E2T9lW0t7y6oIX5bweDpAz+D1dOt4HX3c7xrVWeWbUxYmFOGqzIfywf5WXktOO5qrCE4EoiBuTQz
QNKMnPqRCuj92FLV7inYcfFrcG9eazPAvFiTkc8542Ir8vJH/Q4Zs38tP43n8sXy8nM6sYFh3HC0
2l8ctgzAyfT72NbgrOGO4+FA6Swr0vhlsP/Pns0dBbYYjR4WwsU9AzbXfFLuENRihx+Gy1b9UH/m
JwDhlKgc6n2/N9HpE4Yu7ii7lBaCAOJ2IHj7hX+SdD1e2uIkK6wUgfqCgtnYlOGRMaoex7vmZX6Q
380iaN/axEZa5GIb0azu+VCH33p+YNRlVLbVeVxQWu6T9howvEFaoc9Cd6L39ugle1H3qiec5Vjq
DAez1YAXs/Akr7/gflt/03flQGKSqQrwDAeZ/Lf1FT8px+5H/cYt9pF8WxfWnaXz9EfA1RzIwGqs
z2EezNgsic5Ux/qhU3Z48aXXkGGPYx3Ii06YHWE+nMsg3INtKz3ahSYmCqvdfcgfOEuqPDC5Hgqa
Yr34u+n8qbVr93s8kT4ZT7Tj6q/qHdI3At14QmfyZObnnsKIKrfDtwQDoJefJjQ2DMnH3m2ftsaf
Y2KxZuDiD8zfJSfiF7ASBKiU/q1TfrF2MDiiCmHWv9XCzY2rFnt8096JgFc/ltWpMP3BErDpC33C
Ab6sXvuL+a8SpN99tNPRWuwsqK5SDFHc6z7Wp9SXPqsfiyWUnC6ETH/CV8QS1Trp2/Ks3RFuZVmc
doQ89pPPqQplWXtOfq2NM/nVjtVyeh/hRu3rB8gTeI3bcMdnGZPmD+9FvI9PIarlrqQN5kH4ok6H
z3cSPD567r3yiSIK/kIZAy9B7LvhJVz3UCBB0S/Uvwt4aVwEU2QbyvIEKHekUIDr86Bj3ZEO+VPK
RcmZTfCiD4S1mP5sNqAQI+Bjp0EWevqF2/tSnNLPOHWsr+jahwcNlOuGTPkxsV4CbYgpn5nfqvE5
beiI31mPApQ2weePCaliHlBh7gzhvVtKtgU+bbftl/TYv4UnS8Lu8cA8EehP9DKJu6J6IfxEXiwg
j5KRAMeRL70stSOKl24+G+LvmHwcPM3YYfFICi8E9p17Rf5TwKAfXUWyGeS+IR6YpLkx9j6uj5TE
y90Pc0jm/06zuLLhK9xChCvomE4x7evFA38G0wdbnL1swF6JgWZbMkjD4ZJOLcJMfDJuHr7H46s6
ugWE9tmufud7/jfasx/OHj8Y67+4Y292iL8i+ortJ2pwL1H+lqkn+Z4xBIUQ62naO+FbS6mjnfDo
O4oN4zBAyMEcfW0x3NzJij1UlGSgc9mXiwCRXa4w0DxQBiokntSfxmnHy6Nbq1vocGCcSbDaJuDY
21BvUQYJidrPTbmfKx9AuuCq3QVl1pbqY/bLOiiH9Kofl0C9V87rGbPdgSsaueoovBm917DEZNJq
0wj6xkvocBF1ZyFxY8lHBKg75ripJ4XBmNyX8qMMAEc7YH8Lr7k3PdGT7iq+xeNhL5UoDV6ZvCT9
fTaDrDgtOHuPpZf5L3Sq8Qlq31L8pdK2Iwdgg3DeVzSD09fbsv2iZjrCwZgcsRBNdtIdQ9FpPkFJ
EfR1BEzqQjBr0EcCwvsAZk3KQprdlD7R6T1oJ4myBtU185MeUmfnyBho8kvJmHKwMwHRxq6vLETP
2x812cUZkZb2lcy29vUPlqT2WXhQ8TToDv04qe7wKVE7k/4kGfBhh29jYjfLDoRgDeIMsAv5UwhO
+k5Q3azxGqYlytHKXowpkKFBo7hLdvKlvtYn61dh2uWFX13aXXiMEQvv8QaT9X5tyLJ49ZU0I262
u3lnfqqvBLbuGON3LlQrtIDfiGTtfWTtdZ/j6eCOO86UO8Ur3/uLsBsvqxc9CMw09t15Oiq/muAC
qqD8ad/neypOzDOjaf4/PqpBudMrHDZQUE6Fm72JQRI+tQwbJcc88h5RK0RtDMWKySMj1y50Zbar
VBNMezjdY/aiPDS93UYOHpsyg2Zhtzvx0/olvg7d64hm+Dxm7ngpfKby3eNyZK/Eq9ixZ9eW3aDv
YDXlh/xUUjBxUY/5ZXmdXttn3n/+smQ41hdBt+kCL5xx9pxq3z1NT8QguGJrUoT4vJw1vy8Pxov0
vP7EMxM9kKun9bk9cAyYarfnHsSq8TU81B8qtWA8WgmgcQ25VEdn2HWzIL4O++gRm/83Fw6de89i
D/bT0V4Y3UmYqHoM/64uvprrIz4rkVfyQTZLeiFVhEbR9EE7Xv+TrvPYbRxK1vATEWAOW0blaFm2
N4RTM4s5Pv188lxgVnfTcLvbskQenlNVfxpjRuHBM7tsayjQQ3B+gABu7xoUwkC87PDwDz/SM7lS
SHLa3stX8IVLQPPsArGnHwIdQ7LCBxXqdF/5hFFcYrLz6bX1sfzhnEbPNhe+8trYchxgEOUJQXfo
uzWyLhnMvnDqY3cTvwosa99MpOQ+uQzSU5WIfGIPlBAufjFS3Z6GS3Np5D0squGilIGVrbP3ZISw
x6qvT/CIe8uvr9n3E7dUvPHIL5hhvqHpTzb1CduTDg6H7gn8PEaJoiskG6Df9rigbaBQ171KWj0u
zPBzg1hEVGsuC54MO4LMD9kxvPOO+pk85cR5RJA0g+Hhpp1P22T90yjPMQErSAg9Z2PQgOpXX1Ox
6n9qSMwoEyCtKG6/nhefakI6jmuuOYx9dTcuSus+OoWaE5CEPLGneRdtmbnRmN9ulBHbp6r/L/76
B8JCi7Y2gpDSWjYfUKWGDQYYBF/0/f999fe9vz8iAuU2ZGhSYZgN4GFXttuq1x0FIbzbtFiMTkpW
U+3TLm/iZ8bV31ejRHLe31cFScY5iS78S6620MryYTtZYgIv8fkjExKOx+r//Wm1qshngPNvd9rK
QPSASf9b3USDJz+oFLW2rPC9gU3QP38hY0xYBgqX2kpaGNLz5jHk3UrFNq4NH5h7PGqO/b8vFRIQ
NnMOVUc+6Wy3z1TlO66Av6hC8FcS97RoyNQyB2/hrgm0BiTZKQc3MSBL2hO/lScZ9B+N6K+5fmwb
og3Xg7ExK/vxBVPURJtjo1IVDiKdhGqL7xonhSOjOpdxMHDJfqDB3A+iXU6OkKLrCXhRVT8gaLcN
R77qV2U/A7ukW8H0NUSSIsx4r/h93OeT4HXUopBa+R3Un3eT0MVd7ET7/l1+p0Fatnz6Q0rYpg2H
bsXg+jzHLiPH935ff9B1IrAzUSmBC2SM2/F+hlZnD3dILfp7tBFP0od+7b6E2Y1+cRblQqvvJfAE
kheXew/zL9c8pHjy7/DzDMdA+njRvph4nvHNGxYS4C/aATbT9PXwyZ/F7wdi2K7bqeCpPIX/cIjo
3rLV/Bv70kdK3fdunAFtuHSmPR/SH4piOr2REM339rf8QPYLeJMSIGUEErIqt/6luIz5MXxtyf+k
dpNfm+uA0TwHUoV8xSa34Uvm/Du3AXekox7eF9ieUMXiRKfYqH7n0wxAttLO3SbajyiwDrPEqMjD
nQH/uwfpjT9jCq/KtvDRPnbpatry23QkDEDJpTc/fH6Il1ou+Fe8hX4FXli6Ha7fXeUgQ06BhPxo
x6okWOvxlcLOxQnhHnM5kRvcBe97cuAYB8kufDEcXMjX+nohXnYf+s3soRHaKCtm1gpdfdB9ETCp
/vCqtUKmjvNYdVurdayvB8rRawepiZ9f8Y2LcIEhmO3VCsNczvcL/bOyZY4ibSU2livuFqo9SKgl
XIh7T7XMe6vYUE1Hh7ViEEnxU63yewOFj1PtgU8H3ENyeLz6hgGP5OILs1W96PwI3RJpYVBfYkrD
Z64HQxibb+mklAbI7dlsrb24ljGjXfW3FN8W17jXGwICicg9lh/4kEBsKt35x3CUc0heKG4St2cg
1uhwXyxv+EIlCuEwvs/wMU964sk/hBpUdFRkvbGCsQdBqUdJfZXXzeqpvbLrwPKrY8hA6F3GseuG
71axp3vpn0XgKvkgQdSiEcjYg+GbK2vpQnF+rqDpwBUwQD1RzjnEMYWrDIhRI4MEWI15lw3HfEJG
qF56xk8cnIjh6B6kcw9kfEWcnH4ae9qBwvz39FYR9lqzRpFlfVP80Z7qQbV+DsskMC4bv2d0quOT
Lv1suxCh0pD9M6FC7ugjkSyMH8suHD7J7wNFSjgnEOXhD4pWl7KUoxQa76f2hcc10hOGHgwrcVOD
nhRdH/mLdvfF12ldYYyOewxFzArnPCybRvQVij3xjDMHuz/e0eZES9BnbiW6S+1NX3gDED9KmAvz
ltZpP56r6MP8ZYqgMoBhYRA0wWPIAIgb3p+ZCghvNN/aF4skflvIDBGc+oNAHu2rnc9FfohTP2cg
8db/ssXF7xXJORkaX2q17XBqD38meO5wr2TMCdgkeV8MJ9b6edRdplzpafwgXYBRBkAdc6xZu2cV
k0kbfxPxFyPs9mNGsMBFG/fQbRaObwC9xDH/tcy/ct9I7OLD3OB+pBaBwNgnSjbj3qKZhsr3RSYs
/njqXkFF+Lq4fZAeQcNTok7uxYd1mbUDND48k+Em5fk5z15wrHnccax8yuebICKXhKhvkSXv6uRQ
hpy9DIeiXSj48hVXUqj6F/K5no0DQwfmBNCi691yByPfDKvwCmGb20kC95mxljOhR6yd5ic785BE
ytXQODj3i7JSTJ8cOTyWLWJQdZuk1BvuMGfgpWJVQzG+FWe8jet9Nb4y9eIkCrUTjkU82Bw5zZfh
GQcmaMlWufPsdshZ9tVRP80nDFF0IgDYlXYtxQL0oY3i41RPO8rLnZPqwn2sx/V8e+4UqRNfufM8
csIdSa95TlKEIzzvPIxfnBrtjL0X243kzD0777a8ZfvxZHyQ8mThWeKKvxNRqDxy2Vb46jUo/r4Y
r2YM/Co4e6s88SfDLikjrFNIFUP8I7rxYV0Kv3/XmxujeuJ5YBMw310ysWM4XXaJKFyzwwBb98rX
JAf+A5uPhdSDIqRcFSUeGp5E86m2iNo2kJMZYZm/HLUoZ5M5EPI3Pd1yQrGLsrCScY+HOsINvIMu
2Atym688bjr2KyNJYj6zuxT7QdmHwIdBKL9QVV3JsC3OVx4UUsFIgD4gYaD3x30Px1g8Dj5hbFQg
AW8gmcXb/DHuedLYsAGVU/hEwFkSfms3UdvC+MzXzVpxqxlLXpZTuaZD5VoJyo1qAXcqrLHvD6QO
aaCSwfjc6BX6W94711sFtV/xXOglpAWmk8qHNnnGw80Lr1rWde9kZlBPvomSk9X4k3i0x/iEwb/y
ssLTpRd99oxmReiD0nooEsTRZQe5Pj8zO0vtMetkOdossZi/rLSvnDpFfd7wcNjH1SoyTiQHQeMh
1Q+JLBKQZ2EkhOCwBIw5uexhbflcKCrjFL/Lzx0bTMuxNu45NpraQ2OmhI7+8K0D26+Nkut1YNei
hiK3woI24Iy/2LXAV24HusuDeONQZCjY0yX9lOc2WpdB6ifaiZui3NEXnqObiheIbRyG7YCpyX2y
W4eqLVpZR2gSFgYI3+kJu54JVcW6yAKeUbLBWHgltqB2qNviDZnxBC2UJXEff6m9alJEAYecjqnP
hQDv5ih9YazDYHL5gufFoVOeO3Tutvk6e8noLqj/zy0byXMcndEtlvg0uf54aW/6pvjMLqKnf9SI
3BAAiTaEAwb6Pcq4O0Ey/yxM7xZH8ol79pXHWpi+MTAjL2n1DHZkeuYUNw7JRfXFKxeWJGee3faX
WhzCCMLVpgIZ2AufHOnZBmHWxtxXb5i+R/90g27bX8xb1412qjimGDCxybiHTrghqerBt9TnYFVk
ZNkz0ykO9PwfhgHiRrUn4y9RuTVy1Bsx0K8FTwAF3sjB5xePlQRffvuQbf1fzA4MY4SX0WxmpFRq
Df/TljfTTv7HriuSn7s4wjHassq66+NHJQkPw1t3YiXY1W4+d4YX/kJNYQfXYZAzB0o3C+DH+IsP
zyY91ZdoxWr95k2GEJ67HcPSqjpyk+tNuFYp3QItw3jMTj7M1/qAdHObBEgGegw6bcypsEMSnf4f
xzLho/kLntiirW0zmpJNvpOgLp7mGQtI/pPiUpxf2KMaZUUK89Otp8Qt5llmhNI2MneEt8WJ30lE
HCLQs4cv64uHUyB18c5ikX9kTEkM22734yvOYUee3vY23efU5YFyuXw/H/nLsmuu7Y1NMWV+wvzm
JaFM8OS1+r58WfelDeZbhprxg3NJU4856XPzNwcN5X+4Uz5CqOn61vymOhFi5/EImnQdXwrKhxft
XDHQuWYyb9nOWW47+cVgTd6HVf+b0/ds8mO2n87im9bY+BUudrF7bFX88EKwE3iQKCrtDmtxiv11
5Vn76IRiJF5NnoprNxW45qWvsq94PDs7kgFWECNP1nZaTZfxTQrMHTadaAGEw4w7DPf6yEgcoCL2
uRuNHcLrzz2qixg7lS/4mMOVPbJ97ht2/oVf4DysKN+J/ROfM2cTxRHdGDsf1WTlNXXAClfRT+20
wAoYE4wvIrKYCccKj6G+YuJKgzOCIxP4PW1nvxG8zAqI9y7hZ10R1z22eGnA4ucXZFjTDG4OL/m4
OOaqNzazcqvYWDNmUUwb4Nw5grzKJY8CEUrht7RpNt3H+DK0PpFN8tvk6C43nYq5l32N5vBI10dh
esECRPogOnhd3uj4tgACaxoL44bw1trnhype56LDnI8gcFqN9h2VdMSmH61KmtzOFT7D1fg2/RP5
eKUt7Os3ofP77+4VoidprDl0DQfxMkI87dXcil8MrjSCCO7CppGC+DK9jg08Np/RRfmTUiHxrpjm
k9BeiatO2eiLny62DO+CQVPLDfcqnXEIYj+C7WxeuIJauCPGREWgNSGPcsQdc5/5Oi87xTMC81q/
4ZibAEFRjBuzRxBczZjkomYfA5+INK+3ZLxqqm8RYsjSYTa/Y5L+vWoFZl44OmABF9rOkDN4g/BF
+Aw+7qTi2TruTLbw0znGP+UV0COMvCIKNCA2aZWclIWgEbdlWThRj63Tre2DqsV+fR3TBkPuTlcY
9hgzB7QrBOoKWqL4sPOHOwOtBuZ3ZUtO9JYzH1MdQp9U+Xn9E5ShpT1dJDR3IZUGJBbaTlq8+Zgf
Ov05lCpP5vfYrPjP9AXoEQzkgHt2bexsQTOin9knadoHWzzVh2hroPf2ZB89BA8PpTIHSbTXvMov
P/tX7avbpQO6ATf6FBklN8/tN/tX4urwr3s3If9HLlifHrSbdhvvwVijf8pLGlgv7WZ0Bhr++UP9
N2GEiiYweWKjHCExeg+fJ21YZ5dQIGTTReoCxrmEm0Y8LcvhKW1HUvsWPraTbANI4ljOZp32gRCi
3N+Ui6OpOwwnAekUHJEGR1p8gM3keWbdpC8RD204s1YAaKlEQWi4Y+EKZrC0b2q2rhdANweYqLGn
PnjgYfmsI8BETQevCESH9UWlKNeev9V6I78V1LSI0OjjAelxLOBUbH5SHIcHsjMafGbW44aCALyQ
xs/FOVj4frwXzNYEl93yYZ01NJL5q7ZqrpLlzyYFjJ1+x5grcmS52ar4RPmJyjUX3Qw0OD8CcIwW
Q2nQzxWNS03wL3VC6j+1KHu8U9nHqO4xTwbh4u5RAWfnBGsmXITBK1B5nGWPiyPJdlz4HGdev4+P
qbZvMdPxGg5EAzNZJwrYsg98XCrj9I1quah2D2SBS7miRrM+jVuhOI/X7CfSPZZ6sYNG7pnvTAKQ
I7EZfTBmKs7TLjoAn3YvCPxxhcdOe3ihhwdQtN4b7GMYmKTo8w480mPJJ/CE3/HbfOeQkzX3eSAN
K4ti44Oga45vTrhCd9lch+t4UH+Lc02Jsza+S92uvSz2Z3kdhjtM6Qn2fsOXzqITJBgIvbAP1j/N
fkIoJuLv2WfRPvdqbj5l7wvkax80GbzMcAzJ7r45QBUn/ZlvpekJGPNkXNICUdrr6E3kcDUeidrK
Qm1DBCm5LCmJEopb0ofxpLGuBTu+JX57zQhelryMFMrHioTDyqlP1a3EhFtYAS6AOEjkOZW+Nayl
9DSPrxa5sJgNlGwUFBu8Fb//ypjzBDrjHXRSTK5oJdo93mBrLIRXjI5YC1R2lTvcmMvOCT5mdnY1
Thp76VHecDyqr9jK++1dKf1KwBzQGW4ygpWUue0uYWicMZYavI5a7Bq9Lld8m3vlI0GAzRsEhgDK
WpnMyQvP6JxUcxKhfCJVhr6OYn9pcMXeKPGHftC9dpNxpRAhvyWQDdJb/XyvySeCytAhgSjENlMN
hvkEYA5gNPa+briMLCk34Px76g7wdHllcuEBY731wJQ36SSsi2P9kl841AmS1LeCmwbKD4ARTLwE
TeoawCFx2IuvonpMN+NRx74BscxveBfvSJlyCu91/f4I0o3s4lfBj3wy7H6yoW2ySASnlxws6j4e
Xujh/nJLrnwclcARD5QDbvI6gWDAdq058T46TvtHIBdPPCV9InQJ+laOITRqL80Lj+b0wiJjw0NI
oV2VN1ybhONE4MQayRuWKUP5TvSe8qozjOmCEZXwg8Q1MFnH6GB729XvQ9k2mWcyEwIr44jm2lPu
FAgpVzH9VQfm4iO+1theSFjM/DLbQHc3qj3M1thAPBfEhocP5TKBZfiwyIrQ1zNWvx3+4Q+YUZo9
SiLPyu55RSljbAfhIO05WEgFAvri6hl/eFyquWJkZwZ4tK28N7/JtfgiU/vxCyB85uVZMc+bQBKD
bSDVplG6t9vmtxFZIhzptrFLb5VqmxdTfH46ZfhDlhht1TYQIBYBA1O/F+4OnxEvFPytx7u8haa8
14/QhBxsbC5gh4S4Gj9a6rkhc4jGMQAKVSzBtvp2+Jy/M4ln0E7/gXOsu0Mz2Yh4pzQYx9eoP0gK
0no8qLzHOXobartksmvsjUAEGxGpbVWAzgAXdaz/KDdweDYxY5fs+Su501SEBdnpLkwIvN5mr99o
PKdQer7MLVz8+Fzd8sJOfGHN7kDOTBo05c4qfTyFUCNIHo9B7dYKNbB6in6lywze/I1oF98hnx/9
FZjelowlXPnO70M9epeZWe3bu7hSbkCKgltehXf9Mr1H6UpaYxLYOfJ3S4ny07ucFAzibkK07hwr
AFu8GXPAltFem0082eo9urIp6OIGIpqGpTLCvWN0MPfjCpyhwtQ0tXn+az85kVTynZ06wDfh1OOh
COvupryrgDzJNSc65WZ+IX7UGP5s+xfAE+jkXM8mwPF2fuE1unNzFr/UbXa0+KyN0wJw/vFRptfl
owmU6Am1tgwamIteAZk1Wws92G/ym+wW1/iDZRddRYbNjnkE8qlmt9h9ftJWZ0wYVlOA5WP3a4x2
d6sZCjkknhx5j8lVZcO7prflCjfgQVXLDo6qvl8LpCPydH6R521bu385F9Ta5UHkoPnq4S6AjV6L
0AVWBriFN+Xlv/NV9+Nzu31WyBMHL0QAGwrJjYHltjsUR/0gEBYP+lXxYG0Tv7lg1bbWTplbn6ZA
/VIADEcbWsgWkerJJHf5DVkMu8UmcR/n/DC6oIvztBUTD94LY3nKzrMrrR9YPjuyL0DpMFbw8Biz
MJgnUxerpOeH6O/dx3DQ+bTAtz/PkS1WJjtQSuJytoJmz1xn2vXYftwQEV/0yNtp/+p4y/Olr/AY
SOo19/mHWUwceXiu9poNvQOiG8sX4g1TB0BE0jTOirzWj5SYWf1ibcRt8XS/wflnx7qsNvmNnBbj
U//ie71kK79sESwU6R2/oJzK/t7sZRcVeZ9QEbm1fCKRMwWpmfFCg0/nsGXzCdUoUOhsa4exMza6
LBHxpTnD+xSA3OioC6bln1TvlYLZFTx4j0A/LHwsDG6+6x2vBFnWxP+vd5rX8YpTJK+TPJ5IMLKb
bUh0yGf/UrykW9Yn4HWJBu4vDC27dnthk730a1hU+h/KT9d4kXf4do9rKvWKrY+3yIlJgxivzDsQ
dp05OCe+C+7wO1FV7aJXpF1QxCLXnD7CeW0d6894zaO1ME99gxMCboP3PkluO4HjHvqcV1nHEEYs
fLjX5q2lBR9dpH3s29NbDbrLdGoTvcLoEHb6makAytrwg5PuJcs25hli2Rma67l7x0zQxTGpyP3q
kx2bIKbUGfDHOCtHThBOGn0Da0jFPhKLl8Wh0JRqUsud+UyVbZyk2ZliBwfFvjnPL+1VO43bJsgz
lN6OQWX72gRsMMde9YWt9YINtH4QIZBwMjP+WL6FJIhcSDHbdHLY+QQfziNjFqremZx6M5gDy2Un
eGsMd3p9hgG/pq/WjaaUuIaEw+YW0QZRfnmR22/e8nD/iNGgEO1jL3zXQv1kA6nO/xKEtW/pCw1D
x42MgpymyatPzSGl5qCtqR2sA0qZStkrfrpPOtVkCNKD9RFeUcOzJYrNuivcWFzhPU49GY7bB15J
4kr/1r8zrMG4VFzEnWG4WrYCRk/e6Kn6N3UGDvF0gCvxaFDsFk52Gn/EblVe09XjoPBg9o7xSUbG
4GF2VUTvNRwWhcWl0k+NK+y+0Gxaj0uSn0cFH1S/BmqlMP2twf/u1BAo6CkzSsZYbs1s5RZ9k+BO
kHQMT4I2hyfI9ApEopVXk32ZBX1zR8JEr87RVDNOk2DLrlhlTcl0GdyV4RVYU4RJkC3vCbQJnPyD
15opq/g+Wwvx1PrGwPzCq4LxK3mssZ2EkL3VdCeeng01FrkIndmQF+FZ0UREInJYY+wc2dF1XnW/
UyBvMXUvhye2oL20d2QKJETH5Q4Bssb0A+sVZVXme2zYoFGx8wnA+pD4DJo2R/qeN/GuYpaxPEtY
uhvmlpGDZB1hIGvocU4Zmo+vE9YvaxPYdCBDEhrqjnMaWNqP2HCi1ThfMGpVpk0NCULfyL1PRcIb
LvI3CW+AqbIFgUIUlSH2fhwqgBHU1vLz8teylx2rEUPz7TCdu/JCyIhc7ItqpZQQ2R1IhovwKozr
cThhEG4+VVtbjm1V30zDXsm/Zn2jmpDFXmeTcc1jRVlCXUYt9AwC5fYyDKFkp+yWPTPx2Su5HQsx
kNPOEoIQUt3syGjeBlcn7oTh4Zt6sU7Qk/oObixutLjVrQRCTsCjKl8qPzG+b6edNsHheGVjTvT1
cNO/htMfsN8/0f7/4fx/f5UUdnW9wFjpf/8Qm9FzOtLAh+MHJj3KsJZtwhHjgXj997051FXf6IzT
EBbW2jRFr+gZjKUtT0IlMJTDUaPbJBGZfX9fGRWMevI1tHXd7ExBpVf8+9bfP8oLtultx2j773sS
FpsMIJ8/8fd3qyGoqa7xAVOh2BepTMLrlPxI45Nr//e95vkPNR4A//1jbpEe/P31f//w9//++yO4
GZLmK2C74A4q8NbffypyU2HHe77Q33/topLGJJWzzaDlzREbgKmiG1fx95r7cKXwZiU9MYNmbEs/
jLpghgMkp3hiTyN2OvrDS25ZP++baD7jrdW5kcldKwtFO+qP5Jjn8aelFBdFFT5l1KS+mqtocIE3
yG5eJ0LqNTyvfXic8AIK4lJKmfa+hQLWtkaaT34On44MN+Tf+P75RVrS5DFBsB5AjfnTlF1JRdcQ
JFoa06BN7uGJ5kp6EJLsrRjKcT0k1KcoTjj6dM5NHS8lu2r7aVXoINvJiLtDKSNBhRbVEuhuqtix
kamAlUijiXhCoIBmDTIaHU9FJ0tbSwN9QDHxgy6MgYDiVwb4ZNa6ZjN/oApp7Xyh4OgHvcDGOlCE
iMIoT4AsE/idGmwLDCgib+6fYW8jB2GG4dY8itM6x7ON2PDNU1T8FJKEwAM90VQrUUMVm6S9zwV5
OFoZkWij1RAvrbpHCwrJayGtFL30sI90+bcVoTPrMQz/VvKXBby8ikfRkRfjJy20zwf21m5OvpBT
apmrGTATJhPuS8P4JoVNoeLWaA8YM7iSgGuzI+A4gY/G+KBjPRYxZDsIgfPjx5zItcStPpmSC6ba
XQtbrBloA9I5cid1GV2tfv54bOXbJCb7c3hcwjKD8BTLZwlzLkdTtHlnxCVpRcXCJK7Ni02rfU3z
SnsIm0VgD5xLPE645N7T/N2WknzB4aF/C8W4WlfFPzGF+RA2ENaNCRfdJdM2xLTXA6KHRGLm0HRJ
eki7wuu7516TPz6TGrWFdEirGpJCaUJaWDo68sz4iJFEB6gmvyycaGaMWUqUIDCPRc2fya+2Mz5R
pDLblGN9OhQanmp5Ga4IUqbo5VFbG0qP9d30jGtYYHPHFvNgMEVFL19rViL+ahJzyHqNIgpyZMZm
lpr5v2aMm21lzsdlYSZiJjMb9IPnIxxjfAcJvyRrjNrV+GALrP4R0/KT6g2jtZyzLZMYUcks2Y4Z
mlwLw24x542xKDwlKdWAmrbvgslZUDFBw0+ealvVMTTudTYDOf/UCOD25CZ9MxKZQo6IG8+ormJG
SzAID+bKA6iqyNwwSjnaUsW64lfB2K/KiHxmK0urQjtKdP/yeApZSOhfGUbIkeni6Ag7N4f9/fg3
Clm/kzJ2blVWXKuvqciTIgl0klzxm2b2GEZTEC4YaOFnT8GiwjMUH7Dnc3J6sSHlQC2HvPRnTd/q
XIDhmbKI2wrePwtT8GiMCZuRofjjsL3rEwoVwh48nKGz8xh9Ju20wbofLAeSAVtstFI14hFUYIgk
G3+KHA/qLMHbuARSLo1csks5C2alxZq6yZZA7kk6bs2ZxwSmajQ8GP43C67uS5/dyXR7VbPTVAFN
dWCIuEFBfu5ZwTFeALnAEKsE+Exw4sdFQDwbJD4eS5kWJpu+RUN8nybudalZuD7N2dMe6qst6e03
YSxza2flaKqMHAX19aHjhhf/UYAwNmbXg2xbIJ4OteYyFYL6/jRklxWwSoNZcBST+6MKm5EiQp50
DpyWYJVsSD7yniBtRHRbBZsgWJELqPUAQDpFyBJCWCLJXJ8tqbPNPsUwRQEmTmsqh05ScOohGOHp
uXWUu9mT8abECYZYtrBRrnmfPyC/MzMkCwKPqyl5Jmo1yG+M+PggVe8gyv1bI/c3xK/kqi6l100i
bbzBfCKO2vhQVDSgGqD9omEGJmYM2+nmjLGqeF32N3y4L0IYgVPUGNfBRaw7bRtr1BepBUhu7UK2
yNJ8EzPGlGGRAuCjUJDSuVuRLuYJen6zpqdcQe8/OtLFyRaiHB71r1wvfudOtwJtGgfMLpnBFx65
KvgRhlBLZLmIXeRv0rEvoZpbUkngnkq/1BPzJcuRHixEs+AvHHtWbL2qpZgzaWZOwWMGU66dIIqY
ixuxymH6OW2EvgfEeXyk+prk9yGCb/gQ24fDafQq9pd5bF/b8vJ8i5vQiFlUsS4ECnbACKU11kn+
mlhK7McPTdrICRhN85hHYBw4HpLFZMTseBRzfBR8q6eYfgB8DLqAC2EkOq00C84SR6E/DNoxC6lG
ce4oSS/DQErCvlBv83NRFDMu1IxHTSwdVJl8gHiB2IDhOXDFHEK0z5kxGn/eGM9UV15kosPpU1cq
8CKMWPJGSlrG/BxTtxTiasI9tcSuQJYAd0WoUOk3DJerZTAdPNw4nkIREKLT7rnI0KAwd0snLJ5a
w54ox7aDubSsqmpIN+WEklKLcq98UEJaBdK+NGLKjy9Xj8G4GfkhXVgmJAkIGi0MxJMRykJkMjVU
5ibzjeasSBXhn+QPUSzT2KcYVaO6ovcbOGFt45msZFgzCsQcDJPAQvBDtBIDbnS4nwfRAwofeZyH
GTMPeK0k7IDF9uD7CX4L5HtwbxqEMrhot25kaOkqAWiXptxPQgjyTSzfJZPpssD69joGamWKhTvC
yZuVt6YbmgUg56gx/lCLq/xIX3HYWRE30QF1PeP/yEQEzJLdPkL08mgJb+o4TIiKurfY2r0W6mFW
Go2DvCKShQHmLOKdaXblD1eclt207rqpjW9zb36HeXGd5G45FP3QbsdorUzgAbKejFtNjmCaWzT1
Q8EUqrFMzPaLT6xwsb7DPpd3TTS9aWyUpb/NrEAWK2UN1V01tgHKVkavII1pKBpOQe0Fj4uohxL8
qdDVN6T9gSVAYkuNkMY3YYaliHkOG036UTLttWzwcJ8q0ZvGeZeEkD4H+hdXG7rcrSQVRz2oC3F7
WQxjja4eM0RIDbJUB5jDMyrEI8dVIv1Dacea7qvz8mRiiCU8DpU2sfQWBGOAB1Uh+5YgCcee9/90
EGoO5dwcQiF+nyczXukj0xh3Tgv1rHaELs1MkwrZWoLaGLyBxDeKFpBtHFaDCRuxNfb6G7UdT1jT
Yr9NflecML2S8JLmatXIkBKCY9JnCyQ0uUcsgdQOHNOJdcD9f14TLYc1VVq6GZ5bvlgB0udxSuLo
XheIwNAj4FVNR8goSv+0sfs2xWcyRXSCBj1vqe+4YNUNR09zXe+sqVOvi6yjuyV1qUCStlCcBMtr
nCaqjwKc7HppUyWAOSpx1bK0aLsx1gBTasGWDLhChtysk6dZ1tQSlaAvpyoqENzOSElbzTHMboZb
izH0shjwrsb9ZHFKjGA/ba1LmE7Ahhz7V0VR0nWeFyeICJPcILiEUF9L3OqkmxRPFBrvgdrXHowa
/2yj3qqTGl2qlCw9PDDbBqqiqajY7tbdh2FV466wrO1s0a5YWhUM08dDw20o2bVIhT3BMIGA5uTp
qXqPJe3a5RNRk7xXLlMKm7AIMwrI7GWOzK9EG4icmhXLbx/dReqGaFeobGWPOXvXMuE367igGnNS
SxtwWqnemxqKsVC0b4WcgGuI5SEh2AMS8LQZeXLdQscFreu4Cvgb0pTkSJqUq1iIbpUMR0wiZ1sK
6sgUfbMcHAs/OK9+LDuCS36MsQhROX6FGZOdEH8cj2LMf3TVfFAM6VDEgoopMCwFX5UqKMcVQ7We
rpfN36rPogWi0iVlG1RPZm9a92vLqAWHRNS6R7BJuBBDjIjas0UhUmvzqzoViBXNBH++tJU8S6u3
tVh4JBS+lzLn8JgLQSYxOyofGUwhvBpR/gqnBmnBiwhoNibtezGlxI8pI7zJMTMCDWJ+ttUHmRZa
HrCK4PzoYqxGjEfBV8S+AYsoDQk98NM0pcGaGqpGk6hsMN/isqQOQQx80nNXo4F+BuPEEklQuoY4
lGgIaIpzlPphSKu3KNk1jP/cjsFquRul02uZN+Ri65E7y0y8rpnnY0Ke0HasiVk9SUbNvKv1M3He
CPAmpgJ4yASkUOhSoTBjyM6hhc/AuOZJti5ttWtyAo/758QNriAPDxwnDNSteFwr+IjgbAWsPMfd
mZnCDZ9KdBuF8B/uzmO5ciTLtr/yrMcPadDuGPSEVwtqMkjGBBYkI6C1cABf3wtgVt6seFWvrac9
IAy4ildAuJ+z99p7y+cH1IyaGghZQElHeKVryw2jeW3VtPrZJ94MWVSGCpJy44hY2nHvXWZDR8O5
VzoNsXj8Fgfd3kuARIqQTJAsIK7H4WCHihurF8fQ7FXoG8hqyazjM33D3D2czBK9FdF4uXcC4bSH
y9ehiHXCneUO931vMPMGUQoYN6YUWskb4glLhC/B9eTPg2WDnZNxKYKc5pr9PFvLwKO/673LuoNU
2sYnQ+vv4sC8XpBesmHCpqkGD3tf3Qg9/p5YSbJrHL4hohijXUFWgi2SB3NAPd5bLdKSke9Xn393
Hz2pZfgnExbei+4CuA1JTYtnyBEsbDqQY0oCQaXt0tah16fTdxk8atP8lHZLY4OEvPR6mOt8Tand
1OF7NzjHegR26MmGvUPatHXqAJcPklbJtII8UZrWQO4VqUmHMH4oUmQMQdh+hDqaipriQNUy6fHo
qw92u9YF3v5c8e2WFGe2QYdgp41oeGsFkwu3wrU1jlDYuApggK4tdLroEd3KVddhIbal56i5lIHH
20QUF5l+R9KHhWB1MsGB1+jrOnsCiEhohLJQk+t+KXfkUVOIpvVc2C6mqvrXyKnX8cKRvAiQp/FY
u4gYUR8pz/GJZfbVTZPAXu7hx+pmcsoluj+obyeva6Gy1j7aQT/aOLF/n9SIr7WJvJO5vePYnJjI
w/vmpkRD6vraVS9TEOjQJJ1vvW0h5uobEjYh4F7xe4Z7W5tQxQy03CEpn6y8wyjVop0eR/brTNta
Dr6G8ZuVQiUL9GlYke16kg2Xg4C9Xk2Fvh3y0F8zC35BmlHqtfkxVY+hGRmb+awv+EExmJLEdGNG
Ed5gK7on5ndXmigMy7GCqZ6uK0PzH8FFSViiiP5IjDfSl9S1tv10sBq8FZoVnRgW3lMxmRBbqB2B
lr84UX6GU1WtBIxQ+lwKmqaVrf3G1q7qFn5obKYrJ5fFxo08JrTSe8pHh4PQZUcVNAsVc/hbk5MN
5izxAXEOTQjCd4DpzHZc9YaDikx4kLhnkIqkJKOorsp82AJnpc+hteH96IKgesDiUFKTApVJ+IdQ
5ne9pZmi5u7R+CoUMxcAW99NnWlduW18+xXEP4IGKz3qLTqPtAt/kGvMcApmQFzE68hUDKtimpRN
Vb1yyFFg8oFoW7r9VlsdPHwL4anu5iYyd/3dctXjVNPTaN2bpC6QAjQSOZ+BgEwlnyEJaHcTUn2z
oFVWzPNYhymcwRiuVMFZwzghFSWQITXO/hTJR6emIaJoXo0UvwIrMm5EYYAoxUbV9Eg1SVnLHydL
f1+Ce5nbfDpklmSG+5R7DlVNq/nk+vaWudReiFphlHVbVF29p5zpDMGwDarozdZtdFmHTnFBjWzM
vE1HWY1TwzmbIcU5vv3WXEdWVu2cgEGMgNVQg/Pi0kVrwi6OgtTTVW70774Zl4QXo7ryGZ2Mfu3j
uu73oZ1CRJWc3vLR+JHCGsunGP9KupysaD75w000pG+S2JDd5GbNuRpsSb9LM9ZupBcIcqofvbJ3
8zRjVdTOtBldezp5Xo+Ug3FLMdX5tjf8a0508UmaHhmNZU5xQxpPJUHTV2k2aEg9McU5HclDTUSO
ajtCyvcepQi8jT+RzNtUzbMEu+SSPwlgusKWWliPdsv5Lzfsep0G5U5ourZDowrJsGT+kELn1Knx
DJz7ctDHUEd6d0sQNEjP3N0LlAdWKrqdrzEIlTg5LT/nLJTp+BEYJenAwCRD96yH3sy3bB+goJGx
G5TwjmNvbzG2OAaF/RFlmncbxeXdpGPqVKY1bEk2AZkscbxkOQN5290AZN76lb6FJ0zPkgzdG+td
ITzJOPGvmBFWaHuTNdkudB38FwBTGzlZiPR7+hlh/KMuC3EnKUczaxiv3F588xDfZVj98LzYMPpK
MomBnytXuszctFvR1Z8BhbdNUaOVUKU17TyUGIRuBqvKZ9g9V+1B+hbbQFjJlQoDsVf+eCOHwbry
BT1Sxx8ZyFUMDoSGotjX0CCMJmcMg/pVAIIPKetAPmvXARPUvsWFcAgZZpYclvmrOU7Z3nSSk+83
c7Q09kOrm0WWbbvORnz8muJEShRNsLeau1qToBgCYjwFgPcteRVad6oBjO7MSWHqIEEVl2XXcLEC
td0beHn0fILJPEcWthPliIEr3Co2PDIFTF1sKpNvVRv0D7dzHqwmc948DY2VjMvvMNx/6C0gyto9
c629U/yy30rfOQ66lc5hGShWCC5Os9SGDP46MCve+zUcGQ01Q35OFEb+GOk7WF2INtiyuJAMZDj1
XJ/d6iMlF2cVGRJ5cdFE+fFfr4Zjfa/a2VDlQOUfPKeIb5eHB5WQI43qeRIBT3HNxD/HHTo/aF5c
NrPKhYmwbH+tLk//l/dfnj71Ne/rsi0kHUa1MzT1i38Z4pGweMfzYllbFlrR58d6RmFfNpe15bbl
3suDf7vtt83lcT60mbL/MGp/MyZYhT2yfY9+UvJpxvkjfq0uty7bkzVwl5bNFF+veGR+UhyXBXsX
jtvLNsF3/9iGGkrtsFlHr7DjHULPtZWn6Y1JIGoyHYGWTnxKrZ3hlVdpOUqy7Yl6lJLuadZXzjHU
Q+cI2FuuPcmQZtlsq+nPO5L5IQQh0XnQrP3lCcvDlk2NotDOVeFpuSlybEC0psTJ1umJjX8Zbs/y
uOWeZVFkNf+cSecDscUYt90cQ1c8v43l7tZ0nENhfoy26SAY9nrcrS5agQiK2ImBA5StmVYkKpr5
fsq1uILmuLXj9rGNadD09Viv3MJtj8vCJPgPuUJRT+gbJxQiUGdE0X4OGlqLXDpUP2MjOiVcwO2a
jlnYNLQLNW2VABvbRzPFKZ5BUfmyg8+by21ZppBudwIOZw1WrzB67A3LPX2QG7Ajy/xnqqjKX56X
NiEX1LFzjz4UP2JK5ldYXrsMtJk8ovUnPk60u/y/r/+yvOzXY5a7hpZOiqFyXKF/vankr3e2PHq5
42+v/W/vvrxCKYG5eh1Rl3+91N/+ZxHJfUQGCqlt/QpmFqc/mQFScLx4HQbeo7IRLhJ6KrcQ4M/E
orXgpKBn9DKnGaZFlC5/JLZR7UXl0xUgHBKcb35ww7g+a52iq5TQx29JtAp7AJ/pQSP66qoqQHmB
WFn7nvajr/Vfrh1mx76iEV+nDPVrRi7MOB1m2ZAKNNelJkbP0gRbv/Zya4AAA4Oo9wDZ0/vQXEoB
TVtTePOeGIAVN4lasm51pLO6TmR24q9J5CF4qqFZ3+c1wk/JXMQegBo0MDzy7GcfEJlTl2igGAus
u2S86yjRrbHLoy5yiyfIqtSKQsggBkqKnioZyF9Bv7vFrxgRT3uoBuPRFPktw1uCLlMdIUIU71Mu
wfveNQhWzWHwGMzLdJ/Uq0ri5yq6u9QouJhFfnczAKY1COM7GRZtum5Wg6eBd+wLcmP8BNNWrKEl
dqZy4tACiiPQKsP9GBFKylKr7wp6i358G/pTusrI8D1Io/10gkRuprgSa9MzTkWoOuSnPmL0xj8G
EgOILryXBFllSx9kHQQRDqIORU/eULzXfnRdkm7rvHnXxTZJCRthME9HP0numorJduyUaKhD/Lo+
alCT5trJdr4Lx/phJh3mWfIyBns09o6LdjwsEAYUt32C3FCk1Qsug+zKk3BO6jYIripJndRIIodL
IPFkfcL5QbOL4VAJ5g4BPdikjeqTUNoNfYK6b58qnXExabAPbQ7DZGyiFc3gG5UYZ2XBDR2zLt60
sriGlFxtidC61Uz7Pa/mui1vR2MXpjhiamCGO5CBOcYYUMe/RBqdUl9hHA8q7TrMqaFxOYMpFGl8
Jynpq1BGLJ1g5BpM/aZCAjOWgbnKE+NVb62fbqLt8wBzBU+9phzAARNOd2SePvZuPdxRezQDBmsJ
dNYr1xHeXsCjqSiGHDVbH3FNJcnBkMyCck87Cf8xsXvnHmLqL8fExR+lzwEDFBz1Obpd+61vdHAp
7fQS7kkoZJowmfHeTmZdr9t+0AycJ35K20jyL+/aAhOf1aWbMuasZmXGRHOFMauV09JGAtvkgvjs
wTM3RSI+gr4O4Xr3qJY9Er9UtK0U4Dafuu7Wz/yjnkTkDGTPZmX7B/IGrwDfa5Q6C+fZKNpzmnlo
4CQnUTtT2OpsZ99body3pX/dhFF9tG1Iqn2RHSkJXOuYsIamf6vS+rte8g6yEhFs5t+XhXHXhMQx
0cVvem3TOwwFrW78NBJXu64jfAJmQwlPCw3UNOiwkggZeOz4r0RF0EfOdZg6IemJGR7gNvSvi4mM
H53jA3qE9sF0DUWFfsg9DL5Bd7JR2CmMPU0NUonT+dZS0PhKjTwZcqSr98ylbNBASFxbLvA9G32b
QWkP8UvSbMVkq8esrVEZxghl+G4RMLehdsOYHoCfgeh2zE+tiII70XFNDmgL2XYUbAfL+C5jT0cN
k6O/NJPn0Y66HVRkggFD4dz0of/RUkLrDAckhom8a+h4X1UX30VtCT5wsnDP+h1H99D3yGLGK6+n
MkUknNj0pOs402BuStGqp65QtC3VU9U0OtrS8KdpdaSpUyzYtg6a38EwDcbwvChdYjQu3exEVJ63
qvFMp03WwjuJTaIn4ZqT80UAeYtilNKHPZA9lcOopI2PEnYAFZsHqgWdh5oUIcdu0jRno2JMFdCA
MvjOV27jZAfTAizkaOEtCFyFRmsmIdC92/qxbA9toN9W0Ix3NKtItUoxNfX3qmmmlQlxmQgXA3uh
HthHJbuPGFIqhbb8c4hBEqo6zBml6d80vWr41sls1hxImVVLOilRKkRHiS3hxpTwC4sCjyVmDGiO
2aIaHofWRA9uR1SLNdK8y+nUIq5JnSC7nkVm7Lmi6KNzUk7Zps6yM3XSW01fBOiRvSlil1jRStS7
rkX/r4YpOY41P7Q3NTd2EAGnKXufMsLwJhI0IOkw3CbU7Y+KAO86k9i4htjCNFx4B31I3hSCVzEM
b6lLM1134+tu0tBHj1gtXBMLk16TNOMghR/78dzVcXokGEVl92lpcE7NvR9l3lDMb7H4uvW3ROoR
mpny0aWplU+EiVQuV+ZME5/ufKi6Ji2cJDvXigOImh2jvWl49/XqRuljCTSHTx/jeDdIlKlkhgW5
Cp9IsHYMpLoeqboRRwpCBHJzeLnsqFzgdrSZsUHNty13TGSTbithPxVNG5y80HmNUsiGca0TXD0T
bNS8MEhjxtyVP4daGB7DrPaOoz28hsD7qfRb49FgtIe8hEWtOcHGyZATxOigTkmVG4fKmwico3pI
eM5umOcAumBeUDGPlE1h7PSZ77kszL/Wls2vtzg/oYkiGnOb5Ya+NRnODfM7l8p40pIUyI9Q+lri
LUcX+ZIN7anMx3zH8HGi4DQm7VGaklUa6cVV4ebW2vA0ACS1t8thImb1mxWg/Tc8dJ7LkH5Z2JJd
Adj2n8P8UJNU0Jmwre2WMJvE/x7YHUGvy5uymkZNm3Zs7sN5D09srgdtnExXLkcLk0smEZUJuqSY
F8vab7f10uO66WIwqs2Y4uQ8c9K0kiFtYHWoLxPnJug6JnT5/FteFs08Ru0iYqR1Os4ru6LZuTdm
HuuCSA1IMU04++6GhmC1fl7EwkHKtGxHM5R1qqjGeKm1d7V+DhYSfYnihVSrrH7oW2kcXPGPYJwp
RcirtRX5C7qaSVXAYo9dieusLpzrUBScIFzTPI5dYR2XtVrXzGOp3IJiBqXYYGbEVpY1j8Ucphxs
Le9hWXOZ6hL1gYQrjM6lQ6B620jjiI69J93y4FTQTMwE0W9QhpjgU8MeD6H1QFukOOaGrHZhLIGy
NW+TYpzHXC9b0Tao+AkLnZAADcuOaKxjaRrWsbHiet1xDYXVj/pAmJwqZ3QyrEtP5NACIN6kPjSF
EkFpSbdubGyCIHrmMvQx7+a8i52RCXYnjynvpo20X2qexyyLbl4zFPGq7mRRGOLHWBYij+S6TimI
1LXMT3lvYF/SuKBB9So9hLhxhMKZBfXVA1k4ZHvSHz1O82JJJ1o2LUqKaUYxh687AKA3/waM3P5c
eAMMFYlWYDV5GgrclAmRGVqIStWu6FC8VAx4vTku6rIDLptjjKe8GCd/3TXy0bLUW1niqeunWSsZ
T3GzDfXh3cIez3lfHNRQnv5vZvdNaLfacGMCI5y8A8Ud4JsBV15q1sAnSfNJNsmG/M29/n36DJlA
xJQJN8ir4TluvKfqnazPE60p0phxp3vzWBDmcsyAmBz7lTgTpvQGXuxzuKVj4T+HTxlaj50YIZyu
sl9AFOeDcthR9qSDWOJLohVAtDahRw4Dd5rl1Fi37Ws+A8dAkBCnhrUMnnStAL1uieqB6hj2e/1h
um0/CjZHZINXNmIIEEf0AN9MDl9yj3GOvvKvXHpxyL/qK/0BMxpNwgw3OMIb9xy9G8xisKd6PGlC
zoDfWDvhnWrjDSPnetjhCCG0IXQ+EMMAqykBjT4Zb/cArDbRXUc77gqbMUKLJ6JgIZ9gO49n0JQ8
jx/BnXlGnQa4YIM/FiJBSuv1s+RyRvjeo/vp3JiP2nfr6D9Sj2es12DHsmDvkgRL2AQRQXvzLX4Z
b/3PAW/4i4KB3e6CsxEdbAz8HdHfmBKYSG7taq3RxUJOfgY+O5VMuq+KV/YDHPAT3Qm6Ruf0FL/j
uCxXub8xSKEg5hCOUoreAmMvgIeO3OmIFtYKeRygKHXHSIzzBpJ47/6M2mI3vAdkQTz8JN2uHZHK
n0d83rLiYri3q70nHrX0v0kVMOVvsH5d6o7OcMIREmmq4Ti/xwpUg4pTy8CoqR9LDcnKJvmlnWD3
v5P88QDlNEW3sNX9u0isx2xHWVGc5fX0wR7CuBaNXjqzXUZCn7eE9WX8FCRxsH8Fu1Ae/PwOZqcq
YaiuLW2neSY9dsYNOxPJ3ytEE5SB36Zf0P222TZ7g8JxjQd0X37r7+OH7Kn81lJxWJnr+icR1Xv5
mv6wMbjs+pv0yLUfHabODouxfm/tRjoSO3HPyQytwR7ZDHZq5NP49i2MTePOJCpxzdGxAvOGsnSy
cUeRmH0Nhnmgmn12+43XbX/W/af7lJ3B8Ya/MCZgaBC/cEA508o9MUtbA0x7i98RQ+qf1K2Rv6pH
GgtPxE3lWG1gFXMPRzW8Bg1ZP1KyA4ZZ/+zcs8u2tB8fEJtVL0gs5E2xvcEogVeX2nDK93dEEvUm
IgbZ+/Qdrf5Wu7e+QcHcepvg5/TuYuwmveYpnTmN5qu0NtG5O+j7cGff4Au1vzflCvvUBut9ew8G
EMFz9lJAFsH1grJpg9wZcyTHqcAN8B5vVtEhd8C1XnGEjbczAuDJ0lc/AZNFYsPoYN2uovUemCWw
TzrYIQbCUzcbL074FMCpb4wHmpVGyEiHWIYNdPGZ3sBui4zvhvTTnVhr1R4iA7F3V8HWujM+s+xQ
7YcfTMF5q1zAd86xehtP3hvzyh0jty1j8z151hTdAC3cvDnfURKiEN0c453c/C2o4O4rjuLvwSXm
DPf/W0rF147vmrphu8L1PNPm/r+lggCyb1B0merGlP0NnqVwPZ9j2L2ehfdqzgrTqwha13dsMyib
MBo940hqZuL3rFX+b94MQQj/z5sxbBvFs26TffD7UejE7eDWXq9uIpNaIX+tfgjzzchXBKINhw3X
jzU+uxg6Bn2w27K9DWjgYrN8xj8S3S5v539rTIXpuOb/N6bi7ifxMWPa/8ijH39Pq/jziX+mVQj7
D5e0EptETxSm0vHYI9TPpv3P/9Ck/odjeIbB3aaLCNzg3/0jr8L8g5tcqeumZXgW0Uj/8X+aopuj
LCzvD2E4iFMNieUD8YX9P8mrMEz996wdAoGY5xJ6bBLMYbi83j/tsmlmNVNGau9+SMtHFTOwRnz6
aI8gp5DKlY0Lw0gzbnM0B1tTR1ImTbvZZrh7mzx19l4l0ocSCEAzk8xa+oneROqJGxENmLnBjN2Y
iz5pP5wLmmTKwxaSaW2JpR2R21xbD89Z70o42bSRMkSMmRUExJAOD4OCeuwZL7kfxGu0aVwcbdyP
bordX1p0gtKwPdqkkjr+HScf1PuHOilw9yOFmZQX7qMQQIGdQvBJcjumFZmg6kg6LGwC7kqTBC+e
hWA61RwmYB4ntFqhlema9jkOH6K4Lnej1+/ClhyPwBRvod9BmIX/NDbBL9VAtkAGsgnJ6SVo1Tvb
uD+gaQ0U11KouFM4YpUnBSND2LOqXIyQDapizEVAmoKImmgaY2f1O3AdhO+6K10bEhIr6ndrjH7R
wyA009KeXdFXFDPB0HZj5KHwlAcam3jMXPMa7aEPCU3GOPua68S6VpTTmQ4FhzzsCVXPPbXyXUJp
O84RhyFBkSYQsB8mU4ft6yXRzRiiy40971i4/TWpgS2R9O9N2CRnq7evLc2iICXSDJgUHdK6LJNd
TcedxnwFaHxg8m1hNbddH4rlCMllLBkqeS3Vk16n12znDsrfOHqh++ExcMQcUAQxXpcSm0sxQS+d
RPPkIvroa4WgD7x/CM9JUpXUtfbDxydVD+jCh8m97TyR3To2qh9BLBb80g6LcNNeT2mqMYgMYDQW
grpiaN544CaHwn4TBmp1PyjPQ+kRe4AqyPOEsdfoF67VJHdWoY1PfhfCigGWFScKZd7kMIZK6kMa
wIPwO/+ZIBNsN4UQnDHDbDMifEXYBrpIS6gBm+6EayeoGqDRdr/PpAkwMi2gtQnlUDr/rKEW1REE
vixr+p0hsi3mkJ9VQqksGSaT0QR3BYGFXnobKk0c4qlfMyntzjlKa2wUQ7nVXYQLPAVjbMt+guhV
rYTGeMO1g7uuD6aNGszuMJWg3+Meq0UYJnt9KEd6ZNiDG1oRK9TVr4MX4Vc1TUnZqrrWRfWpcp+n
DNDJ3EISI+F/zzQkijrqhxBaY5dH17aEVakYU+dJ4m50JB5ro7devTp9bOibo9UfYV809aH2IUvV
adnsitG9Ln5EEwwU/CTYi8zHMQJYEuTq3gMHq9M66Zi5rhsiq3cpxOpAaT9lxHwkGSgRWs6IjtPc
CVKdRnfGtrWzrsTIf9Fsu5oayssh0gL2F0TXFOmlEdRnR4JwkzUKibzhvEUx/8SbtZAkTO9RrI5F
HhkrkiahN5vivRLFnAFV3Vqe91QbNcNN28LMiPzc9bAGtskzyqiz8vWdXSIQbd0pu0++G0P/mVDi
mEU87Xp05QqFrEaXvp25Tx3tig4cEVaY+NWvUFUEWDXgAObArrucCU2PnhAhwMmXsGCydjBwXCRq
jTQCiUs6HY0q3OZDD/9c9Ox+Pkl8jommx4UtY6A8BCNviK1uR7BIAK8niDCiytAJgIAiNAH30gvn
vraC/qak/ksfn5ORYROxPkX7OS2RISvjUi9/JozMOxRoT0rvlHRM5kEoaDrnB8fb2dI09zV6gMiP
8YnK6tWRqlmrlHT4IgdRplsvBVU2muhdtO36MdwrCz2dYzg1qMTkWx8hNFUNNmu6oVBjm8NY5TAy
Wqf5NoF/01X71DruyKRVogyfOF1MWXjCFwNHz8puESvcix6IVKFGXOslgMV4fC5T+liRaOXD65Ra
ADdJRiWK+DD2OMgy4awGndLCgFl5tHSYDjpo0VQ/z4Zj2zoqlcQ304jQvoPbfE0zyUUw/UFxSCMZ
BF/PiN/Ky8SH5jl7M8/8nWZm7L81APKmRU8HuRlLqDrSeFtP+OfszHjQHQHHz49poglENaS30eWL
3qcWj10X5S8tpQpgbTE4Qz2A92IZ9br1XaYwe9Hp73ofVZsWmbU2AXosYW8Hs6XL8+EZIFOEdsHM
FoaWFVi/KhfejsMJY6zx4Vk1zCSjJatC+gaoRb1BTZle+xOKxQL38tSaHhVp69Eyo2tyVgnfpBKx
J/6JZppl7HoKnBjpyd6kNIMvfdw6iBdGpGVFhV6pxHNYkENL8xKCj39fITmyM+oylsdOVLq7wjPe
qhCQ6dCMEABDOMOa2R9aXeEDNo2W+S0V4FQ+6oWBnF2Y1EspXFBYJWJHSgxApeBSPIs8/bVkfRXl
fMd0mXZVwsDD9YP7mkzw3CTOIyzvh3Q6FDG73JgDxwr96HuvO851oOmbuEv4KE5HgmNKMbtiyh14
1k3m5Qz6SbLBCQjl2BP8zK0EDqFgDPUVhgC5M2P/RzCKZ2/04MpW9SZwsuGooxZMKhAjmqQMYQUR
Pw9SCw8mTpB8KMKpOjeDFuC8RKP8cMLMWHf1t0ZqO5W0d4atXoIeYndcNbdafOak4NOv806tG9/6
vME2jzVoZNd4axHTuNZ1FSTuIUJiDsGt3eScC1Ydjm+ubeOm9SuoEQ0nydI/RP3BqSuK9pqiKjM2
7zhzMqzmWuKGR7OWZ6OsGI7YwbYzY8TgrcUErP+WjBmTjkFeBy07V2tZ14UfBruYJL+VHpuHoChe
6g55Sc3ZjfAZQdhs8+x5TLytMfk0B9zYg2bdlnn/PMXwVmOD+rSHJ1wNwjwF6OjZuTckuVKJKBFd
qm5uvuJzSNOHPAqf86r61BBwJVkOKN53d4gI0R7LJxu3Dw4YgX8aP37IxM8K2fvsBCITUG7GViXK
xKvMAcjZueiJ/bg/6jJ/RoM+G++DOcR6LtAuC9U6VENScmiSpOWCq3AtdH6VHvxADccaVePfFstt
7uCrr9vYARhyusAx4g4RH2awPxfSwWhc6xyyGqnTS0F3KaMuVd1lm4MzPfSzLaTKmqOv6fVx6kkg
6UowZn5UjIAzH7Oks4E1IKvO0XAcm6D8c5E0aDuWzeUOh+ItTjw+iLbU3f25RO/NNfkwposApfTQ
2AYKgPl2OS+WtWWxPKLpqg9ndl5fblrWltf4es3Lyxkke4PDH5PyEFfvE6LRY9E/BpFOLoXARIhB
/CYMcoc0Lp+gquUBYhr1XSR9VK82ko9FRiSnnNWvfzG/V78jJWbgmvWlS1rERHVGpi0G23/IkX6T
Hl02f5MtfUmPSHzIGgt5yj8//7IpfUwTcTw1nLc4kYchJZrSLqtjPS+CJCRCwCXIFuc42zZKYeRD
HkoNSvSXnxV9OERJvaBiH88/czrQ02C0z4PcQX3LEmxj+XKbTvDZviEH/vLkZe23F6wTyqyuIJ8M
YSABc38t8O6V9FFYLLdF9ATXtQDIt7yF5aWSZR9bXvBrNfDdF3NWXpFsSRdiVrYsa8lEdj3RBoRY
tlb32c89Ci8llH1SIBdjNxegC2eFllukh8BowDSJGDbe188WBBXP/lpfvvvY5WyOrsJHqjfwTSxC
rXLupCxr7twAWBaqvU7KDEr6ZNPJ0AciAr9Wg4qCdyopM+B05GO1L8thtCyEiPkVyvmIyp12XMuI
SY2B5JwKOocOTcbmOI4eB9G8uazp86bdxxV6xHnV62PCdIBk+rmgSFcWb5onu1OBwv1q4Bbc7PUd
N68a0qafMBmiffFhUY7fm8rfJeMEIbEB5l8nDzJyyEYgwgdh5VFoKqKlNZjbpAUKVwqfqlV7VLld
PuWF5WwTmd3nFrQGJ8hjFPIjl8vOSubzJZM5Nxo3xTSPPEzKULZDJS/sGKBVMo33zeR+mAZUx75z
11gNMvDawjo6sX5Tdamx9iJL4hYiOdgYGEUECXypBtFq4zb4/zrUuAYEhxvTLLhCuhNjF8HUuqQf
j21tRBkYlLe6M6xJNIelNfRvvZmD3S5TyB1B3WywU1vrKhiTo6vyXxzhTzYX+kNNMiZQjSjcd7qO
VaPryKdR6zBvm7u2wSfgu25wGLXRvvbggHhcFWjK9QjdLUaExmwFUKFbZPvEbHEuxEw1y3n3+2qB
zvvcuCgX1bx6ufG3xyz3Lm3Sy+OKxn2jbzNXYr3r5b60moWTyyquS6yyg3nnz9kZ0xybYcyLZfNr
wbRk5aUJ1/nOLo8x05lplRJaeQj1nVvScOIi5K0rlyMQs9rdoE/9dnmhRrEfL2t1AqiCVNjh4A53
l/t82v3rXkvQWcz/E9dERB+DZML5id28uLzEZTNvEHYhFkJcEJlcyhI/TPdj0GySuWFVphm+m2X1
skhnEZty1SFO0SzZDo3UYdn/ZccxQjDmPAXFZTjfdrnjskntT+HHyxFYd7n4eshyb5CMP8wmxpz4
11PLprRXBuO8q3L+vpbvJS4F+j3fPpWRzvDAdu0z2nFEcXNDe/kdXBlxx/K7BlkBIXVZ/eorW86L
YVnDaulJLoulT2mGIUj8epKr3oMV3mV8tNohFlDFpbmXDJwunbJl7bfu2XKbbRqSfofppesCYVdg
8A3k8+WXpO/5I6PtqwRCNBTo90UWRYc5z5Lo1emgxmtzPgmbPZ9yWesRWexSTe0Dy+TK4JbjzunN
PRPXYFNzaCBypB0Op4LT3rScEC9d5VpR3S1yHRDy/N8HF0dxUVo3S+JqnGrNQfbfafXR2e/GXVnq
5s6fL5AYVOst6df3Sze1mS9qdZwE7WnZHtIBimmD6H4TD0FEqIODA00E03i003o4yOTnVyDnfAUg
P9wmZGe+IuiZVjenIB4JBtLTr+bo0iFt2iS+qgVf96VV/dU6deK5XbJcP+Jl2SU18NiMfWv5F5cG
6+U/Lv9ruePf3iYXdejlFZa15XmX2y6bl5e5vL3Lbbj3YRgG1MwaEX/zL6+8PFh8CU+X9355Tphi
fp0ME2MxX9Gy+Pp4mimommCovVr66Euvt+wDd1vW2GTmDNhiFNGm49LLFJ9DeQmBpXgFld+menJc
biym4RkReIhONwbzSzrF0sEvApBpdm0ZVxBM2GWWPXdRH1wWg5A3tR+Z23qKcQer+5jW+Fe7OZJc
/tUkCnDoGeCbvCDhqJ2vw3/L4F3ehF73j8qEOC/luAmwkCAmEM1R5CU+aTytTAuM6MhHIBy5PeIw
QdGDHlgQkebHh2wegUajcWekLUlZXLKBIyDaWF6Dq/gs4picdlcbKeelsN9FbfarbsPqK9H7f20/
ALoH3Z5/H1t9G0b/lFptfj3hzz7AUuynC0PNSVD1Z5J96QPYf0hDmIbtuY6kJPX3PoDxBxQRWgGW
Ib6aBJc+gPwDu5tuSJvweYNugPyf9AHs3zq2tvA8QyJGF8guDHPuKvxTF8BXWvBf3J1Xc9vKmrV/
EU4hA30r5iAqJ9+gLNlGaOTQaODXzwP6zPaeXWe+qrn9LsyiRCuQAoHu9a71LAWRwUM5ztcBgZW7
SDBiU16Hchl7n7gPscl8hsp6rEVlrnLh0gzXhe+NCMstRnnU2DGONq2rDqwzbmp4PGvhZPh2Q3Wf
V4WHy1tHR4TUeV+ibXuifagt3Bn14km1xsKmnhV3NIcrx3QiDnN2qXpbrqbc6m4880NKk7lpGcKV
ZDm2y6c52ReWjbTZ2Uerw9L2t7/ef5rl/YeXhHmG8HhVbMf3raXo+++zvCFsI2sU7mE2cKzGdorf
LDcueU0DR2UYO8JpYJS7Grrf7FzMONnbs/xmWHhtIMsA8OOZ9rWQlLKVPJv4LGpTrboMbCCr+G2o
SMvHNMVPgV8f/t+/OwICE6K/D//ckKlRyBjSw24b+q4T/s/fHgAL4u8ADJJz53vRRM6qdoqHgm0Z
wqOodtPMTGd8K1HUkO2RFZqgGQ+0fzPeNdA72hgRHdstoVMaC4PK3vjjtB8I//iaji58TdggGWfg
D1U1Jx7HNpqbCl94FSfwWLz85OR45ops3ln2/JBacDNKo/1ZeLK7qaP+1OQpptyFbK9iBgTzrRxd
xZAgfLdV/BLUvbuqUutgztBqlX+wJFYdP7yPk4pWhnoYtqmQL/M5V9G8N5SNlS8S6zSc/ZXRbbi8
A6kTS583ruTZ/WyJUdJuor4mtk5N6JLjiGaa2e9C0s40KC0jfl8JmCs/rkuUHNdbmEF9jHMWaYld
UJjtv7E74P91cKsqLqm+8Vo3vY+kbnz1g4T8HPTeXZIP+8Bmz2UqQf9GlCBIDea5GTlaxgQcrWcG
h8klSwi4YtVqWrB7volRAXBMB/fBLcqvOALvY49qF2SLl4Z8n5yetULpktr9HiaYpdkSRE1/n3qQ
ME3gRDMUMgyMePmxzMR59jHPZHQiyNlV67o3ENGAoBfdbePOhLcTB8rfjMRelt9nSWG07xUmKARS
AKp9r9GZwJYwLWgGrTdNZcM+DNd9m5wKMWMF6gn0eRkU/hQcG/lSIO2WjY3bOsdTQ9Wx8RQ6odzn
1NgwnqJc2LKhhupjEfSfUQtYNpkBNtEAkqQlUQY6Wop+DNaRqcB0VfNDHNIhOdXTR6FeWrUM2Jry
tZ7cb23ffeKj32Tu8B6EOrxRffmjy9IHOwGBbqXpXSuh/aeDevOb+gMcq+HiC+4DrDszQJY4pI/P
jU71DFVGmy6OzRQp3b5tzLldVQwd0omop2xpRqmteBfUFI+ZoJLQFULUXUxwZtJsIdDgzKcEWQ27
xO7PRHJ2PXCcUI+HTrZfgf3gCMVMsXjprCjfxKb+bliUDAxYGZ1sQ5aV98q4ZCzZvLFT1DGoqnAC
4zUF+dpIhoNHXB8GNLR5030LZfCcU1NDlPmc1Ym5SfCxrZMsNvclgvpQTHcgBh4zv/te2d1Hkqud
Gy+zA7bEZbLwgvZOSWyyYiBJUGjfWWRtpUA7No2MLFHEidWncRUlIMg/uzD8FfG7tDkNhK7z3egI
Uto9J/SgI+ZM1VGqvPeMv6eVJQuEB+dptuvb5kVT1dgonN6e9xV5PIGS8uxpbHeBRe6ljB4J8t1m
wqChMIYHaniPudtu4MTg+bDBUSJxAOQoFG2F1s+Sdx5WEpxoys1fSKdsfXMxmfn0ExMkwLQwYxxy
dHSTdmbF8rB6DBiYWFLyPXrqu5QPgImxAVUfPjt17OiFepiC8D7VEuvMdMG7v68D0i11CJDUG2L8
XoRfhUBW7C5Tiq3GJyi6ApgATpEKyjbBshp92l5xNsrkSUw98axJM5vwYYzDsmJgZ97//rmE1daR
X21RTajDyb7nUGyW9/fUVazGeSu1RXpggAur2txYE3FrN/6AUEXJoNI/2RAiHUSMiQyn3vTWfVRb
D8sDmQje5YjVVYtPu48egegA4sOvBGVm5YTht1A75zg8RcySOwFNqFHv82EymfM2lgAJQAd6PutN
KiijarAQjgaVHeYi6tsR1EK/LfACes128JPnaPSsfZYOB4aGDOp7H9usFW8Rue8wwFJtbL2BdHIz
Yp4yCC5+AIhPtCcCLe896BdkJSxu/ncTLyYkVH2eU8yGpYCZAv0jyZJwHZQd84YBZXrog+euVbSR
gxVmf5EdRhH6sA+DEGhgGnH9enVQKvKczJAu7XGL8/0ur9vXKNH3jMkDTNPBqwUnOpPdjyRlNsNk
54cDVbrqlwU1d1h7k78oFNUePDSJ5rF2BTMiiGo13vwicb7ZGrJnTdVG1oJWFwSLDNcYVxA3qK9j
zEUmyrhh7PtLOzCpUrHScfHpm9o8akh++9T3z2Jk+R+nusUXqMB/TR6FzmSJJ7xKVT48a6MaKUXG
iIMzrpssnrO0vooGkK9DCUAgQb0FjvchdUd/T2R/r43orU2GWycaAHo4VbnVsblzXNpHIvO2CMCL
2AQMGVeBxxomqCoCyaZGwx2n8ClDGDLC4L0ICawMhUjW37I6/T4BDRl8ckseC5GM7Uxr2KSpXD2s
6rSn3bkNLswCi5sZDlhT9z4iyIK/BUyEp5Uzy0j9btq39y7Qg4Qo9A3KAPaQ2unvEtssV2Eh6lv4
JOYJ+OWPOTSfCSXPOB5gxi0HvNF1gN1hcAyk0U2P3TzW5Z+pCWqHhJh5A8RuU0zZjv09mYiGP0/v
RJvQe+7jND4rNOiF2oWyfG+6I39sd/wxp5QXNTbOvMl+Sdqu3LkQLDm50LMeBM8jYy8Zh0e7VxcN
pS2pEUWJTUbM9kLOW9Hcf8+Z4+08DonbrZdnt2M0vIHkYAZZFT5TrvMImCjX3jroZf+xvHRUySI8
8vdAvXqPm+HHDBmLQ8l8HxdchUHU2XeDt9gqnoqA6rqhp2Kgst6D1q63gUtHkZv/UKWCs8Nqu09p
4dKiOYncuB8H9c3lgriaCXmMUfnilxOtX8ATb5qmeg3B5Y4ObYU+AYTJfwRkeJfV7QwZ8Jnl59EY
9HOUkBokAsKpaRYHCxw9X3Uzx97L9dlxeVy5FNsUUEsOy491AMbakgR/5mPb0xzzOnhFCXpQPEPf
7TYkRPbhUnDS3Bmi5Rd3EQzzFV4UvLgtcFwtRI4t4XNWyBaxHLpdSxjT9J2NX0N98Lrx0BdTcMCd
huOZxIazqHic6q3JhihUs7eePuYmwJMz0gBp4G528sm+sT0mg+WYBitij0c0kmblQmDdGz4rHwFP
svbdFstxunFrRviVGO/zwCa1U2UUt5Q2I1bbOVotanxb4DMeVH2Wbv5s9aHaZjY7GOk6X9DnrNNY
ELdsGPvNKVkvA0yRNlLKV93wOZOJD1Wr488I2zeS5pM1rMqSdpHIy3ZDFfP2t+C29iUQnFL8TGMC
0yVM1VWY8cKT0sSBa8/A+boWP2nN3KKI2gtmc/OxLDUXwjh9aAoJwEiARatLUH2qIEJf4y7Ku4OO
YawZiEId8911HfoogKRoNibu7CIfTaKDxil3Gc9NiiFIGdPymEfFbVCALEkC9PgZUVglyWkgBwjy
hreH0TAiRFWuVvkiSzK0RqHEhYS+vciW/SJqquXGXBTPPx9e71lon+1VBF0ehJa5oKGRSK8P/v4C
5z5fZNRuEVT/fIvrvWkRXgNl3DeL7liNJiOVxuTa7uySePYpIg1QblXKACepMZ4ai7B7rUy+3sBR
+Pe3vH5YowmXWaa2v/P0V+35eleaEfuLCLN1GH5cc/RlQmtf6cHgDjLbOJBTOBStAVkiCJpdynD0
ELQQL9jAxUcuH0+BCwg/m6Jn16OidxG5r9/mT3o/vrIDrp/MF9kJQyAgYoh5DGxlU+wnHxagVZj8
vZrxnHZxQOEyGZqCfp86s8qDaE3zFAnw8HkSzpdMLDsmB0qYY3R7iq/mE4dMctcaVnIH3c2iQiDA
Nt/AP8prQOLLaOeSAHACOme3hH/xokOnfBo1FwUd9fZjEMfwGJbkJysYVnN5ozbxOHkUN1MQAZjJ
e/BspCO7oF8DWCzl9oyoVkFBo0aKy7qoJoPpcdiwbh8XA11m3snE2Piq+sZ6pDq4sUjPadK+9oWh
WSWWmya3t5NVYDfqnfmeSCGWhaLcJPMktoZVM1Sx+Pkd2JTzqLwP9IWvuZ0l/A1WqV0bMefa5sDR
DmnhMRo2avcxsTKYhfSfed6cnv2O80NZc6noi5pVYOLl32YuSGGGRyTHEnVqlvOsGypn08TtQ8Hc
/WRbLVz1sX1yLVvfUkCeUKhEN21PFO7kI3UkfhvfAQFlr156B/b44LpVROGXoEcr5i3DUqP8VP15
lgbmOZcLWGcUpEwsVmJZE3cv8QSdLDEEq0u8WlgpVf4eBPFDFVFtbMtMb5eB1fM4l7+chvP3iNPa
0m1/EGPkMDYZPxpZ6F3A0PKWQ4QyOJvYxTjG8d63FWvMIDyNaHYnqI7M0R+nvkY8yct3VBi2e9Da
7lxf3UuZiZ0c4k/gNtOhrtzPXAfUaURKbrTfNet6YQz3UZ9eDGd0UVpxZQ62f5zmZno2fGAxkhZy
aNX2oydE+BwbHZWOioqHCsQru3r/HrAsxYvEAkH7ZaxYyyy0z/VygwsQOLSnVomw6P7DlvKSBv69
rMdinw76tpuM+l6I6DJmFlZ8OFunWI8vGDng3whitzPwlHUJnPIRZ5c4p7m/T3DMJWxNHqeppD2o
ZcA31u576rcUXxaSShXPCQ+JjnsCw7FNpJirqtm8A0CnKik2nUPnZeKQq2rjFm19qRs4SYCJ3YOf
40H3nPt4lCbmkaUgSdC/nnc2poZnq0N4wL5061dJfGfbAQb03K52WsXHFHAZfMboR69k/Whpc52V
KthNiYtVzPJ4waz5Q7Va7tN+B96kOkBWOzkKrKHHkdsCfMaV+FKk6piAhD0EoyZZm5Rv0WzJxwDs
gBWh7Y9Y+uDcQe0MOCDU7Bgs5+JTjCoTEI0ic9CX0XjxNHpJ6OsHVF4KdT2m4o0rvT05aZZCXk27
VodF0jYS48R4p1fIyEPLXJPM288s75O7QdPmVTivSrCS0XO7q0fAJy1HbtLExdGKEamH2TlYCe0e
KhlWxcSEhbUE/RFt+s1JK/XY4OI1enlsizJ+yKb6ArlKbVK8k2xAChx8+dopjYUdzbNzimzjzq+z
SWOqyIAxpOQ5UUuRXvpAIyjcxABhT+4ohxMw8bJ98NLiPmVJQ8o6dPXOn7oGfLpDD5IuzVMC5Jf1
dLatQG4dImM3y0HcmTApuVbnxiYOpkskZ/vY5vQimEAxkbmFf/F8AnEuQNqdaZJTHvzyxTPG915Z
5m371rRG+jzoYS1ROe6jpCeyyoKxML1H2ID0o8U5VaAuJYu2Jq7E6rxvIVsN/gghaHHKai9iAKhD
CD9MneZxaE5Ym9aBh7W67mkXZiVSxyHSmu++TBgR98oju4QdBbgC6KLaxPXa9uW5lS+YRG8DRa1g
3I/RcRKrsK9PRYW9Yc67k1115gOa5U3YcXCCIRvxpIkGp2+w3FzvpQT/Gi7JRmPAwWqXu7o9swWm
6BMHxTFWGZ0MqthnoiaNZKIlGS3Mm1VulHQcOtQiF0ZtHPOk+VUaFpmCJX+YoRffWKYYNiDycZ6B
d3COv++mtXZQFJr8WDSHsBzNiKFLTndzOJGLZl2CvphtiZWDIRVs4HsoyJvcCzCVde46CTAmsMMg
HbR86nozdeJVD0gdsq9GSrFTez6qwFb/visrZh+mwrBceOZxWm6u9zBGEp1S/fjvj/spT9dmllMT
tIxj3RbHx/VeeR3MIn0sDpDYYb8Dz3/5LzgusXbqjNzMXwNTO/PF2qzwqF4/F12XLn8e9rn2b+Ju
cZHCwvOkIKf219deJ67Xm3987s+HJrh4ZjNtZtNtyh70z5dAiwBdV1LN/Od/Xx+1QpMv+dtdq0ay
9ZK4+D36/tsjf75baPi0KXXkTv/5DK7/5x8/QoQWlK04AQ2xPJmkicgk2TrA8c5s/T99xX/63J9v
amneuWlvbutltciJML5x4bHQm5BS/GD4jLW6Ksk214ebpQfCvhZMZO1jGgfm4QrKud4EUTocEU8Z
d10/DheOju4oNJJRXm1qiKBUuBUFnR0KMG4zGU95GT7j/61W9nIE8L76Ekg+G6+aKnPDIc6cdjkU
+rhlgx+1xBNCO38CRXEsIt3sDKdIplOOjwP7EyVG8TI0xuT/TZfzoVXjj6Soxi0uWz+Obge7PuLH
pMlGYZ9PJo+gUIAth6Pohlz4uvXUiysLQgmyfkrT4FdS1XfCayhZF/eVFX8nSktLu5IXlNhf9Fd1
Kr1v9GBSXUmsrvbTA9vud5UyEGRUsLIK59PvMGEi+PQ3ZgvoBGKGPwfxKptBLTf6SxYFXsla63Vi
YFgLYuq+2n66xSj/iyIRcNXWUzm6L1jln5OGWPxgh/fXCULJTJNi1vHLAWgSk2QhUF+/te5PahZw
BofqrjCJRRYHZS5x03aEtJP0P11awRNHn4JEngoj3tkWHZbLczYYV5DeZ85/wpMdsUCE7T0QH2P9
lw16qwfIBHFcPhmyPI1arHrCI5IIaUnBsO0NryliWIKYnjevavIevaqD6+W6O7LDP7rQNdeiS+9s
oAckzl8Ijei95QJIaUV17ttuD1vmmLN2kzKSx7qP4n0hpscai+BFRb+CamJZ1GA1TkY2yFHX3XRX
JyfBgtTvWXfmDghxLLytC7R0tNgNiPxFOyHIl5FS31PLYmtVy1CsBTqEaEDGBZyTADqy/I+N5rFv
XiY5jb9stqYM0rDBfZuMcdvo6GAN0aXxaCBS4rYvG06TMC9T+2KG2bNrCWDmlXgK9DqbbhvPXZW9
um1Cb48/CWjKNzV2sBpGKCBUfcGbITQcw1HLXms7e9NR0iLCDg5o5OwEPa7YYJiF0p+kj7jC8er6
9WflkLMVHUFxTiTEOxxauQcn3Y6N7205emDD20S940jA8GGYtIy8YD8whCgcasvc2tN7uPzkPEJQ
VxULeUy4wY1fVTA2ix+tMerVbEMt7/ZO7pIbMWgzKWQXYTDiBaxHurrExF6QnfoxVLT0PQojNYGx
hz+CIb9zA5fOPB3JVQT3N66iB7tdAhgl4DwkxefQWSrjveglxesKuf6VTdmBvYQPQ4y/nWuK6iZ2
vfvU4QnXGo9q1M5ghPKfFbSlRD5VufgVjiZg2Ko+CkluCPs75wNhf+tMh+pLamBnCRHURVFd2Tkl
RgFsjMx09Zp2xNrGPk+bblUECEF5ykQCeDsGOry+nFLkXmIHumH+pF36Kuu5OY0Br5uI5fskzAOQ
pBVCEZhCXoK6NLy1Jk/IRW5rL++12i/YtBxrwBTLvyibaO9i6YrA6Wxkz/XV8NpnDnjONH7CodXS
0SoHovIVkl2TozLQCkFlBagjt6VHDLweZZeZv6qSmWoK8izpWEPQm33MPXZ8KRgVcDUjIAOT5IxH
f/IFfvfJABoQc+XOxxKh+KND7jl1FdGtOXSmxS6o15XsBONbskihfG+RRzZOAfndaZunKKf7qXWp
9+5m5CbjvdBknOeR95UfINj53+xKRPy+vJBWRo3o7FH2blBRM0dPysXr54kvskqIfJ31LdzFLSwY
CD6E6zX2GfoqpXxMRQXMtAwJScUvy0CaaRc+kz7pd6Gf79qxobtvcSjB91KrsQk1mQyW9BZsEHoH
CNxOY3ZwwoTGv6LAud8vTx/WzTpsWKm3MHO1CHY5pKht4rIf1I7PD8RQ23nmPdR7whGgB+0m6XaZ
DeqmMQ8dg7QWFzPwXZeZn/tLheyGG+/kKSpFF8G+X96RdB6WpJ7W9pD6RMMhTQnjy06ys8yrr3bR
022VURWEVHi6DQWeRSUwdzmUu2GRhK5eHyJ7+gL7ELbIzoZlEdtAuumn9CPSv7QxLbRM8J1Vexkt
xrsG0rfkoDORTk3/F2hMBLea0QGKzKrPKffw5pKearo6CzYz2EXDaqKqoZBbFw2WPIT3kVpMjTP5
5eR2TtHyjCKIyYyGvfFhbsMvyTm0NryXQFqnYubdYFv2nVEovRks93uPH/KG93dL7IvfCUT9ujSc
dBWV/l0mC3DRZUfSXvdr3u28+pjTVqwgsub6p3CfGazVq0i0BSeqiQMiAiwKCPAx5G1JwTGFwz0N
CVUZiZ12hKQBd58bP9u8ydENmOwMnqG5iELtKnTzKvO7vAK1Ms3jEuJaOU5t3w4DxDJNX6QcLlTA
NDRwTpvSGW6FSf+Km7FIamYWBzDO9teB//+vZhoLcxt2iv/dTHMof6Tfy/+Rq/331/y3n8b9VyBc
xwtsRAfT9bG//JWrDf9lEnd2Xcwxnvf7of/O1Vr/CjxcM2aACQfD4mJz+e9cbfCvgAeE8B0RCht0
wf/FT+MId3HM/C0KDq/GsUK+HV4f2+fi+A8DxmAD/JoTbRyof5zdYQfsmQx/lhZ30ZQwRmL+lidD
cEFk5yyTYSxwp5CsuwXCCK4z1R7uzs1LxHUTajNweR89PN8VJCFwCvN2KBhoSvvTD0BxuaX10Pq2
e1Qy/d4ESbIdR4DclRsihFdDvM6LJZ1WwN0b/cQ8d0a6mSumHk3ZdSjx7z0E+rMJ7q8eHHWaRjSN
EBFR4hwhXAWx2Cnouc1LukEmdVY0GJA1g2GSh+atJ5h+Gjas+KbJPoFrN4zMNAo1o9kyYl9e98Oj
gbcUQZUJY6p8EGweTbmMo1i7cPq1oYgkILYnL/hWGZo2b1I1cd3mp4bmAP4LybN43BkxdeeDsqpb
C9GkrY515sJm9r0Ptm7IlGa9kXP9S70J08KT1OWnocrI/btSrO3Ew4tA2GQyQMj7BgVaAHh5iTUj
ZwjI+7G1NrkYHXR8NKyqLtg4fk8G8RNeGCOl4FzkcqdK685E9llM2AxlxubVa0qiW5LUZ5/cRpbu
L6zhzu1ALVOaJvdQi/ONjewWuwljMfw6XEz8Zl/F5pPxVCRMU9OOMLLDrISN/XBE2KVTvRQXEWnz
oRl+Zf2dsO34baTmbF0Ah1o7gf1FojcAMjWsHNDvXGXS+eIWw66Yg8cprRFuC9e/a/IHubj9Fdkz
X+bjpmO1f9/lfXAoeuPRcAB/NZX84S8SmJqHlliPaFb4f+JdGhSPlapokbWsmX1vtuiaoFmtwHno
QioLcljLa1XnX1ElcjhHNYYo0r/WOBLsDJCsIbW+pFBLRNk6Dwm2GP50BT3sU1yeFHMwXTa0FrxW
uvIPNnpeD/Bn7TB5P0SBRbDUr8/slDeii8B+OXhudIcw4k3jaTLH+FIC/d8M0TRsetN/GmVVv1F+
O3W0G+WU1tV55W4jE3+rit2ZVTBTjxkfw8wlZI2/jeq0Ydz3Rvoq64ooa12uIx2PB7vrtkYesG4z
PX/vi8mmRLukMxmJ2EMrKh1jgMrl5tssmS8+2Alwoc+kcMntMZabY5vEDxvLcDDM9bRMWGLgi0XV
3OGqUytdLpxLpKmVHQRnupi2XpcDkmZ0sx7NIjmnZrdEZ9+GbjIxbNIQLoZvdqbussmhVzXloi77
+pFwmnfOm4dgzMKLzBL6VbOcnZaik0oFP2WcMj9naxvNyt4RAQWs1sefRp5sJZG9nZiLL0MS73GM
aUekZW/z96ZZLeFMA0vW8aDImNS5sqCUslbM5ujhc6xsCZ+4ANhGQHfe4N9PmJ/3lYsyqqre347p
auwDGPdN/55NzSkbMOKy+rwZwvmrpGYOB4R/C38pWpeaYqwx7h8Gb/gpzRjkqY3lK2eXEixX2igY
cE8xd839wH1sbpnLnF0Q26BMmWXODhTT/mzb3SUm/1rG06XHeLIupbc1i3kvAxjASTVDQ6o5Able
HG4sKphUn90aDjtwx6+TDd1pR2CpLlYf+uCNAgzSMJ6xXE4H+hz3WUylgxH7I2pu85AsORoFnJwx
EFtsz7l1c07tdFkZUIeStbKcR7MOPiASkmQsitNovOUsz0hVyDfDtcFqpAnCygj7fZbugyGoBOyd
KX6XzBSErlGp+5JzBODVxBTvyai9Dfz3GhSfCne6bb7HjX1hFMaqUTL8nepg3ylQfYks9+2Y/rSq
ioC1KPEMzeFzoQxSm0YfPlX0RcdpMRJ4X0bcw6OmL4SwpVltrLYfcc1jahsY2Umg2TfD3IOw/BVb
KW5N+s7qvnBRW3+Gve53sPLYgHkYsAzt7TJcWDMbb9It76LObqkOe0TdfuzN5ocbgoBJVdFvgzE8
40OTvDmH/jjpO4sik9BibRbXmn43o1abMNTkpIddTICGWSyDTfNCgri+G6zgpSS8cRtaHc6YOgEo
0HyURKBPmWWcHYakW1nN33WT1bvZSn46c6XPWfDLmmP6ycSBureGbatzAJu4KTNreAgcyueb+c6J
svmR5swBzlm0Qda1eRWyad8SZ1sA3dUuHb27TEzMzwNAfvQ7kfloofh03o0Djm6ldfAUj9PBpobi
zidb7GhyXDIfANQMBmMKc27OXTh/j9xyaRWQr35gjhdRe4e4RuXwal0/FjrdSxnmO9flbOBH5ipM
Y48Wk/JhpKtxVXRwh+CKM1dpYah2Zv2zFqWJBGxz9qedg33c8J3pB3EpDwtagS6MCMeuNbSHnTfA
TcpBm2d9BMrVc+itjkR1cszxc3a8iwm6+tXxEald8amCWG96xAJ8h8zMPIqzsKGX94bno/lzvU3F
/EOq4TOjKGvX0c9400D4PXFSOmaxw3WcGDcc6qcpw3ppRBBDIe/TbjNbhNz75tnEaggSHCyS58yb
2sKaoJOgWdvlDO1IGhRd5vd1wbXQmJiJ2JW5pDuek1rQw02OFf1HZ7fLjjXzDf+g2yXrlwHaqOXC
s8mog9bWL1tD7ghr/zZYSq+GwF9PZICTmWwpI7X+AvVqtqa9dOKRyaHP6ssxgx3tbRjQEsxjeU8p
/SI6WNN716KVwkG+ydJYAvdNqElKzNMUmPfUsrCHnhWkJJXTfqXs71EDqskPhuA2VqSn3M6wdl4g
xcp0+x9W7OlzU4wpw7QCzg7PhPbrRjD3q9ofOhiqbWVVL77bfOtrR+1lx2Ukdtky9iAgqz5/wmzj
rDkbhtYYrmujeEvShnpfPFPmlNfbBC8Gpka9bNQ0PZkG5IMuof84Ky8gA1FNPHY5Vuq+2r1lM3FI
Wb9tlWhf63uTGUkV4nBJe9gcVg1qLOwxZmeKKGtMx6FZzV9EdLFhsNK7yavhROkuAfKAhpW8hsVX
S2gCdLUtbs8PgxIXFnGM5ISkH4M6BpLrbBRFOq14owA7tzivWXBCKwho1aDMu1w327xiaMslYjgo
Lx3Z0dmcaU0MtMzP9tWcvYZOY95lxS2D1adU9sbBSXv0W2YPbkPyZ+5ORRbOR3axaj1D0ig0erGY
XmdO9PpqrEGABaK6VZYVr0ojI4mBREWjFavAQDcHXIz2oY8owinqi0S6TRYNF0mDkwBZk1WG52qi
ed5rdtowjzIon+zAqWiICZGEnUU2DiZwjsI2yXfQv9NtdJH8KBbt2GczvtJD9Jy6yXMaaaRD1Soa
MBayYOi2kO0qQsNkWWljXm68RbFmMw0A8/rx9YY1tnWQ7aNzlb2vTcjXDmW+NmOuxfM1rlK5t6jm
4aKfXx8uF03dGyDLLjL91VBxvfefPvxPn9MKEBnImODm+rU5XXyrGqDq6n/9Ltf/BwbDBnOmie2z
IqI+7TrxWG488uDMJv76uF/GL9R5MJ/488jf7v75pWLfmYlVYjr889WGYTMjjCtI479nHv+XZ2nF
CTuvekTjCotvU+Mzwfvr638/g+uTkfXA4e0YBAf/epgBo0/vhiS+uYwGhMeeqqcq3bseCrA4EPiX
B6rlCLje6/JFloy4nP15oG053UAU825yaA3glSmo9q2ZQyq5Nmm1S/72ehNl5aliMb+zlrjScqr7
2831c8LRCdMgCZOpxH3fD/nevo6sFleKzHUPZT6FWhjY9DKhUsABL/IXe/mDQputkFcwt1x7HGAs
kPRbeh7+8TnXDfdmhvl5Cli3nOzGw2gnGJwxR1uNXj2hpRBqu8aEf9c9QOtleEyLET+jws+TDnTa
x2p1/e5/bq455Wuc/8/nKghUeTB7v1Pv14xyPCtjG43yfO28uCbcr59XSovtVFFNtMTlhwB0iFHw
M68PisTHO1KClLpG138Hn6+POKTCHFu1aOS82a9Z5+u9f3xoT9Ownd0TR/TZW9Jgy2+Qd7QcGE3X
HqVNlOt6L1woANcPk1rZeJhpgfY7vNEtF7vfkfTrh78/x3G3pvtzJw/303Y+3lfpzX3GELHooaNv
30xxs8uZbXbJY7sZt/JMw+ftmz5CbDtM22ZNm8pOMXulBmZYUVZzPx/fxu2OzsgbHyD1hqb3KTtj
8YanET3tlDwWZ5qFdtET3fEP4Aa3Z1iYK5Dgq3662c3Hbs1Qc/Ox/LAzJ2fkz3vZrt+ycHXWK3l4
K4P1W2hs/bvpi08Ma34g4veTh8xR/bAKCmqeeGPvivNbRIEh8kHKKX2VhCvKOw6sgh/43UCQ8MN3
fG/imr8gMt/QgXkkkLGmKnVcN8m6wsEknijWXiW8FpOz4tmN72lz65Z3vCxzsaN4vPK+eHkmaW7m
+SC8d0J3+hsDRMBXmznt94l9bDAGRZtq2prGFvamYqIxQde+9wOSMSR3DqaNn6+68LOj27yPNzkr
9fF+3PInITY+ggnPzrncYxlWv5CK0Sxw6GNRxsgV0jxW7OQZohi/BnDPFuQSI9qtz0XhkI08Lcp+
mGPh2gUwwR0+FO62prV4WqGtpzgEio37X9ydx27kaJulb2XQ62GB3ixmE3ThrWxsCEmZoveeVz9P
qOqfqv6BaaC3DRSylEopQiI/fuZ9z3nOKYJwPe4eBlqAh2DMK1u3DiYH5i9KyDJ00pHj8Fq6w8/m
swR8VSOMXadJbyO+65ogMGJsM88ojmz+H282HaXM4S6Ub5gsHnbj3ubdy9YVdAeCfeg8yJaZI54W
1rUDwncr3jAscKrYxewSSBqSi4zxxbyZJ1r15imD1RlMLv9TX0tX9pnv5AtND/qRAbGnnZ++zLMd
vygnBTG5jVobeuS1OMiSPRyiLXG2qy1EMPqGD9GQPZqf4pfYr4ENjqYffYrnrFtxwYbfdWQXd65O
Pr8EV2bFlSUfs+gDpogXPQ1OjCHsc90+iZ47MbPuy03cHDqBNJrfVekg5Mtt5Qqz/bPID4Qje3n6
QhJlE6LHQIN27Vd4hBzaV9+w5XMHcSNz4LE6RPKuO4JFqvbC5psWA22692EzZZdOXhtemW80CBdV
YEMxYkQP0eTUIOBzRXHY4mjZVvmevmmT0NTZo/TnodLAmxoblbSBxO1vwzH/VZGP9yIlG1iwEF4R
VHCfkhe9uliEe6fVk5T7YX1pi3e+HehlKD+uh3qipg3zlbtOFjCDd5ruAmgV/B7NilvW26/LVvzy
+UfSqV3r/kAM2AOHd+AbrctAyrDbfSOtpqfWXmnV58WJ905mBqSTfXP7Kxo9D7OqTQlRrQ4MrjBC
a/F4S407a96K5RC98MvxkjwQETfWaK/AaWrC2xRCcexZ8Bj4y3IoMHDRyeJFi8Zrx50qeEwGs/wN
e23V9R+MZEBhoPYtYR+FBwZlRmehsjUkx1B0kIT/JO9ts5+rVKQkFz3X1ZNVfSHWj2rbt3K3bjZl
sxHhClLYajxeMk72QvNJtgdIB1rNN4W6PtIzNvcD2WCF5EsY16T+QwnOA1GJPPJ5fUHBQyzjvS7e
RbGzs/IsVwfztkiQ8kHxc0doMBBz/SoVMDmSzcBZPJJ8XiIqf72ipClf2tYNGzZiDs8etUBSXHgm
U89ccd8JFxhs9csEWOQBk+uXs3U3T9xhuVlzXQf7I7bNU7c6xtFV82nDKKz2DzQwjwnTwtisEbsb
9JxPo+p+KBdApiscTEzl6X7JmT35iNth+MOWIF/mYObYd4YS7+FL2/6LeXXiUDSDq2PWLb41/uLy
o+yLF+pMs0dqII1OftMQTH5kyzcaHRTq7jwqiFTnL9QXLlS8hlQN9uTH2VNv+sk4EALDOIl7X6Fg
kLvKlkHITzJt5ze0jkeuAXU3qhj+or71ALFCNzjNHg2S8ImZM95z48jy5moZ/TM/gsoXE9Q3uNix
38zJmz0c0PMXsw9T6cSzhtDKZFkM1tJW8h8rhxo6SMhsMraAOr8wWfYOh3sEzJzPkGXzOxi+iSb0
ZKaspIx64Vnt/OJbuJcs7oI3bLlZlHHkE7LpB6CSoFn2pbgU7+/qTTj8ngJX/OLS4RKvOTU6PEk8
jo+XT16ppDDtavFmCXjybf6Vqfrn7ZXcFwy73MOx+jDu+OVWwrNxQX/4Zq6su3Fh+eM+Gj4XKPoY
v/jAHx2ealYRMM6kzXQrCEceC7vIjX6shKrD7EA6yvMQcacYG0pxrmRG5CkxHBaz5QJExWVo8bMW
q9jO9xzsGQ7wsbkdqNx9tpIpUSXeYItfH4w8lguIcqtuW6PwcswTd8m6cDcXVuLWW+x0b1xyXo/1
wH817hzD9gQXInBAJuwwKSi+eBIOwrO05Sbx32vyMtlfXAT9NtncFy6TduCK8yG/P78Wg/+RaL59
PKfarnJBydCqvbC8AL/WypfsRb5xG9FbBG5wMw6dy4hWmKPIu2PK4loZB1Y/7cJTlu952eQjKnYy
98+WURbOGIFWi89SRo985oceLcYMg4UzKd/JVEmd1WMWbd/e+Wb2KDlD2sp3TJXwMZd1vOfGM/lk
L0yD0pYnj37Jnt+MOeCNxV07vPNbKHd+mzBesYZyZbVV57aCx1sZ9/emRcXtCnf+oOI5g4F0wieG
fb6hk2tcEC7PPEbclwJCuhd9FNquZZ3cdC6SfPYK+IaxryGv9rnCeeMoF+Z/vmt6DFJ98hhm2Tc/
Fos/b8FRfFmTMVkF5/aLxzowfO4KuiKWbPLY+MF4a+swuEK8YRcl7PnOWV9P5u0xSlWXKHjUn4wT
0Q/qDUXjic2C6uGR+KYWb7LbC6/APBaMwdON+kFE4bV/Zt3ErWnW9wZ3r6aNZy5BuY/PyWyTY4AY
EUUPjhq32GGPe9T0GfWdBfSYO4mqHfQbGG9gZ1eDYuB64hIj162sdk/xY6BWQkIZX9f0njrouyyK
14vCEX7TkUI7OzWaDjIGafjqTxXtg+yRICzZ2uHDvHFIX1VE0q6l6THJycRc2+N0DI3n81y/FbmP
pje+j9x4kWoAScHKijx75L02GogNsvj94+JLxc8WzYvH22uWU1n02DZVLsuqOezkmyztdaCjhm1Q
lhi/8DsClcHxlagV4MfkneX0YQgeY6QeCU4kVrWpdonntA5V+aIddGuLOzyjISL5QQBj/mhNrjo8
hgERTRXhXbzTc9gSCmceo8ab5zM7c3H05fIAa7RiR6zuVEdU3JLJn50r9+caHrQSncQuyn/D2RZe
WFqNZ9ygDNI4dBWe09Ch9cOe5jHA9jXzCHt95D6P5Zx9NmM3X0+WAyle9dr3Afw9O38NyaafaV79
NsP/3gQEHEJKXCeqN6kea2BR7CLz2PHXy2QeJdFGKzCQ1qC4vu8zyXXNVXhuGo+RVr4xXzECJhGv
D0IPr7cOwO75seLqQOAWcHSfUCYgRo9pBY0ABTB5Q1OQEwa7lckWf5mxr4iE+z6Nw44fmBMHYwvi
Eghfzq2bnr3bSq5W5lMBhp2jARvgB1l/LR0zwgIYKexT2AiPLFC2cphm4qecfN9+Te13DsVRuNDd
g1O+XDttKz9Jd9wqLphMZBQpeMFmR1S5ydaYCVndKiqWNarsmTidayrSXaCujU+rkTjwR++1rLvJ
xyPAlaNMbN2yZKt1L6nPN4YcUb04vy7NjksBtvdelZvJ2KpoIBo3Ip4PNCIO6t2SnuKL4LK3dDUG
FyBmzl8MwK4hxDTei2xIlEP73vG45z4LKbvW7qoTeEAPzu4FW1xVR6gIXzxyZeLyECeowYlOgBvz
ANYTYNCxkbPQ0W+ofJFI80q9aaYej2yB6tBX980yZeyswu1Y6w5MJtzcCK1ceiCqN0QHIdn5YTxQ
fKTZ2V5E4JP5neYuUuN1Svck8kQKiGxdcsFGIySSrKC7MFjBQNMSGynX6kCkVsT6YkTB8pcfTeUs
vpMyxhCaeJTR4va/TAzAZ2KzI9XLBcqxv8yI5DCULi8jnW5tmwgYXzlB2ZNyEOodn5k5eb9gpdSO
c+GRNasy87ewDt8mTcawbBNl17ut9VvXmYXeexAUlZ8gTOFf6B4ldl94Ikkk/QXJuyV+0FDnV9Fj
vyrWIbtn3TEIVibU0Tafrjhfvej4szFBVc3h6G4deXCMq6X5+e/weT6z4FkLHbqdKu4SKrtyzcy4
HigEsOrmAlEZxT5R2Ib4BNj9CinSX3vVIfmaZXBVvAq9By8geAJWj6C29/pIKZ1SJ0E5wckqdCPN
not2JfmXdMGk9vOOJ6kTV219N5h/6vuAQqfDHZVHSP/Yw+KJs7VrQMD7SvmVAfF7Ce4qDifiHxpz
ldzCA/Vd7fowHFWfZkVjbVNBnqUZeZMIOBgcpjHpHuwtxIgS0cso0hp3WCfJyKrIbYb0EfuYPIKO
+WXaMv8wFAz8nyvuNQk3tbHXumNDo72B8XCJNYwVT0v2pg5uGc1+FL0r/ABUdGHYrnK1XpGbEkOx
bO3mlH0titNfivfxjv5miR1WYGbJHZkgYPxnBzeztW33rMpyYQ+EMnzy/+iUneTn7kwjBl0ZjDWK
0fpwsoYjsoeAJCFcvMwXiSsccqKXO7xXlPjZkjFjtHjxSPkYAbjaSBcK2QW7tK82uo/SnBmmxhl7
X7xpr+0jZje324cSM+HgFGwPPkz/EK6XJ9JXEJxZMPZDrsiwaQ0n1O+oF5y6dmNju04q9sqc99BF
fbSCeRaNh4dvA+nibnmSx5zJYu7WLyF2n4P+TJHFxX+LxEKFj8dUxah97UgJkzwA1KQkZPRRLQ8R
Fhpfqh14q1ZT4OiEg2cHDPLI4nchG3rrJOx2c76hjaFfwl3th89yv64TJ/XTxIF4HZ2YTdX39DDt
NHFFNmrqKmvFya9A+FbRPmI6cxAGCjvtJDlUvJkVUr4MpHtBr/MD87nI8LGbN6R+NH+c4L32RZSp
hEsTnbWtfJVUCdTG9fkWHDUn2hsngZLCyjiVbrkT8Zjc4nUvuBG7UHmff08c70715ExPBKV7+miH
y5v+Ht77544E4WibOPWzyhVf8xO3yJf3InoEwlOnFcvqq3TVQj6Y0yPBkqWJvebGjW5tk9ljldtw
6h9sPMKVhXVTosRgs+WXB4x6jzmxtC3m/GOFt2NjuO1b8sosKr7TIQt9iausbOKE+XtXqugwVhjo
+vpexU967PAUS9daPc+AKAycQmRRfrPrMhuir5A8b8jQKNh156hnqYaKq3eOTix/7BCE4XGIgaB2
tJrJFmgJP/7/yLbEysnTvDfdYgu8IrfbDTr7lDmTvAxsglvoDUm4yXWF4zzJsjYJKPvxzUCCwJ7W
fM334OfRfvcga5pXNAplCA8fOPsqJIhtRzOLUxUtHVptJsIgULOr/gLpA0qaZYc0ZvBR4Koq3Knb
4GfF1dIAk5Z4WpNntpuc0Oe3FPIB7hBohK5hnRfpQqmfbMHHmR0liRvzJtiLBY9qhnCYvQ9GAUzk
h6vQp20zJ/eCbEG7c6MjHOlftP44NUHgMOibrMJnmNbqzXC7V0vfIrFYxS8E2IXFWj2Uq+D9MXuH
zx2toZXiTW/pd/zaf5LHW1J+d6QvjeqJY63TGW2uDctFbPcpytDvrKpWCooJ5nHrgGaUEG+ei28d
DzI5uJToVsVeqh3a4jSg5HZPOUCmjBK5ZJ5vaDOhD6J8gAKIHQKzPIqOikj6t+pGWiDIPjoYa3PD
Jv+21NvWzq8wB6TEC6qP8gL4A/Kxnu7QP1Ecso7RSR1XJEVlryZr1WgT4mkZq+BXUkguwk+z37cK
glEuIy6waRu/945ApUh5nF6il0Hye9khSCa5CsiYOD5b9Xv1Qkn1q0su7LQEP1fPfYeb82iVYJIo
CYOTKJc1U0cKShPrO7D+zXiUXs33Xlj5tc/xfs8jqXjDrXvV3yNmUVriXhlqxMf0iLfD5Jz2qNc0
H6lA/5srwCnwGzpl+VuD1t+pe+U6sZ94RtUtD4f0Q+bcG7oLQwTDggcqFza1S5MAEEbxWn0iKf+y
Dtq24WRPXeOEXAC1gFLfMh5oTEbDanLZqoC+eNRHxvhsHZUdoyNea9QxfO00VRBj7HjbEWz3Hey7
z/i5eq3cx67sFDwVyjok2aReBcpKmlJHD37XLYJhIjHJAhufstgr5GcTee7vbkWuz7LGUufmBsk7
ruBivOeI/rgtHBn94bNbLauBx4dXjfBC76Z1t57QIhCNYw9rZpLwwvb2YB1Bfz5VHrm8xttCGc0T
VcBuwwrxxu1qHfE5PHhB9FXfxRs1tpcPGkD6Y7Z9iV7ZQiXcZd4WGlz9bJ5xxcGHQUXLtD+8Gket
dKiLnwCyMw9bFD9XiSdzjvfzg/Y6/YKSUt6Va/kcbHp8CK+45Z8Yib/r5DwUNQXtFzXcGtcnVeB3
+wI79CytjCPsBpyCwjHdCkeIDzlDIThnDhiT2icLoLTDe45kcYXldz3Iriy+LTvd1rdszqhupPIF
v8w6HTed9WSUwr4TwvOPASbMJ87+Px+OyiP6uyG4D4mm5YUjuVkIilN6RnSa5l4gslcb/kJK/nzO
quNdhY7H/3FdRQ/OIRIJCjJyQ0kSQPr8px/r51/yR5vr7y9UwwHdg/jUiUVu/3i4fr7q7y/t1Af/
cE61CLUlloV/+/5UbqRNOG5jkcZOJ+j1n3+Ej7/+fC6oRrbokal9EP9C2ZzjsNFH//jSf/vOn9fQ
SnpFf79a2QSll6XtTdNMxH9NBHNWXAc13aKfP8L68R4/H2o07CX350Ni6lvJNURiy9op2v395cP/
+zH//pyFoeSvl/j55M/X5FkTr1lqAMT8661+Pv/3X//8KAJkYf/bv6RqROBUy9L09z9g3uVNfv5e
Ev61kirC/H5e4h9v//NrowgNOSvPPFaQzU2ZZzqvrMFFGUXx61HDjYvZGyqidJs63yRDvdY0I/Lo
7Iu+rNSHMKfnFSfUrhYy3VKB/eh4ayVr3SN3X6WKij8ZM2WPfKLRNehaLO16ZOIPEz7NtDu0qny3
jM6fC3SUnUgZTbDQ1SqvkdKMtkLLwiLWlxMQ9Z9ZUAG4yW1B4iMwuzgx/SGXJCrGg+oNg7QWG2QF
aQAhTtGQyUbpazYmk03K66abGzR44lP1o/VJB7Lz1OlZsSRmwTK5EXC6ywO2ZzhJigFivLSWE8ud
VPaWdXpO8jeiqT3sMvAYLUczrY3QTmwVSTCMxqzxrCbmvBKfojb3VMlg7lLC8/IhmurW6Ml/A+65
xeH8XMXCh6gvF8KevSD8HAfsB0rBuZkJx5JPS1OUNhoVky6pBuWt7w5GL1EAXSjqBMZ9Qi5qT2Zx
RmoG3a2pNA5HqCM5AdB9ZRXRrHcc8ZCWVAo65TgQIJ0dyWP8PXcTmItK/oWS5CCGxluYImGV+8Wf
0i9J2oZj9lWMTb4ai4VNQNSiX+2/o8L8pI1c7HpRGfxSXCI/imOvEtZLjTRR0zhOdzIy3a54NeaE
Xrm0bWpiUYH75jl9liXYT7F8hSV0nsGGxGODOqrYzikdIdwikGq8vEvtZtTZizHdBw2qRlV+7i1/
wP6nLuCvDdntNch1uknm2rPUaXcu02eL6E+yspMkJ58qu61sgmSzSKErq/ZYUfXIuWZKIv2ukv6z
DUXiEBeV3R5rPHCxnis268a+MwjMFBot2kULSWydRGoc0llcYIqO3+hSh5X6tWAuawLtmnfzW141
1EEtjFIDrHljKH5LIWi9qBd2Y1s6k1oWa7xv/pRTBiMJAS3Jo0/NxjJJhHkT1cmvkqhimaDrMB+f
K5PVde406FxDO22GNNlP6IEeEAanFcCo5WJWHWFqvS8QhJxaNgVngEGxyuWXqZfKTZsv9xS77ioA
moGsrHGQAQgO2sB3zvp0n0JbylBexvivLUX9zUhyJal7wbr70c36KaArDecU4KM4PU/TsBuIOG70
GuXukIcOVuvZCG/Y37eAJ8D5WJQ/iKS+Ti8N5CbQk9D+EnqZldzJdhirz0pvTqtakz/qL1GxvgEn
DJu05HJNNURBY97JmhRg++DFrXlm8RqCXafF2F5qImUjbSuRV72IgYfCNzgift1ZSfcb9qPsYLu/
AVJ8Rk3eIMREfTvX4WEZtA+9QL4w4SMV6IgtZMm4QiPStZjLX8lMUFCg9KdULE2ChI+In09SDU5M
auBeqGHwHShjsh/7N1ihNBvFaavBHXIlhe52NEsmanSLiGTAq0Zgd9bIKm6alyaAvzYUbMiHb7Vd
bqidY0QvHAtJSCUDtEx2ut6+xj2ni1weuxUKQMowFs2OzKxTt3rJpFzzO205VoLwEvFsPuARsBOs
ypMEKjKxuDHDmV6lHtt9n9znUXolh5tsZvLqfRFQzAMOhjlhVigPzZEdQPNRWv0Ai3KnxzK5g7N4
zKOMneoYnsvfQ1P9Cjr6PBoNyHyrRIvo1CoMnwjfqSEHdq8brSsPGbU2TX5sCem4BHO8Bel+Lxe6
n5pA2VNg7lk3WUDFbIrPUVbftap9rovxyDU/Lo28rtnQTn1C11QQX0OToldqwS+rz/my+EJVnWMV
yodQsDA0xkLuVh5/q9NNKSeV0F8dc0QZnWVVSZEGZ1TkAbknlqSD6rCQBmsDii5dBKSUdrY4ZF9C
aZLmt3Tfqk55q87qTaimn9AZO5tEl08Tvu8GaTDW1oAjP/M3DG9Yp9imEIWvZqO7YWf6hrQzn6WO
0b+EqNVVC1TUYxVE9lB6uUmGV5z1YKDb+i2dqpE06+KknCEML0IFwjz/reWybP/SVdoFdfSedZ96
tPCoi/JIuix+PgnGF0J9iC4XAcpQONXtEXX1Q1VKQV0qZ042QbMORmLQgi5/gTz4CQ21IqP30ep6
1OrUxhnyjBDissBzPo/Psb607E6tE7JPGSceIXH0PSEMOCOwpQyewGQYvliqtIEBN4wlFfOqowhi
ou2dqvKsFPS+kOIWKzUYX8XJmlexam4a8IN2McF8iC3tVWxEduxiwajtOwohTfoEv+KrHCK3bPut
hTExpFhbaeye4OXAEUtREMy6toeo7M0dp8+Iiphb5gl6oyAbNoVaSvaIL1gBjLU3lIB2k0ibAaMq
WpMpW0upFpCSIiJKQvRpKPMXQc31SmwpGeU5JdqBgn5qHvMep2o09BY/LX0SqE0YXYHrsecprn1b
Ezmp4sWHTINyQt6KwcKEGOOqjgPIcY2U2DHiMLftqy8p1f9nO8HAHkv/pRPsEBfF77bs/pMX7K/v
+pcXzPrjgbs1MHsBStZVkbjZ8fdPxqJl/CErJnAxUxcVAqj0f2QsWn8owJM1Q2VA/2n4+pcXTFX+
UC1L0aw/Ixt55f+OF4y3+c9WMNGSiOCUCcMl2FoSZemRGvr1cY2LsP0//yH9byVKQXmoYEkKUSgj
IqErY2gUSkiDqrhza3bBTq865XcwRUviVKRPmwr9wT4ynupEzsNvqM2j9kvEGkBDO9Br82Wsmq79
Dmc1Kz9IkhiEX0NiYjgnAqXZLsrSLhz0cXSikwQRVq/KyaBWVFZ61t4a5OwywL22fYnlAhBQ0lZR
v57qroboFzYSEjkTCgjhRj0CfdiWobyrABidyERibgAWHRneUApUvFSxn6I9yMy63NVFHEvYRqK5
OoU9yGFfz0xNpu84BPQgEzlEetNnxV00TQHThEHyEV5XDe4YaGxLXdXQymLaUEIn/ZbnKcVC1goA
7yaAFajp66kDthuofWvrcd/q+znrMWed+kIlxssdu8xqW94tmcV2E4XaD34402LpIx/AtW8iKSUt
XmwzkcIdRiocMlEOnDSI1Ks66nRYlYVuLzmChFYps0xy8WNO+pRbEjig2xCqcujCIaeckxkBUg5R
Veka5rj8ppWi6VbwTnxJGxNsjJ9oxW7xIROIpRmHxUTOFjxgqquqbszWuV8iY3xWRrNWbsQbStFX
opbqV0h+wZe4TEvrt2mNlylpmir2Ok2lBjRrSnfHs93DDIUSRcZVB6lCDpSnQtIQkwEawkJMvgpr
d/HYefC28jbFenIp9Eyhsy3WJW48qcSqRxaK8YxCMhi9Yqi66WL1Mn2eCHdc4sjyLLKrhlAKy4WI
kxRETyurFYyeTq/OC06s2I11fGoc0dqKNU2RKRmwPUGbEPXR0jKlC0NxtrJaML81Y6Q3JVjLiIN4
6lKC/ih2wthji2jQixriMCa9G13v7OQss6GtVrj5K6fQB/DUvdWOyI5lQzX9xBxrNEuEPmr4zds8
PIaYbGUgpW0uezDUW/FYVYN0o0crJ/6YamONrK8Nw4MwhaAMiaS05PUMttzcBswoCnFbod6zUgCe
5K7gtUjb8aiP/eTKc524ujzE23QJhbdKzefbYCjKVWpaJAgB3eQ2VUfK+DN07/rhx+80SuQVRi5+
zyz+laly+kQsw+iPZJn5mjzGn/Wgh4jHZY28crNal62K9AYomi9XU+caApd5MQGyrWAU0yfMOmWn
NlJNPCcN8aUolJMAgtSxYmF6yjB9+mNslrvcoN8yUazzrWCkGwxQngKCmm8aLRxveh0GTtOhA8oT
JGJhr8gbMQi1F3Guf8zjsXZsF+W3mo/zR99mzVEVBvWCRS64jMMiIw6TiktVDCHXo0WhFA3txSzD
/nPIpGrTi7FC8VNkO5r2RnQwM9IzdBJbqE6M0ltetPFaqRMEKTOPStZHBIdaMXngZpJzrjCLYN3i
r1gDlJxJ3dDDPdiG2KQZIyXXjBnyxH6quBeTmqDMtsIzHT3D75sEwY9mdF5cxKa7zPjY2kZu12pf
FRdLYXaJja45KAxFfxDaxVOXVDsPaiB8yPEM2LovSQWPq+5sElnlNXiFUBrjtYPWnm3wN2bMDXpn
U9VUz6LWgcDTIjU/pqZQ4DtJxO9cTIpb0+ftUQLJBz5cYnVaYVmQN2zQhVexWtpDNxjwGsd51gfO
gml1jpTMuFgE+tDxn/DwKzmNIoDRbk7Vw01KmZazMAAGU0R6W3LCY95L3XRd9LrHIaRIBBEGM3nO
ILKJQaN2L2ej5UP+Vlyz1QTEWbUCK6k3DCprS/HVc2JlhIhMt2If3Yay0Y8kq7bHso5KsAhFiwEQ
V1KQp9MGEhXR9CmuiCpir1TH0rTGPKo5WIumA5aJjNVqLnz22D3faxlOEWjGVzOqAvZbAuZFJZm9
vKloabOV9EfMFY4SYyw1oQsfzaaTHTa50XPQZvMh6qGPybKYePUyTX6XEDFulTnZSGZOzqeQwaGZ
oNDlWTz5aqwahyyfzRfSkRJ/MhNt16G5OHTpQG1oGadLkIvNkWtgMCUXpIynI5FJ5DLEQPklHZ7V
ApMca5Q/NygLSploTjFHn100auQJIRzGmghFR9KD7mjM1UMEOWP4TEFHRJk2eh3zpjuFGCrFkvLP
og+gfKRw8GbFkG0WBKx6PNEc8pbArytiqAJVTA/UguRfWTg20HpadC2G9gBxl7lvivi0qzRR2VJT
fjVxbGyENFbdZOnpUCdK7SJP547P87CJhFFbFzl9a0VRpL0gAjzK+8R6NYxcf04bE14CxkmylUP6
NFZCpFPXqaTS4Rrm8WYS7bAsZh2rRaVFqMfJDfiOVDHcSTGbc2ERmiuhIrR8tF5ykxHqljTQCQlz
2rHpAt0/n3U4KbmVbPtlecTN9iMI/axyhT4fjhIzh78ESepmhh7YC2w8TIJK5gIJKtwckLqnCWDL
V6UST+s4VAYspmGyHdqqPVQWEC5O/L1DvQfBqkVHX8H041r9gAR8yaiXhTTEHwuu6NYGFjOcZKWr
Sfqy6ZMxcPVF4gAO+tsxLCQWk8STkasUE5O8acGkWIzhGJFKlySoQAqCjKtEhOBO+AQLyFjuQJ5S
fwhFwkQrKiJjniBsm8hOSJPFovWgdRzGBpE1tBGzPX5GfO0ChBuNws96kTAy4zzqIKzgZgzqJbDD
hmmmVSxhbVithrwDDXVc6D08On1AMk5W2QcltdpJxEH1i3JS1FU29WByhbqKLgQJVmg2zCjAzdc2
r1VfLp4yLtVRzZKR9q5KVYcOIJ5rr03bNjhMMbJOB2JA1nsR5SttPUnTuOxNLlJmT/Wid0BF8FF6
7C+bjryaajywqGOJVKSITZyOhwN6cf1wriaqJdGsKxoQShB0mrAXZnHfY2T+xIFBZkPh/I/GWCgc
XsA6/P8xFrdHZvv/cj7Sfzu//PWNf51fLP0PDDMS6S+cOf4CVvx1fpFE9Q8RToWisv81ZF3jaPMv
loX2B9AJ0TQsU5YMw1D+ZlmoMgciYmMMWBaSLnLs+e+cXyTFeBxQ/sGyAKchabIoSpJOWr2oSY8M
+X8cYCyxLbogqIVdIsQwkaKgcgli6SmM6y1yiXTThgxReN5vphY8kmSDbTK1eIOFMx5pw05qcSbt
F8TFoBt0qoBiSeT0odxTicoOxzOG/cyIAeZjDAsaWptU4zB9FIsjqFnmQdxEfk3tHfrgjBk2opOY
X6EmvXHS8UORnNymL46gH/26Ns+SgoYJw6K2URr4kPCh7Uyy3sXGuFlW+ZwsyxHT/pdZFbB2qZWS
n7BjmtiawbS20mIPjZ12fGQcUgvjiSin17KLP5WEczxt4Ipg0Vpsr6lG+06uY4MKRaQioSvtJsnw
j0zanvBsQu7gAOUjimeh+I6yzBfVaReXXlEN7tL2537K6I+CdB4ms4GU9T1GfHGcxcibVfW5H1Vn
7NMXwQgVqAP8zlpgoMxqLwtJU+yzagydofy1SKo7P1ocaS1f6yzdmrp260aR9a/qoE4Rc2c2wr3T
hqeqLj5gPw84H9qZqEEOF7asEPqAg9oVpuZZEvXOEZGPLhL9g55gZh0bJvvjg2DQYJCmF1xfh6Gs
kVyP9Bpzft2Uq0DSItreYjhXGSLLSg4KEPLROgXHl1TXDi+9uTAXSz3ydWj0KDEClGYyqJI5ogo7
AyVczPRXmZ3TUDuBpL6pfejpvIaX9hUZy3HcUF0S2SpRbKWth8ZNECB4ptQjtekTH/Aeminqxoxu
rrVcs/ha6V/ipB/GKhu3HRdhJmvmOk/FOpk58lp0guKdwDxuVzgyYa+dI+61TGIr+2mSdsWUAJip
NjaSmtLcTRO3kcidj7LouefYto6ajvhLudpxln8ithlSKcEv0kKThTMLVw+ORMvNXA1tylBOpNc8
m4gYV9p6FZrpXi9r4pvxUKrTpY2KbI23+KgMEsoEI9CpXRXw+qu3NEK9UIgvqpG+VoDB7HTAZCEb
0ktaFF/zcBAtTDZAlkws5Oh8F0zsGJChtntVV97KUb8uubkpwU8RqELcbSg6rY7sVAmDs84OUC6O
hsDBHC/2laL8hN9rrS2UXDWl6V2xQ1lRprvu/3J3JstxI1u2/ZVrNUcaejieWQ1e9B17UiI1gYkU
hb4HHM3Xv+VgZlJX7+agpjWBIYLBYDDQuPs5e6/NNH5tdVZ69blp3djelAX/Yi5CuPJpWnBBD9Oz
L9p2ZdCpFN17n1pYb0RByTKrieau86eKBa1vSmzNIXWx2X6pmfriSZSYNSj6Q+5AoCOtu6yT9iHU
NdKLdetHLZtkU0wSYFl0DJyu2DV6oZ8wwM+nAT3vx97ncxr9XOQrmWoJL5teuTCXvcV2qW7GtH3E
858/VJ3geqF99ktX+GNfm6Hl5j09qo/Hv7wdqGFYdnoHVd7uT+PQEd8NgWJ5lDZ8TVsjTiZ8haXC
xAYuRydHEEHqqY9dK5In0cdvTMlHbh96zcolBAI7ZYRa4eEiScE/REmJZspXJmAyt7pTOIOyXPYG
q6K3lRq7z6eW55PGvI7HGPX036+P1S8tL5sYSzZg0ggXVsD9BZ1eWbNixpj7ZmG+/4ZTX15XhAG4
An2/PPj8zYXeTvwjrV5CjvGv2cZpee7jnT4Y8ssTMk7uQ1+C5m84u4HrUPp2gl1axPbjkGvniWhE
0tm/I6PxyKXndiOslwHxwtyjqKxjgU3Qq2+NNqjRko72OZdy39ddch5k+ciyqoGlGZkH1yiu3Rnv
dd+pBjO+pmOCkg8DpglK/vsYyfsY3h0hXfRNtWpH0tjKGWti4fPAvoyTfMxjraQVWypDLytsc87E
qfHMGvlw+UTC94AQXMcTWcGcAVy2zYiYBBZ37ufn0aCoQSh3cArm58aylAPsZbaETqm+oeE5EqUO
7u6YmjoO07n9XreGd9AKqz3kU/lqjxbCGaeODlErxVMM2i53vRQUv+bSYRL5EeDLSz3178T5tPeu
HuBYIvHEEpKKQdc/zkUfn2ZYDX1Aor07duVXd0yJz4ju8yQKdlqLgq2K3ASjqP4su2jep2EtTqnP
gNvS7o1+9NXYXJvRXcPZtRsIeqKFULcnHFDJhtx1jH5hBzQemfmaOwlYnTw82mMd7V0zOLPuIYxS
hSaTulGjz1KPhVwnlvSP44An+yCVr3jZzHFwI6U37JhN5KdxiRftunaYt8Km0lZJh1AKSn+kEXnS
OKKphi6f41ERFjq4PkY5Pvo09z9N0RUndPLplA7U40nlbVIc2kcjyzyIkH9ZpRHvCti0nPHNabHg
jkQjuZqG/tWu/kyLbv7e+y1G2purL1pBuVGHu/CR3jyRmYfJthgoIZnpwaA4SPXLwAOhokZtFVsQ
m0Sh5p1C2LrE2VXFFB8/U8YdQvmIp1Wp4x9JyYSnuq4U2ynu65PDrMC0UecaddidZrWJDYsD8/dD
gxXMOgg99CfClRiyIHeePnYjlY26PNYGhLdJWr2xMkXQ5pIumfB9ckbyNWQB7KZ1NnnTYZjFulM+
5XIa0IUn0sFVzHEF9IKXPVK7DsZ/CFh0MtVRjpJ5wzdcHaRS53we5SWhulWm82Vv+UE2pe/OBHhm
sXcvRu9ls5wInw+Xvbnu8ZHjRPk47otTe9kspu/lXKiWVHEa+OEud2uQ2Ljk8Vxim192jSWHM9Ta
Z4LOnS38t+qox3TmiV8PdBTBaYh8d/lGZ/WVLZvOs9Jtr5CKn88t33eYtNA8xu6whLx/bjSikD6C
3397bnZfqAl2OD6VhGf5TpfTbdlLFRwjDYRYL+nkn5vPc3B5bjkRvcwmd4wYFanpOVqqTNykBUtB
oW53yyZT0eWOJrHkLo+HuKq4P9Xvg0ov/zh2H9foEm++7MJi59aWTpvPA+eFGhLI/3QMLdpdyeD1
h+XYyOWa/bhyP/adpHqDGkOgsbpIPw/RcsR+e84rfEgQGVXo5TAtV+uH4X45dsvj5Scg6oNtHelf
PmEHXdPyDSyP28Tjuoullx+Z9q3iIkOBtFwyy6UUWWZ9WvY+nzNCY+9Ryd4TuNacWhSBaV+sHa8d
9y15EJC/tfq0/OzjBeq5MqTPIZ3e2/g690Ndi/Cg/b3323NaU4fAf2jY20IgkYhZOey8DIIfvR10
BfG8/4h9l6x0lr3Ch/g2+8235RAa6pbxeURzO2CAXR6TFOMe2gTVoLoEl0uybCMqIWFocKd0UrGl
G0KXfMkh+bjPXvtDraor3Hgt1yNCaE6C9XJJ0pxkDYaEa7tcnGg3mPItL6wsTHoUTHbLgS4+UrcV
A2K5ZAOhIp8bRflO+5QViMoz9hegwnKkf3ncClfb2JnOxHPJTf4NqfCRLk9nhqQbqLT637fnBa2w
PFz2ls1y816eC2CNBUXtHz5vl1lAXtdquXN+7EJweCn8MErwQNu7Jap6SaZ2McrlB7H8C6M1Iof/
+JkZNvN2ecVoMD86LLvLj5as68+HoUmpf2262qusqih6DboULa6CRkiDW8+H3FE9/MfnCk3jLvrL
Cz/Fkb+9xchaZUup6+fyfLb8XhDqZ8ex4v0vmsp//FOf75dGmK3m1uJ0/PvD6Zn3HRTtQNgqn7cc
4Y20KgSmAVQ0qOGoMLh8bPp4HxvZMjp9PofEj4vNBKqgNybSoyED4N1joXPVsVh+LQREiOdTvc3y
y8uTv73N8vCX3/Enb+sk1oWYK0JiGuurEWH6W1718XYfr5XVWHLE+TYMS0JlVJ9t2bjq8378VM72
Ss85UWiocJtoVX5RBe1tZnSriWmkhr2VfVk0ByDYIOJVhHIcCaYFiCpnNbgbajMug3tlKfZ+Vxrp
aX4o1dxASyKyDpdZAm1ZDmmQPze6TVdKXRFT1AU7UQ2XWnFQggoXB820oLhMyDAQPzIodn9vlodi
ufMuTyZ+bnC7oCgdq0v9Y7PctpddOsWcQkQmoNRHyzZY/Y/crpotn5ssJLVZ4qiXh3RxGBGS4kl4
JH5OKl2apjP8Hz0s+NogvKn/YHlq+YeWTZgYLirHbN/5zlgdWjUZiNQsIVZDo/AJZPUV4YRcNoAn
DAws9dQYSIACWsmxID5HxNz7IjVLmdTAuuy1XR6dek5EdQN1Mv3FGWYb+4TDjVhtlj3DkRs7xsrX
qVvvqF667DWuvW4Mol57deMGzV2f0sHkFDTUHXt5PNgZRSVTX9udo5fky3BSeI6oThBgbO6SATEe
80CGgJoczup287GnO+EpQqeSWzM1b/V/CoVzWfZq/rEdlfirpHYiNM9XdFu4utU/vmzcPupV+wNp
u5pU5GQwoGBXEzOS/3BJ1hEZXKIn9SNpWcYNkbaLqADuKWaH+nYJlZ/QSddOOe6WE8c38uJEy4a7
8bJLbBMDsh3g4wyhhjjIpHXqWbgm1W6v7uyFqcNw7BNo6czGaHBws1d7HCPGhc8ndRlpm77BlpOq
f+Jzk4sES3rr7T6fgqKtYg7gxnVtQInEdprdqGl3y7tJNaVY9j43oTpTO6P9SiCN2C5vBMmIsWvZ
dcecL95OEFc10jl0NouxcyDD/hBZREErNM6yqZdTTcmxk2w86KnSLS8/0Ep4caKrFWGNyZY624Sf
g7ZbHjuFzW7UWT0H1/puSvNc5CHapuXkWzYxNUIskUX4k2JfvTUpc/LWpr+aCyJC6qoYT2Cox5Ou
2xjHPh8Twzkc0kogBEyHU5KASyyFjDB01BE6gOXZOI75cE7xRuyZPIG9l6cwYLM8/P+eS5q15iND
yoeLNIvyppb5cN0HDaFN5pZ5DYUiiWUrpYc0A4vD/Kw9SDEnSM4DbxeZrrsWflkQ3ZsH22rO6x0Z
aijIdDHfGvk9qi+PrPpqk1X1Q9XO4pyM5eNsB6rFii+qs9wX05iiywBppSln/bZH03mBSF0F4orp
dnLVTzr+CkQjRuJxQYTRdjCmbhsb4DkxbvpUc78IoLrHVEJNbaV3n9BYoArTWSupg6VFDr0aExkc
mmC+S1HzHerW687VADnYcoPDUKPoKwdnF4c6qHxXu+oR3JE5ktQH14tCuKcoGMkft+iiZtdFYGhb
zVdhjhNntFvDh+swJ/tALddh7TjYvsnFjXuNUvD0dbB8DHsezoAC3cHK0IjpMB0dqao53FDZqs8N
XbXzsten9XtLLtHOQcZwsaJlkotqI9UUQ4s6J+5kTN913xAc5NTGqYCwttagwK+dzI6vsyyn8Mlq
HHX6elZpBbpll4cki8JD0TTXs/RuuJ0Nj1Yfi91kgik26E2tEAMN+xCs0006zevIbFQZJETWntBc
ajxYGFbYX0xRoL2vermxbBNxQRmXG02IK6toip1XY0eLqM3YCUJRUd05lfaY+Rbeci/eGh2F1Nzq
35wY2KNvDltKrfs+I7jQ7tkEXZRjevC3diB/lAYEpMlYi3moANtYj0hnxqugipOD7UxPo25ifUoK
+PW9cE4VsuVt0iPPtDG29YWRrRsq61Oiv7otRdxC/qhCooUrWJ7byT/MYzwjquyvitYGLYqSd9dY
OpXgLLmvXaPBdh91u6C1ECQ7MI9bm8FyKLAs64W5IZat3glGinWKG0h2EB0y39lKiuC0syZn7xA0
YGtmDzY2JDFZn6xdmpfzJZyIaXOZ+u+sKR+O1Yy6NIeGNw/xD0nIIZ11iynsZdaSdx0CHFReapy6
UXhI0VHveHl5ZVkamY41f7hywLxmkxFdj1o1rdxY5Z9bJaHYaEYQwtfvNFWZb1oR3nEWmCvBUIuS
hMHeDBnNOygz5pjvY6vrDiFQmoA0NdqbGRLj2NhaNU41ZO0AKRE7BHp+9jU3vdSiOyDGzo9pWr9W
CL3XJYro/91NN9MyVP/pn5tu1+/Dv07vTfs+/de/3osu7qbjj//+rz9/7c+Wm2f94QP2AiFvW+j8
lMLvL8mg5/zh0Gwj2dYmXkb94K+Gm/GH5dJpE6bjA2e2FPH9L3i8+AP5L/h4fkKhUzf+Zw03lEv/
3nCzfd3RmZsYqJD4oSF+UwyadVNw8TpUhUdSNiJiF+euhfjmUw2ha4MSGN07jVlLmZgjFEZusNHi
PD+12ML7NKgfQ7+771EMbZIugfvTDoB7ho6TswGKNAoM0klWJruWRjcTFPebnY/BOYh1SKGjszOm
2UIe5R4Nne5e7bukUD4nQ84KtiUSrmRdyqanbdBJ3CcEnVPonhLWU9b0wChtJK+NKBOuZTPd2q13
XeTzAP8n/WKWOKwH4MfkJEmCfVrFqKKZs4sGzeYGVd2KouuuhcweRTVfTY4kP5bQ0yPU9RWc3S++
YyqjsA+bZpx+EgVHqN+6r3Gxo58KgTvYp86myVL3Aa3BMScZ3Q8e0Qi+QdP+Rq+hxFQi5C1ypE0F
qvHYZcQt4wKd+yk9eYRerHQTosdVg2+1NC0orcS+bVodCYFocZqmY4lwpwy1Y2MXj8lseOgo0nxL
w4T05BpTZ5jk+yYcniYaB4di2ItgQN018M7oL2Ex53GxmWIiRcpSP0ktfA4Zx1dt4z8i5zJxLICF
xcLP6H/JIybpWAmJG4/3bgXaCvL7Gk0Omupy7lAj0LwyoB5oQ01TFsZBYqDCx4qAo5ZbuvR9nuZL
3DTSJgkmLOSmbs1vtkri1rEB9VNy6AYI9Kqivmq7DvYJaqUSlz/Je/nOq3jzLEjPGROHzu+LvQVI
bujK+1JHoaXlyk7UyG6rmnJ2jnHUVb8xuJ62TQJapSKh6u8nPJePZbvpnPa266aDbvJ1NH4FV4Fs
3bVUjJ7mi66NHJToOHV8TkvdX0ffPpA1+KWIWEw6M0jThELGPHnNAxYO3KDBlUG8zgVj12UYkK7a
E9J19ArhyjIIB0qZtpnpSHvTK/aT5OuVRPp6473fNO6OXEL8ndiYyWcCeWB023ng0qg46aj5XSiI
xFsLV+Nci03vnIjA+WKOnGpQ/fecwyMkLTwMAcyrWZyIq+u24VwfrWhYJ6NPyAhV6x05xROD5Mr2
jHhDLh+h55D23cHSboiYfy7mG2IavDPtsUW8gv9kHiGneKthpFSc+kzY6yHmnJfDq+s+kxUrH3rt
q2OgFeagkpXXYyCv4UokTSLw8vAlpXP03FMsOiEWIRVugoVtW8BBcgIro8Qsv9ReuvPC1t2PJLke
xpJD4NZEnZZG88AauruIAIyf3omdESTNnckiIG8MCQC8uyub3twHZoAv1wak4eXdfJVlqVhFrr5p
Gq3aB43GQE9cSpxihg1Ka+/TrR4qTh5wh1A6gb1D9G1yeHushyOJgD9jNkJsQRNvOxaJVYmhjohI
V5jfsF+RPcmNJG6yh2mYwwsfhbT324mSw7oSRfsgAJl4U+MzuwJYHPQTyWwc0o3e9u9uGfiwZahD
DQ4vY5AldVZz/X0Ar2seMQCHuFrjUWKGzqJWEX64LbbWqjRksaccezd6A0C1Avwvq+LXWCoq94Sp
KkwBb4T1I9lUrEQcCASzzuFNGigQHAWmJG0KF45uwQ75rtSM/mD/DAUxUhgurtGtz4dpBPLjNfi2
Yj+7TB1EvYo0tJ3w5ANJ9+gTrGreysa2NlkpvmjuwClKZtkdzdZh0CDnp0/hPAnSe+WRiSwctrYl
q84DJli+C5xhVQB4ikLNlpiiV21kvupGTH/oXR/dFiuiWaavTYtRfwh3g4zRtXm0XPXOkGun4gJq
zPSm7Ojd2lHAdTrm5cbpxS6Nx3PWEBrgqheNocj5huCmzETIiTpDjegYG1G408YZEtRstH9WxTfT
osEXRr0Fn65G6hTmj6IvZooY08W3OBWKcqsdyeAB5oAnZNV4dX+VGv61yOnpDUOQbOyyCnZ9QR8K
rj1T37JtN0Mcvidadeh7dVONf4SRvAqrWq41TZcbyLvblnoJCX75tBnQjq8wUu5pLyNYDEH62lpB
FnQZXqc6ZGG3cBwoMOJn7BH37pam3M+F+9JWunupkUGDy2V+N1qBfj3G9d6yc8JIcgtPnZsZl4DQ
lzUZKkjvCEK5NYnfakkcPYRNdZd6dnXjSS2+FFm4x7fJKsds4bjM3h2ca2z4/PAiwhrjW5PeNS04
lYRRRSu1em+HWnCHfu/at5L67HhxukP1+mPULEhDZnA1IYTc1735czYT50LAioOtnRBNM67bK0Ki
sQWk3Jo6Ls/CtCG/xDGJyKInlGt8IX8BPODsqNPgkEd4YMYEcqukRG+rcasXBbms7bVNmiLCZ143
1dzrvJOmgU6OSpcMemIRrFHHWRW9MtrT+lNvN+byYWy+S50WukRFvRKSwLtZr9Nd34wGBvf43p+J
iQ171p1hs2dqxj8cR09t3eD57ZAqhDqd1+VinMnkRaxOQhZqv7EEw+nAVcVVNR9sOSIKIULPHY2X
zAx9zAf+Ne6rCaPsF7MF0DegY1pNUDTKhluNzttyFiMsjMdr9PLzAc3nm0BytSomsqMQeRBfM7Qs
9W3vgHTfAcmY6AdLxvedJlBy9KTseXvbzcx1N8Td2vad78hcHhmG4MJ0KgtMQHvv+3GksVmAUkul
JDdQg1pY4JUSrfGTgdk2jOk66RVF0+2v0WcfpqVU23VoOfLmxbI6TgzutmlQXVojnQizZjk6T8Zr
HqRfS9uHwcO0UA1lVlR0JzMeAWwwQUL77m1GRnPPyLKNRzu0YPl9MiJgVUNH4Mnks1CJFULzpY2V
DTkZjV3XR48E9VwTAE+MkD/xj/HlrlnH0ysrtYnKgv210qQCqFCMjwlhOo5KoY3UujSc3RTheQK/
RfZ5xtxEU7dOirm+2W9RMyKrdOmybKJJPzMWxuvEDb1VRU3uok0uB7Qn/k93a2trC384MigCqWfh
e9O0RB1k5IbfT6J7E7P94FaBvDWcZNe0ibjPiwcirul9m3F7To14IC6ZQmXvXErG5pyx8b6Yacxb
aecfkG9a+xDhuJ74MLa8+Lay6/4UprPKIlkDY68g7gbDYyOInU5r60cSFPNDWl6msdUf+vGUtKF8
XDZDlTxN45RcD14rH+2ReEIGXIkwG3SRq5szKo0AsGODES2Oqo3j8k6djURdI+fEKW0TzJNjcA8E
ro5EyzoG2AhWRI4yaDvBI0NieU39Rt+FMqqxq47eox4CGE5tD/4F2WdgAIn0sQLTuerq+cUdHX9L
217DYjYY98yV4R7mzqPuTM4jmqmdXhjt3cdTfgSDY9ALyg9oM6LOfkxDLo62LuWhjArEQkONVppQ
mK2V9SZUqm58MjQuXyMLEiIi+Bei0X5zyLTaRJDuXLMDo1W/kUDOCnk0i6tCr4AEVW587efmCStz
IinXpFTb8YNwueJ0HvR008MXiSWVoQIPqqcEaRy3FUtgnPtEEA0YZ+RTlqGZK61mWluVsRtxtkxe
euNhU1gjXj7BYyAaLzTCQ+u41EiH7tHyAarUbfvFRRcDO+fo0nzcDn1A6a8nhyYo4i9ZOIE6NQfA
ExoSDIY40iyVJTIuja8DUA47Gup9ZrICCHrwduTHbjW8KrggzEOHeGbGCUvCIGI7gqp8io+kAzBq
HRGFPAE9G/epS6xnFR3IzNnnLt+QwXSBCpHZX7PguCvCfpdj4V/XvtQ3PYMdyLaVTmj9NqkA3kSx
AOMM0H+Fl+AxH4uMqJ3GW89dWe+dPNw1sT+datN4RXtA6oFCu+YWuTuZa597rpuuwCEdFojdC7K5
cAbVBomQ85w8x33CBLEkHYwba003SNdWowvneoQakwxTCsFP/ki+te6c3zEXQUPOySzS5uJYj67j
t2fPc5JNp2YoUqsudIMeC9zQMLaLvRM5r0zOgevNAOncsUdvMry2aWXdcbs5NzXm0dQE3+eKDqgu
GSMXVlOjgdM2s0zrIMkEQgjDutJLf+YRVVPSumr41OmDnmAsc6ajYG6yEmD3cfGKd8fl2tBZTeYt
7IG2rg5CEzstH+7oVYM9NLl0R0SWEW4o+zl07CsrjGmru265IVbwaITTvGmYxW2cInlwIuNZVByR
PE3drcy9FQmu9orC9VWBtp2d7IGqPfjh4BuOHZLGxvZBFkGDvLL7ETLuzoOHmiIvqjWp1M+iZoGa
VnBx55EiEt1bAuGl922qJKvY0aSsKQnBdGwMLoh6Nn6WAwTqaLPiua0BMAv9Qq+y4r8LiV4xCRqL
CbkIB807tmKXhaF1Dz1ADYN4jAfBXDaMf1Yh9c92lvs6RsRdE+BZRT88en/7LivhZgmTqCPXlgeP
T4zxgaE7SPFB5R20GXjXLNNsaJROScTn4KM08fvgKQ0F5F4FoJ3hh5Ec6Z8b4Gp+T+nMZJB4lLPY
BzqMceF7xiGQ+Wao/Orsh9XFNfLuZijtF0EKvRtH5rWN5+6QluHNhLHr2LbdVaADF3VdFJdI3Css
8F5+M8xwLUcWfRA0vjM9eEs9kzBO1g++e/BGoEaIc8661z6GqUoPiZHVYkqpVllKIHGI1R4ql/bF
wQK2H7i4VmPN7SI2I0b8HLOJ3UBwSWqaQKnBTbKlNqeR101GTJzujTTvt/j04Id5nXc1m+ZVO8fp
xWle0VsSTR/1VxaCqjgh/qkw3ei6MPthy+ywPpJ6wpywnsWxx1a2obSEkixgSi1q7YByBllvd+Vq
9VXEeHTkjEQ/FBlXgYbLxDPcY28QgVYYKmtYq7hGe//JsGmcMMF6L5LqddbG9MgN2F2bXLFYk5mF
DSjwsI+gBsp9/dGp30QD8gxNXXHI6xq6B1gzreLDKYZMiTpsL3syNFnI2DNC2nDWX8zC8E+jj2/d
GSyT6FuG8rBn1mgHtnUu7PY2NHGm1E32UgJNnPBxak1Z7mDymuJ+wqF5sHUQipkSdFcR+BPcT4CE
UF3IuQVMaTPPnkPafHJb1fYEfuycpdzKmYUZ+uNUUZQlgzCWQwczgAVe1vr72UcLXiQot8vWuEoJ
rL27bicAbkbzhZHrp5z4F/zUv4OmQedTB/PVcnEHYU+JisiUDSiTQ1si/uxgs6w13X7ImwAWgc2U
fNYjgzLt1yzS9X3fjXvDoILWdORr6fO7bRJXDRnhW8AEnIAgf8905LvsSlCBFgP7XVIG38AXwV0o
cDVaGYsJpxXcNWb7TbIOx2TWbC23atd69GobdHlNATgDUA3Gn5K4Fgvz6NwxNWTph3M9zHeyhz/b
P3TEuLrZmBwM1QNI7Bb4vOFgxAStkKR2uAbyQeY1a5meqQFF+TQ4kZ1C5rX3bfb05iW9KWxsLUHZ
RBvAvt1u1t6ijrJUG36DOkEyD/P8faGVG2OoiAOw5luvkGIj0SXOktUr1koWByEMHFFTIk8oZ22B
WWyLEXo7K8oWKS+TJgtz00CncBtmyStuSsJO8RkymUnOhYvyNacXquprlNGq4HFyqOtjuvm6rOKS
mhhizboOGMz2czj1G6fbZDbf87KUEG3AuzJjjOqnDuzDbiw9H2zxeIrmu8GkbKOVPWnTmeDehyi5
pRUbJnWB7axs9nbnrio176+w8uznOjizPHN2AcgEr2ZWqGpo+txYq5xSDYmXGDN1REUhQ/+2rQdj
5WI2Orad/ZpokuX9oJ/siDVyYaIyRp/pZQ+a4Tw3E4FLSANhA9T4aAjGDFWpcpKNSlIOYRbmLoHx
qbZJB5SpYVYjG7brx0l44blP8ttgwoKcRTQ+yzavQOYGNxkLJ0T3iGzDIHwbsE8i2cyQyE/ZGSLJ
XecOl15G5gVXar/uWHjDUuJ0K0ZlEUij6T63AOPBQqG0Pl1nbXVu41GcS7rX66mshx28n1MQoC6P
coPYqgocIz2egXOE7O6CVgo+X2E45//Vbh+0IdAD/rnv8H+z76/f83/jFHz8yl+YAvsPAQdMdzHs
/NVa+NPmI8QfVP9MyzOESYvBUGm2f3YdLOcPnVYALh86hy4dC3off3Ud9D9M07Z833Fd14FsY/yP
bD7G7z0Hx8VnxMfQqcLolvoMv5p8KNOadmvZ2qHLO3/HnSlZW7N/1jDGHapwZ+RgcUF3wY5s0ZBj
XgEDLIP0oxv1Nv6f8L28/TAV/avoc2Jsik7hD/7Tx/DoyPh8Gl2Yv+fmzkbbTHKW2qGu8EBPQL/P
XdC/eq3+wy8AGcIRWMUt5tI+ZQrS6WANInO0PjAa//wxfmM2sFZ3fcOwaKxavudir//3b4MRKGl9
Se1XR4FJxgkxrpOhmUctWFvSOw5D+Zy6WChi/zmbKHdGZbeujNxEUFAQ+mlJeT3ERED/ckb9p2/H
tnF8/erF4oN5FsQeGta2UFYt9f394sWCiuDUhtcEB09yWeZ6X+7tpL4xykhccs+Bgj+SM0+QmHZq
ZlOnLDoamzExbeZ+aoCQ0sUz6SJCCfoQrVTpE7OaNReYLekYiEtrAsd3/Px2wId8IUzpz01Wec0m
cga6JhOW3WIo4UH60XiD5Xc6xdr0Najz6jwGrINwXJdX4dKsL/V3rRbuyb5zwvsaaw+xG8N+cpnv
a/OgHXHc/sSPS4aAGjrqAIF61x68OiNMN4PBrIP5w/7ZXel5+0OO8IBoUq/5t4srPZkfBPy8nTa9
oU1fW+AHdspCH54C5gx7OBpwEid5DtOjIbZlLAGdu7m1q7X62kt++FN6aydDxKSDeqVfK68LN+1z
YQ6PQSiTneh7d9v6Z11j1meaxSUjiXpn+AmuYO8gXEFLKwYj0eBacdGfrYg3JMqEhIYgOxLke8gS
Plaa/5xqHQV/5cI4jvz3Th2QIhqvhvhrzjp1P3ZMTuaQCqmL4ZRmA7Sd1gaBRK837sR+kAZe4il+
L3IYkKPnbllg/fQKApDwwtc0ZBI7ICpP1nfJAyrY18HLm3UriwYmlL9hddfdpCAZ5ook0BHmdhtC
AnDwh629Rl7CnDBH7FMrMAiAo217ZzXmLVy0g1ekxPX4zoNhue7eJL1G9lGyD2VDDGhEaTcfnnAn
4laf6p4WS5idqrF+dQ19F3i39GW+oczAR+5Y9O6i4Ks/YuytkEquNUu/68hi9NLs3VBpvF2OY73B
i7JurXFY6YOEeOqB2H+IDUgRPor5GxQGoaxQZzgbT4DOJFyeC2DU91Y6vI9lSsGaZTMtRWNf5MhU
E4R/Ow+fYh4UI+VFg9zRsLdu7RxjYYaPyBCIIkYQG0Rju29TqBbFCfAPpO8/wZ6gOTAgTWe9JnBV
0WJt+xpqbUbhyIpDjLfA+a5Y7mEYHIINdVaHW4DZHMAGncreAnTsYg3SHDa25jlY3tSungy/bvIu
cjZ1gutv+YHm1K9TnKFHNZXbZ4xu3LB1SDBS8jL1lAwb+J7L42XT9cUTrs3sl5csz6fqxctvfP7u
8tznw2Wvwfu2TzTn8KeYTKLWGEb7awj6YLs81ytJ2bKH5dfbYhD+akaFMW8XteIQ22V7/nyhoeiP
ZUPq5qfCsfSNCN2lUjxyyqBt4ytt1oVm0HZUEraPJz+2y6tin3bSPADnWB4uCsnPt5vdXlBdXX71
l08y6YQRB5Ox7VodPHlt4M5Rf/Lzs32ILD/+zvLstHz45e295YMtu/XycbmFFOsErD0VXshfif/e
Wzanl8bpCSjgdUgna2XaXDyh003rJqxhEYRESyZEdFAjGQY92FLS3jRjM5yiUT7Gdvsj72+g4RD8
5JqXIndPxVDIO6+ev9hW/xOb3YngapbYDvDKoIpIcZv6nE4YPB+uC/0IPwjddhgKkg7gdunhva25
JkpC6njSS+4TQqIT17oJUt2HctLdmaGAa1j037LM30InZcXdNvYmIst9hWDG3RN3fB0VU3Apim+G
Lq7GSqSbLqHYy/17gJxcvSuAxapwm0Nhsa6GfDPiukyYLerGA1G08b6U1bU2BtFpjrKjjZ3gEW3M
PtDat9aD9Rfb5rYpqOvmTgkXMKzvKFgqVHlLtzeCqR9bFWVYP3FoPlHCjVn6bSa6fx6AwaCL6VQP
OrG7ka+ThJH3tOCBxMeT2HoxpI0mmm80x3ivuX5f6v7GjfpyE2vWvOt+pF7oXtzYrTaNWwC2icZ+
y8KOQcsHquHa87YR4Q6aRL+rV+Wo2JBokFd+RQ51Wo5Pk2sokITZ7KQm7BUDXDtGzq03h4fBnIKN
adNnifsfzZC/2/P8SqPjydGa4l6THuYKzcdQzFAXDnF1g8WGVWHYemu9T8qz/ZP5no8SCz1FV2MT
jggyqVP5vR2peHkNS2vLi0kgcBG9obI+Q/7hZqyfxpYrrHHSNWqokqU0+RAza0nqZKgepEldqt+0
2e3/4+48tuNWsm37RagRQMB20/ukFSl1MCRKgvcmAHz9m4DOKVad8W7jdm8HSkcxkwmzY++15nJF
gXFIJ3kFrfrvqOhPWaWfrbr6qaNM3o3oNEvadEP4HnmG3BhOHB4dmuCZ020dFck3YoXzPjLOukuv
IALGfGAQ9ax3kl6BidRbj0jO0+0fRlb9sofBwPML536cEBNoHnHrRXnW7eFK7Dfaz2K6TRoEvslq
0F3SYSA5hQEzUyZPsAcYldw1jsSTbB1Gy7gkKZpWCk8xwU1mx77bBrwKEVBvmnZQHoxipxvGuep6
2NAjcWUNa6qHgmoGO/WvyWH3SnwclbFP+71V3yJAomQTsSQLwsc0yj44xAmZtR+jhBmmU1qXqSa6
2clf4YrGVHM1zc1b0T+5SLrdoX3KfOZbWm18r/vywJgl22ol+SuRG77LiLw+4SZrQVdw65X3eErh
UfYI7+hPoatZM8R3mf8aMCPq4EGEDsfe9NTb8olQ43flS3ftuMNwDmmpa31AwpH9QOV3TKygYURd
HBiIYdkKhqdaN7MdGBguuZP87bnAzoFzDaiNuVpm3hZfwt7NxLehYnAVeri9cvoRyiG/IOtgxNMD
3DRJ9AzbEpx635OysM+dqy3L+xBDxebygxIOXaAO7GE1HAUplEbmPrg4MBsbV/igmQTqJl8HX12F
6XypE05NHlKZXjtV2Oo4a48PQxTwhx7dR/CZ8DlmgzQiHezciLiDFP+35j2R0M7ZJQzh9MGRGRyL
izBkaKKhjAOe6jeIGBZsAFxqsiZ7EeM1DvddC8VvVUkyvuzs5JC4ZPfRASHQxW7R9lmaYLQqN8PU
d+d6ejImRNuuoWi+++W3UiZYyU39S9zSnlGmfHGmsxux4o388CpE+jLG9i93EN9hjiWa/6qFNvgs
kC2UtJhxn5FzIPGJx4vpuT9zlb0VJZ4KER2889gV5BBnDtLlwEtvGJOWOeKQ3dKKkByIxqym5mdw
NmR/Pa1DZtwH9rhNivKl4iJzSHvjfXmVX2bYNTtcGSOX/5tGEbPHe5KjXnCxLyKI3TH3yW8IxceL
AcJyCrPxZpTWtjW0bIs3Ax6AjfoEdS2uj7rkaDQmIsAqwMai8lGBJvXad8Vv54Cdf7zIoHK2YZQ/
1aZ/zMqG7K3WcK5Kp9IrwKrs0Kys8HMY67ljt0EcMlx17SVyCHNJ53diIoHZ2o2fcVZ1+PP1iD9B
MK1UTYe67Jieiuh30E75fZAFmwEUG0qQ7ypklmkkaDWsYiwJfBvg6TijvPZ83xP/0hrmU7fZ1SuN
X4anQob6hCCWCCIYbLBE8i9xOxCvI4oH5Dr2Ps/NK6zjTWVMHbqBJNoKWf7WNPueOHI4TW1wV4aU
XPRaeYPcs3L8NL3+EMQB8CPFURT20Sj67qSs+moqvQGbKR6t1BBHJ2uySznOOcVaw8/SMwrnL7EE
JLxDRYIQyKClPjYkG7hVTwqm1R/H2iG6ISIUbrDPnVl5x7Yqmfs0Kr+Bj1S5n9wa3CQHfax+RMRR
SNNvIdAq+PzD9OR3aryZA1RnHR9GkCW/Q5v36CV72fT8GpQoIGat4qas5Kr341yCW2/06GjbNuKg
G9WmaJ2vrsW3ktbQ/1lx9DejFpB/xYHr0ngK3fyeJrp/zKmF16aV+4Rng1nzPW1b6SNQtqaoiCcN
j3nrqls6b5AU/2LCQFYPzebcnr6kBLQTfBCrgMVQS+UCsgAUiA9HyZXRDy8Y1CHyIR84dQHNCSum
b0w/aXs+WN4P4jPYLdRp2ZDSqE5a4czytflm0+mTvl6eQhXtcpFiRYf75tMpSfgfFpzP+8vTZlkj
GVtuhsvzLOT/cvf+fx9sTG+TyKlY5R3xVItJ89Ou+WkWXp74x93lsXo2Lyy3Pn92ed3n3eXW588C
jedcBRmWmuzvdGDO35bWusfFS/o/Wks/naafr3MXF8Tn/c/XVJz4I7tIwKvAJfx83DGQ8q8/72dV
1vxxsv75vz5/fWR4f7/SDKGW9+aRpmkrnPjP6//j+QA1KIagJQJ5cSN//v/L/9ehHK/d0dhSKqEz
KebfmSzumuVm2jdHnJCv6UTr3vDjO1gPJqVSpm+2le3bItDvSoMLDH64Yd5Rpsc4aNp1jrYCfoTr
k82dtuh6sgdAU4/R4KDWIzQKhwh0dhv1Um0W2XXsSKYz26zZVa6fXt2sqXeYjZiqzXf7QCdAR8Pm
oTFu36lSmeQSyS+xsMz9JFlKp5aP7BwqGmEedndAhqoDe3Ul4Yo18pb62RlXKjTjA+yq9BKHUXop
gfuvBRlzrY6ADJ1hf3RrQaCjhyx3ssb6MvL2VgFq+x2yeaedUBv0p1cW4tOlz7Xpstxya4MioUC5
sdzV52dz6Z4aiodjU0V/vSyY9Oki7bHeJToyslwCI+OdTNbXKLPzaxwVKF9G1gRNAmi3BOTuQn3Z
ijZY19I2Tn3qBxfim4OLTu+iiQPrGFcwNUIFwjgFD6hdDVYqpyCv5NkIHlIubPyN+A9ZznN5mYrh
wtl0uFhovCrDcjgv84o60NQFZD/aGJxB2yYFu6k5JTpTN6XDMERfHKMur5PrptRuoGk8M/8I0fyS
x4wo32uqgxuCgJiEddZ6vNgVC7wpxcpZeKhuGfJjEcLw0cbRe+2R5YXcTlyWyelya9lIBcbKs7AC
GikBRrEFYZOCSvIVgAw2is3yqnL0csQws9uY+fK5ynL7bEmdqT0cjVF3PjyW8xfHqmtcIaii5nvd
vKewvpgDVxgmfj5G1AcpR82q6dVTmVP1xlNmXpYda7nl9sjvYouIz043RgrH9sKs0D5AFpMXT7Vy
nxBBOnkMQzcYH+jxX5z5qeV5W5XkwbSHOkwp+gw+SqQwdkJAOlowX8qxaM8a7lkQ2xrwOg6SiyEy
7bLcSgPXZQEW5Xjyy2uUXaDXNLjnLK3aSEvLmUVVb1OHcsMG0GBUasRr3AOwMdLkIp32a42600Q3
tDwaaGONNIqMdwjZ8cX59yuXly8bB0uS3b3Q6EQDNmK9lH1GZCSSGappvqwQ+QJTb/6G7bzTLxuc
/MV60vWSa2vJQtCKzwyX/tpoUUAiz3L/z02YbIz3bVa4nTZ9WZ7o5h8p4q77rxcuTy3/2/L8ctcR
UYhISOp/fs3nE5+/dXns867XVmTPdZS8n499/tJSNnO0yZuM3bZY1WGU/MdbLwObJYDpoav59/v7
/I2fb69a3nnaz1w5ZgHkh/HhFTucZ8Zi//m6z1/7+Vb+8W6Xl/zjbSwvXl7Xt9FH2lVX0Jo4m3Fv
c90NWBWUyTNkz4ur8DtmdQs4DhH7Q0HD+SBL+V6kpnaDPkOsBJ2fLVV6BLUhJBEWLSu6qOnmo4uR
YvgQ6IPXE2Ct1VBbeCetVD/hgkFo2U0PgTUxyQ8Qh7XTPYjfYJXsGXfJrVEnHwZ17ta1PY+TFCtd
s0CfJzk6zYB+bCnQUrK2DL+5+T4qUAm5U8MISw3ooyND7LO2ZA82yBHu3K9+Poqr3aXvIeuaPd0N
lqNyYLIIwvnIm2jJEaQctLwY8Yj+gMAW5r+ff0Pe7sLD/1624Y5hon5HhZrVfX3Q6v4x7znPti1h
vyOLp/Xk9vU2yZOvoYY5EeOpupgVjSTVyY/ObD6SDqjD3OnY9jG8qHaIidfsvza++wAm2N5pJkLZ
pCFa6I11mnVOR4Lw+I62nM9JzC10WqouzMKKWDOtC71n3xIGuv2RM1HmMgAYILaMwZm6H/mVXZIn
iyCo8swfVjnLa4U6AkRMntD/WnTQETa0QQ09VhTWplTNfah5KC9aRTcYJbfZRPups0n+aMQPVTXf
WoFmzRxZWEym3EXlO2Sv4Dlrkr2LVwb+Z3tVCvlBYZI6VBlQEOrhrvX+rR9p6HAom6cUb5iZsAQj
G7K160fhtds6icpt12v5wU99dbaYY6rorrV2s48FfmXPtC+Di0qnKIyQBnRX3tpvsW+7F9WP5Uvr
EQNF+/JY9LHJHNxvCEzorF2ogV3Xy8K+mx3LJQws0OchwvZ9aT3pcbDLawbEoH+uSlNIL4S/j0so
pCl0903qh+65itQvIw/GPRu5pc4eD0Orui29Mzg1HikDfkamU+N3DbQI3CEUJLBVwxmKqsatyHCA
xY6m70Kzr1b0yEghHcNb5yqSc/OMLkdng6LoSuNQjPFvM3STuzALD4FmN3faJE0+tU9xte08rVe7
cEYgd6n6waoPxY89Qd6wjGMF7SvRwbj9n57V0nazGYz9z8Pae/0rKPL/Moj9+ZG/hrWgDv81t9+E
BB0PIH42e/01rNUN81+WbSElw+f1h67497DWtP9lwGjEUCYNw7Hmiezfw1pT/5fnwXB0pGubjmkL
7381rPXsf1jEqDRBipOJwVEtLVcY/7CIJQ3MatV50UOO+GzGkeTV1JzsFPNIQ+D9mBLtVHRfMFj7
p8lzZ3lT8uoOiOMFJgf8u/l6cZh/btyZXOBDXxiQo8I9lQ8Lb2DZ1BIIXFWk+9ixaEUt/nDEJ85O
H7RrGlAeLJvCoUs2ZbGxaYt6C/SrOto68vs2pF8fE3FChYaqMwsAyDdJr7ZlkyUH5PJnX5ofcar5
D3P5vmul9yV3aXNO1rqymSXZjLECOkuYMaPHBL2F35ozc9m9GA0gwg4lGsy4H5EdErk8aecAoPuq
0lS+qxYeymKXX5r7n8Z52xi+4EmeA8vtu+xzVl6pdZs7F2cgteSKNs1Pf/A/RCjt05Ay9KS/SERk
ZquT6Q76CrsEWl+f5HZdWedy3nj9IPHGf1dZUJ8reB0sN2quinwajWjgmbVBu7A4NTMXYrm73AL7
8jIkLQFN83eQBzZTeAjGfRUE5wSt1AZzGvbYnsxFpWen5TN4qAIOdFtZCbkBqWrzqINhNep51r1b
phfRNijSFyVj1h8iReGLSXYsXHhodeKAn2Pu1AnjHpHwoWsm64SahGuNeBIkRCSSN3M12Qumknpv
47HAIvcHvtDaxwAc7T63crhGegs2BF0r80fl1Gd/ksbGSdDxAgLYEV5AFIgDxEt61OnW38yCf3wT
n98O81Rzq9Xdb5Jw9qRzEPDt0SnSXRoX6LC607JhxE1CcmH9Ql6Gzb9TzSmw43rfzRwJez4Ylluf
mwUkwXrFx0JucUGDGbFslg/0j7sLTKKesHjXBpLBkLkt6LGZJvHn5jQYD4qR8TrSja+mF5V/YBLL
rc+7+gyYwNljHtwsXS/fdDHjqZZbn5tlZ1jugi+vNrrV9H/AD8vB6CwgiHAmKi2H6bJ3qNh6lxky
PKIG/vqbLn+/ZfP5mAyBQyfxaQFCBDOeAbUaC6qF2aD/GxWRTowumQeAC/9vKsQwUx6W4zyLaoha
TRJSETlhtDVmgki9EFEWRMp/3E+TnT2DSZoF5jbT3RjvkLFUp9+DRHSntic3NdIQI2dJC7MRJxOg
bzbL3WVj4DOhpiu1VWZ9jfXsQLmzL3GiHBiByo07oEf0jJmtNMyLB7euuVnlqKPyoT1jDHmjp7Tt
CmihDkiAE8khqKumbKcWlIY7vynye0FMnyB4A6mbH9Bn7Maykf++tdzF7qrvvVrsdYcvYZx/wPAb
Yw8y/MoFglifnDY9c5iznWGmArlBMADUaj43G5TIhD/g3ttN5vAeZbWHUCIMT+b0yl8WrigVNsQI
yaYPve40csDv/NB6L5s2ONeO+eLGMtstb7Gav+2QcTfybAMZ43wsLU/AV8yqd0d41XFUGOpvTGBf
RipojmiEzMn02HhVRjIbwQJd39ziafjR1pSXcl6Gi/4SBTTY5yvdmjCJn5Gnp8epQl5f4SUmHegZ
2XF0CJLuizCrg+ci1zZy73tW6tZmUtkjixevTk9RJi4qi9JdXvGKKsLmPhXTplM4LJoxvZYuBkyG
HF/BUW/I4fwaUNwc5RDLTZMxzR9KZvJoCU7ZMNxlnRBe1ImvjHP9bYGuhmjk7hYZRbArYjc5GXln
g/5Cux3w6ci9Lk3kiChPc6MnoBKpBpZaThF9dDHJAZkc9qYgu3aIVoRRTueIRPchMSOcpsZVr4Zn
N2xIB7IQj4rM8VYq7owtTaKdbrnDobLUeZrH9iWm5lU9hM3ZS8YvlMg5ggGt3rhh/jORJrY2t/vQ
RGCe4EY4W+kiRhyaZlpX/aPvaiHgkf41mqpkX8bjXWNJeAxG1e+iAUJqmY6oljVyPWUsz05jEVKf
0O6PJTpBXGWIlO2t5Sf7xoKCi6KnPY1jcdZqevoF6JG1NTTVHo1PhhTGb6kXO+SH6l4EMRNis0Ih
Q5jhUEf+2h0mksQIWtx0Es1kGrs653DSOGv88jspO7mmc/5r1CeBiXV86dLxTtYEXklTGttJaru2
kLQSilbuxDhhfcNn5+mkShuxX+7ob5NxzgyynRDm88UPZ4MsqNswhvxw8JNJp31zUy2FNlEygPKz
14EMkm3ixPpOL8xvRYziDP3hKSeShbZdi9kzLc+ydcVuqgGEaDUhpXaCGI0m9Br2vEXRnQzPKq6b
HSoLYp0yj6Fap1/dkiZdphNOiM+++pHaJRAIslJoenTpzsC0AnVfvil3HXbnwhM01nIDYm6/ESL6
meBWhA1EBFrowCnpjTVt+pFFhcsleuAA6vPwa0Nww0Yg9t/0ZaUftZwmiaQVZiSwTXgzPx0Tc3xv
wDHRsUub0089lw9O5j/mJZRpvA4InYpvrdd8dSumYoN3VfTWTIfjNgEGAGMxuCkZugcjhe4yH6ok
ErSbMAwdsNBkBKMGfp0cX8OY7q+Meflh5+VrAuWZRs5pttrtbBPjWUrQAppRwo3xKBedGX4pbO8j
NWIuJyLAsSksovDabZcV8d4ZbY5JMsTWoRLp1gpxZnVj9+BNWPB7FHRUBuojyFFFJLiBDlPKULo9
hrb+phphbErN/DrYMIkcz4BJ+tqia9kwQPyd1I71mNcvqGUvJZMBNAFtcqwT3KLUpcYpL3rebgyy
RqI/9lEyb0v3UGvG8MCo6Jk3+hBFrLEbXO/XGIVYNAbEEtq/4lG+T2XAlKoSFyl8d2sKIgMDUosY
Pt46ndqyt8H+4CskJT0TRMH7itznNDrTmv1dFtCW6l6EuyK1NTLnGVTLeWqdGdUWysmPwfLvMc7v
3SCqa+STTkAimU1DTr+03YBnrpnDd5JHw0meMJmRs9O3L2aHLpp0+jaqz7SgcbViJQlgPh1V0uur
RG9orCWkydQuMRuc+gNw//gQqnJ2TQ7Nm0qmblPe6dmOmCLycDWao36wmxTlU6ddXUt+t6xvGPb8
c+0jJbBCJCo4ZLboCuhQJMmDcihlhIkcDYNNkzc/+i5BGzVp36e8IbInfw+DiEp8MqNNykxWd7y3
0GUy0UUACMAHIdRQ3aErxRmzAShE03NIl65+5pPXHvlDpAQg30sLwEup1Q8TduBUW4dObF1TsgTt
qeRypGFw02aMiyqITJNp4J36IVoB9XZXBlfs86irLacnXJA6eJeye6hdEDy6HwHjzbEz5MByFMgY
VF+kxzjwacZU9FuIDDt/5rGFShKkac31yXJ/ubUMe5a7ivjEhkRXaOR/czOpTf/iLS6PcUnMd6rJ
vwyIoCEF5DG2n5zZpYrzzcJcXDZqro3+cRcLFZzkARwX9Z7karKppvFZyprI5hg8eq2a6OwQnrAp
qwigw1xKlH2QskpiiN/YXb0PCTPH2/UqodjsAB6N2yqh8qp0uA9dGn4EM1BtYZF+oknjYaACdimD
Djnf0jLCcUwcWUYTGUDsjZZzqN+e0nkDXS3ZR2F0WUZh0LS/JzRst9LIjpGCqrw8XOvROnCM/pAR
ZSMZDp9sGmAn1hjIPAWSfEtm8+41M7hc4+cIU2j7Z16kzxkyvTh1M7vtc4POvj4ZQebMy7qrPS9/
lg2YxuKEqhg7mu1Zq6CCy0YsEKnaUIfgWs73PcIg4fk49wXvmCWsaP6QHiUTxFM8V+XLMzr9yhOp
K3Nlr5I2EmuYStWJcxfxxYLCsKN3gkXoNjYCzImpP1uy+OKnCZndidA5ykRwDfrqOiHoeiGhE3Kx
+6BlBTt3oWtMaaKfNCKTfaUK5zw2HYCBUuSod+Lh5s4bP2x/MYhId6nljCfw+GKr16yPJqBSapP2
urYPffEtyimfdPsDhUSJlK5HywpLaA0+lWjaCDvfqDL7zhz34OfUC3lof+8K0wIk6J/SMApuuVey
NM1QVCYafUvbVoDm0aUMLLkc8mCfLlwaymcNzEqm1W96GwcvtqsxRC8ja8NqXFsx4bVee99OTphl
sTf3v8fUL66tjuO4SelIJvN6UUjD3JoWSAEcXPU97IL6rmyL+lMU3b6OrTN7Hp43GlW4uPSco7KA
MxnZVrAxNeSthjc+4j6+4u298UV4hyK14gdT/yWbOrmZ1THGkMuUjPwwonrqleISvyKhJMPf5hS7
xhvRMyHEQk8Tqh3ubAxnkKrxqw+PxDXjnSf5p1cZ6392GExKGhLsyqjWnTNsAT1mZy3IcKjV0Nty
ZBzeGDW3rhiaXRn1XM+HKL42BEPvhKqhEtM08AJ/j6a8mtorJIbpMIwmmgLStWSqyFjXWMnQ4Lyh
FieizOMUHHjsy9T367IR05mzwhF8N9YlhxBhFAPG0S6an6gKGGYZCTIehVi5D80tuUsRCJieo1wf
H5TnvBOq8kDcnn4cJ9zbyrIe4yEMwfoP32sv+Kblo3xox6q/5WYJ2CzXrjgC/L3XmT8jWBP7whTk
CLPGeqTLzvWQMN+MqmVP+XDr9Tw9A4GhnnPXuSB7cnSYuympwKMlnKliyy2BFujVHaCa7UR3qEoX
a+zMW2xoZ9El48Ecso9WShuiF1CB0I3jm+GmwTrv0uExqYL80HORVmxYNY8XZ8AETkWx7XEBrKda
1491+j4Cg7mROloxPx3Q7XcmghzlG5uwiWc0jIAdETcOO1fZ78PQRRRY8W4iKvic08y+QRCyFonP
J629gsx5MPY0HQ5dFb8VZGJtJigw+Hy0xH80A/FU0aU58N/m2wqoCVf5nD2zZhRZoATie9vqyZDc
MYwjffF9mCeD3DKOOTn4oxMxqEsNQu6y3GKJYiAKigXz3jrfp6yogVXEYMQzIhIVA1tWfVctDNLN
mD71MUJu3RfxuffoAWlFHKy5GDHqGPudWUTdFYoeQk4bCDodez9W/VZUHkkBRIxiGbSfydwLn/Rg
WL1VibUn6e8jdVOxT+Y1jhbE9867034WV6H3r+HgiyeRf+1ajq+iCHcwBcUNnT+AwBxdWl7/0AXh
UqZdt7vcE064NrLpqJrMWxl9R02m9PTeQOO4u2WY4BD6oURAXFAr62PYOsFLOQUnLa3cY1XzX6Rx
8VPpF7hJ9jrIQwc0TNtjP62LmzCtfdyPzInrqj0XbfvdSQHpeLiMMYciPI11i281JUGGXkd3sArt
Z1c64w6sUYqAzv6S1FjPLTN+7lqvvumhVRzRbL0sJ9pmap4Ci76GFljqpscZy/sx2Q9z/kOL2l0U
2XgyBVHATEqmTevqDyZck2vH/FjipyJ5Tdy4GjFl0ZnausOj43r6NSrYAzGZrDpSsVZWm6ntaNKF
qB3ya8d0KHeO471yokmP+mgcWQJ/lFadXkd4XJsWudPOJyR9f5w8DB+xAy2yUAYBC2G3S91mDtTG
BGhwjmSPeU9MFrsAk65RY+j3KEGsHifo8Oga28wlGBBAfss2XqhIpTXq+zCp7mnupg4gj2PnA7fX
vm3sLccUY1oboxgJu/M+XOyD/IephOBw6A9BEeqnQf9BiQHAMh+RUs4EizjMj5PtknfWwdXLk2oN
fWnY56R+eKnzK6ZsfzWp7jtCtNchoqmrbp3CMqsOYz5+B7iNh9DmULJ7NHImcgMuKwZ24GvmIRCI
7PTWJ4X1SHndr1VNakqkWrz5gsGla3i/G5L1UAu1LaVuGK0d24Ljo+Fu9QsK7E7PXyrGjeM0ams3
hA5gDYa7azPb3A5RRByoQQE7IVbc2JyxTpWq5U6RebGUYqIliYZ4jRaLafOlTV17E9aFDp1avqL2
PZko5RGZdbApy0DBBwuSDZeySx9EwcVSwzkByXXyKdbblr615RNWj00Wq6+l0/TBsRdNzES79GPA
+LjJxv7JaY0v+ATas9RMFFtdewpToyK+mVG7A+zCtWLQYwLPb6i+m2oKzwo54KocMQ6KJIJNNoFc
Djzz6mXYX03DpeYM643Qk+nkeOTFFvUVAVrZF+BLbB9OpduPz4HEq9PE6kArylwZntOTiQycB5VJ
eEstam+HpMOdx/K1isSqJt583ZWEiYsYPSVYje9WXRKGUeLqRnCMNsjHszr4L9OYSNqaRAMkZhxe
PYdZruUR+RVN/hYuUHicKH/WUeSxajWeWUn97icxXJyGCSYrRrhhhfHbaw3aJoY8KoLfxQg8LUgy
k2tGAeiwpdHRGZbcliYEoa7TwLPUM6vLzV9rIYZ7J/27bX4no617M7uYK9uEpKZ1mw83SUOdCWZ7
00A4Hzw4Pee8GXdSmP1jVRMxpVk5+CXd9PdWAmMEBRjtz0Z/yrnQBVXmXYI+fEP0Qo1YzfAwjY3j
o23LRIg0w9Si+TojriyOuB4OabENyQ5ZFV2qXQJL9KvYa+pDpqtDqZt0uuYdFq/MJjGHbW4jiTS9
Bpx5Xr6Lyq0vhYrD8ywIGjRnVptnxqanbXZIJ/87DKHyFc4M9maXk6zlDU9apfZTqQXPsEYOqrHY
x3LmH3qMQpVhdrG33GoVeYABVEY4FApTEiMF2IyWC8029BnT9g0+6UT18qC8vD+HNTBbLvPaxm+l
cY3m39LQuUW2PXEhLSjmXTmukizu6a5b+gu2lnBjDw3YAYY1LB/QgxPfUgDN2Ob80rXbN8YhjKhQ
k6q4ucEN65h1rpMaxgThS8c2SR915Cc7T/EFIG2yNirQWAJ1HhcAlthrFx7vMcJbEwZheqUxsVcm
+XiMiJuzVHm7Mxumxn04xIyCHKitdvFhgESj1+C2eAos/zYLW9c4Z2GsQvuUivQwNTUk0k4urWOj
L49W4bJeK+p6Qw+y3zhKk5sQy/Z++UPrISDi2QqrVf7KBuR0dkrqYJZnPVeiKY92OOrcA14xcE5O
/agzWFdlyelWwWWxvxEFXK1Jb3wRaYxXLpDaKSYBqR+N9lpk6mufTjpn2YDWxWDSUcy6ydhRK9Mg
bZJ3s8Jws+h2fIIU8XVlP9osqVdi9OAM9SKlH5kzOZH5JbIpLnzaqxtQq+hXFKp3rcQaMjCxPCZO
KQiqYuhUxHeuycHZbRGv2Zm59bSkuLW4GSSfbF8OEQtD/HeARR14LPyl1DuZqWqm5pUrEkUraDut
fUqxn9LZ056sOHbOywbUEAmMGqAE/KnZ3SrLZGcq9D1uQAnJtLneR8pxrkaEqoyP7XaRdjdj+6tl
dd7Rn++1Tvx1YH84s6jvaeBzLlDSfsscLb9VnShusTSeymCoz3HU9mv4QXj4QPaVxqie8nkzeM02
zbsnr2elmg9xfa/ML6XjdWfTKqoNiwfjojltuia/2aIXhT9/inCroZJVmzzVH4xQG57FFLKvj2Dz
omGS+zmZfIVDz1uHgLaOWhe760iYuNUYWPZTHe0jl9rV49wFANiPT0k23YeG47cohh8M8aMDeU3u
LQ+qtZaN0dVDnAolTdf5X7sPhTH+MWY39LgkP/egN8JU3LSg0G+seY8Tpt9LhZ7C7CeKc2wzhdXc
PR3dW106SGqb7k6DsDqrIBrpb6OTsHPKRovGbTp63RW4RYVk7TlgabpKy2STJ1Z9LDNOwhkJ2ldv
YMVCx+nBbdmJJB5KysxLV+fV1aF1GFnAetJSvijLOJd15e61OIiOgYs/36hahieVl0AnJgzXCfoT
rNB9A7xlZXpFdMwyzP9Rj8TRLMJVjNUOxbMJxQLU0MjJcz1kjHhaI462hE2jXLCLnvOHx3Hd27+j
uP4lYrvae7n7IxwBRjd9ditaNOsqbjpMoJgJrXq61bII1xPE4HVIc3pVMh/ej8PQ7s2US33Msomc
Ijk33KpyFwE2cytHxw0cdF8yq750mi2P0mHeDC6y3I8Z9gWR4veE1Pck3A4oS9HyXgfK9NLtXkrf
cy80cF8CnWsJkTjMegFtbu3OOToafvyqJMDYkkfW3OwcHau30er2mUVvV58qWMhGprF6dHE20p5S
VhKuNE0zN2NjUfWQr0Qrp/klg6E458jtyRkFUx/nWym4yDRd85bbxVeBWm/tj+p711HZ4sLeLp+j
cytrLyfnTYX4mOh+pgeld6+h2yNBQW3H2O0++VCOzACrUoXyj9wwbF5MbjFJkWLSmi9lciafeHg3
La47qsZJolndnxnfMu1bWO2fc7/PxwK/ewmrPN/RzaXZm829pHKexnZNse18mjAEzM2Kp3DN8Cnf
aF6HARYpwJ/8AT0X2Tp1Zg3CnzyCplkztAqONA/FafQIOJJ264OeCCnfTRO6Vuul28iM+pUrgseA
yGfycwhEWEx7i6mPGkoddGgWokNR14rseybdjrasdvDqe1wjVQhmTL+a8wdE6jkrP5hho7auToGR
Z5tKwqhegO7LJkzjm496a6/Rqjk1I2FJJoQ5pthTcfYJdFtR0jxysOBFsasvuJCBYZnwvICjlsU5
htW4ZuifbYTn0saw9bI8jxwhwBzHYyq7gSb0/+PuPJZbV7Yt+0V4AZ9Al95IIiXKdxCy8B6ZMF//
BrhvnX3rVryoqG51GCQlUZQIIFeuNeeYU4mNmHwBMYuj/YmV15yI2aIP+mQkcGrgxrZwM1n+ghlz
H0ch4ccYURbXv+R6A9S/OWSzZvrvc5qFIjgdy6drqMHfOXRgUSXN7HoHs87h+pdf75Uz7f7vw+s9
UZHy1UBOx44lqIJn2v31nvfPvevDKJkJ+Kb5OHX1XVSDSs8rsFRc2PHHO1GAaYIbH+o9BCfNWSm7
kYfrjcPqtZ+aknEQ487JY7+3cOe7Vcbk83pzfTiZFKMJvuUFSOIb5aXjkWg8nTqAf8b83vD0cPSt
rjKM9CpSSLk601VnaMy0goIXxxD7Pi/awmx8NUYLdurcOdV0btJrv5QapD34wnmWfkIULpPlf7PK
Xl2yUZE5m7ZLTtcvMkgc9pF47uY/p4Tx8+emq3ApI3IDaDN3hK9KmdD1DjmwDrpvmBont/5UHk2z
wkXfmnUjQpl/bnA33EgTArqKUlQjDtx/99oRZjho4J5JSEQnJ/FPxMVgn22PyL//r3VdFsm5kBr+
Z13X48/w0f67rOtfP/EvWZdv/Zejo8PX3XkDYlv/xv02dPe/XAvZlu4Z5szd/jcGB1owBFi+Z+jC
N3TDgcnwLwaH6fyXN4f2wvVgE+/5+v8T+Zu+5H/gLwyDMBITJpYJ4siFPuH/73gHvdM0VcOFBuvf
0Jtu1aVWjC5xrAG3F+6tCyYVX0T1kIfgUv1pvCkIN40nkPgj32JmxBgEXGgc32Oz2DxYTv4BFwaV
vS52IKM3ka7AOxoIQfzovnK8S98ZNw2iT2y0bO4V485isp9SDZxTqpstnLfmo9AlSby0Y8d6NcTm
CYgJkAfjYCQlHbyKpAfqFsEKNlGFgMsrbrjugJuqHThM7Wyg85ZlAdpJ+gx8tNo6Z9Jt10U7bXsv
3Tg06E3ZYeebZiHTV+L7xL+mJgzkhsl9hGQJbsmKRgeBnka+nsS+icF2idio1l46baXBkg/hdzKw
LCM12mpa/Nj64OV6QbUpE3ZQdY8RMh7MrR6OzJaQVQTte+0ZgEjR7Av8UoMZ7enIdRhvIbEeaBGV
bAgOWF9zam+NN2ASWUpHxbzNc/iVgorx+ogYRPP2es9oqDkyXb/1wLrfweicu4Sxvy3TkI49gJUb
ZLPDsdUsdzUOk7Gi4aedCqcMz4E1heey1uhOEthNpzNBNtMNK9+pdSTIDhkjOcbm60MgWvV5rrh0
YMWQ16N17BCnKdidHUqh7IWTqwhmUICNv9BOOti1jQxjtRSaF5yuN3hwtFNllhdkc7k/iF2Aa9ak
R+pOd3lYSiiGxCfaOc/pTQ30lU85ibUE3UheuYspbUv8AaWFbcE0omNVCGspOLxx7KeIcQshbprR
QT41VEdHDQIXQ9msUPhx6c5UdB4aEd/FfQZKWaKS6CLwY41uDtusL86+y2TWTUd5aaGQbkcgfSsp
nO5SNFTVBs1Nfx/ZRvOkayU3+juLa3C5PjCJqrH7Up0RKi6oRtwnlXtEIGnxK5lXGSJ0hZzLbRMG
xXq1GnXHXSet9QqcfHwMrO5ZobL6hHVfL4bJtu+VG9C2rYuBHbbeI0PR5XHkmCY1V/upoW73aNPu
VG3YC5V5JYOHELUWmuNH07XufDfp7lwdDCywx8ugleO3V+f7sK+giJeYTwzNjd7KnlMcBkmT2jmI
3MF9oPmVvBv4PBcwzb3LmDgV9aKINm2PZ9wr1EQsZhfuaj7ne6Tpahkj/333pnBfqTT4VIATA204
+TSJn5imTLsoAkPttVb7mk4w2QLXPDnBIBltYuAY2Fav/LEPn9MUhEmVl0jtBz98zlOL/C0n1DfX
r/q9uTVI0gU4IjxqCzm+iNZ4GVMN86VN625oyAvwAod2d9uq7/xDM6rgAQmjtRw8mP+58u/aIQes
ZUDgzobYu4kME7h00VaPMIS3TsKvzlqUEnUyqUcPB/HBVeaTb9q3BHmFH7nG9LQJ7elcUqbfRmlE
skaOptvjZDvWlSUOg0cDDt7BcCm1frgUprmTjj9DVQq1SebnIXeCr4hZZa/fIWDv7xpFaoBC9K5E
Pt4jURjuHbvrb4s4Pvx9is8yJWYmPsYopuBIF9WLXln5dvJKeKvzQ3SW5IVEAe8qR8RFefDiGOkp
IP713plk+jSSoOCm/btbe9MtMTzFI4Tou7hoMabOj4awh6AXEcmTck6QA+c9cgWivZeP4Q3IeP2F
rg+h3o7zOA49Q3LHfwYXBODXzR7wBWT3HflAoIttOv6jsyaXK7+1myG71VLw2JaEbBOaWKYqUmeP
gfkIA4miLvbEphSBc6mYE9D2DuqfyN8yWiG1pxaQXalnyLhJIbpSnZ74/LRFqFSETIR+le6Xz6Gt
tRetMHJsrjrUzCCmc15V8a6CSBHqKv72POPEGEP7GjYSsGEmwvFFswvnIP05f3R+uEJQYa8aWQN2
aG3xmnFU0fdLX2z01UcxOXQI8tx77X0mGjqH1yLG/rQWbli+yjVLfvOKEic4En5Zo/jvfhW+2wfT
NU5Vn6tnV0O8pMdGvm9U4Gx8H4L9Fa1dGA7CwtbCYdMJsfJUbZ/xozNr1TmFa9o9C2IuCmT6sJdc
O6qeRcmHkmOXOg5xgcGl8kFUStrmIQQi3nLyJBy2AlE2vpqB32wMO4wv2JTlvacAKth6dKl7m2t1
4FYMQsrsxkw6YMOEU9hppXGa0wJtHKzecVkcXE3GT0NL9octinaPiCB+MpsaKr7OX3T9KloPtgtU
BAx3wlAHROmKZjo7rrw3wkke/zw3PyxUUq6rXH8OKmadBG1A3Jxv+oL30ysnWndDqo4DMgCyv7mX
ZjO6FFHbKo+CYW2FrL5o1jTWhtZdeTGeqdjEm4YrPYfkkdfnjP2ZSNtfGGkoKBW7bbRjYAJCkPN4
sw5xEYQbA3Es3hjb5vjxdtas2eLAZxNSv1ns1PZpHO5om8j9jOQdtYSFHcslAmYR3FR01oyiYw55
qNLmnGtdfq9xlUWlTJmsuT/GREFksyhscx33XWq29VHNGepurF/6gIwPVAPGbrICF55Q42/KtNpb
Vv2Gz3+LMdxcDyrtd07ffHIRRuRWa/4pHG0wTaV8IUEhuVX28IGjG3dpJZfCYX0gFFMsq/ESq6zZ
mIpRJYk//FoQAsJGsWeJLzEmj1NSc0VNSUKhpd02w73hAEdvm/qXOKCllI1OooPeEchhnLUuKBeW
qb6tga1kg4swJ0pi08FqmN01OCITQR6V3b5OPnDFRCIk0jNzI9yh3mDwDhZRlKygr36FLWmAnK3P
WudMmD7XzEaKBUj0NaEHz1Ztfhm5dtsJ+lR6MCwliNYq2vaGdy9LBk1J1v+gYIkWdQ2WHa/9Uyjb
51Q429YN3G0tU6Lixp+0al2m38wcuuHFCaovbDVq6U/hkVJDWL2x0kd91eFH7KPonv01OC1m8HSz
AxW8l75GUsC3BC4iUtJI/KZC5CkDJiaNse1MezP24FSR6mPticMvM0UfrufOPbstWtBfdJdeJxtp
aqa2xdgg3sPTCEuMaVGFENQxXspOvwTos0rp+5vc5XzSf3EL9P34HIwMJkwQZ6GzC0ztEKruhJ3g
0ACi5WhaT9R/kzoPrbf0mpwo0Eh7UJb2kfbtPUD5fZvKVaIhyxflLuVKvACu+wjmNlyWWkWYB3mT
i0jOcdPTsmS4m6rsgRHzI0BMCGCeMSff1SvOfohXnvtFnwkJgMkp2SR7TLTtwkpw5CFHpG1NGkFq
4TOtn0oBTNVnrbcO8Yx0CW2F0bC9oX5Kt1zVRBRgtzOGO5MMC+YG/ZwGsyQ7zGS3H9TbyBcncngW
VmPN0gLQmDX35rIbSjMh4uGrI4PiLvPVm8jrYzkRddfpFdCw8VGfLdBdQxKDLaxdbk6YWumqOzUn
oo9OkY2YWEKpOBtjr/P20fV25OEgdkVuFMnLmOZMXxJGEp7eLEcLGUzQGBsOdTgknhvBRdOf9dIi
mwH8xeBb8bp2kreptsjpyvi7Ww94KUHsk28OFHLqmViFN8LEyGUDBxQ2BG3IoF+OHrHvY/RT25wj
llZ/qRmGRtMtWbpPkFPehWd8Jt43K8A5aBBtWchlCF6hEev9Aln4tAE2mR1Oc70ArhbF8gyJDxtz
huRFAwNrec+jYf8ot/8Z4/rGrn7a1iY1pcxRIEd7B4A2B230FTnxfdenGJad6sMo4d6LaGT5wt+h
sxapuHp3E45l1oEtjQMo7NEtBfMr+N+XUDoPrYt0tvLvM3Nk1m+R6pmT3+DJ2xLbg13P1hfoz3Be
v2l6oHngAMztmWJWttBkE9zplXtCaklq/bgOnYWrIbUS2ar02jMtT07KpuAgmci0RLzGjKw/4507
J5X97ugxFk24zKQRAUuayo1q5U3Y2rtaWdEa+gZAn1XS5GdFv3srgblNIYK8Js9PoSu5ZNFraeau
qIxw3fTRqvLebdgfqH6mH5xwjNyJ52vdOy1noIX/e0nRQPt2ctOdhQ2wzcxu6xrq7I1yUWbNe+DL
famJZGMro15mbbsphvhW1lCBus4wtm6MDMOudVBYzrrVyo+yIDzQFph3Cl1z7tjvb2gbwehCfki1
xP7YgG3OvnqIbhGgLka/jc7QFh/jsvlNR1JhpALra2WbgAixr/AhuXjSurh+ET+mpfUSQLoGkFlp
K42em3LafEOV1e4dPASLwpfDbjKLE1pskm3t7IbhNbimeEw3ab8e6Oizldv5Wn/b1on+oGWPsYVa
wHQqxn0WLVapTuz87BXisZbiCxVljeHRHiMffZQXIDNPnK02eOCmbfc56sBHOcA9IHEkG+XLdkWG
5DHlUztq/KVtF+1HS5GgoWcnTWMgUDveqUdRvQt1MEOJn1C0NP6qAu6y8rj04xkY3t1GyD37xL0T
Ec+NVT/fQaN6i5MSk3jOLr6A1Wl0mAqqjKCM3oeQW1nEFJr5uMmMrn5tiZfuGvLt2fhf0pw27xS4
H6ZFpz8sufa9E+rHrDEi16Pz2De7fPhQf/SJzBdxH43Bhm2tB3nae3BzvhQ21jNxbyyXzZwSRrJ6
2Hmn1inux4ALPOGSty0hSXCjA49kvWPP8url/uwesdmgV6P21JKpqik/XjV+/OqQM7BpnJ56SP+N
RitjKYuJ0knzcG3UNhvrkIwgOdtgXPSjxD3OCcP/PL4+CcTzJZ15edfnexjwBygf/+f3Xb+c6PGB
3Vi9vf5oA6qihEu+/4+XvH5RD6gI7WE2W/CS16f6Wq2GmpHIBHBjGVhhAQUdCEPCSJ78Fmikzr5H
nJOMNJKK/ifKKWa7UX+l4XEb71tNbxem1u3LtjvZXbPHbdguGMUxs3BfnVh9ptX0I5Lxp7YQNEqw
Z63PZKXvf6Y04EpQRo8sYsc8WjKcH+DdUys4JgCkyTZ/xpEMLi9aNZVxW47Y+NX3NJVik2HvRbNv
3NTo/4gjK5CjW/pSdD7RIV5lcOXsukM636jZ6HO9N2VoRRSxJktTkkUve311/eL1Juq6fDP1zlOd
DujTzfgjjzL3oHfZTvVYV1JA69lAJ34wO39Bhxn3CyqxlVHQTq9N5v3oaOkLXx9X7PEPldylXXZf
Ooa+bXHZ0LAqkefTTRp9bDwpiIG15VCdTSYMa3uKNtNsE6ono1gUUfI+eVG3UBaELl1Zxp8b8597
Lv0/SqmQk3jIsUErE4p7j83PTC5Zjva6tSA/Od+mSw9Ov3Rm+Exs8LFFHdTFBqPA5itqgycRD0zk
+YcPd7m76tP8hvTUNYi1g23IrUqmW8voQczY5k2oMeh1NMTW+iou1TbGcqYwBTBAwioO76chMcA8
BiXBv21lrnObrb6I74FuKhgGa7RO687X3hm9szKI4i4e/G9wsHtE4ou5RHCITFg0AYP/7F4CjBbE
DnX1/UC6T1XUd+AZNuSqLwxde++CfkXvjxK/JltAoceJ3rGbANGfGZ7QUOnRIToBEkOzQT97hV+v
oociNYOdJeEPES0Cq5RCKttMrX1UGxIYQEZp1Y2tJ9t8QDova4N13zzNGBliTdA6JbiGGhL5FBtq
KBkpf6bgCIbV/VhKGpdldnDYRXmgwFCAoSUIXgjWQnWQsL8gItg82aLpN3rWfWLnwSqQBA6M7uxs
wu3XSd2wQU2l1bj0s1ma5rVQxpmw4TSlZ8PmB5r+HcRDBvhULY5X7s1iACZTIVnA7rMevGpN8MNN
nQdPZUWamm6np6RGPFJWp9EuvG1jv41BcNEynEcsTYcyOUsnggvGCJspaeRQN5IoJrst2hHqyzbZ
4CR5CaS3HgzLWWYxIE7oD4+VvZW5wF5A0g5NKnKAvBaMQnOZKPfRCHXmsnFDa9Ha41OEHI85dYPy
sH6LaDt40zpgxwT7oP2yS4FgO0X4FidfSQl6gMYtncmxX5n9rZ1m70MgmwMUDHdVhM3a7iuUFeQD
5dUcIhlE3+NoYe2yqR6JgB1SlrHM818SxtmQDOVjgkxWQIegR9S/1hmJQV3207vtC6AZpHPTV+fX
PqSPtNw4puDKEPT7fLoQ12KufB0jkj0Au9U1MtBTOCNReYhGaS4a6RxBV2ZZ/JAL/RRqzGi68V7h
PNwb3atttzute5EiPsD2X/eSpITMfkhQ0sF3N+4YvhKnWCNK85Tz22jWrTY71erkhGJ+NgzdZkFL
qKQ1WvRQ7tpM/dRT/BYmZ2S28O6BShdgw2bJIxo2lyua4+BN6aMbXwXhm6zKL8NN91YLpsWWpyB8
Jtb3njH+b+qhoqm84N7wB38VUoq4RnupW/0F2f/RGYpLiD+wzXrWaFgjwITbRlwIQNrbXfmR1nOk
S8zss7T8Fu+wfItsP9pWk/0ZJJhTBHCFGdT5SDrJJZ+q34gLhTnhjdGIIAm6+0znmiOMm6El5rks
PsnP+oQU9o5f8ndWU3ayOoyCVJOkepeTzx6TPBS7KAmspPevDNIze4PLSjrN8/WF+dbYBBsAUHhs
PeOS1UviJdacXU+l3t9nnvdeBUQEtTF8px60FG9wusVHuPPHJ5kTUBiOJRYHStWgKn47rdvqpjQW
VmA9NSwBEl6U7UP1ApS9MMZiU05iM8ZsBZMpvGXp29Btu8+gfGrOl8kSVgXEYKTmm2XcSao3dyzu
yqnfd0N4n6jpwbUpyiY6xYQUeg5BGn16tkt8YDFKl6EjgdVBX4WiLzb0YRFb4lInbrJsxr1j9Ss6
vh7daeOt1/2HiOFx6MXmWlAb4rmGdFEzXhYZf26ZzYEvaUI/ZKSCJkgqpOCBp3Q//4tlXj36Gcmp
LleE1I02Zhd9kZdErGg1Ky34E6K3BDBoRmr2qhsN0DSJ/2QOxi32mXGWf62BYnH1zCdn72T52Yu/
VOuMt0y0/YXjaK9ZnL1ZMdaMOPFX3pQ+NyF2/P6pL8o5CyE+XU+kLuPQr34pPp6wMZTrcMgInEVg
VHvn2gURhjCabrtmmsxuDfYfDYJafXgRLn+UGVCza9BJ6EixTBJyYBrsi8g9ZjzGazEvBcpCe8ip
lybTrm0k9c+AoA0jjc5xb3wiKeAi79fn0Og471tku2XFWYmXatkkdLDn7TaK64UONezGrcjWNlL/
jk9/r4qC+JWQdog2oP0LbdpGKX9g6MEfZe1YusIFc+g8ObX7Pji4kITxFEQ0OFT/S437LLOLI1W5
gUK7CnoSRji2mNtbOP8YO7GuxB7JHkNENpMzMk8n3oRN36/Tu/q67slPHMaHsOL3Z1LJTSXx7fem
+Zl7QMJbkuZJMAVrIJ96cJl5q9d3EGuJbWxjtDb60czgomQuG22/n/Vlo0PLlbq0pfmkE8inEI06
03KK6xJQiMnosED5GZvG22R85H3yPDKCwRgW0GeYr5B1+6YN6sO18HLA+Fm7uTJuvIw6NPNmpv2M
FRiQC3Id7VYg3mdbWkHf3cTyOsEuY/0hlVYQIS5IA5EIbRonAWmbSVxsEdWEkXj5CmyOgf0oPKMk
ddfxSOCsHaYe0Dxv02cCOQa5f40kOLRtmk3T+S+TPm6tvvuStWcvBnsaOefCk8j8+9akS9pZl64e
XirLv1Mhs4ys1l7p2CL4l4shKom60WhRulHMOsuCFsfjZxyNu9mAu2Sb9zu5E8YsxZ6VOR+RV7hh
OsFC0PvJmv46+rX4k7a94BSaaKZDmbPMN0BrLNlZ/D14+trOBR9clKbrCTlRaIiHhdsiho/M8hnr
+7rseAMq0onNaugqT75cG3kZ3mgOgbI+hzjcfuaCKqxXiCm2ta0c+HD+F+XNnOtJUuWkrUI5IYTJ
xt8h6r7yxt50saB29TF4BYbLBjIg0s3CZNPJZ8Nn/yTB9+RrPt6jIAEF6EN/AhwN61UxCG6lv8hg
gYgJ3xn6GRLO7Tvh1sNRYY1eZijUYHChRElAgD/rFaDYug/9NRO2nAb5h42mYRnCxyRq7LYYMAyi
aOcfFyE4m9oNl2fA8OD3mdqwwYLUF2vDo55WtyLkmueXbNDIJNkLv/qwTcZJUbjv8oEmlvrBUrVl
rvKSGom5AHTxNPTEHca1Thc+Im3OrXBE6xOG8PFuLNufQiPCRWutjU2f36iejY65tBsjpO/j+JMw
Aoy5B0/pW7RhALZObp5imxq9H9l69P+Z6+GpRqM1XwFymxF0j/VpxH9UA3pVKncXaYGcpELJWZj+
C3Q56oZQfRRyRNvZrX0ESMvOkmAMS33dtuKeDe1jFPQfJuEUi7Hz1laBarXTrbcmF+M26GS4VEPz
3mb0twzC11ak56VrQ0LZGI2Tw6DQmZN3I48rn6Wlt1oVb9QQgZ7mmETxWa3NgCWdkr3atQKUetW4
lKCZt6vAv4xy9v0ord247ndv6+xg0BKCbCa5DprNKsH/tVJtgicpH5Z9kTyKjG2zSSdg2cBjX+D4
a/jNWOQ7crV1sJxa++4EEeBfi8JYh3roCzJ4jGZ6DjWkSbk0Sfwh53LpFt64kiC+pOApJzfPIEYS
rOaHkMnLisYYzw4PnSOntYiQGUQl7ph2VzVooAA4YU01mtWYW+QHmppa0nJ/GFs/gLUHuZZgxG5t
ei45YrE+iwooJp2XQFj3NrEDS5LLn3XP8Fa+KN7KMMZs8iwTBP9R6Y9wdQPjCLbaKES9sU1Jbfso
KoIaUK+Ph3wCy4tmPWas794FGWcykydrB63JgfRuE2ZgKWsjBxaZym1G1h/jJ2bzR/IhC60Pnb8E
Uwoeuschko7jTdS3/S7PCGLObHff+yxxSdHsqaXvS8mwh9CJW81i2hBnwx4LCDO6TCfhnEzkyaMM
cW20Tua0RPcabDWZrpzEijdFS4lgN8MGzV/JAtMR7+DODsNWewW4f4jrIN1U1YrwxqMeVpi1Qxoq
Fsk9GA2TGemoukWQwkJQpd9uxm78NBFP3GKhXTE9Iy05f4hDIlRrTdwGMiUxEOU5Q6N1Wc4Z8kF8
AUZL4eHxzkYoQDVCQpSf2i6G8pYwnVx0jXxgH7uRug4IMmFSqwqRHVRRbqf40JrFGbjsQPXqSehl
2QP0Hf8FMSE9nLJytG+6c+upc7eAkPHZs8wgqD8FpkeIb6LiLb/vI1IVV00luVKTjodPt9zA7gHf
G61KMJWrKYJfbmhWh8mNf1eY3Dk4yllCHyrh7pVA+ucQccpqAkgkcak3A8JQsCpLmm1AHQ292DmS
ZIk+Srw19kmmPa25Lk0yVh06Pj3zyFAYnwXZcEdZaac6xdUtxJM3QvgKsJTCdVhiD9pU/En4cMJo
z7bkqNmZzfyAdgjSiH1am7heAaMnen4eJahOQTQGw52F3rXnvEkZdVho3k2hWB2IihMKMqdM2TE1
YlpPaXSxPKykGO/kNosr/d4LiCZ0NOsJr8uDijrJtiNiy6mspzioAZBMaOMZOu4VGLRl4/friZ4/
MXeIgck2PWcaUM+u2HLc3VqwGhAVoPwYmjtzUvQl2MMh3olr5KLaRx0lT94rDf1jpj339ri3SMxA
6O+QQIcvLdd/rF4hAG6zZwh4114QEwf5obP5cisUQsgb7sGjEQyf8klO1kDl6kG3sF0y5phGvyjT
Y/xWWJtxIvEudqYd+bb3aiTcLAr9YgX9AC5/6ZJ6iAQ78m21aa+8+yK6zZtM3GmpOIb4GkneTmmt
yTdijOLtWHkDh3lAo+JW16I3uoPsRDqIEi7uPlOCpuq8AlRWhB0vte8yJZe9XLJcwCXMoZDkDJe1
Ze0q7IomnWyW2yPaP2NZterTLW1tAWijWFnqlWt7xXzS+DZar4b8Bk+QvGeP6BZ5m289Yjr7hrgK
rWjZ81L/plJt/aysqQ7Xo4zZUtGUr4keWDGzLFbs6Xy06HaAZ5ErtgNTsIGLz5qINrYOgvEO6zu5
bGF+HCpDbVIJsBepyc4W7W9o4Fs00l+7xAtb8Yl4sOfXbh0fJJIY1oGNiGxiR/qTDy2CnJd1QK4q
5Dn11JXJJbFpW0KcPARTj2eFalx172P80TldBR6U1PsI2kPkimJjF0W2LkedQ13188eUPHRWTugp
+h/DkOfA91cFnxrb/fyCbaZbVGRGbFUpwmVXpt/mzMbX3fIxCIYdsok3yfgd9hAXIr9uP6Yk2lFJ
62ISuyxELynKkmBQ83lSGy7l/H66tih95bMwhtt29IJNMNKuw5eqAzMETh5nH+5omVw5zaNv6t+B
S6jUQO1Pfes9KncbKcuFMdOfx7G+832ogCiQIAYAqQ/ouC770my3Xtp+p0afsvmkAs50Ud/L2j7G
guTdHIxXLTTs2oZ56bqdYqrCoFBHt08EDoMpzPwa9WfdEbVWmskqbatmmbN42nQ0lvGQv7ue6Nb4
nu4KLxq47vs43YW+lNmMGlftWmPFdAb2k5VLVESZtz+M4kp2HwivQuILFH26AqMuImHr4A5MtnuG
XXQ07aWrOOB4aa4M8P63zdEVNZ0O279oUeYgvmi/kXaxiYJWgWdx7LajZRFwiFGa81jbljHFpmE8
T7r23YSDfWirct/ofvrg3XiPxhAVyHU9PImJS78zvLjWj5sl7blMJnTcMGjKeBUM0XA3TAtOEXZc
LSR6C7E8zpoJYHh9G0y5ui27ttl6VqUvYy/UFzWBUcu6LV9A4emvbus8NJbzWTrpa5jDh7KTUd9w
VVPiwaHBurX8NDkijaqZ5FBwlkXn4IvhAon7ckmbCYudUCWZoN5+qF6IMBgIXQY3oDv1Z9kqAtiJ
GZKBPHeVRYKTSYlZSho+VaM1OKVg8IbONsKaBOUGv3xNln2hZXcBkSl7vPvjyRDJDTlBzSGIG33v
TjqetowedjJtwZ8noPqIL5L1rrMNtPBxrxNH2bCop9guw76lwO5bwqWS4DvKGbENdbVOXH+rEdC5
DZgvrfSrSXPoVzRHtlBJ7jQtZM2yOAw8ldyNo3sxSNp8sLNyj/fG3g6hcYmZRe0GnfDMsYOl6bhz
UFJxUAz2D0CObzVhBit9MJ4MOoQOzpRNGujaMgU6dzAt7yOpZuBRg/VtzB2GhymOVUOxa4H9b9iy
43wHToC+Kz1iPnw2pjZaBV730Wa2v4240hSulq/Ghg4ZuIRtapHjYmQ2mrU0Uwun8Ns9OhCdS8l7
hqRimfcFqeijaMiOYAzEPbi+sX5u6xyYeW8sJ5l9KKc2ToYk1Dn/DHQnfc6C7D7OrE8ng0RbYcnw
M/jATbBOa1hVUf+QcSigqO2a2ajA7hd7nHC/u6Z70Wrpr3EyEV8VQTApTYfUXAqjqvl2w5zC1BfY
qLvq1HcmK6U69GU1raF27blOsZsqopeefMhNaiHty/1gO8w7zm+MRCQkxPFbVbIu57SrY60oFlmb
ksnSljvLsw86yqQ9CbKkYZeDXDVrYVE+jeH0brEZHgRj1ypJ13rJFCPuXknhidd+2r21ZhMsA1p4
Syrkn76pMryhRbSEKt6u/JimXV1QIEuinNdCbFClEz/cSyhJCEkyveHNgvNahnFMkG6RMIYQRwxI
S1HaE91h/UWnul8JpQgdbzr46LSJcbBXK1l2jzl2xA1uZPLgAsdaOZHE8cDFSSUEkI4O+eFJGz0V
ppMvzZKU0cq01LIhYHajR1z50JIQZ2uNH02X/3bpUCGUEuey0e2t60/OBn8SYwC/ek5jSkDspM+y
5/9mW3jWM1HeKb2mx2uCvIRg96grNe1qUE848OFXIUNo4RExotpHMIb4Q0HX+/mQc5bDTrveo5+C
WPP//pzJ7h0W+T/fOM6v8PdlKkohkENRVxyNpKiX12+8fk9Vuwjtro/p43vj8u9vDEiCTqmReAfk
A/Ol6w/8292/r//nK4STtaa3/x/fxZ83+ec3st7NUKHr2/7zTGgHyUrUcPCPbgMy6foy19/+541c
f5tJUEI+O8X/9f+BpEAJcf3WOnWn5s//78+LX5/9+yrXe7oYGs4HDtK9r97DOf4MtH65L/LB3HcE
v3GZmQEv870A7cOfe3+f86Ypnnnr/+t7EkRWdNX++c7rvXC+Uv99rg0gFQSJDR+Q5/+8wvWrf374
7+/6+3P/8TKONst6jNBYGi599HUsDYO6ITz9fSO1qTGBuL7Wv90tW45VWMz83uuLF00RbszBeUqv
YWIqhePjSf3EWciHPN8kc5ZaNN/8x3N/H17vFZ34b8bOYzt25OrSr6KlcUMNE3C9/tIgfZJJ7znB
ooUHIoCAffr+wFKppNs16MHlukmmRcKcOGfvbwNPr0JsbX889Od/P4//+d/Pk/x5c6YKZe1Tadot
f7zOn/f75Xc/NwsaWXTgl3v/8lw/v/urh0A6VyurdWHRdcxe/v0xfv+4f342vG7wHn55mt/v9FdP
+/Py+RyehW0n9x7GtbO2oiyzsIux+uKmH6WM0ZYfv9wE7UMEzy9/HsxdNge7LFw6LiaOnZ8H/fnj
l9+BgYQkPgooPP9+hV9e5s/H/vJSf3U/K4ToiKrzj3eLvlCdNUB4l1//PEDIgRngL0/6H3//5UV+
bv76ZwNc/2HKuu1fboK/el9/+TQ/d/zzvf7c5+d3CQqy7eA7X13aiTU6X2SEPyjdatCMPqzSafR1
rGFb/n66GJxHw22LaL5IbPnwczaoaeGBrqvro3ByP+EKTveh3No5WA2UrzDeHGO5iOWQH6w3bKr1
nulvcz4hQzp3l//RrWsES2xPbntr4aCU8tLOaZ2ZQXlvRo15CMmjzMnWU11Ky9GgpelXFWPEFvVf
58U7GfVXrVVfuOSyMk6kZm7L6XqS/aeIok2eoCdwMs3agzksPUBggwWBN2agUKQRXb0vLXJni/He
kmG+SxSiiHKEZ6wbnOCAybZ2SZUUw78A6bNqUpP4mFkmJ2i05QW2yXVSOy1TkBKkGVoAhtjuJvQq
BAGUwkzRYUDlOrqRqjuOJsFz/jCbNyLw7MM88M48lquj/0RpwtJGAwwdWgodO2jjXUo2VAPF3OhL
lvpsU2J+0L1Y2ZWwLQ8G/WSQwkIO2tKPwdSC0H9+IMDwWEl5gUpXrtNWvKgB7yYM3R0FVLqFyEIW
XXdKYiZSWULbjRV7vWmr45R0J7oSrDEy2oCGWbebOLNWpsMUABRzuhsU287VziEKkuQ+ZoY4Sxsy
PaDgjWQM0wbTVd6P363Phgn68IWZOuPRHibDlGfrtOB5qsw8wzc57pmdnWwofIieMtYtTfKk+u8s
ooA0TSqCcXaDPURG35D6oEmARPIT7FPhsaUF7XTZDmKrxuGRWnLctcqs14VuP/30uowZ2qML5LEe
reS9Y0zTrW3EC0PYoDIv5rUf5a9tHyZbxvflQQJjQYiQNLtgtoa90MUuQKOxtQUfPEbXeMiDmzEN
m0PQ8qbHGc0n6SHGmVnxRcudk/jhmhkkYKM4MBkbcCxpm5V9YnzriHyuZrxY9iA78/RFkcxfjLAp
k1vGA0q8asOPLmu7+1AEea5tDj/8tcxBxwmpHOxHuRZmJlhP+SfGFAMZh7gmW1IVSRrcAfs09nNu
onfW2BFpyDLDsfVTlOaI+YkFQ7PWox60eMO8loeSbFPpuV93Yz+dNZ2Ljs7YlXEb3UwWCTUqeJdF
JQioid+mHgJoYBjrwaIus0jr8pzkPKmwcoXJp7EoX+sxoa89zs+hmkzUJwfL+PLDCvFJ6qRHx8IS
HGbmzayjYO1MxSZK+nv4VPjTwlMXUH3XBp3XvG/AeOcfubK63awojGk8yp0RPJILBOgwKyNcUlW3
EX1FL8SoTzOH9HrQgBRTy7qKR7oTJdPXznxzlaDsmaCldM1dm6sHxPQFUAoc3qF8sXR/yQytXJO6
uyt0/1ibkQPiJqMzDjeBJk3PesMazVUYw9jUE+OOzE8OrljwFsq69TLxCDlFCWxrxL8Vu7ZUJmwC
eQbmON6aVnewHASXRTE9xWH/FsWKSLW0/szm59nOB2RqyQfhI8zu7YdAJQ897oPzKtXWbjgPrZ3p
9eGbHrsAEjr9V8R4AC409Ab7m2TJjTa9l2wgs3Ccn/oiPAmbu4EquXBM9Hd6FqAMkbRo2Z4i9CG0
pqZ9TjDWKp2r5DC9e/2+j4r7nKhQq6uYC+mJdGRjM3R4Bj06iXB6OHcLBmEKdKFVdTRYm2ETs0+s
m7pDHZe99QvPspEIYbBZHAkiS1bYtNRas0ZMoCX7Pn6fFp6a3DWlG92gRtHbIQqz9TJC9sYSElzH
icCg41AUz5A9io0VFosynnZE25ZP0oWg6uoJPn2+gGWACXvgmeGkMRFDZb9tjeLRy+ybflya00+9
x9RXgbb0WgQRqf1ZG/lnmdofrYIcQMN13Zm48zu/xDHTUa6VUQ4CByFNUDDVSqb42UKlMJboOoep
vjMzdanaaV1W00l2NDpbGlb2wBtO7F0IQ4YGrt1sR8Ojr2nKK+ZWq7T2xMbxY9at8XisgbfyjVQ5
mRzoRWiPai9eZwDSmKr7rY95qKgvy5zGluMflfLeWiIxavy/SVCUG/BWh4QoOFIAiWGBnob+IxjO
IDqT8lGJjeKqu+2cDF370OcbeML0cQxNsLNLlEXkGB+gRU9J1I97B4i4mAY0Sr4HWKG5F9a89zWJ
trWw91jcLyApP1SjuRNWgRB9YZdOqnhJXXYzo34OzTo764kpCVauVLdogO9Lt3icZl1sRNPeJ838
UY/ek12jq6E1XHpqR4gl6U4Q4mm4Wi1SVsvzLmqJjKZumaTWDGU80R7zCIUKYX4D6E/akPv0han9
axgX957sloCCVWYOCFyLQyuKl3xkn8h0u7M7agOnPyUzIqIJn5vZ0NTKpX2dQml2moVshJy2OLDq
Rn1YMOtLBw+JfT0Rz+i+Tnp8/Ym39wskoUFNmyBl4lvmH4OfPjhqfOnV/JUxpO1jZz/3KWyy8p75
KhM5s76VuEohnjAdzy1+OMmdmBGk1HMKpNRyiM7B8CrC+K0N2mPcYcuhu7mtghLph/a/WhJJNpor
7KrTSBgqwfjJRG5hCHBVlVltosUjpKubPDZZJSGM2GKK2o9eeHwpWxILFGPNemRMj0kNSPJEVmaS
cm027HNVdKyXIwTtwrcPi45ayahaSR94gvthlhiPzOG5400dTfmUSgB55lQ8ho1xzpnvLm0AmHSd
z6aPLy1JmeDaew2CaqyjXXsgy3DXslk4SSCVSLFcrQbGhK/JxGCw8+VlGizqBd1uzXbyNmN4yuv6
rugIiGQohEmFo3cIoq+iGM/qfHDXJBE+oQo52aG+7oJi7XfDjdTxq1siJiB2nmTmoXjxQ4AFIKn6
dTvT1CLFg5Bz9o1cgC7lJPakGov8SsjSgWOeOCT3wJjnY4gzuS4v8QagtsEMhGeGw6V78jRtubkA
XdLGNUQdGiS4fNiaAj2nU8b3tVd8walG+KaLAel195DSiD80CVMVBD0+rgU8BujOq7g/R7qVrNAw
vmKD2XDKtXdeqXZ+2184TXhBagIRlRFa+iLF88Vo3THQFWChhoKP9SuGOOLMLk1+h41MHu/a93EQ
lKisNp3tw1THw06fhclqeYeeWrLPIWZCQ71y2ya91f1WR56+5wJHJXkTfppj152sSa8hFbiHINL3
hgDEaIXdK5rf1QSnC7ss2XxtuIv7gKkG3BkrRDJX0KRpmIoU9cLaAbChWoowhSZQxYzPmPUhSCXG
o5z74AiY/8mnqJdcwbteogOnNoZrjq+TiNosPQn8WDDprkbinoFypbcWp58NQFX0p7DNkayc4rT+
9tuU9rjFuDx3HqI2uERw8m6NqFLmpqX0xiQUpcGOce9FR/K2R7EY02QDt3hJCUKUrAuSKH+k1n4M
PEeu3ZiY+tkeP+hKMWwJ+vEyCLnUgJzOg+4tBgCV+d4NaEXa455Cug1HWcJjb+jdun3JtMkr8pUI
qMG8QuyA5Xz3u1Doc7e2QL+4o7GyxuEBzMXWsgE+TKXBtdVnHex119hQGfYa+bVDb5yZ6zstsQp4
M0sbNTPFnJN+jy7XaZlvLyQ0FETvrJTV2s0VsleLib/PTmN825H9Bgb6GHlMB9NEn0sBTsgU6zBB
TFyUFKKzS0BrmwfrEFNONrsXTRfel0b3xWjHCcUpHaMtkvfNhFOaGFi51X18nfVCICJRL3Cmzrpq
vp0dmjO9fFViwU2FiMbMOnmQAsnoKKOHYEBAq8yYuhNTPlpZDOABWg4ThADiFMYr86H3plVauW9Z
VyarfpjWIvbsnXCme9vEvJRxBCZsYSj8JPe6xpeLoGQDSBHaNsAODyXI+DqP5Ce0D4XPUVqWg9oC
OgdgOwhCWUlxxMq8LJJsyrH2os3dJwir6AdJXiVb9hmiGDhFzxwZA7jGnajFrhcsxzhJ1RgDAb+m
02OweHcHSJl5zonNcM6dpH3pE+fd9oxpF9n9nTmR467Jj5rigtSPhorQDdn7a2MiPrHB8FAkhCxT
4+uFB1Pnzjc4G9C8Y/fFUPvnvLlKlWuvJ9u8SVHXrxLlb3JSE1ZGyF7iu/abGwRfKfMlrIL10bGH
AzSxkMmDdavcEOmUFSIqdrDOgVdcHrBNU+htCLAOY5AzGLentYUo0rf6gDogk2srRMKDuOM5s9Sx
iUgARKCoakR/IH4fsqK6SEzvjIQeEGnUz4MOmcFb0Au9YrH8ZZtVTWwbrYBnKT4nJEmyhJzFwAqf
WNvd+NXw4rfDR1rqw8xQ27OtV/SdZIc5cBurWcE+a7D1zQMDAXYeKe763L9hkkpTOysvehxLBjPK
VZ2FL5mL/gT9E5TP206YDEJZuq8IWiSNwY82DJUuCsLuhMXkMydr0ZshmjWmfyVZdfSAJTYJU4FQ
DA92bzyYYVft4mS6xeFGKsHo35QRdLY+I9m4n5+D8Dag147IpPRXFXPktdYZBTYFpufjS8oIgJwG
9wzZ2Kpvur32E/RDuJ6LB4UD9IzM8gP75LqRBNONmcVKrEfwht+g2hq2R+f5rI0xXVotPr84nbch
gfV25W8HZT4bRXEWNJ29j8ZpX4/Rru4LTC/K75BU6Y9EtZsJwhT1BZ5wCowBvj9VJauv4crMj1TS
7tFYlCd9GqKQ6UHwwwKl3jfwfYTPhHGiwQuyz8lPnhOdbKcJQ7LRk+eQhTaiq+mpFmmxjex9AYZk
VfWgdVtcLV7GaE90z3nFhD1i2rkh5xqJmdeghQnBATYgK+HTcbdsEV95+cM4cvV2awStcqDk6D29
DhfaKUMAsiT98EzUnzIifjVP5KWOk52TE7QZTuO5zO13QBCHKMk6Fm3okZX+SIfpIUfFtmSbhivF
EQ92zmdtGHIoDUNLcvYuBHg9TWmM1lOTbpfHjELrKIYYRhYr2eMZJjvS2uiFpOlnHRUn00fTxBLM
ZVnvEuxAsmUy1sAuqbNXTW1/DqDv+GIB8VZ7hG+vPmoWfx7pn4TlMXfkJ0BLd+fXxWdWYPUdCF5T
dnI5xwhVFT/WsPQBYs9XTUJk6/XI1ZRD8RKn8ltqRzvb7b9BslxGIT6vlHOU5TfbsvcfQ2s8nxoD
JYdiFV87zVXfCHRlTP98pld5aO+NpRWeyOlUILrcFmnV7VIEjB7D5pWUwyPHKGoQSyJyGYS3bYim
43HAR7t4k2fJ0SrMBzyoxiZl+vcobLQjg4pudPIZjk+KxAv0M/d+2VFtQl1x0Vms2yhKV4g6UCSh
pfRZLVDwcmyi2YVMrhpv57yYno3/w3kcy85ggza3NRtvBWHzxijyaaOF89zD/bDioSceJkUiWYTx
CQvBfUy4o7Xo3kSctJTCKyoAjz2Lr8NGc6Y6hwzCGtdjb1+HSXwjvzjxRjFiPkUmWdLfFIKVmtcQ
kpoNCgmB+Zw0rb2a7PrSLYb7EZ3CbkrS68zvT6CsjFXATFYwht2wCDwN2LzHybmz3pBSv/k4l1uT
HTN3H/3Eu7M92NBxepGEMLM1FpRiOmsbjpYY63QwHlrHfO60+274SEL4XEdMVTvcuDRjMq7//pwS
rG73R0Wyt/IuWk4AoUjLdaOtl2hZvAZGfCK6BARcfcptj5DWvv2Qaly0Ao9EbqJlSJBrDQB1TBMu
aRmxt1DFdFUdHmYTN5XLBLmO9HsF7lQm3QwfwGVN0935hThHZEEcsoGJJUZqHzCx5I0ZMFDL7IsC
wGIoY+uVyOqPpEwOmZufNXiLzdz9TIKGPlXTyI0AYrYb0709ycvcy8d1o4qj7MlM70y5Ba34llvt
WWMziQ3ddJvl+G8z7bwnUXXTpO6Wt3DeJYRiVpftPJwqA/pN7iHdSMFfDM5tpA3cGdH3XBn39uJZ
w7Fzb+SvPRoHF7y2EZuSmstG21nKjaOtD7/TRztM7yDixMe6yj814GY2VPE6Wf1TXmFVqRycxi2p
60E6XE75cFFnKbjF+I0S4s1cZM4+aSKunF67BfsbmFzIjTLM18lcw6yzfeTN3U+nctyPnDI3zkRr
1kztM1TrdBOS1xBL0DJTPZVFfI4K+rYMBrHyTeNljoeTqcKzJKwubE7hQFFIqK6RGBAqA8sUzmb6
nBaNWH8rV364TvEeSRlRwNc3pUFskV9ycvFwx0SYPzyoldWwjbC9enT0SGSXgOfLO8SQq8pHQ1Kh
fpkGLEyJFT1lGapYt4P8Qu7MeToLhzE1Ynqjjveeqoa1udbzmK18P813c+yfF3X15gn1inT8qi+J
RknZTzlCnnA7+FuyYcKqvki7IN7b0D79oYu3EDrXTjZfGhGhdEU/7xXgXreD9MMlz9i6BVBnji5U
lCC7exTmi556DLDYLR9KOuHt6NO8AdPEqpyKjr24unCKRwgym6Sor5tEPyc92tdlF5wnZa8qyqNd
7LGj0Mu/xO63pyP+HPn6ks7tVdRGJqsEe+DsZG3dTJ4XorzTif1Sjh6pnjqhrB3gQIbzNhGaC2OV
3qFe4Dps0pSheSwPrMbu9FQ+S519sPq9HwKtjz5+EKeaow0EgWdXnhoZvVAedMckoUSJaNSfjICE
KXRUa8T2OSgm+0CGFm09ImcoGVR8KifjVPvSuGSt+TSW9HZn8qMaScgSSouBNT1CHAw1dMZFkRMj
fVHVBgMCngCGlfHBunc1df29SKPgMM7GpWRVfozLnCZmEJ/16cCi0Wh2ztQaa5khupeTu5/a0gLN
jpZZzYSHxbnPQi1ICLyNrP00EQrmGgFy/CkM1jjAyltjatHUQObY/9z8/XdRecg4LhnfbPwizdEC
S5trlXZZxpf1vkiCTVyNz4FILxj8dDuY5xNmz+lY+2WO48B/Jf6MJAkP2IDTGQc+z262KFQ7EdHp
s5ZEKu8RkHO776nQm4FrWN/QgEz1nRzrtw5cN+0erj6zMRyF1Yd7P/r2/QnYS8FoSNE3nlvVI5dE
RdDiTTG6SWNhorT3BusLNzAHDRV2GUXvTibA5kAI30BVEiEW+cREgtV4nJYCdYZzZGmeG4g2g4Mf
+cSL25hfxCqbOAlHXXR05vRkCjpWOrSfwvyyQ4qAR/hCLS+XLhMYx7OAlSavQxg8BgIiRlAdCHxD
pj5lp9n0bkt5JTMwDChr7qoYhztGpmMjBS1N/woP46rxg89mdH0uhpC83OImW0YHoVHSNoSEK8x4
wAXhcESE1bTtTH3W9egeVUx8Tk3qLsX1wGHtHKtefIWkhe5M+CnoxFVO+I/pQbO3fNmyZzmw5yeM
dyCkrpqsfx7LlnJozLA1OuX3kM7thc71Pqa9bbqslB1CLdgWQFhwVW3DxHxOJx+47TcqqOzcbBYv
AgtOmQYVp8fsrhweIwdbSh+wRkti5LFwl1ejrlEJ1ygzwoy1s48sD4bMPktN6ykPOVvnGkhdTosF
GpS7B74sOrovXi8uWWPfe2b51JZBQRYkBgOSlZ/JtIIVFtiAV1GnZCgy+RJjFu3mQdA5pEmFTpO2
J8ZfwohsvmNbGupsNrzL0c3zPcogHmWfO8zCdmbgvc0YEsuBVmXUM1zpYx7VLow3PbKGMxwIS1UR
rHPPs7bR3N9bBdmfpqNwFkP6WZFnCvniM8/UdRNWw6GYFndRgWfEFkdd6g7pDoOpdqb55Pv5W0eT
j6tNbWA2pWNW1MkxzvqlgLZfXA//K93KeM+9m2uzRLM02MjbltFT9KrosGBcMqhd9QnjAKZBDJVx
AU2PYuQmAvMCZI5mZ2ca4b6/7I0FQUMy8hZEekPNz9jD64fg2Ck6funckd4DRm0XOnEOg6PZIJ4D
ftfk3Q2M9HTTui1fDdHS9OUvYheuQkffZiyQIw+0Naml5DHrsdCwmtonSoAd6FLzQjN2x1HKScy3
fTw26UUlzKtQCmcvzE7t+gn+p8owaOQVXHUBki/m4hDHoj0f6LfnAZaGLB8fvQofqKkfmJrx/Vcz
sDlcGlHaZmCIaauzbi0xvnrnjdPvKtNp1gMxVyftMz9VDU176YzGOQEhjFpCYIGgz9csIJ7DsNpW
7lJ/1to9n/ujm3MmLdL6sfJm54DnDI6vqKcz0S4zocYkltqCyz/4eUNdW7iruqOtJhJ2C2MQ9jnz
xnKJjWCZ5bmPZYFtzLeqaB2IdWVDiXAHiW+WQ7SVwXJIXpFARAN64hB2isZdg7p1UNGpE/7aJ+2x
bSNLe1D2cjQ0HPabcnxsPD6xcnlJO8dgNsYepzVGMl7QP7mhayEFL08BTcnzuL4xaaGwRzHo5lvZ
JnkL5REkwjbitS0JKV9xCrWWKstn1rP1ApTgWdwT7gLrxDRKY2t35K4yLHYSt9qFyDATcvDaTr2Z
ntC3pR2RVj49gWM4yd7voSZkxAxhvgS1w4iIpNqrcckK6I1vURpsATd+l47XbfygO4uZodI4DG14
5vFE29yTn7Yu2EQTEeGLUzeIgsci6YMDPqWeACgpVxoN6sZW6tBV503FnuxGuKY4kCCzyAvyxznd
jOT1+TbOTsoKl31OSOtzjN03k3iCcf4ED30Tymzruup6bj3zrE0xlrfRG9o9Hi1IKzeL+wiy1GaE
8r4F6n7pGUN/OTBj9vBPZUm/bRPjJWxEgFShMdec75AUCMPfFnPwkeSCmQ5jrzXKWGqNmVpkomJl
Xbu3a86VJVGlGy7bx8yJiNPCirNKWfqIqqOYjetxB9R9X8j0ThuFuWuCa1sYFIbm9NiPAKpak67w
2Dxo8ob33oDvLq5aMEAheJ2xmHn38UXS6pfCY0TmfNt9ek0GO1l6KVfFvh+fhM1yoMOvtkpCg5r9
0NRuchXXuBJqh7EBtcrQouet+xfgEWi6o4u8IxhCdJ/DksAmM1rwfWzca5oCtV2EKxDKHs0Phxgp
lodZocstWpA3g6V7k/gT5LBUHMssuzGEBELjQrfxZ1mv6pD+tdWz5oMaR/NfVl+mM7zr3qRi8SA6
c+4hQKGG9Vm84yiPeCzmEiNgZWz7zS2fiGQlF19RI91inyzpqLPaEMxzKE3YQk3kXKs2zM5qdMlr
R8FHwgs4yfCc/YhIUYXXJtHDcCmxZokGIcsIOivp3kjSvOIKm1EFOytMJWSk1RU6ELmbsro94Syj
6x9m8tqc5WfWogUBSH1nm2G0ThSt16R2IfQpGicY6LqrylunpfFBr314NeID01dk7Ia47FvGbPNY
ffg+fFBfsDRq2ku1OHMyMnr2MVS7q3T54dJ9K43QP/v5FT6Vj96l8yBzj0/bBveAC8ZDiUAc7Lq9
4E3zXWCEkAWbftpIxXk4ktZ91qULLdx8asnv21i2Td6Kcwg8PGNiDp/iNAEq09DTJh2H7L2IhUw5
zNRCpJzW6qjG9r735by3MSBte2BKY07CBCc5HNZNofYcPLiIAyxKOsD7azGJo4TjHOuhsmfllddb
p2m7y14Gt0XFBq1m/KrSai51SPRAnoKk5PEI4A3NeEMNAJejiSY/bUYche9DZ8Ek9RnLZ5316HjK
R93xKlUV7ZMRg3UNuqzxrwiGMzdY2JETo5yPpLHrGbFahdFuaqBlGaatyOuxhtdnedONu7JUwMOi
S6BkF7HHWoVlGTpYCS/WIPqjBhKOs0NS5IxfnHKBsfnBteU0N6rLacN4kDgm5p+C61JcaFYCeDOj
/jqLcI2nrtNvdFXGO6MA/6as4Nt3e7yH+nHUKM1EQ7nhTyhsW6z4jjN/ipFwSwc6a/btk4S3ncvi
Q42QNExfU/sZqP6rKT4fHPnQ5IgpNDuX3d6POTG0DQoffJpbdOYPVg7XwA/Fh+gbfPIOSQRtaDvr
yPZPdgypnPnLto+9Y4jk50xm44M1L3RxaTBtr9kAvviEG7DvyIvBKVLsxijINkNW3EOIYG7q4+RH
Ro6cbrrqHaYHrohekmsUKJxV1tEwbztbb4y+uQA8VuyRZRynPrqSLQNin15Ebo1IdXyeExvUE7mK
X81MZgp4A6rUTRIl5xiSyYv1PANBULvLBT6tfKnOmKNceVmCpTtvMWySb6JcfbQgJnXleGdMs3XR
oQWyJUFPdXqAS0EqSuh82bkDzhhWhFHrmT5XzsWA7UZGXKkQPRFCdK6ZpdFze7OF1if0n5ztg2ln
aB1uWjjKoUjYW9KboobLF3Our5t9K6yj1xODlgNI3haWfCXjEmvdiF3JNr5it3vLRf6uISqz99v7
QfG9EES1holDQPbcgqulCZll5dYwMiZoDn4+uwYJQurOhg4DE1uXzdyjWUb4xBkWIH72wPd/6783
+CU3Mf0C2rQ0/dvQxHfIssqNv8aWeBfb/5KFfgqm9o4pBBTSzIjZ6IQmhLjLVMRyQFiLeoc5qoHn
2hPgjcwkDFZdOSuW/CZTZz9yzqWy3q1oALNUoRNbplmVjhG+FAGwsEoe+9E775uzyZn2PkdQhXqv
5MQdecaz06XfjY0TG5b1uK8BNQ8R7vnmq/Lbp1DGdKOr+kqJnRVx5eScXsCvO5SivxgBSuCdHRie
bLsgRVJnCrmLKVSV9ImgXWwunHw+ffuLgWawTebwYkSStqks8VGU8Q1m4eQMhtDZ6M4/hvILCSCM
wr08eYAC80qVez255hbZnEt1AbGx8vbWMManVku1i1t1iw9sSzYDh38uzhoWpbFWBkZ50ANlqDRn
eIxk2VcCcQ3Tgj46lcHnBqcoPLo4lLcswjxywKcBC0QSntPZWI8tSPzATa3t6Ff3iWyunc7ZjEAd
eBukMeCj3QR0y9cNPT8PYO5KMS5fpxMMPd/JT5mnbkgyxas7SiZWI0OMscxoVhV7pQ0AJfJKz6YF
tbnf4ZoAr5ZTlJFZUxO4hHcl3hD4wrc3VtsgmS9S+NXrKFEENEl9FgfZMYpNhOoojiwAjFv4NU8p
i8VixO/SE8rB8B0OHEU/AIjPmIGeygArhDHpTsZkv3laXQlTH8j4mLbaot4tNO4Q6mpjXRWEZUbD
tY6ddynOY4ez5khoDOOw7xCNQy1ciJV9+OVP+o3ml1DBIxOU/VjFzEryc4dFaRJTRoyxfeVn41Uy
IKkeOtQe1lHGRbmzaA94pXc92pjhaE81e6lMwrEd0GaN/dSO8G4UDVO3BLOi+2wdVt4l4ZN3kZPd
QtVvd4Hf7fNm3ofSOou4kosgW3c1AzIPZFKW0Y3EApdhkbDV6GyQUXIriCl2JLqYFp6xqclQrUFV
99bO15qqhGZjWI1IAIziJMbmM8r6z7xlVpHNK0vdFqrrOGgmrDD1M7r7z3R0v7q+3kaQzh2zkHvT
GJmXTYAMFat2L3mnJcvAHgMZzTPjirzB+8T1HzN/PJikbWHKVBtD26d0MBa8LBqdjgui2+K1PX2j
pd4qU3LBaJt1H4qdq7jCmsM7kvXrIn8XzgI4yI80dW+whJGMo+unOQo3DegDrE7WQ1g3qJHCF/JM
sS2kyckAk7BCaNchnB1Pbhnc4bWiwV0GD2bTn7qovvpB+f/vj/H/xF/1dV1McV21//wfbn/UcmoI
m9K/3Pzn/qu+fCu/2v9ZHvXve/3zv2/yoH896eZNv/3XjW1FduV003010+1X2xX65+V4+eWe/79/
/NvXz7PcT/Lrt7+/IRerNmmrm/RD/2f0QGg55s8H/P3zLS/wrwcun+C3v//xmL/V338D6NKV7+nb
//v4fyUX+N4/UCJ6YYD417GJKCAGYfhq9W9/N3z/H5ZF9oBvOo4XkuBCPEGF9C/57e9O8I+QKOYw
YDQc0Ijy/kwu4E+BGTo2f/Rc37b50x+b4r++iT+/mb8xfrquUwI7f/v78vLy9y/s+Pnb310RMpQw
hUOsAumnnrN8cvnxdptWMfe2/tdkVXg0p9E8GCECXDIP4293Pu/ieHEYryzKUVPA2QigpVhfLpPR
tr/r4C6Y8yeoMpgm0TYd6QaU2WEYrmFEmemVVs8WqmKdXv/HZv7Xm/+vNxv81bt16Nw4DpvHJlXp
v98t/VhPBvgKD9BfzqyEGrQtKe3xPq8i8TyF8tT2+Taey5XrH4zSvPUBo0jSg4P+oAz9bjO96gUi
bVJ+4yFnxhWRIgnFxPGOk4DXOnAEgiNDg7QKrxDRtxIAMYrRhHJohiYNC5YzHWut6+XpJq9E9Mjv
uEcOX0yo+mO5T58DxpdkOfNytRseIAms8R/z1KQixuC6nBMsgJ9fLXdZnlJJ2r68g0AOu+WpaFKd
cQbgNP8hePY/3pQS1WZ5T8sb/HnDatjVprv1/HK93Cfl6eLFpjd4XNm4b20seDjEu/Z6+b/i/y2d
XLTfK7vMd20MiDowr5b7JBi5G4xzCQ/lz4IRMyUm1zPuGvO7DCEEHukA2GA+Hm1WdqrnX4PBlkeL
NDzg0H71WlVsl+cAfr1RCYne1DGKx0IdWDHrVLyroQwvlqezs/Oubw+CftByjzwdbhT3rjWE5eVl
B21+2/DK4rxbO4Kl1bn4v9yd13bbSJuurwj/KhSAAnAqRlGZkuhwgkUHIueMq5+naM8et92re80+
nBOakkwiVfjCG/AX5hMwbB4CjnE9Lw5ea3f0n5eqj9cCZMMSZNfBQC2Gvf6TbUXXf6Eniy9t0q8k
blXXC+B7bJBxgRHv9O3R164Prq/BNpJNDTpav9e3EErwVv+tJUvx4YOmb4JTm63iZJPUSKgXOHnY
FG5D0mIqqj1JVyinG8X7oXxO5FsAUggZrxWF4Rh9CeV0G/2j/s8tYlZl6+1ngakc6J06ywksh22f
wH+mjKJ/Hyxa4CRYJ8vnmGPo723TYRtDP035Ov0Vkvc+aJwC3qs+KyVR0/v5UU92qzqBTjvi8Bnb
sAKoePC3Wn/tprK5Mr4NZA90JLN7pQ23zfm4PgP9sRHMqv/JxJgnVcF+qOct5S6SzqE854mJgBLA
a2qYObpuXUXqEq6EFa3Pw0Q/tU+PkxG8EXl06ENVn0kICMHVjY9BcpBnp7FSZLyOhaCwswtb966l
eg0OECnaftUl0P0j+dBPcb8uvN4Ez0q5i3avpOicFkCGCOsNBBNWaeIB5hPj18IOET2HVa1CJoxh
RkibW5t2AJkW9xvUiVBEI1TEzqRHPjZOkbrPsfv9P731SeHY1i+L8h9738O5bc9fo779ThT766b3
85M/dz3l/8eXCt0WvXc56tdNTzv5KEXjwLUkjBbvf+x6bPkfLH6Akit2NmnZFn/6addjm/+Rluf7
wvX+e6v8X2x67m97Hm4FrvBdyzEdG28gX/51F/GtmSZlZbBXNeNjaYs1Ml80pyuLehUUAdbD8eaX
m/Q3O9ffHVEK9lnhEgWY1m9HBGpf2MtkVvtx0yJKg+Br9S7V/WgPtCOCqP8x6v4Sb/26URId/GVT
1xfIgXwcVDEksq/b6C+betgZrBNVWgHb2EIkJ59z51O1pGdVL6d/vrK/OZRnIWVOiVpxddL+670c
sIkmwFygtLXpJc3SC8voBXy6l4Zf/vlIv+/9XBRHcjzbdBkDfzw1tCehpTtThfbG6G98D0pjGwGp
SlkT/uX+mYz532+gp0zf9lzfQUDc1Ff96w2khYtDIldlpY1cDZY4eTW2zp66m3BVv1G1GG5K79Zs
OvTAZ9DBg/tohfUGkeiHf75q7Rv1a3ymr1pJSbmHUFDhV/XXM3ExwTE6n7jK9/G/SIMH1c/HOZxO
pjGfporCge1+D4BW/fNhr1f4x3EJtZTrYWXkO7/dAcPEIsg16eyYSCMkAjgHijZJOR7rbjo2vXbc
De+TYjklHmp2pRGf0Zqj2zoyf+zGAk2g3hKVvv3/nJZtORYexrZSv09dBWFFoqFaIcCA60uYOXvl
crQO8CLcwu5bLx76puYXCexiAbStK7OXOc2BXvXDK/Vs+nU9up0hEf3/cyv7mwn+t4+JcJzlycUY
w/0tjF7QrJpj0C97sJHNvhrAIjb9sJ7nkQluMyPcDmWo7hPGTfW/rC3mb9ZjtFUZIr8cW//9l8Hq
eajoGH1W7SfHehq1Jj9OGhgng2yWzXSaBBY6Ipn2o1Jf4vi9AFT6L6Pl7xaBX8/gt+UN7eKoHArO
AI8/XW+kFzgl56Wk85uwJPzzrZbC/PNu63zKY1xSFaX2/dvgLIPc8fKyyvelwKmmdu9UmV5GgTDp
LMjjbWpFBKpDFr/3XQDhM6LMmXnj0WmsfefTve3FfOfxmTmb7/yAsWMBEKUxs61acUI2DsWe4TEU
/RHJgmOZbCen/DCxwKGqeUa1FXndYQIWsQV6c1+Fu16hCLuUfI/+/72iPjxYKzmWuxLg2jwHq6pE
Fqz17sNiuau1wGaa8p8QtMKwoKek0dSAg+E8QKEog4GsgQk1DePRRodskMhcmdEej0QSEc2jFJT7
3QiUmmGb5bqez2M7Pce1DRLLgmEPV8nnHAuhUFEonjsXloaICmOV572FrGJ6m9fhfg6sbZsspw6Z
fRtZnD45Z664Sy3KfAMEdgiugLpgrfrJBXrQBcmbix5P0mcImyBWb+LixXLw99ZLsb4zIgU+FckW
YClto0l+BXQX3IghuoDJ3UnXfWhbBKcBYx7NSe1H6L9Z19Pf074W0+m6eHRqwv66q2l1U96e5vxs
cky74QZJVrzRx7F6hPxp4i8wi/48Glyct/RrPHggLtDUChBIJHPwkawxp/Qmd3kstBo3c14ecJQ4
Xm9/4CQXdD03NPbfHEz6VkaJz3re4moeXTo3fJAW6BB7pqOfROIuGKqvPkU8e+JSKdtCmV3EaYiH
x8T/jvoz5A0PWtPIPiGXkaIo62LlH+rIfKpK+vaBzZkAz32ZLI8Bu8BwHY6+v+zz3LmL0oHP+62/
ecGcjd2lCs++wy0oAngbeMEPE7iSDKj5eCqW8RiNeqDF/VYfL57rz8ingUDJztYi7hx9pwh+HqdK
PbqpOBljhgWgcUnL9Gwm+XnA3AjW/KmuZ5hUIGDK8MUqgWbNjXlMcCemHMiYCoEGo8f0kqJ6ibdp
m4OsZXzaLWTCrLwfsLhHsjq6s+lwIcMynxbOaFVE3bauYmPV1sk5SXU/Yq6fsND87sUcTlo8LMiu
ZIHpY/k9Nzfms+NS7O4KKnYmnoX67N2U65vM4aj33QTG1018llQml7o+jxQkxtm+J8FBPcLM0PyS
CDlF4qSH8qg3Z0vgQ0G3F28C0FEmzyZmAd3ZNfDjYDhZTVJt26aEq5bM72ZcNFT5OLc+i3peQLuk
FxWAa6ux0mF8AOUJreTpOhzx4r4keuIuOeOgMbKPlgxf3K4gM3Q59HUp8eLsMqrpBPv8JEvwYnRq
2vFkRexTpsFajE+ytzaWeQsflezEj87dQBxh40PBTynor9d2ISa8Llvoo57MCOXDcWIIVaGN7zH9
4qSbT6Z+UNjRiK/0uwcMFsSCFH7v9kcE56KLW1J6xbOLPbABElil726Tno0a14+4++xgjjYzBwZu
uBmmZw9ONgDWaad6tix/JASeEAsAw2tYmCrxH/x+F9ZADACvnCgLU0s0OK1JcepUevkWjhKwD60R
1daALWAB9JPn7h6kc4mkX+NCVVmaCSgS5ECy1QfgMKBtF6PfjWLv+MNmavArK6x4QlaWddvww3iL
B+WDh400tovypDI9uxQ9L71iqq5HIbxipk8N/m+N2QU3cFhRAsKUuKwDIEIPsGqc+9TgxlA4glsF
CKq0x0OluxwiGg+WVd+6HatoW+ltEmg/3D0Oi5HhG3Mr3iXKwMHKAMfRtQ/1bAB6jArg3hAjokHB
qZ8qf5NVyfsUQjV1CpvOZsaNy0yxSQwNeYy4V2qcTyIbvfV1QF6DF9UnF70diDy7OKHaG4JbwxLX
dXQc5k58qwPxmsCYG4T5Atf2bsYALhsH3apBdPPHI5qROsf1asrDw3Xw9/lYrr0DWD6PdJgBVYBo
N8103oCDQp9/TrdzDbXDYVhHE1Xrcu6/Y9Lko+WvXmuI8bdjkNyavlVs43yB+T5jGjn1Qbu1wua9
Bu9Mck73t87vcRRw1w3dJtW3Dky5FMVSlI3WbUefDvyFXIuRMW+Fxq5WyIfNUz+s0CLbeG7OpKwW
uaooj980VnhwR6YPXSJWmEArmGYYtiRLiQRBtZYzKoIwuBmeLZ4LpgepvfBvsZ6wbiJ0hNe5i391
zCRsVPlQVLiHegNhu4fxhdc90m1gcWPPvAmG7+DTik1ec5OGlDoc5iyrHh/IreVwsIHFvE60+Q68
TxhcFCr0syuxZV8NS3cp7FPb9E/TxHDp8sZdW748IzzrrVMRIxcMoEHSfl2h3DyC3zXPfPBR2m28
w2Zjb2NXd3ONiWzobGDoSZJ8RLpnOnR+ilxZlS2IwjmA4xzMXm+i0QIFDqK217FsoDVZ+++T0Pqv
2pSVi0rs8lh06lRMTIEo6F+BIb9IvZY76nEBjE4TgSkajtZHt+g0OIjHgUYmlDnMWCOg7r2LujJ7
W9U6p8n1vmcT09byxLs7umK9FFD9rAUtN6xQh1U28o6nkmnMwH1NerC1q/xAotnRWQmp34XjtoOt
GHrSWXdh8dapKt64iOeuVZJjIcC+uF5mVe4XunauhCHrExj0zOV1UU/OfV/QOSxeZecNr0UN0EaW
7YMEqTPn4wul9PFLEnqrKFWHMJzV5xDkHHW/zhjfktK+HwZgwiTf8ToBvu21g7gD+TGCAHbu0hhI
slUmd+DXd3VQxQ8AMgWSHnGFrkNog6GPoBJH5dfYh10J3i3dFQalOfPka3z0DG1HTtl7zFZK/W7r
Tkt9O9fYYvsi2wkwvBsGNGrKE5hzAJAliDZDrFVcg2yW86ZM1W0TWQ+ila/FiAOl+/mak9sM+7FI
N13v7rw2MLe0ZJpVZt0XMVSDxpHPztQUa7Msn5CPjCEbIhhMP9OfB8B4WZQjx+2dzBiMXpdWNA+7
ZRXm/bMwkV11QOvmsg3vbNy/UJCqt70y0a/pZrTmfQ8QZt19M0b12BfUQ9GY2CLxAC+5yu8gytVM
ivToY9zg5CdvDDED0iFDM7GjpkJjmQOKlFGpNnkweICDoovjfu0mtg/Rj+YWs6we7ulTY5n3gWsX
6AqhlAdBTXjEW8Nkf7QNoGZAXAmpwpRAC2b8qrY6pr5i/s++vR9yKunYue9ciwP6UOqwwXJgKqds
AYPsoSsDZ0Wlk3E5bzBrahlfvrdzYZ3jltCvwyYV6x40Dzmfg9d4IhyYRM12dOcaB9P2UM5hz46E
r+WM9IyHB30K/X5FF3lGVQOae5diBeTCjBHD8KlFN221LCMS94Bqbixa6oUXpztfFnvXq8TadaNm
Pw7JphWUsNuxwpiliXdj7+xLgzJ/ww6z7lAiXyNrb98YBoiykMjPNPB+bdFp8bmpK1sfXXUIUDs1
6i4qulhaJ9gfst11p4NuRZJpx6tOteYqmEL7dmkW/E2pE7Cc+bugKI4SRYvdkkcHhBitfe+D1GBX
wDIWu2ZtIOQDULSC8B3D0Hw7D+0XVNiDLaaC0TqX6ecy69AOzz7WiiYtDJktHBKCoi4OdzYVdq9T
bxhzoCJk+mobxMODmtt33wNXOOcDcjxxVK6BOiF4SGyw9N7emyjkFgVhugmtrTAZBIsOKemZIWHR
+3cO6QMOJuap0JwnbybDMAiTnRjM7lyh/8mG+aO6BCYkxOU6Jv5BS4P1+qrfYH8AaXWYdS9T6aAg
dYE8g5S5K+GNIs5BnKXolQ8eSqUjrnKo1vu7a9iawgikSMyZtR+weWeHJZtJhk6rXYyQw6DoCBcV
R3PiTC0e0GhQQlfT6npPFst7K4vymTXpA2CQx2uo22mQMOV2OOlxcpIewRsMyCMqG6X83s1cdyPq
s48ZH5FyGcgTWiA34P1QtC0gUsaiAfJrfIKURgxK0jQFYbFZLAfbS2fvSy4a/8TL0mAWilRFsQFW
/IS7jEfvml9VY+mt85pWO5FbUxBo5E66Nmsv3htry2ua+8hDQgJDripGjdqeotWA6j0wT6KHnvwu
D1AhijBgdFugP2a9yQweY6KTrV7XWnp9F2AgoYYfu/C8ky9LKU5O0hjg1FJAOdz/EaPXPCdPMxTA
vpon1iVU6TMykh26/qhoZM8ufO7FdV7xT3j0qRxWdsWy1G0Gr34sAz3FnOXksE8D6arXZYLgxNzX
r45OQ8YpfavgPu+NGtsv00OEQWmNkqG4N0CebcPam8BXFZ9m+xGXpVPlQm9LA3I90pXQ0+Jh+s4a
KS8/QiokGtyEda4g+ZprAVOjDeDhs6HqtFR1/mfZobmKoklsmz9GaNgD1kUJ/S7Js7VXYczQ5Dxr
fdq9p0CkmwjHm2QLA/of0kJPdLTKNUKx2s4UTJhU7muc+dqTGWGNfDhauT9inW7uEQE/WuN8hxAp
wtYuN57IngRtm8fxBcAmron9cExr4h4ITocwLx9U2ZOZtsPdIuXp+gz6GKEdGDJ7REs5B72uFqXO
LXR+LKL5A07D5x5/cvTo43njBdqoxZrpCOkihZUtaBgYj8Ih1FKCYvXCPDTxy15fT0LiJe7r1LZQ
+YMOprhPBOI6WUVI7q533t2Ejhru2QfMnO9VzZzArYQmX3EPSQTCYofJE+grczkAPqSHVfA/9Ffr
+ocTDl/G8t2Gy1r1KA0ljJHCip59SnqWVPuy9z5XA5S7ypzuzYVgd3bjM1wPKB5QKUXw4Vp+u568
qfecyma8ypxCRcImZcby0sEeHHFjZBAgEo3T3i2VZ53vakw0Az6NEZbPqaVA+/Ry82UysTeNrOnB
StgxDefJGPI1d/5dLxh9UX3EDTkVrDY4FaIiYDUMUm6PUZPoeFl7T6BBEEyu13tEVvXrtZoMN8Ri
q/9seIrimSS9TO35Tu/LEpR0txTf0eCmjkJSP5SE7D2W5djeIxVkg5ZTULAxmp2htXobQgx/05EJ
M4L5RAj4Mw93ONqAVWPWwvcyyWuzb1XXQfjXaYRn1XfVj4m2RfK/6NvP6UQCohfa6gNKU9+aejjq
pUQ/1Wjp9wo+4ZRF58T8mkDPCVuUtrKsYJkxnmZLPuAoPa8xFyKHpwSBs/1IKXI6Ou5b2kdfa3O7
FFRVGiVDdvVb9MkN5GC5J0PwMi3TR32ZgHeoKbMoVp16dAAZAkPk2evCZd8iC0zUykbyLpkdNR3U
1WjjxQB1C9Va3RuwOuCmQQfoJgjwXDLM5VQb7WWqsiMi69tlnNZ+xPSfCNRvYHvcTnVpINKZXuBI
hzdNKw/Afi/5UHycFUIQdkbeoQs+ThhdYGVAchs56whgOK0eODDmydVD+/oSA2CBVh7nJfh/EaMX
jDWkymCzTAxBNP45Lv1HNU7PrgJ0dS0sRG+ZA9QaxXyARiMDL4xJwDs/b1cVA9yct6C30SYkEuh7
RC4thzp7StUD8sKPiofl5+eiAbCLgfBA7UQ5OrdmVMop37UGqgwtxbnpWj5LdrEPBzzygoexq7hw
VnWfm5OAPdeXODXjF4qHm7oZN1mPxElvEvjBBvvYDebDdT50AeJRaGzgd0hCNWMXCY7rm7N05EL1
zJHTbhtOa4SaP1hK7r1uYYhfp1/rvlkwd9bXVDtAKneyMkC7yWUoydnmCakGyYDW6T37PRK9FxWy
cDsZKFW8hgEdp7fN2B+zcQLNJ62NQfEfYRH4ZRHa9ZWOqB2qsNdMK9Slsgxs81xUYBU7XM48vT/S
cAHSzrzOEQGzEea4KZz70SA9ShD+o2NM9Fb4yCdWIcWpiAfiZAzJepEspFTu8mgmwqn2pKcQ+LVN
H1soRsrYHzQ+MjD1HL+2qvZ3ye1oRcW2STMDkDWKNVb5EmHuDiZzAJnRPsqE765ZXofkvQtLsCMt
S0zmZN8KjE4er7knVJpNnODFmLXcIsin700334+QqTGF7qHCdDlgQ8c9u2ZOxPAYWpCxJly9dJXG
MLjoJovXdYV2nBKet3NiHD0itraC0uR1syNUTFHDZtjCH1r7jvQBzxGezu43V6NsfF2SywNMN6PE
++6lpLxNbrBTRhYukaxYuMVTgLG4d9jCUnYiRoYBh3p47m71UjLrXkDl00OKzOKDPalLP9kUECH7
APNcx1Z0AaOfz2whyUJFaSk/QsF6qgxS76CEnz5nDgsq25sVzii2WPHdNWcuLEb1dW9LFWF056rv
dWuMkB0IjnRpCiY/DxcZSyLGJ6oMNzSr4UK1KDXjBWpo2IB0gDfYfX5uBryl5m0Ea+HhOpfhlZGj
VsvTNZq7XiihFzB9x2ZtJsmjMpv7+qFbHV9qGyjkyPglBCaIFeYXMEzeLqsfzFl8ChzC7YomQBBm
n9248tZWZAWUHBBT1PdG2UTXYw1ZOoSywaif0mOdAknFboNZWRe7tpg/GTBp0X6KHxf/ZXRDkweA
QgikJHxBlSwOPdr56OUMQSP3cZEfEi7tYE+3wqtICpr5GzDiD4ZdVMCQip2DQdHK9uceSijE2hpA
aZVvEVcaJo+h5RTZNoenHNVfMYRV28h5Coby1hAVBGqoB7NLrht07X2LFS+qjC4eYSoZ1s6c3Y2g
ZR4mMfSvs8jfczgpRu5M+zSjXmf42wVDmcqPjI1L+W4VCy22MqP20EOUPbXLdpkcKPOtty4Xq76H
T5Y8BaV9h+PLup9kvxVD/TikGYQ45CMgAAzeVvUeHuBh76zqGgw60BIC2356amMkpCSag9EQQblB
Mmxd4fa7D5PxrenBfeV4AY6E26RHZ+QQkGX03h0bRcS8vXFxBP7clb6ukYbJfqk8H9Pd9EOOycRu
7J30HqS1RMaleC5GDyFizxFHVffdtpBTh3uJwgBVvziLU0O+SzQaCGqIfglMXvpPZQEHmLGgfr44
2pcxmQn/BRozh7CwXCh41UtW44l6fVFZrw4OM2cMw/IWxC1fnxVPGfSGzTyAzfEsLsYcqR9E1ItV
xEpj1iFuLYLVLkCjYq1K0UJmzL62wpCHPhefioqGQpaAcwYzE91cJWCvL3EaQKBCMUdatXPAovjX
l+vv8FkC0F2nX0B84atdzrfcTfvQ5SPq6Prdbz9aUW/tQqc5xGVd3EEjmDYIOVJJ1Tqi//NSjch7
wuZA/7AOKOHUU9zeYsdDYFABKB/6PT5LuD9HaKFif8gqYKHIFVoQW7Uvmd9vJ2uaNiKK7/NuxkpG
v/RRah2aVs8rCv54Pvz3H5KAA2UpFQ3TsMzD9YVyv/zxrk9T6MiL/os76tqkwM9+rOP62TcEzb1K
HPG6EEd0AcNtWlAajAJ1GxWFi2ZE/G6pBmdxxGdJHON8D1ksPPCUjiXeMPkkqlehmnv+PD0qs49W
Vpolt4jf9xQisbtTnl+svKKxXhzTkGgvIuoAqQKdFR9mTgf1amsTEbDo4HpN89frGFD6Rwrt9fPI
Ma4/TSOsQyr8SEP6aD71PacTjnOFZFReHQETupTGqVNcf+eShnWo+Tyj4julonxZtJNdMm8RzPhk
izJ7itdA4wG2UQIatIWxndpsRNzOtjfQG7y+dYromwn6G3hia5ECaFcL/W7QT+GX3wmFx3lof/TG
JVqlY4CskXQ/GcLttpOPs7hduOFd7qBnFU+HQb9c301D9ErhbIGOxg7utgLLKpVdEhrtyPY10+H6
q+uLSP2fP1YN1kBuVgFS9PPsVtJnkNQkD070mRN8SQdGuSzhODmZ/Ti/+F0w0G3ixZvnr2xH0Kbc
JXid5a4cm1cHNFvQlPPegxIq9Sx29ezsZl/sejvBEbZFYaALNp5RdFsq7vfObPIbGUrif+gM3fTo
9oDlHYtyuNXg5Buz1KyjWsenjdavCg+NnuJtjFKk6ip7hTiLeWvHL3mc9IchVR5u9Xq1yfRCUwYl
cjK9v7PsOoH5gtHzugKmfiPIKXfZJB8jD0qlN8p90G0RUvBwyWrv+L+KgG7Av15/lRKOs01y76lP
Otg9GFyt4mXCA3oxUDBUxde65tjzzu4Fp2A3/QHPC5iiEnctQkLeCg8WfeuFyYZSxLTChMo+uIuw
D9d315fAbn7+GDuV3Oa+x84J9citZjhI9XCItA79PEY/311/54TvYxgs8EZNtKGCifJ4hBIqQyDG
gQjTio00HGCMZovUCLc1dtmi5+G5iuKPCOK1KwvyETSOeW+G3btMXZ78hFzoLMA0wlseqHTeo1B3
kD1+hhBxqvvKh+kRqvDWJuUpsgSVogpDS8/eJaAUE7GPyumzX1enxek+pBMRozlb+5G4lMxXJgcE
26CizNa7g/bhTY8QGStJ9CQKahitYVD3sD8jc0GdABOXmqC8azLMoUJZbS4WANzYdJizo+fcRrNU
G+QB9hixrj3lVusyDXC9d9uPiZN/aZX3hcTkxjFdCC59+GWqg/NsN6vJbY/YrrGsLw79kGkbGtGt
vgAhxx1xmceUmCKEMVNivWQmuO29isBIum8d9EOKLKtqQLqaBblJJta2GhEry33MsMlMG/UZ145P
zcKXNEt08Sa2uRHwaRxRajSd/ENYhSU9De8NmscXy+2+WIVJ3Qu5JDXdZCERHMYFcrXkzUdofPeL
dVhqSTNO0u9VWM6jAU4yO0ORyMv4I6vQQyqi5tYwaU+5dbWTff8s6woJ4Kmf9wvqNjkaHxtrCBCW
jtnglhL3YQMpp+ZlKhzMAse0uV8UFXBaUZdEDtOPKo+NmkpRijt9GZFOBLIEGqW2M6OnbE/ZtV8X
+B02ROU+D5oXUwy3vUv6dK3oJYgt6FIQfC4SKkGFxcuLVSeDgzEAyk2c8dT42I04ELkT4BaiC0gg
kUAl0UECiLJAUlMgcZvnFDMpS6Xn2BevFsEitUNyZi/vYNRBtBuoCzjXEhJQgp6yEK6vZ1l7xs3e
Rtbmn/E2toaY/QUKBkcAXKYQPl1By7R/wxe1yxLafUv5ykKAspjJVSpTRBsTzPBEj8St8i9EehDY
64ztLKc+oUtNGPisewlMOkqcTUvUTYEiNpG5IjO43sqQMqPtIRU+3oaSdJaQR5eF28cpUXSZHZLL
PiDfrhAzGeaL0tYsfUJMKFApKFEFQ9r1jJyAiVL4J7QEz5OTGBD8dekAb3GWa0L+ZI3c1b0CxvLP
N8XUgK4/bgoYUtOFNwH+8XdcXijD2aMksm9y89QDJ2pSUlZ9SvHkIcFyt4z7EML8BNtt/c/Hln9z
bBO5Lg5qAoDyxW8siNYenJxSf7avdMc7D8i/OJAZnXDOeTQkBCI5HxEXPs2TefJciZHQCAw/vtAW
PQZ+OJOKC1QoBS3l7qHJ/NvJpuTzz2epKSq/3yFTuA5yptBVLJqG/P0XWFrRTEVqq5Rh43GWUUeC
6LXteMMyTDI56/JagZ90pfA1DX1wVUDG6jG9aDBHjCfiTY4QFYgMD2aoIlyTZ0vncl5GhcdFEwml
/nNGqZAxsbUlQVmYRJ/LNia4fb5CENFLILfW5cCuth/rjwnu1nDRSAqvOA3ShAuNYIVyTnQjBxJ5
mcLeSthww2W6Q46Fg1kRvImBVtzUZBAW7f2I5gs228NxzqPvcTE+ffJVdtQJG3Wes2pwKWraYWVP
H6QuMsYKIZ+C+DY6lwutx8aaX7Mp2v/zvTatP8CxvjAdU1qOcl2h/gCsVlNcInTUp/tYpQ7a6DYu
cfQ6pMabNHolQ6KYTmNe3VKjGaBTzvk6yZR8NAd7qyZRsh1QUfbQACOnqto7iFTjvh2QN9A79zxS
z4He7OILEVI/afzhaAc0gCtU0fAjzLeDWC75guKVAyoFSSyoAbrYHEZULNC3WeXROWwNgHAm9eqY
R6cbikVMkQwpXBJochQBRuXGyom6pK49J3JfaRlWygwI01BzYwvdJN3zGNGYSk2sJ/My++guZMT0
tM+5RKYAkZRVhSLLugncz0iSEhXqv0cZL9d+a298z5IRIXp3bZi44CUFzryowlCuxyaQSMHaZGO8
Q3jo3EvKjVj/7bwIEq4h8g3qwCjYWK5ujcQhdE3xTqBHvYqKj01pLpXITVHkAsPAVTt+d7zW2iuj
fLTd9DaqjO+oEmITUITmugycTwgqrOIAN0n4DSRYAlxZG6JQSbv3pmjHnZFLBXemrra0S+A3JNVt
dZZWMh9GYFOrNHNO0AG3dAgOYTl+sceoITjbBnb/YFXubaVBAtjqMgR8tUdF+3OYM8/1qda3YRl9
R9722Kfl8DQrdJxM/HDjoZ9OqJoB1oBnmI44oWVl+/4vw/VvdhQIZ8oUMAEQO9EcgF+XhhD188Q2
2nRv6UvWu4HL74jh/G9Gd1e4CUlrRHWJ5jMsS9280w2zUiPpbI1hqLvsX/C7fyK+fctnk3CYR5KK
pPztlLpZjaqKzXifOeGnKk+eCZ9vdek7GyGPNPNtoBFn5TicNPQKhaNzIOoPluf8y735m8UdbhsV
NigSNpDI36HnuLYMeBtChkdGAT+UnlnVI3TdViuQLUiIIHrVkKoNi/NVNfRfUPR4aHV9Q2n8GHgK
ZFsxlEco7k308Rt6PfOGSliwwkTuX5C4/h8wed8WrDkg5DGBtOzfcbgE2CgWZGO0n9IkWBt00UFW
rMXQYh8cIPfo8yPC3LgaOjy2u0LcRTIYD66wm43kgxSo72dYX5s+9vIN+Anc4HU1Ks4zll4EpKiz
Is/YAswre/9009KS3IgxJ3lEg+2mGjCeG9PpPUfrYy0WULEyR6oxSLWygeOffHIhKY6yeTXSrNlc
a+Iwn9l9mmWPxsCaSp+/GUYKaxkOBV26z2r8EaoeiUWmBaZfSfiucq0A7j8q7I4e/AH7w5m+hYEj
TWhX6pA0TBsLVhvaVSY8It/40FRtto6B7zKCxccZyV7XsPa65niFihbU1DzfeIto4Ar2iEhGz2gu
5+Btilc/AhsF1RoRIZwYEAh7LnoomaXodwqTliRr9nDEKGiXU7KtFT7Waqnva7+qjtkMF0vBNd/l
6OHvmzj+js1P+SP6+L9K5jUt+Ee/LE9/MJr25/Ecx79SmX5+5CeVCY4QhFvFegUjyWXf/cneNZX4
j7SVTTzs2Q4cXsLin+xdKWErma70HQGmUUkP/PpPIpMJsZc4Gq1oS7gmfzH/N+xd5thfgizb14wY
G3aG1IX7P5k+QvmAxihTvYoqMRAzy3qqSzQDk8J8SOPU+JAVJMfViDxA19vv3gJ1Fx2n+YDjI5pj
dMba1jDR3kXA0o4FOtWLPR06rQyf1sadEHSGVWg2O6ZasJo6cGP0Dm/HnnJYQX3sOFLYuLfS9o0s
ZSu6eO/anXGYMWg6iACxfUOZKHogdIBFZUdqEBr7YBAt7Nt2P4MC/+z5UQRY0nVXmV9NN543Wvu4
I0Oai9HdE/QjSjy0yzPqeleH2W5dRlO6Rfz9pQ6RBFgEFuD9iMY7s9V76JC/XFr1XmOFIv32tS6n
va2oGGLo4NyFqbOZenR9EmvZ+yFpcoEwzWSVd6adZFvGUoOEaACQtXFxqnQHlJfs0X5qh/Fri1a/
MVd4ryYVZpDVCGzVUF86Z/7gFXbziELgi7QbrEM6QgB0ZjZjneYvs9Nlt15LCwvFbK11GTtH9MXW
du12H1ovuNQwU5i2xFCTpYiC7KzCyU6tagwRSVTbvfT7GRuatthPSbxNhrF/dOzwIUe55jZx67WZ
KRszqOmCm3n6NPbGR0N7bcI4OFJznwEDt+FrETdbuiMT5VK7ehgaegeyymwKquIyco13pANfk85X
jw3xMNZEaCeEAhvcelne6gmBi6qLil1VujVuTLhc/DLnnn8kTn9hrGmKyP/kU9eBrEA9MDnIM8Fj
/xd357UjN5J22yfigEHP20ymt5Xl64aQVGoGvQn6p/8XNYODmT7APzi3Bw0IaLTUpcoiIz6z99p/
azLz2SK0JlQOur+EFXrY7VniwXwaWZGGdh8ebFEx1YPVlGfJFzv9wK5yMlMzK2F0Z6hb7yMV1UpB
Dgm+i4FAG1jnow0MpgctRTaAH73gZ4JSP0HldKue8QNCmxmO5yYbUcoIthlgi66ZIOC9YrUOHCc/
jtPIlLRGndfArBe1GwcmG6Fz7w9gSsBwaEpdy1zt5KQxx86Yezht9otS9ofbz+pdIdrzZ/etzzr7
ISt4vvPwZZCGEfSKR9WPCLBQZnlj84yVi4U8TJkpcBmKvDQZHXJh6ovQOfef//cP3FjoAv/5iVu6
uxxC9Gc6SgHrbxUPZjYvCvWqeHbrtAvk1LJ3oFYYYOhfTFbVfmi/F5GMbtl5TKv+lEzafaz6r1Zf
kEBUExhPsB9XXfMLnC1AtKwv9qbIm/MUw81JjQvlVLJNPAPNz/JLxABgLYgY26iKYNqEgTTcL2QU
XWLeRVIeOqm8Yzz+jAorPWZV/65S5I5JFt9ruexOY1cGs5e/NcCPhmiMXyn5BXzcGsGPYe68LnKP
WTPQb9Tj3fbCt8gajV0DZJD0ckFiQTH0azeeWbm51eegq3OWVcUu72ZtZ3lnVc1tMAFoYDI8Juve
qz5jXXl3hz0GtSP5mrO5JN2fh8YQe5fDbTLR9ubIe2DtJOXbBFbYColTzXV301oasliEJAjyqq1M
Khckry4JUyiRck9YugedSeKfKVMurWNiiAP30DXTkZGKyfYBKZNVbAwsqIgP60sHJi1TFpX4H67d
/SKc5oxuLTxX1itRnfEzub+HtAUSm1G1LCqsnSzlg7Qvbz0LdpTakPgbvQOeQJT5LllAAi3mh0JX
kCRJke+lilcpwROnyhGvTjHfOgtct67ScekGIIuoeNj60qPJjCnbfenmPM3TSZ/pdgwIxEFV1fs6
I38dbI3bkFCkSY+bpOeVnvsKsUaM3QkL3NF1qoBBa3cgVWQd+t6w7jMi32pX844saxmXLlk1s23Z
z57X4afrJrAw0aVn8rHjRf9unRSaNakBqw7O9Dr00l+FVGqPHsI4xiRWtS1OwASoP7o3w5jTcw0E
SyaQVKivD0Y1F5dhIHh8WiJDa3AXNQ3ybZyeTJlb97CLC2bW9g7AIrqDySbe0nery59fXHIKK5Tw
x4nvDGw3Ptsit4sVnp0LQAnEL4P3ZRp0iBgc0q2oQEN6RgoJMUe3a6sdWGZypwdj3Ce66a/7JEqP
JuSrwYhgbkJDCyZy0v0ohb8+cDsaXnVH6fmra+TwXycH/3nw2oz2DJ9OzDQFDlN0D0uN/29jGiPq
Q8iMrvagtGTSBn17ZRQY+H2kW0Fvz4fZt5qntPaO04h/oXE7H73OWmpufOBlURtWK/g84tlGlc/r
xcb4LWpoVwTX+wH7yvcc6fZznB/DJVanG8/KDhE41EevQJaC/AUAecWCQ2s7pgRme6296mP0YULW
89gdBpsnWYsm8pXZLp2JkopZJ+2Yn7euuzEi1NK8jmRud4jnlSI1zgBxbZnFbyc0uxPjCo8KWwAd
JlJyEcax5zCKCYbHuZZjvS0bAKmWDPn/jzGbER0HCqI/I/w5AmWATmjlp0ZZxCaPjLJ876hnrnGp
e87+QUMwYJs2iWJ8edx8mrGZeLHOZiX8datDoEogJHP3ZNaOTEASgMY237YmqfWwp1hpTpjIcvnV
V/FPR4v8nQGdwNcdll2iob2JSASzJ/ukSGaRcPa25FB6GyaSxtpn9sQic14nVUJAAi/wyfEN5Ew9
MI04bBk9ida6DAuT1ZvAneT+RF1mp9EpjhY+w5gMARTKhAMg3WFrwLi3THz8Kr20o2MEhCoWmIuG
9OxF6XdJo7qrp0eMYn9rubYG2UFTDyPRu3NWOy/QKEOrzM+CzWLJKP7czeSm/fllP/bdf2k8nb81
njy0JsWzC+6XwTGT7sVv/28P7VALpUVzEz5UOPqB30f+KUTze5pbQ+11C+FYw5pVm8dHb/9KZn+6
WPaW5SloyXiuf5AQuNOKLN2wzaIKNkYVxEZpbCXLr3POrGulzQ+A28lxbB0NwJT3pNnZ9OkVipm+
r8tHlcPrZjofEy1JQkQNzML2DEKv7cYnTqPpA/Ap46UuOctMt0HREI9kgEXMOsFlYkWI559OPIhT
awONHcl8bhVpjONTEbreeQxRHDtF567YN+oPO8waimh+aMBt33wZBrM7i/1gzu2aStA5s9JoeXPu
CUHXDJYyd+fiqazjTtv+71WD9bc54/LBY6gT/LQN3XQN+2+nRTGnqhEycslin1tAomK81hWn5wcU
6PCOEWXe6RZhLKUHDA/Lia/JEzPZ7lzZwlpP8FQeeXktpA3Vqs2m7cQOKOjS6k0nAv7EGBVloNX7
V40FLPeKicte2Cj/dNZgMjsJKoNDWCKR8TgyYO8pd48yjp7A7oHKT2b6InT7lqXeZ1PI8jj3ksxj
IyzODkYCQNfqGRYeJgHQq1uq5IOGofG/7EuE/7f5/J8PybVcIViQ+Qb7gb89nXkTN7M12A9qRG7M
JDVusXhSM7vSRvb6jq/54RggTZx+ZFPazSPtSkI0Vy+Ar/YcdRrZBUQXdDAx7XFYT2FOWYuDMajc
iuCT1BdBm4iTA2MUvSWkVDPMG87twjl4Vdwf0zZGwZS8l51uMS84y7wnU6UCnlNJcRgMJPBe1G1b
5ho7X7k/0d7ae07F+cX11aoZTf9Qmfpp9lSMrQbyawVUpdGTeVtRMQaGl4/kXSXTNbM45NIYq40W
q62mT3Q4fmkd67bwzrleIpUOB3a6BQJCL72SviU/YAuwR4rfMa03Z0KKt1An5cWFZRMQA2i96GKC
Zp7OzilXeE0oJDhIcPwsoM0YQHtvICeS/TDsjHHLYBbTiBK4Q6Ddrtra/nAGXsuBXmczDgVJbB50
datU0X7IHREkhSNO5cEQLLIj39H2GkXTXVhDvNH8poHEluWXoZnWhpQwtUvnXHZZ94hnHbhkCKm6
rTFXlaEbwESXZwI1PjpTcWyocW2W6U9jHNsfXsqQu/XmVW0TCpBTEw6U4vewN797FOxjXrAxxJ9Y
5ECRREfQy58byJLF3eOAOpd6fY0r7ZYNwrs1NekBHrkLG8tgRpSpq2UPh1pHHQSWd126pTiyeStt
oAxG4mrHSjoHvWiiNzNFNIF3aQKvKI+Ns2RaTvp73nridRj9A0MxFRSjRmKQpUEJMmK16ftCbVvN
K06J597b6jVHMX2ra7oco5VbJqhs89HmYTNiuNabJwX6M6/77gTngOQrsK2u6Fz0nUuKM6Npcl7y
9MWMjzLW5Ln2ohKXPYPdP//qRWrn5skvs8zLwzRSxfFK0fYaivob2ZWX8rFbmXGmWoKiPbTPpjnl
W/IJw5XbAvKbxki/8OF6/2V9xWH2H/0RhZFvQkeDMWYvI2rd+FtH6hUiR9vf1w+bfIP1iJUM3V/n
EnE+F1cupQdTVdYdCJxubqo9G6RWQRlUUJiHsd5NYY0pMXGoKOjuRtNuTku+wSYO71pePFlGUrwg
C3CMdn7SDQJCYnPyGTZIAxONsoBrOmQP93qxK40KfjNQJGbl7BmWc9ZsWpBgGcmoOIn4STA8v3lp
+N1jl9Ez03+JomJb8mNGJIfF2BBJsw0ZoKy5M72NjV5pjWRu3FHhEkDrax1CBVAxalBpgNKahCcB
UneU7L18LcQGORCIoU3eSZs97xrWZbTvckRXFYElfOGouNmdedIm+Nw1rnZcsFH3CX74kCTp/OKI
ut9kESvjejSIiKye+qKFlqsRTGdi6t6nMV8308bkJQ+fHX/53dDSLlBss4NvqezQxcDpgODzWLvR
Uy9y/RL6+hzkunlOQky4A7zJG5Xiu8LgtkYmkS5mg/DQSwt9/kRYp9+5v7CyF4+oA4ug2N+cXDws
qwqHtm8OJ7GUM1FCEGU2+W5Q9SO7Q0qmR4v2pWWGsFP+CBXL5uaKAeSaKQ3dKGaqeQL/tllGbjnF
HriBPLwademvNN2x11JPWhZISAjaViuuakyZawzaW4ySf1OElb5rJsEZ53S0GRQdS2zVqTBedF3W
JBT2NhJ2RJphyRK9c+QilMVNlQ/OCsdUtA3JXcGj7TQ8OnXdbryKFSC5Tagdo+RdJuzYsDmaQdYp
H2ALsTtl5tPDqvDcJ870xOcQ2IqUVDsTzyV62R3Yl+gYV4W6OQjO3bJN1i36ul/CunHjhj+0Ei18
2PJGRmLIDqQImgwUw1No5SlpofERYGL2mgn7JwMbcSG+NHtta//kR/ODjat5RMdrvGRFC6ZPYAh3
4rccme0NVjocMGmSgIBYGjYnOgnimz1+hH768GCKrNhvfHP//xUiT3dqz3lK3gxTi45SDfN23LcJ
2upY+45b6a3bpvFOkl0OjODC3E29jUNRL71Xa87ynVO29UZLMpDlA30X18CbpoiVkC13JRJCYHeF
jkCX+3ckdh6BWB6/ZJOBV3QskkNkF69IWohv1wv9WOkvvdlQ8pRm/On1+b5uLu0csRdF/b5ty/Zb
mIl3msjxhjCKyWzGNRcJGV91lqxPQ9QS9dI728jSCo7XanpLQx47iiMp2/mjhoGxatOelY4tivXE
KU6gUZHureKzGgGjQlxz90Zin3vw53d3LJeIqjG743Z57sAFbzOfPHAwhNll7mrYryHjyT4eqck0
NR2jLsHmYdgbjxoKMzRu8rwYdJ4W4BC2IeRHLtyaIIbevSdE7KSy+WZOgY4sqvxgjNmmFCnKWt/N
nJ3VQy5tY4FUqPVe9gW10YNq5UAaBAmglnxNwlZDpbvPkrbZYydNGIPZ+cmpSJft6J9WnWaF+1zz
1BaeANG/iegfotrmcH03eqvQwBfovRD4hPfRZnBKfnh2yMngCzrLDI9Wmjd8UCRTusuGuFCxwalD
pFlbD89RmWUXw5tIUCYpPc8Rqv8pmyf7R5tVzYHm/XlGTbEmfyfB/jsZ1zgOMnAVVZf8Ym+cgez3
UBPXOgouPK+DG8p1Wap15EwhXNV6vmIexT9UscDuLYtiVhfefhbmp1u4e6HUpyvwEOj5NB58QZGQ
tiTYpiRvXkVSf80Mizcgjwkmh1bDDsHnQ/PvvCwNjpRuuGbViEGkMP/K6mjepKPAwDUVt6iRgKqr
mjPNSpsHkqyt778JqMAfHrPzoCWKDoFXp/YElLr/vCn/v10ILRy2f+t6/q+FEKTaJvpPoqv455/5
10bI0//hWdhaLZeiACLXwqn711LIs//h6CCJ9AW/5iyz1f+zFFokG/9aApn6P1iaWiDhaV0FfeH/
yw7IADL1n5WKhQjI4R+4epyYhu0sTdu/dcO+URKjVHpkaufV7zLhYl5WxnP9F4uj46iRHwf69zXO
67NugsCmrl17xHcdM/DruJ5A32WkdngqWuVjyvwwXGLvDJ2CGcUB0Uwu6xAuYKF8uVaDePI6wrIG
3DNRaaJ+9sy/mkkHtQyJbHbqo+5o/ikx+3hLJgjvR2JdNQRwAbol/LijaLZ4CvHEyPrKJITcjpyN
x2ATRTGrSW7MzrvmxgcxiYRmkjKiFicKprM7ZpCSZYadBI6pLlo+eRQlxBLwJ+FKJAmMlNA8ZH2u
rWjkvxn+Ewo6m2Tq7qUOxb1JjWtRWl+igc3slDO9wOwQE6H/wPx/D7MQwaoqjjkJktNMWkeawBOv
So+FDkDvFLClK6Bwg/Rau64tdrFlLdR5+dzn/VMdQl/FzgIWJvZ++bkeECYsN+jiGIAq5Fboiklr
TOxHkhLmYlegqfrhPKenspjng8URlUNH4m5fJCgVFBGAOcQDU9qR+CCfNGf6bWXaOYHECiVzl5JT
YBTzLh7FdmDmhMalGg7mkgpJrv2UPaWOjtaHKIhcUChN3l0v5zdP4sQNp/pIvdEwi6cIaVpsP4OO
D6zOIH02cgmBQy+cmzi523FcjYb3nffxtUmJMQY9ynqv1JOdaUii5u1fTMr2JESwKiDQoHR2UWf/
StlfEAxR3Sa+LVCEd/IA38PcQkrL1KQNo4DxLU4fD6Z1PToB07Mn0ieweObeY2gtUsL0tdWUiJjJ
Te++0QGRltG9d2FynoyZ4SkRYI4y1QYCxyZXFunUg7Wp2R+GU7OjEP293J+eS+cn0/RhEAgK42Rn
WeQo1EDQTZAiZZkf28JC+TpmUTAZBkkNPhZYxA4cmJKWq1cHJhLRycnUsx0KfK3TL9P+PXWhEYyS
rCECxzCGWEiHQz513KyAIURLiKRVgRPmlQmH7FJ5AMSMDrYDyQnGVtkOMeHl9EhkQoo9koZLpycH
K52650xB101r0oC9/GmoTy1a7FMbjy8jRJS9lkCoUBiipshmH+aHH3ObLZQd21iNOF5qyCFeolkn
YjmZlJs2xIU8sBMVMS9Kso3JOgRxNqQSTxqgZroQjb92rEPp7lSHEIJl7+IoUy+Ah+USoQcCoRu+
aAwX83na1t46IQOJ2M2S0Gb9C1y9f5gm8ZqMJhwDlw2FidF7mOdzosXnRa+DLNGZd6KfP2VPppPs
WTi01rRlbkdSINnSrWXdytRr1u5i1fPHbk+WKQIrTqlt56qnJZ1sL75ZvPoQLiI7EMZIRnxMIVPK
cONPqYNWbfmmq/HuFcmwFVNPHRPX+yivw73m4HfLMPoPQkDu6BQgHzmQ2JDWKGqEOb+Yko/Glz9j
NnkAaTDlTl56c3Ts39LPjg0WpSdX9DX/zVQBHc1paG0NFmJYbx33I9V8cbWrLsicZGv6sX1u7IgA
mZScttJ4G5oYp/KSDvrHpVZH3ZIx1PvwjOHFe2rwtjkeVeBkBDn0NUriyCuD0ag+s861GW9Y3Smr
iI3D6TKPv6ylErXHNJhFk2AiBTk0ihaA2+jUTCCFu1a5+08nozNrfD9R2q619KS5DNcwd+Xzd+g2
zaYWDrzf3r8kbe/yp1nP/dGWDKQepT1rqiZ13loEEUHOQdPXxrRSRrodW0lwbCQOEX6KjV5lWAMH
Jwu4C0+qLrK1Vkl4X43Yq6h4NZUEKOG7O9MZy1M5qYMl4y8u0HxjzeEjHnJaU3d80slmkDPOZfTg
DVBUxZJ2XjSfOIXf2qL44erjJRmt4SY8LhTPD3/loAg2eoMKvmjkRcifJPcyMlAz1hibiC6Ynq+G
St4QgkO5K2KI5ta4UTH7Ol8fsk2uVzcWUGvD6YvD0IDpwCOzt2MyeGRfGBtle/4WLdIJakW27UK8
EhoYfoaQn5pnGPcp8Y5y0glj6+tuBas9B4s0fkq3K6/Cjd76CbuVH+M6xBwSMJkiAEt4cdAa2sOe
cek0kX4Tfv2QA9g0ABPDh2WQHGQ17qMv7YLBM39VIZe8HneQDNua+cC2cX4tNf0OfWk8jamXQvKA
dViB1SmTWQZt3I8fLJlZQ0l0A2TTHKfqTsZctplSSwBKCNXJ6fhEDEk/NYeK0F5aPck8DLQ1J2nq
MxQor1lio3/s4gNCt01nts2nPRAuKgtBW0TE8oZ53rmLlLyF0XQ1oor5td13gbLLn9w1zvvsWq8T
fV6LQzJrSNguDP+5LwCcwPN+T+fsV2+GBLDGzNF4lvazRzTaEPjAfiCv5/au0d1vVSL5gAL6kUj8
uqJKroOvV8fh6NCQkyFFahIT5fQcMS+BmDKfqoXrrPWPoie7kLirmyerHkrTmOx8UedHj8s4y7v0
6iXWRYKpPnJUG1QiE72YD8tCa7QXnReaDqD9TMj/gyXJCKYpQRzp3mTywWLOsWbbDnxgiZDmMYO7
qUlKFx0Mk5XCD3JEWccuAQWetocpsfFBNgMtp7YLeaoODTK1da9l8ZUGe1/3hDPMmApLrhM2Hg6b
NML+nM98oTSkZfWp+1l3NZZfSCr84TGCFeF2ZIQTMAfFCIcgrMorAwMpWjCjYYyng+NYT2TLbZsy
55PxCeKZq5xgH5F8pRqr4Nkpl3sp01ajh9IEX266MWnsjonjbGAHc1rqBHvxPcj3qHnr5F+q/Zp8
cCu6DyWnceuXCPnTI2lPvgRyALct35UlhYQhRbRpiEFZDxMBS5UTpTcr301gZg/IXinkRhZSIaWI
rqtr1zP1phfSjgb0CmGRsdq4bXNKS/cHA4xuLeTyM0aWjUHpOW6yUxghBCC8Cv58xKPp6igqnCr7
TTnkH9uotgI99bDGN3wYcyK4NGfjnX0f5DfTZh+vaUy9W14VRqlNg5GjrewD27sjHBEiv1mKC3ff
q0J+WPkodk4eW+zhZmqskjETvlFiue0e9MZshvvYos5G0FhtO6NqgrRQvxKPnaFZ2YCoOjYg+bQn
MGVVd/ZwyYarJxzW5WHuPS2PTIV+92nsH0Ot5Zt6JqxQc1q8cgUwqTCcjj4PG77k2Dn+4b1MffbA
r9puJNXttomiy+hS6htjuBuwdq874Wq7iYEMxn53W01FcYf8EmDpecJIp+7MH8pb6+GtFrj88tl8
8czuJXXolZsJrsqMbWNtSVJJRGYu8fXknfyBAAm3Mdctf7ed45TmWnWsXxu3+oldPT2NzmJEjZFk
Yx4hNFymmwrWx813vnLZEkVeGdnezesCXML4EZXVmUHIJztdHMsDcDswOcjRW7wBOmgvbeKS7rsZ
Iy078k1VcRWAPDsKb7yVOTOZfnK/+gn3UZWnu3lObhFBoPAODAaxUIV8WA6ULlqebIrYf4AT+eFA
etRkCDxtCi/akluXQ0Cs32rh/3SZTrsFcxzDOKSD9zMcyt8SZI8df/ped2Nwvp972o23xmc2Uv7o
Y/ugRe1ujMxDbPsXatObpluHMHTWBOpBhhv2jdSDiFULMxvtYlJEdCRKeibu+EmRcj7s2phoJo25
4YwiS4Px5EC4GRUj2AQqArSAle77gZjnvWXaD1OFTMFd96fdzYEXtedRVc/8RizjvdxWRvXk5axf
lWQ2Gf/uKbwZYKr3UJnbppNg4brwhJtoZ7SeyyfOcKLoxKVilF2/Lb/JgAvpEVExTuWxTYYHAZRn
jwFKUFhMBEVzUiiI2SUvHriam9b0WbM5T+WEUmdw/+psf8Nmxl6n1baqZLaCwLru9W5bMeGvZ2vr
NdVzW0bvQ/MUQTviiX0hkchOGOsLb4O16EQK32/HuisTJMXyBWtT7QUkB3aJp5H/bvfgaBIre6ut
dL98XRrqFeCly+Byx2sTkzfruZm0Cs5OsR00aWy8kWh7fSAc2jUR/nvhholpsy5qfXlBUHHk68Fl
/T3FJzeOD2Xp0xBHDNeqeI/NLKD1OEQm495aLwkgsPyd3ZJmasSX3FLtr5L4Pw+AC5Ott340Nm0h
PkelPoZGnVGSjaL+oZr+FWuiSh8uuUBXYPPbyR5/EfR3mL0vy3XfQymx8ucvxDQwIlNfyhqvGtU1
1MWzbKodQIl9pcqf5qTfe8O4OA0FS9eQssYWx3Cn52L0XshGZJMdGR9ulALgMuGddmwQn/E1w8ar
bhT0y1zPXA3mhPUCHXaRvdh9tpe3quFynUOsELk5od0mpFQrECo22Toi3Yz6FjcGok7ehqTdhs1d
M/K7CnlSsJMy11oMwq6NYWH0b/kRcCumnI7XqWtPVoT8wWEhBSZLe/TV8kIa97ozjghRsISkJC6k
F+TUmwocnV5HD0IM+TBI+M696cWb87Or0GwR2Zcg7rQ7+0oo+9Gaq5teT7fGcHPActq+BRJVw7gT
tGEOkzpHs8+MBt57m8W5A+BysAueHBMffvzZpfpTUqzciSBLF6NsYlsPR+s+WPGcOIQW8+Vv3bRO
TGFBo+EXnMcr3+mZyCjA2gTeiPwL4feVNQjyy/p3Or40Ir/Xes7UwMAy9NrqatcMFHqEgEGv/q6i
GgGYuPtO9Kq56hC7pFTm/rHseNJ6ARWnxmNLhprOnZrl+b0hTzACQICkyENOMX1C9vpzZBaZhVtf
fSoNuoAnf+ht4Cxw20UGFsUb3cH0XqrTNJQ/ddPeTtgYm169ELos0+zmMwPWXQIMFe1Wnh9IA38q
CTKhYXzl7/qXsMMnh7xihIa+N365bf0WccDNqbMpobw1mfPdSqhIs+G99rn1ihT122+1n1EL1skt
ERzoQen75wQspjP8iox8x9aDhoGHJbKTT6hdP1qP4k1a17xFOJzLDzt8KZRY0DXNrumtw1hHF6h3
p6ofoD5DeUb8xWs/5eqpNPFpiukvAwfsyq3192JkPpXaSwUMy8EVH23rgZjAZaj5UHa0Y1HZHwMZ
opxpcFr7a5dChsg+Oy35UfAzCf30uSvlJvH182SVPQE5xa4jMUbT6dHt7pkDg70BsmitGjd+VRw1
Z7w7aYO5Ue6UWe/1dtolNBZMp5flx3OSyENiiV1kTBegEBfJ7tnuAMcVq2Lmrziv3ISWyNCWY3Hv
9jUZv+BRR02d8P66VwaNN1hx8HlEw0oxJvh+it/iGuNnlbFUApz03Rho1HrrBo/Bom23AjsbQZtT
LZFCuhde4bAbhBnC6ZrnyFRsH5qONn4jl32rsBrsIsTo6PsKZiTD01QQ5Vqn2kvDtbkK8+oyIZyr
dXOLgvZtrniqJ/LqiljfNpM8lMIh+POpSuqn1DZJXaqKT1SrWzdpaNoQZ5McQ/wfaGb9MfgMncya
tM3m3R/Lp9psagZfBZ0p2zVYJdXKmmLcTAMOSW3PRA4IJLzUjumEnjAiHKuh3Wmt+hKl84RDcC7E
tYizW05Um6PpO9EOt6LXbrkNlFqojUhpjcY6sNNXayhfC6c6TW5/JlQ8wGtPeHjx4aNsSHLxbFWj
B5znUs24yobQaFZmnWAkS2iJSnszjV2QL4VeHc67kjbQcvYth4mDu8Vwyh3jnIBQG5NczjpvP3BM
j7jJo9F6sNS7N27xIfObFrM6t7hx6f50qAN45/aLr78zPwS+7hKOieIZMXVnizrgmMjmQ++Tl2ol
kQFEnBH96F4YPV7neHntS/WGj23TxOrLc6ILBTCV1pCuQe4WvfME5qndLP+vQp/OkilFMSHybmPt
ySAm3S2/m6jbJOafB98doj2FEz+VrAkG2/qt09FGYfcX4ZPHQplBShi54U/vuOuekAHvOi4KUZxG
o994ev07grHDNl/gYJ7fkdVeRnMmSBlbrtnfHcflc9MqkmxHvM4yWrvjeF5+XnVXfvZO/+Yb7Veu
sisajV2VZbsOQUNcPYwK5J6nM1NzpuZSTN+ZFf0Vk1vaAhzDY4iDqEEM6JvdI0xpha05iYNQkQBJ
jciKHa5lwe+e6KIcC4hea4a3SHPBrIZPwmiPXpK4q2SsWYuV5XPbsOJZ2/i1ARESkOB2yFlGEqWs
ItuLeKuYZGPCc0gr7lgrFhCKAwJzeQSYbs71loFKvK7t7gL1SSeonfBpGvTnxPpS9nCjc6VgytCl
u9NTBqXAL55LhQYs7eePpkcNDJV7p0cRUM/ihoLjszVAV5Avi5Y4/07Zx43d7wgTEgf4W9Y7VmBm
bMUIPd0Nps+7IZib1h0cHAJIT03IXKFDqbBq6OpRjfsBdpRrZ0G3a8mbKhVJ4DzLLF1p0EkhRP3c
e0fkI+B4iH5n6kxVVyL6rp29OzPdLktqrIT6yPS8v7K2YAbWGqgC5571dKiz06wDR1AZ2ahELFP6
dwRqzO1AkazUTD5BTQu/TcFmIYcNWedNRcSpNh3oAFZe0Lfs1v2M7Ft2Yc9jaQDI8yK5sVHndA4C
USWjFzqCn7OEwFOrpDl0PSNzeNBrd1lymZ6ML4bE8Sxqi4AR/x6K2tgNlrnItG9w3TPofdpb7RP7
rqLoZdbGuxUWb6HtVvzYUxWYY6ex6YWDnlTpuMsyAPeZIaibC38Vk54hXF9uHNF4oEjUG4m4fqBP
7rtRQiqMi/HQcG81lvNha6CiFa1eTC0HBSRCdopaRNM7Qq6TNjC6nugy+AV5pGPBBFDPVqUoiVHG
o4a6ZYeohk8onraM2dsruc9IX3xZHxp0Qq8lJgJb/CChCMnHurPc1wZfGpZZb1+4/AjhOuqGpuE0
JgghRVBoO2ffXSQlyw4n8mnGC5TRDA2W6KwIk32Z/JAVUKMp73BTmAb1W2WhARL2Osnrg5mBpY80
kCTQBM/JhPpQSew/vvIIMEjCL3ugPI3iCnmaIidO4ofsRh4lM7Vg8jk9uLQex609RtipHRjCZfrM
+v930s/7KvPJVnD46zWY+6vMuctm/CsHyb6y3/OypAMoZ7jHr1pivZXSwIlqa89qeZKbhrVIu2TK
AnkrV1npGRsYNzi5HYYbhQ7myEW5ycPWzAN6Ca6nvJMBnaocgYRmzT1JzBeY3W+4GyLr3vwPd2e2
HDeSbdkvQhlmB8za+iHmmbOk1AuMlJiYJ8fsX98LUFZRUlVn3edraYaMABkUIoBwuJ+z99qqOouq
uKsKDxsxl6zTk4iATO2PyfC+K3s/S/1dWCGQyYKJ2f9Rldk7oJPNzOfu6KqCxgJoASbxUzWgMNCc
6diZ9rlq6zducVd9wDNi6KxwbTk0wP/ltTRMpuDfDEDB9r3yqjewzJvO0zDv9AxMYFL2adA8sr7O
WUFlnzoxlw4rUF5+RGqwYX3PKvphEDahXWrWNmaS4Bwyr9oWKAP1CP9CSOgNpyDnC5z75nGk6QBf
eT+M4rm3+z8C0hwjECmqSo+26xwxdQGtdKnHaQgCISuvuGJuwxytRsPwYLYl04TxO8sqWlcd8N20
2KQlLfVhhtsT2f6H4fdHTw2bQTcehyT+ji9zHU71U5hYb6acrkmQMtcqxm/66BxSb/hkARjt0GxT
HXrRB+4+vvymlZ+t3gZGwp23QeO+tvkmU5LWVi0Fux1XY9SG1GVRyXmsLuoUtw93RQK7yUAwtTcR
6qcmqR6RYUESmFlE440m12eXauFKueN7FMmHmKrf4D3SQ9kQ6rDTNRlzu5BP4Zg9m3l3ZwTgRZLo
AaHf2ZmJL+QOHqkw96wSARRSry4QmgNoR3GH75JWiAt9RBXfsdUeAL6cWCVtZue89MlHKN1ZHp69
hszv13bgPAzpsB97Iop1gH2ge0Z3eM/c9A8naL+QznnXakQoYmt6wh6Tusn3qXgPEwoaBfNGm3xe
VzhnkRtXzXeBcGkrosfD1Th1N2mgCZ7UdMjk+GrMWX9k5gHhh3td6QlMud57amIsJ6ICi8pSa9ZM
mZTr6cegeZfDNYSssSZ1+4wtesTTVr1rMdHQ9BSlMm9EYD3ErfjD7/2XwM32ysFlB4IFae7AZATt
/6jl9x6Wd/QY7aewpqWYgFd/CfPxLhG9tyZN5eAqhETdWL7D7zmSJH7fF9MWcTpdWdIRyV4AkQmK
kS5FHFPtReIR6KI/LRtfppAr/vVUm5/+tu+3p7+9bHnFjz8QN/t0smg95R5TUfcpTkpjh2mYMOC6
F1Ac8+LkE2MEAxVMq2upxyKBfWlnXnEy583y6GPzP9gHkhRkTkBZRAxxemz7sDxNkXI3yAIAjRVF
dfJUUP7YLE+JvWqPQr1IvevbcxLilcn0kj/gYcHbOFFurvSAoAD0gRbrkvlw7TH31HZ5iCo9gPg4
71WtcRfYHo5sL2ZQ9lGGn5YNIYn/fAQUoXQDyACZ3+71qj56QIPAZM6H+ePhjJI7Lc9nOjYFO1SX
6LPWTOHkaQxLeSJc4a/Nsm95uvxAeGHPef/Xj5v5kcggAHK/GNal7ZWkCcw7K9Izxx4VlB9XJzpo
1am1TW5s+oDCII3qE+3U+rQ8+tgs+3KtxiPdvXlVfw/59XtGouORjDAIRd7sW6AcJ6z4TdG+uVki
JSykjdptPITFxj5gW2EpSvEt02e9TUOtyhze09YbWKWy8Vj3ZE0JHteYpg3xa9tJMUxaThFsgPRL
wJdGcAy94q6Pq+kkbZBSUmdwnfpbKkccr45AKsv3Z3SqjRFyE2S1TBSR81nvp+zUswhIlFPeBPb1
tdn0+PRL4l9C96iRQaOL+mSNHtazbphu3qgevWRITyb5GOeoDE/6VL/JJKoPfRGkrK1XSTMgMMRN
emvt2mdEdc90GUrIJWKLtOsoEEQSZ27wz5hlydeNk1nmebIL6VwyJ8UMG3oaMl+c6G7e5FQ+TATy
g/5gDVB5ekdejRLViCrdIyDL8sg8fPXiBmiq9LDHB9Vat960rNvUhnz7rRHkjHunrOpPkafxlpd0
txw3Vl7YV7zp7p4L+z5uR+8oDGxsqQmFu7Ig+I5fDZ8yileZ743Z5teiZP6uaL508KUF/0+8MaBa
MPGpQhvd9JFkpPab12EErQVeu7jTGlXcKTDSneOseqn6jUd1Mel1khZczsrMD19beouGKs2LWyRE
ftO1Z7pL49VR6M6iKqOlQrkN4dq46w1JeFFriitoFFJJbc57XDyaYS0oZdXTxT34nv4nYYFrRYtt
5dY+nG1TwXGTFZ5CbkxMVXO1SWuWEtQB8q2B7QnV/XQz4KBO5K5c4vlI6D1pdOeY3hg6pCfMIN1+
dEPOCtYhJO6kaJihn93S3vzC/U4/UKZ7ZgKy1eeTSEcJpQkNlZyeHL8VFVxZae1a22Xfjx8vPyFR
PQJFXfLBnFV8KCo4fvmQf8bg9L1z1aXMa+auSflky5ESmryRtnvCoPsyjmvCdV+hg7/rXfI85eE1
zScUFfV5GI3nmCytVWsbn0orJdbBr74Kc6B8QzAcLY7HQaETzzOCTTT94rTMFA13uJQ0YA6amMGd
pwqIY1Mwz0tIq4gg8wDRxltKBkes94Sjif6zXZqHHtH+JiNbYNUGzRYLubV2A+apQvMf6zAbSSyJ
7HXh4aeyjf6ZYIitNnoPQwz8aBqmewxEuKbME8vblTVLJr3W+TQEw9Wb0j8GzWaaysITLuG9kSOd
McCgHGhtMy0ZfTwZdbQaksZeOVZ1l4srEl/0FpveJ3pApvFTFQdIbilb9YIQGavAUETx+9uATWgl
cv1rV1V7hMI+bDyrB0Rz9jyIlIGy/nRY25FmDL3eCcfHAM8LCveSSh9YGJe5g+FiIgjFGtvBDjvT
eB5S5SFO7790rvVoq0cVcdlEEu+VZmaXBL/YOhuDtUkuX9WXuDRiGMnaTc/bkYHQprpSlxhPtM9B
RefVJNoIe0l5kI56DQK+TmkvHz3D3g7Jo+PcGPGf/ZZM3UQUL5PMN9pkXeoaKkDnuA+eER2rNvlm
G/e4iCeK5PQsSq/9WqD4SEsXu49g6deN70VV+kfCM7V7bYxQW3e01HTTPBslHvyQHMEwSDcO6zw0
IMmdghu4IdgIK/C0Hx3zoifMKBvz2NEIGwujWzUQeIaywHQ4Ym2xWORYscFFWSqkGbpaR/FwLVFH
Mosj3R2cXZan9ZYCBXCivH4Xof0mBPr9jl6l3lnUJBP/aWri8RA5MMxk4RjnOnztI8P83KHRJPbu
lAsRHuNutDYTnAVDu9XMz6oSBYot6+9ZbTBM96eyiv40DMZ9oUNHldm9z+SsB0XXTeEcIQYSTQT6
SpYsoLUIkrrkDhw16jRPJRs8OBP8c8oUcbl1ZWes5UglIp6a18RrqdRXgF+wCHF50SEPv3uNW5wF
2FGWfKSGh+7sPaCcsDIn7yAghRxY7RaPsqleUEy99XbynnTfLRvaY29OwcZV4YFx18biz5QTjqJZ
oFoeWfHTDxhf8BZNsx5WUDtr290rNvxuh6MDI5GtthNw9XXbjndGNBKt7dJ8JMKq2sBOdS7Oa6RZ
auewouR031Wh4cBENt7rSN25cW4eCxdrQoK8taBDv5KRr28VFu2t31IrdDFHjxQ9oqmC7I/+cAVT
095EVgXHO7I7jqcZNzn4cWgV9UPG0nOrmXLmTtKfkWLa+lrzzeyLfahl6llTyZERKTqFBlYOkAz7
UDeeIoc5M9b8EbpfgJO1qw9RazN/y4r3UUvhEyUTy2FGNkq67jVxkOiUwQXS5Q0AMso3P6My1kib
3hnaL4CHQC/k127S/b1byQfKsj4wNOMupiklnegxSzFPWXQqtoQOoNqVBypD3i0Uc4J5W+nHJCI7
DWFYfvArJi6eg2GhzEow8uOcXNb9Oef55kPR87fhWLrmpQum5FPW3UUkOoZj/1yjPWCiJjf9oAdb
GUAlTYJ7qizejtgBqs/ttGa0sfc9c+NVEBpvUgNemBvzaqF230sqwFiBxbAdiQciROu73qLJ7DsN
O31K8lyN6ciCSGkXtreKWzSOUMJOLHuyFewzfVcXx5R3tpatD83UM4KzFr4XjUBe5wHgoTFmnvFR
AnEe6TeRGOhdI0/3rtMMTB9ssdZVYG/LPE4PuiMmWsWWdtAFLJ3Qq5NVW+jwhApqNRUnUTRXcwa9
JmEP5rLP9pAVMewOEl8KfOKs67QT5jt31dhIuXrCLIpd7iZyI1qOPtXiBOlBmJ8G0j41Jz7/2DPv
xjfDKiB6tiCFrQu969YB4rCzK2tuVWHVkB8k688/nqI52UvbGEjYHGyicVyai/PkbwrpWKTReXnk
UkQ+9E6ynRxQKSSAIOFcHipJwZlAj3xjFUThKBi4y/5lI/qg3CVF94Vn7UEfIjQaenZuQqQR0fwo
9li6tLl1nKin8hUsjjpW93PVQIoifwkTSKBY2reuS56mcKut2WHZE9iCCexUX4HaFQxbYJkZ3M8R
JK4tJ+hS8e7POCqKMxFBAyBw7fOyKyVCYI2ypFjXLcjs49Dk8bHWnK3bmP4Bb9cONXNzXjb9EOjr
sXKA7/rdwXQbbSOky+g1U5+HDB9cRhlkA6GWUhUE0WIiBp4zjh5QQ4aFlWCVJPmwwVqB07PvStyP
TDE6hkCu6/zNCKXGrQubfezdOjnSXAStvALjZW9SPW3OyB2JgpJIBSB+dxtHR4kXQ5E4W2EZc4zJ
N5atXA+oSM8Dy5N1MdK4SGaWizFSMAG3eq7sqTpTW6jOrd6h6KhIf4DxwFRixhT3lV5vqC74VB67
+mzil9+DeL7gTKnPXR7Kc+E0pLw04Ty6hDRClp0iKTZcUhTBY79g5S7k1itq7hhTdE49oPL28g9C
pROwicuZVtPPH0I40jDomvhahwSXSKgHy7EnlJ/Oy6M25t7aJUyimknegZuNH+SMSzfkNzPU1dGn
55uZsdyXvTi2JQAGvR7OkW0TYFAxn9FUd9fmHECsj19MWvCb2pMXvEFkceq9O9+2v5K/wWBVOymK
FKZzk+m+8kHv1NBlV9raYB7gN6ITCjU843NEFvVJqLBBCKF2GEiIoA+PSTDe2Q/2YzAw15v8eh9H
7lerbz4lOUJoDVZ5XiG57BX0OjJnUKwnyQ9L+f9WF4M156D/nYvh8yverSJsy+JntNVfL/sn2spw
/+HDkgTC56FvdGxs9P+kW5n2P4TFIOQZJnaCv8BWtv8PXTdtqhMe9D62OBH+8jTYzj+gccwMCcMU
gEk5uv/7f34JrG9+e/4zDmih3P2EA0Jx4s5QObi6Bl4iXBa/WhoUrZZOQ2n0kOqzFkWm07Fpw2NL
DW0ddnOGI/Jm22O+3eKj2YP8ORe6Xu4WZH1TeTVBvj7zxU6/zovpnz7J/wArMn/FD9jz0fk+7FU8
orbLBzRbR38yXITOaGeCucGDaxD0p0r7mvkaZiJPc45xZjyUdvDo0L1cFWXSgZRBrCOAdh5QTNoQ
Mrx4m4aUvVDGo9Vykkug4ALQY2DGagzRXRfEuxyLcKncHk9x8PZfDv9Xv8hfh2+h4CNCG5/KzEf7
+fAlCNRBlob9oPyx+gOuUXKrVVKvU1FV60ohjQsR3t1HOo09quJgoO5bAzimK6KLFdkxHIMMh7dX
3ESJE19jUe21xouPhWrGkG6KPEDZbtbyiKjicRn9mVnA7c+TjcX4dsm17OG/vKdf3brzexKmbRq6
R2YI1+Dv78m04rDwk8x64EJHsNnoYt1LgfBhCCnO45AXkUEQLNfHrko97wBWUjs5RjRdRjsY9rFX
v3jjVDPrtXDs18bN9p7NGG0uPn2EInPCRkifbfTDdvv3h77QLn+91jl0vjs23yi+VdZvV1NRFQF3
Md98wGW/xjyTPE7GfpgX4FkeB2uBEe+MJpCl8JReqcWPX1HrUaHa4UXtD0Q2+NtSMocdwdbuwEfR
2U5hmMJNX9e8hbOWmFetp7g8CVygJmCEO48eAqGI8Bhtv9kIgTIkiVOf7HCR7bg2iEmxI0W3zQTE
ajTjts2JhKljRTkBIg3gwTLeawPmWWHd0QzBNGRjClYBThXSNZj3w2/oKGYc6ym8MZr712WTJhtB
a2jvuKhbiWa8AhaKj06stTuDRZsdkIk4hOX01ceMuvKGGEhA2V0xNWRbhopx34DuwORg0NzQ2/5u
eQTr6z5NMJQuSBIYN+VNrwM0C/7eQ2UB/NhdDW767CpQ6HJMja1m2O1qSmR9HBudVrhWfadr7h+Z
GHwxi3BYKQpvD5FRHZy8kYe/P9/mf7pUoXs6zMcdA0nRb2Bkb0B3OYrIfNDM7tIL+DSZJyXqYMKn
O5BsEJtvg2V7RxTzLxFmn21KhXdVhmW4VmZgXCN6yJ2vrY1UqkvWGQ+DhoiaQg2KaAJWpX8FH+F/
/i+H/SvV4sc3DJOZj1SXIZn//zpq0MkXyehI40FxJ2fgjh7RA9xRVs3pKeSsJwpzXvDhyfeEV1zt
qDnFWvrU+K8w38yzq8Ofpn5wGHDUHRugu5oNzdOqUchMURfv//5wjf/wKVsGeESBn4Bh4fcxuqcj
ndY4JB8godb3+tRglEm/xkN2YQnarT2mWLAgPChENuFxBUkuYfISp157/PsDsX5DNM4jkwUjRNie
ztH8G+w2oObBrYmz1BX9U50a9kV+zqIErgTW6UjXuk95/0daFvZTrNJraI6ggwbTvFs+yqkhlHUa
spucw0gVcNRwremJeaxqKFSyMZxNnAA414gLI27k0OMIPppx/9inNpyVejoNgeHvwsAAK4x46qJp
xXTC+vxlSWf/+7f6G7t2uUQsS7eZUhjCsf5tJDOhefl02PSHZoy/2d2QnAfACug38JFgKXicI9bc
0nvQtDrZkpWYfU1c64phh8ZWTHWArnm3nzwlj5Ewz9R+yfuigb9HMq9tCA0MV39/wO6/38gh7Nrz
PYP/hGPO5+6nGzlNQoKbrd58kA3JZWYe93sG6b0S3TcaHuIO+Ca04YzecycQmHUUcc65TOxjY5lg
a5x7I1LG1i7Hb47XexcDs9nG8cqv2Ef7NTdgmuMUno+RmdwNitYddhML/d1nF5fPQUc6f0rLqFoV
/AsHMICnyEfxkVdNtJM64oLeEJCU8im/IEqx/LCkgjU+prrpXfAX+VsvwWmjjSKnTLcrlNfDzupn
N7l3l4zA7PTCvC+a0PlTQ0tfxJXxoAGwsJIuPJWJ8WT4ofWSj5pcGSbMFqcpqVVCLQpcSzvlEYHN
85vCRtLv/v5zt+ex4rdbnsAky8eAA9xnQPn1c08yVEfe5BsPPrlzak1Q6yN9sfKsBEUQF7ndo+b3
A2EHZXaZJlT20TAd3ZIUol7L5SHX7WDXNfZJecbeLrRbh0cFFBIN14RexDGpI8oD5XSuwpcO4Epg
4eap6q6irYeGImiZGxaT/RQWrr/rk+Qu1Qr32fOIUivMs7I68+qR6YPshoqwmRJbj4YLH1/2RLce
lXlr7/KoK3Yj90EKwaLa0tjwj2Ypu/9yhRqzd/f3T8qycRnr4BptR//tk9JG6hhuYBsPY0VuGgTF
Fd68Lym9EwxXhk0KCPQW1k31OohzNBe06aIuH4iQHJHBBRi0rGq6EiI1bf7+HLq/zyJd6i3IWH0L
8rzuwfL+9RzmbQj9K52ah6FiRUpvqrnH8AwGL32hKuRdpNAuI1ljBKjFcmO4WbEPaihxngtqf7l8
KyvtD8g8nRW2KOsqPWopcdejygz8K00qsmTntrNtVtrObqEmpDD6Nm2HjqOwDjjp9MfB+jy43Be1
QUF1rFzaeqJ9he01HI1gVWgKPiOsuW1pzzok8P4TbhtYGVWGHJYUvGa++C23WOt9Za3zGKddEHWr
NgZzRtUWzbidQvGger/Dlj+imrM2lmFMtzR9TajMwS9CWsrQzNwDuBiGv5Ta2a738Hf0FYY7Pxzk
OvJJJ2xCoDYOasetFZfwEZE0rv/+lJi+DVn4l8uF5ZLOF4rsddu0hev9NqApL/VFHU/hA/XK8pZr
qkcFkok1SUxiXWoXx6m/x8HYkuM0ecc2iU++VUTPrdIkpD2as5F480aZ3pypmzWdQqkN3VemjYZ+
FEKiNxtgWNCdAPSQuG9ZA4tLJH2wnfxBv4H62nVtmtIx+aNta+MxDcaXtndhMZb3iZ/e6T2ZMHxg
+j5K5Dcwt3sMjAgXgPBEj0NvukjXtVNqhRhrEmSHmEBGWBU7j6805fy4QyDIW+ptg7kqmEsgKPqG
O05y7pIk3IzZo4izbKMiZkm96x9cDwEoHgSYSJTRXW8q9rokpzsfbYIdCjFciFkZ6TjNj8zuYcyJ
KQpG4qDjILgY8JD0dEzvHPJYUNbUVGslcLWMMg0VHsRferFF/GEcwtR89BWKQyy6EEILGG+bFgCX
MQh5SOjij9Ivt2rW7kpamRRJIcfQbFllEGXvwsij5JJQNxRJgxnX0el8N0mzadGobrjQSaJ1RpLT
y4m8TCa9tzr7MknDOHYF3nTV6OHWHc1TX2vTxa9ox9DvakgHO0hEPA+BR6y0kXTJbfJK/M4BjQpr
zL+pLp0O+Cd5nwQajnZ30RyOhnwLilN3VhzVawpnxqa36MSPgmJdTrjDdjS8NQkY74k5ZGd9aG55
n+mopoJxI7sJHrnWPQBNprrW8e1Fk/DdoHO4x2WnXdWAFjjQ+1vS+9Z93yZfG0u9Fl4R7ZI0c9El
TyvuGcax98gek8EXWtzqPia/HbpgvJEA4LZEB+y0qikPNWlTO6dsvtOpRvEkkGfJ3tOfZVsey0ZX
Z04bYjWvRFUwGQfLsULgqGBqNKqDSaVmHRPWMvws9xVfFZwNfos1hvVPsPeL6EIc2rtnlB61hCa5
ZsakuIFbzS4KYP4GU9zcMulvVN7JI0Tj/Ix0dks5o4agwP3Wr/GuqWbIr0HVXLsYZY6OIONBNC4t
IAQOfcHbcuN2uvMyk8htzIq7OCYttHSoKIohl+ipO3fTB6zCQsSkukGjP/uzzPiCjZnwDwaYMJ9j
DphylfhPrxOB7pvOsWEEoDQkxZkZOAMyscea5Z5bt4dZLf1x3iXvIhU2d3amINJYJh/rXD+WWRWi
FrCrTWS7XGr6+MnmVRdNnzOglOZRGOf9z4q+xkeYrmz9fmat3iNDGu4Tsk5y2lMtHxKqLFgEOTLD
HAn9OoW4dINfe2pL27nk0VwmRBXgCAXte3TvjKyv90RNzO0sDSSPp6q1KywK1NL/BhVunfXWV4hQ
RGwmaPU2Y9uhquHK3xKwrE5Iohhro/ZdtMl48+eNILZqVXsUhVjbiXMQBekeLs53WtbhvWqH9qiZ
wX1JBVvDqESCe3OVMgivsYuZvfMlovpIfiLp0XxyQ/McaZO6xfoeoAfwJYt+qsZl+xYr9X0KNLEv
VY4otfX7i6oMZAOMlIYhx3PlvEQVa6FU0d3LiQ23fSXul7lMmMR3zajFNyzZtzAKokNY5cE+TGnh
UspgftfXNgHLibuNmr48DUDSazcQ97BIKbyS+FaP0RPBe3SkXchtlvriRFNNCVtgl+1qCKq9KJ/R
xVaJWDF8GXeMU9GmqxLMCNRtBSGwO5FikXXzfE1TgJf1ozyQGPketYZ17MDsWCVki8aHHg/w8EWL
FFw9cCM4FBzy2TuWdKefHrJ65/l+pI92YjVbn/q4q08si6ofT81mRKK7/MRL/DtGZbWzZ82PU3iK
lt/IWP3juQ6EIojx6/uVW55qc/xrE43a1RSN2I0aH2s3K5E+NtI/6TGWTlHYXB8jo+xWeOb3AK3h
ybaYF7kiaDcpfYVTPG9EqKYTwtvZL9QfagNtN7e7UzT0/d4082MSahPiif71x26yJCPXTPdVW8By
nDe5FbQnUtZNKiaQSbI6pzNsBxvBkv4Qj+NEA1/rmtOyiQyrOWk6GwAT39x8kDs0GXQY/WbamqU+
kSmTvYR2+IKeWyIqQBXgF3m2xVZanKD7cwOKEIRavYFzreDLomSvryo1gZ9joAbVhwV/QMFGw6Jv
2pI3mf61+e2pGug6KA1BE8RHQvpwRhA9XHwytaFgcoAobdko0Vc/Hi1PsdnZ2GOTtY/yiGUkG+7F
1Wl5ujwKB4uuwvI8GcudNIAQWKK4k6PxlKDsP2ogqdYiw6sKfnna0OOn2Wv6m85N8Vy45bNhUwft
w44GXTrd6zHtOc1rz5KM7q0w3vXKhdyMTNvSHVC+ojfWqefCTagVcsuwDjaj7SJirgco0KBavCHB
z+4/t60Eu4U+bosw4hW50F4NyEoZK8cV8eMgv/DxCjcAHlMFhAo6GJgmnH6gCovVUANSFNQrToPU
/9R87dU3gXdrgq9nxAo3hfEvkwGYSngYG+JHwn7YCqY4F7KSi6NTRkev5t6f2UZNMO9rocW7gSRq
ullIQhqCeNeo9i4wDpe1erY2Mu0JtXSKkq2lnBlWzgYMV7+erOZMaehQzILELB98PHrEvZzSecPt
6+iHstkvuxKtRss4/97yaNn38bs/Xvv//fHHX3Ci2TbWaxGN+V//zRy8A6Kqf/0zVQ1306f59NPf
TpffMdHD7g1k69U08ZKPP17Ns6Igqt9RJJhqu/ygZHhSQChazohirbf8heUnH69bDmV5moaVyZyf
lhK50BtHJh06/nGXJHxDgNASlKKxQPKgsCVJsNdGi3a2GpDB+gGSJ8iO3WnZAIbGogOPG6tSy4A/
GeAf+hZEiFcTm26YM0mc5aUj9LMOTHaT+lj4qJVTDKvMb1ESu0d4oM6pAPRzSgcMT2SK+9hc2+hp
WPQ9y4+XTcc66OQJP10TWwjkp7BiiI/zq7kLOqcpSc4ySdR++b1l17JZnkIatw8aAIJm/iPLfifz
/npUZZj4eh1y98cLmMmjS2C1vM4rVCAOmtbE09pjnrYK3yY3z4AOm7nO1JwwqJwDnsMheHJyx9tS
fipPQei0ipR4HhY5yrp1U3kxw9q8Y9kMrl7p20WsWlazRr62/M2ip/0Q1X48jVDVckOwuXQ/dnqz
+vbj6cfrlt/+eLo8GsMm22JLYPQZdAWaW5gUERY9bgqtS81z9ueQ7JudSQ/gZ/HrooAtatf9eedE
+uQPbezy49+eLvuAcSAO/peGNpwib1p/PP9PL2E60AOhQwMfddQ6fvx2npf+Xw+VNXIUH69s4rTd
IzY6OshZLHKSDj8pdz9+7eMf/RDyfuz77feWbtjHvp/e+PKT5XUfP8YFoG2VdfWt6l5SPm0JaJ/f
8thR4KzWyy9WgWraJ33+xII8zfPD8slU4Anzg9JxjOTCOSzn7OOMLk/91mQBRmIb2x+Pl90fv7o8
Wk5vXPahosgyv6DvDW1aFyJXeyuJD71O+/cwKL/aNgiJahbi3Tz+kDWAw2m5AkZlJs2XcR4P/WXo
cCWrI6MeWPhgJHGKIj+mDZOnJaF72cjGMzP0mgTfLpvAAUOtNZGzqgwkEkI5rDAY+5Y/Gs13VMc0
QuoSwTnDR7Vy4PPGOiEGy6e6nBfJxHcHBvQZOnt/DOYZjDmfYNW+ZDGMv39dch8f/7Lvp1NULZfp
j0/942GQVlw2cdd9Je7imwA+enKcuDxPJZJ+1XkVsh1RPHRjcB6RRONZccbHMk0ReFSsuHRvh8bX
28VJJfYubNE14i6MKumQboXoom3Vts2+97Eol0wl8VgoeaUFcR1rs/7s3AOHtS5e8RAYTnhEQX0M
EQ6vVRmGqy4y3pTR2Le61J+doY+PZov1VpdnP7cfUA6YBwotbzHMK2eaA/Gyrc0QzD2PLlFTy21p
1u417qJnJRGDigx/11Ajaq29t5LBiijIhNRKlIVbLeZeP8b+11riDQUzBYoV+uNRn7RzFlSUxlz9
K0kVLqq2ROETN/5A4YJCDf9KZ+YaXHvgZCl2PtkVwzrQg3FXDCzoNXt6JegYshVaSQwCYO51Fk90
mEzmBj6AqwYVuZUKiFtWOTMcx2+KBjCkD83fI2oI75GsobpAwiofknD65LilAH8tviO/mAjT6PxD
gPABOSBC1SKMH0Wj6n3VJ7O1ut3SHMaeMavcrKlED5cPzqvZUzCzDBXumzA+DnwZ7sKSahXi0H5X
x+XVT/TPzmQ73GIDfx3nCCz42G/F5HVELRbftEIvrn01ksNSJAfqoPcMSKRqKxeFe5zdksTtjzhS
HuAh589dj5XIse230Zz0TzI76JYDvUkTYkfYebnxzGnfYS1h7tInxEaG22FKuRUmM04HPO2a8/FN
4ZTv/co5zzQbRHjpju7Qn3lJnTLVc3etN4WxdlDqrk45faBLjovxEwjjtYZVq5HeaxbCKQvNzjwY
4N73EEjBA3SX1GVQcIymvjebiciFhkzrxvAvNfgsr9Vw24Kv2dZlf9dP6PeEMZJZEMmDg3lIE073
YLYjJRQLrWOde+k5bOOGSy1hoceNTvPETdlBeMT5EdAdCo11hE+1fWg7Up+7npCYrK8+hb0ggLtE
6tQHwKEmaoi6U5GNEZDy6/UENoyD9rU7kITyANPav2QRkkY9j/pzbLxpGto5eIjovxvUyLZq/XXg
1s7Rcp29f9/76JI9iDhxdfMpYm8hOzbfcz+Mb4lvfKJ/wwyWFfrOMAbMt/gHRsI29Qn3lZVLcr6k
eIoqi6zkV0XL+VPrv5nV9DjFBXbY2P5q1fZ4H44BSqJputLCy2+OQMnPXKU/ynLU1xOWYzlK58ms
02tmyuTS6OM3NHYoTLvIvU4aMqxuoI/kAyJQNNefPS3bDnoyYkdL5aFoyk+D5VVH1qdHRBH6PrZG
8LQT/Yu4P1b0TdyykOfewLNrmglHxwe8koE9R5ipl6TK5HOK5DQwx/vU2pG93YA5ideydE9a7GSU
iumKGplgioROH3PAuJexre9p2oyombNwRfa0fvEg1e3LjP5BPavvfKR4hWOBhmJSINMW6y7Sk3Or
/M9jj1qajFS17k1EyzoO+M2kozi1Ats6M/FCSpqbycGorfUA+Tkw/h9357EcuZJm6VeZF0APHBrb
0DqCwaDKDYwpCOXQwgE8/Xxg3ba+1dU2ZbOdRbFS3CSDQcDxi3O+k3dLO0veR8Urp9sndbtu37UC
2o/Ry+CsufmfscUQXrob/pN8YxoBV7fegTIauu6O9ODZqA3mCfwWRmJpsm0hMQjSC5FuGN5LVGxR
2hCHrn3odMWXtgR7MJJHW5pOfEgllAzWrr8MvXj4QwNVBR5mWJKHYE/nJCvfC62+wEIbtnrArtUf
PvQ2JXYUKQ3kgzoAumgy+v4De1AJv/4U7yDAprMWaeu63pduh5h//BG7prkveuuHMjpn1yX9vbWT
LztN6t0g2ZvYqHllFq16etlHw4YaMehY77Px7sWVvu4HxwFQnE/PqmfCaOb8AEwH5DtdK4YF7QXy
6s51T4ZMjEdkequBdcDJroyOIDjfXWYaUtgRDPpxDPV9AZSxt8e3yaqadRk27cXu8wTPcuWvffcZ
T2F9wobCoD8aVkPSeyTt0AGOmhtuE+ZRs/QMA60i8kRqZ7tbWW1XPhuNx0gLIX/UqWzlxaI7ZdPP
Qo31k8e4rjPUM6Wcg5O03A6kgb6bDe59U54aM4meCfCKtiJKqkPV1CV5cip60cygf3J1BmETau9x
crqnfvwVG1b9U2ucalVWAEvalIuWaSQurkQZC9clqa3uQ5gIZVo+jS3PNE8So9PNiz5uiHrXTU99
a3WH7z8JTOSE5pD/SRNf7jC+w9GCvqkPOchgW9tNDTWUMcXRqkGLe0aXvo1Lvo6V9OU5TMDUKFtx
X3RZymg4TV5GCDc1obCQw+D9t8G394WYB+XXfBjy65DZ0BBjcjS5JpaNYxw7cG9HRKTNqmzH347d
XsZCwDUZ409Nr919mM/HNvbC9ThzNmuKSkqv2t9InB/LbkT00LXktWMidKFLHUy9sPeDp7lgU6uW
R6+lPcvUWRB8+JWPnXpFPXpIdfgMViDjeyNx4TZxuNWB393AhH+a0QiZss91lPOmfmifNJcloFNh
GOWg37J2oZW33G2FK515d8YzjKmo4exJ11IvjFa4fLUWQ7FtLuGgWwfyZ+ZaSX0ynNe3MqGF9yrl
n63ERzw0GQAr0+FSq6ewhIdhTnvFu0Cm1PQeOTW+Hj0qlxDXCBzBeQjShZFpwDuzxAn20hYp5YVG
LBUwa3ch0vQtlG3ARs/AsKCMZlNjJVuZOrvdMpixUA1MMyrVd8uSL72yKFYZsfoB9MQxVg71wPBI
bagVaYh5XqnwOtRMPxOHFwGtxMUzKHeAgLwtY2GGK7j8dOeT5Z246G635Y00s0x9mIBZgCiGf8Ka
zVzBnukJqAplZRudXP82hCg/jVw+FyGXch97/aoRHP+UMFwV43QVExBQ5LAsitzmOgm7WTvh8BrT
NTNBnuJH4HTnMAxsMArjtJ2geXmBtTMT/3dcDXKrA7HatgiI1onbXEjnqAG5kPzcWO6bbn1R1cmd
byh3lds5l0tX/mGZc7c7Q/9tajGDZN954+lVrtPRXQmU+E+ldF+iKZtgyjlzhjyJmI1ZUTP2qXe0
UgcUm1FpW9/FMqLZyt83QOXJP3nVq/ynW5ZrP26wocbYsUdr0hizBR0khMg/lU52FY5LXY96ZB2T
/rdrUjqNmlr6RCve+an7pDVz5RXIXRd06TYV3tNU5fWuncclhL2xZRMks0hJkrOCNhGFVsdY2IkW
UaYQQCQpjXKaOB9EX/3wogzDunSqkxL9CgFteNRb7FdpqvQd6Fh/qUITDiqmJTtX28BlgkGg9ZGV
4I5RNnMVa/qo/Kw4VhwGDeuYlegYwxUmZCa0bcGh6sw7VCJsQ7ZD+qPWUC2T4r5nWcW/HljYgUCE
NmwOS92f87iQ9EQWSuvkpXQJ5msxCKxbF6fx5Hu3cvDJGjX0jyGDYioFDxSXpWo+9CdKBRwuPPh2
pTv8rmxB+tqmVA5nNTbWY5X6N1SgV0MwbBGzjWByMZ5mRDVltnurkuKjFOkx7kptS6Yz/LQJxlHC
9m3bKF4OZVWCJqLt95HI7oQX9nuYbinQHe+Lgsc8ajX+19q3pv0g1N7h2XY1HFxJ8Gu3Xe/ljHDx
uTUsYCyti19sPb1C/zoMQ0DZ5DRE/dZVChXXZbo0Q5fQlC1b6RBuZCLlTn9A8ndxOgSfVvERm/pw
dxL9Kjvzg9AW/+r65Vvup+LQGkicjZJUhQRiCVtAwnE00R2LVJXrKEbqF5FEcsbpsTV5sCC37LML
WqxDNH/OjHTRJU7FyhePXpY7UwsyNm2Td2gjm9WX7uErAbE9djZBiW29TEa0c4gL8TlhQ9oK8BHY
TqcvZuP3KMp5swqyC10IpU7pgL8LxUehgjPlUXPwTAdjVDhddBL34nq49enJDbOPylLiZkR+CZSj
Kld2UUzXgZ/EojRxXngac3yzg+3WmlviSm5j63X7FPQN3DanktZZtK29HEJRQPbon2TiEPXgxGc/
kEDLUE1tpCgPoS8iBORetP2WZ4axBM+jRXLD+bpkXtKw5LBBUWK2xRLUl6t6LsZTbbj87E32N10C
wcrlMZpFBbBB3b2osfklvGJJgpdzAri/071m2ncO5ljeBVgR8ZTzmePV9zWOTHaVhlm5V7H6Qoa4
jQTOOZYvbPtZ1iwGg3V1TOAoAqljBfaiCttphQwHaCGr44ODehRol7hHi/A18rQTW5riEg4/QOaS
B80Q8oYgOlmFFc/77w8pYtdzlY1vKnW7HZVfdpqIacq8iv4sj7KlBRl9L8kMjayRuDPXfjTezB18
x4OEVNIXRGE7ZbCx0I2slaIH+V47FUZ/SEClQ2ioXv8aDUjNhOmrHQv+cCA8pWDLPiI3nezSP+X0
IyTZGdkq5WGDcdr7zcYf8oHTHasmfapwQh/DxMHskozH0XT5geu2drZ8RXRJBYhIDNrdUuMf+utm
p402KUk5tG8tj3YqKkBOaDTutv3Ogs/be2nkI8jVfxdTqdAG5dpGt+zm2HVRy7ai3GFkTNmIaYA4
gFivdIMksDlbx8wt5kI4LnZWLf0l6ZXpQvqgTRgBG3uCm1Jm+9htzWLUD5rrxzzd0mLd5ER9A5NQ
ZC/yLMi4uZaMbeQxh3O+HrPp5shMgy4Hy7Fmd5ODzFkIHyMo+gTUV+um73YsIsw3u/itT9RHY6FO
Ld3Ynjr8jWumOTbmvWWq8ZSmZJuVTGlaXc8wuOrDbYTo07YRBEkTdU8YWtaT7WtH5gvYlJL8LFtz
k4cZAeI6WT60hNFmgvi7jIIuWxpMXg9GonUEaALkF8i6NmGetcD247eGmeIZMga8o5AsNmZb8VpG
rk9WrZ4u0WGqreZSZxLqK/GnEM9GnIU7ViNsdQe1W40lW5sHJLJtfhMrFpyHMryRGHmF2+u/Dq1A
opzr4shzt10kpdcsYrpFHWHgIbcEJam0sK4hFFybrkQnZ3drtr7VJSOzddumZgLws8TgYSbDitBq
R2uNuzUmfwrFjjVs8gEqit2d/AxCsM2iDDe9+NIa3Ty7BO5NWK6uSqlmBfzvMHGVLofa63a5w/o8
nZfbUSDFRcvwihbRqWTlhRASshn7oeFQuL66RVNycJjPaJG6qsZ5KUvt7JgjbhRXkCji63vEHeO5
nZOb2yzszm4or1pV60tnbkjCyk4u2dS9TV20cXtCB1SPeQv+yiIARfWiOBL91okffd2y+O3dC8Sf
6oef9Zvakr8Mww/px43nytbiXRqgoiCfExyZ2WVPnUNFAnphE2hlsC58kLowfX2GFfkN+aW5DyC4
ubKM1hRjzSJpiZpymT0sUeskK7SUc8ugurhm5dnMLES3PxtDhSiqMNZuQMhTXQYWsywW56rOJ65I
Qkm+i5JEiOQQljPKEib/0JZEtUSIL6cYsWNpqgeRl3yHrPlZGAQGMYB4Mdr0EAwRjq/AA67bBduk
E5BVKywMTWvF7O/0T58Kyq5q3uO0fO/TVDt0tpHchckypFx7Fqlr35YEz6N5IQjb4X6F1dCH4U/L
TnvWjPeQ4+ISaflXNhpkb9KSeyku3iYCSj32CC6bLufcn6S+rGn1luxRtE0v40OYNICQcpWcvPGq
jdHMuhqDhROJaes1cIdy+ONerO1ZwZuomSZwqcGMDyvY2YOucwnVGynT0s4g1CcWLJysDXd0jlCS
G7VmlxdoVwP3KJZpax0menfUQeLZkLY9eQvbAXP0fMyq0bKWrRuV2K6q51SS99i7Z5MV/g6dd8bC
19r8Y76mN/fEp6KuS3+8jhPtQq3JZDPlwdtY1uU6NLwQPknZXKHP8TSKT1rjvn+PYKRLeAS52GKX
fpiFFOxwEQRhz+V2m6yBJWKvr5ow7Qhg/RPXtmScqqxb3ve/7cw5+jJQ6ybRUepLUprdwX62m1xb
VoWNbKIaqQ4K/6n3AXulZU3Pag4BU9Lyi2/7yaziFwKujVXDyHRJ8hkUhdKmOII6Q0QHEo4o0H+0
IklWRIsSlAHYb5WZRBhgP3euRqcf4tHaDFMdb0tE3LiS82kDw7faGS7mL1Zw7MHNUt4NIV+8Pr77
Q2jtwdAOa6unAHH0PtvoxBCSgWZfhsbtjiVLBB2gDVhluzT/dEgsTiKziScA1OXDX1/Hes3l5jsK
GBYsyDDlCRdTqaymmOypqgNEiFeHAqNH49iU9jlK++yYpMFV5TpRE4X9qcqzMUXeycyYI2UJ7hM7
mX6nWh0uMx2cVluTx9HFwAFEV/z5FsMHg/czL53mbcGsKllEpFZvdb7JdcQNf3XUiAv+xYYr/DXN
eRx0TIjjrH7Xi58UXPG1nQzmfvUgz6ZX3HonZthYSHOTABndkNigL5k2LzPAsedCeScbw/OduS0m
xNhx8eZFL21SAZqX0C6z2PZOCI4+rLKEKhnikehcEjNqGRjQRWSLw7tB8UBwnGXUzgl0DHgxYr/Y
sB+DvtPZbPvs9v0weoysJJDqog/JIegmuARXqIq7XaOL00S8yTlAFo1DXVnj8yijcm/DLNgwViIS
fB49JiFYLK29GenAlF4bAbG3yXtFM3xKHO21D9i/eGg+j2FaXpt4Fi/62sow2Z7mSoQH5d9LN3GP
3x+khocxarK7dAMT5ab1h7SBBOEw6rmF0vLPMYHY0hSnPHWGt5S47TCI1rmIsDfA+H2Ulv8suRGO
YQNjsPHnu5qsj8UgGXGlUXtFCddcjdLb+oEuOePXusfYVcNk4/ryq/J7fU0aHg+ypjybaaYfWbK0
exBUFCRF1B5sNP8i1U7faWnxkKRP9U+jqcBvFukLT2dxykfIX3W1tTQjedZR1q8zMbKyEdZ49kW9
1Ahm3Q6NJNmrqaft92xB1HdaFNzSCm/0FKMwJGxgoXt1vNN/DxHJrFVPC5qa2jMJGtHR6OzV2Ar/
PGbpXitiF8l9TVSMMH7EFVE4RLtzR82ua+Ux5Y0HmGYUta6VDzs8DsywIsNcpka1ZGADSDnJCo4g
EezmYLIFkefMliC+LXtsySuaEWelBdWz3pjDVoloQxSXe8/dcWu2aPXIfb1kefqjnWYFTV82QJJd
pmuqQHbaJceygKWf5AwKRVy0+JKjbTEY+jXKi1fegpKECUrw0RQ3M+Lbz9lQLhG3Z+AKSNzqchey
IhXxFo1uffCYsERDgWQPCz3O85+a6p1t7pXTxiWDgBjLV7gmwCACNWI5d3oGq/GZxIRoGcq+PeFc
Bmo/dBkhOT/9Il/FnpF9JpymCxP5Co6f8FymrSIFwUw2tiDIJXfiYmUPmDg0Jcx3GzYPo463tJDB
QTbawyzb8tKEnFuuJYJtVYtVBBH7qR76/BYMXzlL+XUf0V0w8hlvDoTz60CuNNSYd+DMzYFYoQpp
no6MJoZ/owd5e+7y0lj3Nv2DAYFR9fYZ05F9dvz0VxZWcl94o3Zl2f/sS1YfjOvqCzAA2JwLmDj1
M88ceGNVRtaHsQ4a2CQaLs1d79+Ze6fPmvYlx7bYsjPsAZ/R6qgyPQ1MRs5SlyhxwpirLYkjwnjN
a2IVxdUXgHdk8/KP38BnWEkk2UstRrDnWLl71EwEq1pOuA9pS7zJNGeP2FBcJCLsT2Zrt9DpxnKh
6sndfRsuDEUFZTR0lKyKiq2nI29MHO9U9aysjFArTmpM3jrFJE8X+q1gYQXm0FnLocKgXIqaSZSx
++4U+RZQ/Sbazm1afr4J571ntwhsHRe669QtXX0M6NEZ3g3JcLNDOs4weKojMVx5BVTo3riRypDk
AxXDGs3vlmgPelqchCvUoe4ZIsfnlCX9ZuiQcFShcICHpB/hfJ4AJJl99dpT2PQJ+vRx2KFj1FaU
kZADRjICzO5J5qY6szfQtpUaIIPOa8ey4bGvMKH7VrlgiUXFmlMWI4lJFmXHw4FhlwcVnbxRkuUo
S5uCNCCH4RPPYcA4aLLcfJ0EzRHOqb9uSmRzfY/fjO8JTWLbb72OgVw4iNe+oC2r1C8GmOlutMZo
EyjwaqKs3YUVI+c3jdY8leRcQ2FJrvTJJa0AuHgvstlFgIHBLBoycG1t8WCg3zPpZsa6s101PqzE
Sp5CjqxwHBG1gDxXjc1/occEfwmx7Mu5PIvFOpiME8MFjEbEDi1GGPGroO7Q5WChGUVkPFxoTC0S
3swysNeYjHmVV/5xAJHBt3L7S67KJYO4FbwHfOd4FF0Yum5nthxMnXeEL05st6t3O52fm1YZy5q0
D4o/ka7qJK53RuEyv8uOPWo+XLSRjUZ6tk/GjAhZYh2KsEpuPfOMpTMw6m3apD2UyC3YaTqX0mvj
1UTDdaod4y1wfgyh077yw3qJlafYV8Cess0OdQEpOguhR9YmsowXYLI/LaNSl8DbGpnf0D/TAJWB
T/3hZHCAMCQP9Ta3u/LDcLW1yuLnzFD5Wuuc9jYV2R40Aoz2iCCBeTOXSm71Uihv1woAL5Yx50JU
hrgYVnJ0x0dnIUAfiQ/lgJTjtYgGBFqO+rA9UgoTH0ByYe40OqWTtH5qyHFJAgtXLCUqHpvkAbPB
DJejdKIjpAFODpEGryRErL0I90guWtbE1aTWcU3MsxeiYJaTFa6a0Sy3ecYItlXHbuzV7REiVjra
hBJkySulU7VCzAytN631NeSqnReYrEo0x9wbefaCVHo4+tagjiOboqGxzUOn0upcI1jZ+t700zXD
/KgbZkYcLL8qiHCBqSRmmGG5CQAIHULIpIfvXw2TiTNUG5klyebsagy2HYy2rY1OoBawQg0D2ZgX
hyinu+KusA+xSebHnPdktg/wxheFS4iFnk7iMRJvuaxcbOx16FmLIY+Gc836/tteRuxW/jxBpFDB
FdqY89HQr0S+IPHT7e6mjEGYqgrzuyoJ4SXcyQTfgn2FYWBTTGejb9WTSdhLK+3n1kq31uj3CMxI
VcuORQn9QhTGHD75VcTZe0Tlv2X9wFQX9ToP5cndUNseWJlRf2XxAUrGu6VnHHMRoEvfA1+DzPvz
Wx8xhLB4AxVXZxLPQ+g7BupylTPI9Lxy60X9g8g546RFnJSMoT47XkiCVm+BmuJLtAQI2Da3ca2T
fBNo7ZHUzNdMDHfkeYBPk+JXEk/ZVgQaCW22OJA4d7YCErKaFveub3WkcI80hl5/rFkXHf0gO5Vd
mK5UiY3XKqi6zRbEc+nPSEPzJcT3fqBMclYtW26mpzwdWjib3zrZvibwsxyh/M7C5VzzoFfEsl3K
LiNJCx/dGn23t2kypiexMrXlmIPMcstHJ72KAEVOiVwPMJ6znVomOcnMKYCPRTMwMK99wVhRtQG2
9DRZN1lHSFla2E+Q8CT6VHufkBtnBC9mA7mXzIuBVCgUKbErmY3m4yfS8AoEzoFwBufMKIuy3yCK
uNGNF0+6f7IKXRTPzS1gK/wbTYXqnbwpmTDTnWzYKflY7BBWqZ1CgpBHDJ6rfmcqXd9pwFPiptj2
RXyNGMgucJY0u6Zx1o2jtmmXuL/UjiymtYLqcYfZfPUiVa9qaEQr1TH/BCzhLOIUYkiU+oJK2xDX
qm/PiYVtOSveM0ZqoLUsl/OlLBdGCdMGGswhdhFNjH5erXe+bPG9gObbDKE/oOjL5HnIu19DMmeN
BeneHN2XSrAiqQjbXgxWglu8zdS6LclmYG+BRbCAIA7j/kyD8lQHINtKu/4ITf1iFE12a8neM0E/
nhtP3MYumhjUymDFQTgeIuhq7Zzlq2NY0en/Zs2jumiWq5PX1Ny//QRQ7R5INIt9C8roYlnJc1IX
/W7KHYLSYCG3pTviUtF+24onRQbhf62Nvo/dRmHTY+u0dKQwib9rP8O6ao9kjc0CUvsfxuf/X0Em
QIYcTGr/+z/hIP8Sx3qPit9//te+kZ/577+jTP76h3+hTFzxH0gFDOGYnBuG5+s4Tv9CmfBXnm9Z
uMCJScXk+180E+M/+BfYf0GNOBjWZ9DJf9JM+HSYLUm1AWdi/7+QTBz3n33zNhZJz2Pmb/IaeF3/
yJn/m8e4AsBfZ75fMKBHsG+E0Q8uOEd/jF5roM0obsAqaK1NIJbkotMS+4OzKYiZ5sgQm066F7KL
wuzmVf3DK6ZjbNjvHqoDyouT1yQpwXKLBjtiFqRnt9A3M73QS4g3K/ZNcTHt+KnKWXYkPvxzNWx7
hra+35P+UHje1g2mezw43kGUTy20qgyXCveEwsoShCQocjTpKLFbBNQLw5TZkh0ipPROf+2mM3ZA
axUPPFUqzWIuwbpGS5pqobMA64X9xfjhmGs/ipQRmIz0Vy1xLshKARziOcpJzVkAnVgUPUT9WR2W
jHOz0biXUvYg7wZxS8le4d76TerTqmZqumAPy7KrsRgqZ2dgfnSb9HFM7qu6e7QWXxvTnO9mf9Q4
3pnTrqco/DPaK9ekvgDbuLA7pHex9ozeANyo0Z+pzKlPeDfdQVvlkNSULs88R88Y8ncML/gn5cqq
ZhDqeItr96LF+jHGW1b4+o12/zXS7J1JBxaQA6jI5crEa601G+qRddOMW073M3COL1a8C1+LCWZC
kOZ1DyOy37s0XGeHBoClW3gXiKlb8neZjSafwp5Ic+HbTPMzi957pAcEnu39tN1YcbexjPTcjdPN
Yt2ScEbDQGbiER/qZIYkJWeWJ1wV8bkUS0umTKYJPbMgHxYEhUu1tZnVisy/KDDrheu8VyRTuRpe
i4kny/imywmNrhXNO8EUhmBxJP9mHzjiGADNV3m4prUHe27RWoGz23V85aIJpoUcxCpuobK25ns6
E7BteQrV2ufALSN7V7bRIckbzObQa+uUabS4iUC9doyn0yn9aaXyyw6jr6od7vPbWGrTa+VxUVvT
Q1RbcCG/Rh0GrJBLqQ/bkcST2hMEgqf7KgWMYKq7nxNqVBfqOLH3Qj6Iccn0D+x3b8OEfGmM8euQ
HWVfism+GDgLsb0cRWTtwnA8oqeEUEFFoA/oJgeTrRNCH3t6na9J0L9zf7m07PgAcPEXlMSz562R
fzycaKTTtd4jMz1MSizNMj3XVfL5/TXGjniH0bw1gMRDBQioq8KvoPGc2aawhUA+h1vS6zbreYJO
47VK+2Vucf214w3jJdjT+B2M3VedIqMx203mJrB/5Vmz0oPJfZ6NMTCbFGHX+MqsbJnR5g7oYWaY
RKraTZVwrWr1M4uuPkEmV/V3S3aPWsvO/XwceD+HaHr1pw4vNYyR4W7wI6kd+dn0Hz4plq2aXl0w
g/NPsNNHmMLpGSPM5/zGzNejCNXdjdVKI9MPSSZhbDRraAvmb4kOFUUXISuutbMBzzAvmG6q0W+t
obYFAcZDRs5WzeerVz7fD+bldeIxX1L2ezPAfsSNEFveTwIZp4gzgaXKc6dFq/nangv7+bXJkLNM
9e0jFoAbJ2ObJPk5iTkKeMYfHVReU8C93mXdhvCRr8FilBC/q57cGIJ1DdFu5ovJrxqktMZr0IbM
o1/xD27N3n0fSmYlqU5aIcgHzX+G9LepESFpSb0pzI5jerq5LMIje3hkur1qsQNnw03rxlc3UVsc
PpwyRfzphdpb74dPp2awyfjUf0VEjsZ4NXsDLg/xLeCph18kZrzkBCr4SOzafGQgJ5i4K4iJ8bod
6SKdi1iHpXYLVHEyYfc60IxGA5XGlB6oaS+W3T+mSr+V1qIC/jhfs7Y5Hc2fDiNFVFKHtjZ3lSHP
WcVrH7g9xohLgnfamfcleHHra9dNR79sHw0Kh0lCXg6G48SNMP8PeuymwPdlcnkNjosLHCwqIVSk
+d4Grs3a6h6VwS2WWOU2iCbIm/ZuPqziZi60UZoQbysPGJke84FtzeE5RXL1ebK1yfQqkuyzraoX
I3jtsuFhBuhxYmv4ZUR/mtjfh4NzmW/J+UzQffcSkUs230SNwT0mRBwv+9B777qSRLCcJ41vvVed
veOZiJ9Mb+8Y9OZSkHTI/ha1yWfL15A5p5vfnSPszQtlOtxqDO58xf0RneoInkZ6zgz38n3HieEi
DIb5AaFNraZdkFtna12LAIDTgTqJgtw6mi+TQcxFWBrJYdBaRm3EsskhDJa63b7hY/8cWevt7ET8
Iss73Fck67lz6IDZIakxlMNuPg9PaTRK/FCjvsafZqauc+Bxh3cA2n+CniyLqoa+JH3PhuHmFylr
9yI7wtL/YWpgW83Aa0FbazNeEZsdz9lWQ/o6+PT1YtpL/TGAhzqIRHWHGPHgP371/WfjFI9blbX7
znWe4igxNozPzEMWxOA25l99f9Cs+q/fWub8shd6jvERgQ0CmRGvpe+Gb4wVhlVvtid8BcFB97HW
SU0CtLKjGIhGPQlY/nxQYyUOWWKRMjfZb/itFnBugkPgAdgo5FsUG82aCl8dPL8M9xlZbR3ups2o
x6/AWqL9SBsAYZMjhBVE1Tob4eFjyXsAnykAAUYfXbPgGUCex7vXfDm1A2yURNyc3JOxXbHccavV
6PInLY1qGWH1b8DqzgA69kYMl78/dNhDjry4idlgc3GJL9lQFM0E0oCfOln3WkTSrlWsqb9evQX5
M5+T7e8ingLrKvI+cSp46wph0SHOux/xAF8S/+R6jnCgw8KX4CC9LqT1ypCvXZWlylG/OmAVbRId
5jlnmHNhT4nxS2rpoc/ti2eVwD56fYm/e0f+7XtXmtFi4jZPag4PbgFEk/fMn+4hi1VutvUYUOhY
tvch4T9fETf4HDaiaNYex99gsBweU/fd1ZyLnamHUY+PmSIkEc1VTJkmO/6M8Z6p+mg56eFvRf3/
wNQT/1om+4brew7QPgIt3G8i4N/K5Bj5SAdEpNhB2vmqYIkK+YDK8Ag8BJYIHxm7VNRRg1v9G/6a
gJv4N2bGXKD7BgY+bAxAVoTn/DeQiW+pLndGN98BqbsxbwLEKp29BILP+UKhEycN6BCkEL5zmUul
f/ONz0iO/yK8fH95qLGeyyvQDR+mIH//t29cofw1E0wrZK5QxHPW5FFL2HRJUPWdIK67Y8afDV3n
8BTb2bG2ONUobKNk/HfErH8Guvz1Qjz6Koo2f/7/f34hoZljmWmCHOiZethDf7epTKR29Fz9OpYU
BrK9u1jTvcomuKFe57K758yhc8HTR1Kw+hYbQFJb3X+DHpt7tH99i0gH0qE1oW347zTIMg3VlIxe
vvM7Wig9P5qRiawyzogKBJMN4XBtpd3P78u7bKjP5fiLSoyJ8q2wE/hjwy8z4gD4Lg89e7qFW8PR
3kAPvbY8ukz2Mc5IGUJt52TjLMnfziWI4zP+SPCzcQPMVbrecqdIRHdRcvAy/TaZ9q7mZ6FCj31W
tYyi/p509VpY79IDfczDL4Dfn3fjtvaaezWqnWQvkVoBNSwxvX2wgXq90cNmXc0pyln4qoXjr3TS
35zBuviM9FyzvnmC5LMyY4/Y8emTzxo+L8+wJQAYHIZcNQupM1qW9H9ZMaSLTjF0q6GN/98v1P/p
8rCEzpTNEbptfMO//nadGjJGNkpC8g6tHXMO/db58pDJn9+V9fAq2vrfkNPAhv0PP3doYnPXDhTu
X9BpviL3l7/MdyG5yY1k4pJtnMR8TQp1b3jwbTwr/RxnqeyE8lTvepQp8aGysoNJXS97ey+m56jJ
93lxnrL+7vv43YwcaN18MegUpLIfbyayy9ozroyVWfhPCydnpNnx6FD5aeI8RB97nD8vO4MNDC+7
d3YWBejcFcBxO/gR+cQGU2aFdcadXnu6qgyhAB549p0/nEYstU5t6e+3VgIUN+5xwP1khEaZknYr
H64wMoR0xSBxF8PPXQ8EXe4TYbPqKfFALbLQKBFjkR1Ye8E58Jh10ev/Ei2eIiopLMRrgC3XPB1e
lRs8ZmhlTwtGBW6+G6wnaYjW0jY/atrRQsafc9Halmqb2PKSkRUMtOUXrpeHlce07NEdbidJPETB
7Hve49BOzli2oHJb70Zh71QP3wBqppb8H+7OazlyLMuyX4Q2aPEK5ZrupNOpXmAkwwNaa3x9LzCr
J7OyarpsXqcsi5nBYASdcODec8/Ze+3fgkzMdaih4uj9uco+JWaXhux2ymVC1RvN2nZm1R46800f
EIhy3KNiOcyewOOqGX+ck0p9i+GGZTfa18XjJLNp8XMII/WbHoJBLB3J6F1DGlaU3HcAax1P1/gf
bu1/pib9sfKpBoYSSTQNWfs7jmwxhLJWBaXYrse39Ug38bZLL0ZQkfqmISirtsV/WG3/3aqviZSc
pmkYlvZ38lwjz3R21ZnFNuVARtrtqhH93x9YXvy/Pj9wZWU6q3y05L/ToAD4MAGA3LIF5IbzQWtp
4oC/h4G5gRntGLSCAOzWTwuixdkkzkkSD21E9gxVdkP8MqIyL4ZDYmlAFmTaEYL8kHLsGWT1zWAh
NIqM/Er+DKCsNkm+TJ1vUw/pyaSiIzjXXhfiNJ9e+lB+GRKW6qZhzIDTv5rzUwtu5GecwfuPLPAT
fA7CiO5QospYz2WGsrxAznpIK3U7oTpr2uKkGU/LOG01Djrri9SoQ/DGPsyK/owyiFvGG8zqVtFh
wK22xKt9LDlZY/8MsPCNEf7B1JNT0SinSA49oZ0P67GpI1NQXAwm6c2R2+OwhGczoPXR0i/Ao0X2
LxTAaShfpd6oiXMqvH6i9BLl+LfGdoE65VSjtBwm4nmIYch4J81MAR+jbtdvJzYsNEOivRV6/wxP
1Etr441us7MeSsjidAReSxCMz+sKrnJe+0+3wb8pcLjFLACUlBeq+ncUJjaRbiLVpyDYne2zyIky
r5MGTA/npsaA8yOk4qHMhM6RmFDYwgQ8tq120SRcZcvJSNwcHhqOeQSzH3pVJ1/S3Lfdi0ZiHwyC
7Xp0G4ZLm09PuO6OmKmPiCzeLWbmVdHRkhMfEiV+nU2QaTJ/vyFzScei36lx4Jc0/phR2r3MmlfT
Ahh48qlG16Kib6anPtAe1lW1XobvkmgdUAV4Ssdvg5U/ZzEzlPKkMlQAbbAXVI3iY9pINBfo3pEk
9MRg6Enqe5hIk5+XH+sh1SBDrgEqqS0dwMkFaW6/AWf1tHbF9Gp6qSPxwgFvQkCn0Cxbq7EARE7I
Yc4OtYei80Op36tN+5QP4/fcT5u1CNLatWWhvFnJZOtYDMH0EHA6vugaPzEDqRNTs8eKFl1nfqUa
auiq69z//Y3+N6sYhdv6P0mBqCrJ/1y/jWFtZN04FFvIIm5LWKhaQVIxxnGz3uRKRxCmDusm/A/3
l6z9M0XzZ/k0KZ/ZoSEAmf+yfNaqMgOQ6ostnoOXvMmwR2Vsj/aQ9d4o8mZkMLBGcJT0z9JkcANF
3TYUPBUOuLXDKfOgKC3pK4vsFj0tK4rslLZmI0rOWotJ+hf51EzzEBJSL5k0So3psnY3CMp+G6zW
xye+X5eMMT71hB62qHfQZxkj5yFGa1us19+gBB/QJ7kqzb2EaGkQgCctF/H9pvuEm45UBScsiJvM
UT7XiB/z04x7j8S5p5Cih3qirJdv8mJdo+DdTNSjPi7e0KXAFTmPJ8vTlM2H3GDdWJ/hUEk/159Z
WcSXRRJfkkU81Qwi2/RLMLLTDGO/58+mwAAigP/kIXhTk+3XQseYEIhx27ecXFe6RU1kLiIiLXij
H8gTO5hva4ciHES7iyK2W/UBltnvtR1iDtO5oDL/hSVyM4DylLqSGI3fDbLRDhKZjiaexMDlOxc9
JWAlQlMK/JC54cPS8VSuZd2iFZ+LyExhnAHTEZYhqiORQjXDKug0LcddSG37GVIzQR2nKqMTmxgP
/ZR+9rPxsHat8TE4a7dprkOkeypmMuIWVLq3/NCWQsWSSpdaiPfEePhN0j+tOzyxonsESQ9hMF/W
X1fyfBB7AhrwHPbxqaCdjJn0FLWpPYKgYtzYOmUQgabJ1O26+q6dtZLzIm6OM87on0Ps3D+b8/iN
Kv660JyRevEq7NdVt6dJjpr+JDM6kJbkU42TE45eDpvRp6ryqgSNFZrua04+4hwkmp+GBw2Dwtpp
y4m+bXh6C1F7Yws/JBnbB9VlFV0ROh7XgknK5hc1U98Ssm1LFNJEVH8PEZN7qgmUB3thSGC90ke0
Gl/WFyc09jExOmuvresy2ouMk8st1e2+qubDzw3P0GMtI3GRbqeR68nqpdIVUIvCW0/jWWU8MER1
6SGSYQP9kmeqUDtOkNrD0A5uEX6LiATt9YZbu68Jm2o1cXaAvLC3CEo1StoLrTG8ZAsTHthw3oCb
LFuGzVDTdWY5XvuESxXc//dVS1KMf61SOG1qGMw1nUXkp4r5y8Eim5WkllUt37bG/F20XMhl3CnB
jT4XDY8epcd6GDV7/M648Aue0ZQHae09rzcWym8coh1nANhrTJPGjFwd7WfZ/vkLDPmrTihwG9Lg
rPk7MdHFaNMDm/fVSkn2hRBpZ2PaHOkHoXl+TAXCmcQyRhAtyNCt2HOKRlAJWOtsa+rnrVJXzN77
/pIbHNJDGayfVlEymwtJdfGbtHaRUCwH9qST/SvJ9WfVWPBocZDCg8mem5JeaFfS2xSVarQfCpoF
Djx0HETlZkwiOuH9NenmF6vmiDj8FhulcqDL/V7XF4SruzJJ8KCDXGdV19Xu4MksTuuacyW9F/R5
Y5dN9CmaVCHD+LK6xKZE3XbE6zD1H5jjr3s4FBLW4daHs+7ieDusS6BFZgeaP399/lrDukrKdWCu
AXYDbkiKoyxe8dQcjbGfnwFheiUzgfWuSA2oH/wlZHS7De3ltTMgME5I5Wm/njTUdniWUn2rlfP3
TIQdydov+VzENJ98bAhUQWX/JB7j2hBdaR4JI2JYXiBwr9vfWdc/K/p0WR/ozvif0v//13E50+r1
+fi/j8t3GTyyMm7/Oir/xx/6x6jcNP5LtXRF4bzzx8z7H3NyS/ovDiQaEgnR1H+iN/46Kee3+LyK
mZVXoPII/2NSrhAhohv47v5n7q78v0zLNVP6l2KC/BDF0kSiNVaGuLWuFn9ZDWI9pnqQ2miv9re2
xDE+Bxwq5pbogbeZqsuBk4LQI0ajVhsYLVAOrf1LwDZqGv/Sp+r3gmhyi568xl0UNx6WH2eMrcvc
omnCUm9hOkc1Klj7uVLzoym3LPMxcsEsJOoz0V6IKTKlb8aJxnWqtSMAcoxFgCqfxnYxiczEDwIN
N7howE4thiibvM5Yi2qYdA0goi1EzcFX2oyE+beRVXU3TjPhe/JxylLRKxpQaGPyas2W7KZmSKBa
VqWuoams+STeCzxACK1wYwuVph3bJHsx53A5iApQw4K8u3A7dnLi0bIM35gWCD16obkomgvIRSBN
qPEMY9nlQceke8wiJ1GIviQKlZClXj4iCFYuXWEGD1WEmi0Y0GjPay5azLJqJc0rrAl1DSkFiKRE
4kYh8sjuNSXekUTgLQRC0SKsH34+dLoM1q6ePWgzvAauRiaP/txL5TbNLQxtQkLyZKIIDMIaRtEx
ZS+zrZXasEGivWw0aTxU6+kIxL1XS0vg0QQs0cqTDqRaaKMhZayCz4QfcMHKos73BhC4aCmgT1rB
N8ys3OjldFYncswyfPNghaZLk+HCSkYBg3fZOYQbYkxP1A0GGo5xCQPhBShCHHoNHTSvqtrnHGoH
TtHioBYjpUWTZH6kkwavjGWwX6yzKXEOLJjswO9BEZzF9C90ojdRJNTdQvMvI5BOS/LXOOLomEWD
W4bVYRI45gXSIR1b9VEYsY1ESJbsgRz5iy4Hg10Y5kegRaNfoCWTe1C0sWXE0GtyQjzjpN8r1jg5
ul5lrjwL7SlFC90p+lokK243xSju+y4/FpOe/fGBH02bIyjlcXZMgVFkLVm4VVidQ7l4D4LWLSdy
TzV59VaY1MBjUOEKN+OtCQXfw0QbYRKE1FwOHUOpVjRxn2AlJICP4LL6FIrSk6E3DoPz7mxiS5cU
eR3EKn4bKpInM8CyO2F8rg1CP7AY74Q0JdYLLf9XWnSuXiTHvNJbYgCq2cWwFXp4DPC/7YZaSu66
GZ2KQPpSo1LjOIxYWUBAf0b5fhFqiZy/YprdZRUAdCI+uF7HRyNOD+GoW3Dp4kditVB49joAvE76
NnMS1LAKQjDWglM5ZVuBrc01GM26ZAzn5Lpj4T+QN8jMRsKWlAGmyZPSidep0dL1Cvbaxk9ndLmm
lHZEskUmxAJosuGKyc6d0RqoWGNvWeRvMHrPZd8JviWC51kaDEpzZb4mA02VugywDhHnYYIyJo9s
ecWkWVC4kco3V+VFxJYIAbB2pzK2HKAQuDgJOwtnw9jgHd0TYEjn2JXi3A+m2NFVWKNo4JDqLYA3
5vE2lIVgL01FI6HlR9TjxiHJ2NVlpaJxNn7JSvkikx9v53W31WqS/QKEkbgtJ92Jprp9CCHFKPnj
RPxqBMhP1dTCGTmAIRFSclxPX030Tptg8u96jmx0lH8VArDbBHjRpeuKczbh003b+m02l8TLcGRR
N6alH6sSsnmUwjZkUVTLfeLhW14uYoEpJhyvtW7XKUpftItrjBLoi2Dax4SjHNK6SXa9En1lE676
SE2/mqzehdU02HLHcabAlS2m5XeXVcSyE2vIyjvte1ZNl1kLfN56TTaNi01vAQ1ArHoJywCgUCSp
dhhcSeX+PQygIBsVcVAsrQ3ksrkUy0KoDa4J6zkyO+Sw2vJqqYJkI0p3Z/hlNffb3PYPetXe4qz+
KKb40mZB54S6EJJbANKwWsjYoev/kQOI3mNJB20ugwwbYDAOODE9Uw7INQgRmJDSSciO6BbDHpeL
gwMDf3H1q7hHY3jJomzaA+B60DuNB3lSDkluwr2ddmSAE+k+K0T/abJrZgMu4EoMN4YYEa5mKq9y
kH1kWRCTHDRj2xV31Ti/z5WCdnJQ3jBMycBS49dJxEgZ9VDD3ioR/BtCNSx7aPjREaPsqWOA1RrO
tLhMDkEfjJAlYDvWYkXgY7tcGbD+Zp5P3HHiKEHwSNSNagtgrSP5d7ngse9Gy0Tzk+DyaEMDhcGy
J9wKDrFJV1pPjqWxciRKzfKnqFRsCwuuaD2YXWc6OgkmeDQLb6iaX4upAl9KksYj6pcFsPdimekH
5JHPOI5PgwRxWgqQErC23IA6XOWRnTVIuruqNQcTTRTiCsGfrPAcavugXpMB6YExE9cCqM4LiqYG
0YdsBn4GaGgROn6P56NK82GXzrzI+DfIuk+1Nyc7itVbTRK0kzI1za1BJslmaBzrLRHVpzmsVUKq
DaqLGTSmEF9ZesyWvx3qD5Jk9o0umw6Ftdxmo5QpHmavnfWzNZqfhHa86CK0L0W9m+xAvpyl3qgR
X5yTgyHP7zWCY7dKZ2i4hKFm+pKhbZI+KCPKXZ+8GnHCe9awqxUoZBlny+95MGAhyoeKgwYB5gYb
B0GPR4MTwS6WVg/6uoaP/XxTeTDcsXYwOf3iUV12+KHZi9Xe13mL51ymlKkNZGZjAd6WJMleOGhW
AuZiKO6jku2sGhhbHw8awAHxDeLQk4ioD2yt+l3Dn68V3V10uMD9mikbU0WFrRYd+rUBvegGiu0l
tLWG9iM2VxKsiXkL2DdYuhLp3udspZW+Mrmh4EVeFYMMVnvDier8S7ayc6cp9FiLL7nTPsL2ZRqC
gxxLm8KQPU1dcaTmc5CuvanbAOrd660E95WxwfuCJL7zU+qPJc1RMxZIL5rPBW9zW6OqyNQnqQ5P
sln+gky4a+t5L3fS3iRTu9eqV2k2FVobzUGEum/js+Nu9CtxiTaDqAybhTr9EBfYO/vfXdT2m7KV
AeiPDbG8Wfk9Bfs5/Vb6ZROlyNml0HijtXJCZP5Lp0FKDIVxB81XjYNwwrAZ2mWCXTLTrPeETiLa
Za4YQHEsWYxkNAFrhVlcZlTUjhAYH3FRHQBt0avqu1NYabJnQm1wuEqlY1jyOVKguFL6ccM68vC1
WJm/6Muj0YRfyKlukLn25lpXirWyL36pSrhazjvkl/jnovg8mfCroraBp8xGmsiqI7XCrmQFLwUN
mEPkYysQqvSyYHrMi8ATECgMMxgXrwhajJOcFbU2uxqJhqMlFG+dNGMbyFlaplx8hgy1q019B0ln
crrpdcnJVaE4DbbmBODCMOTtFMmksujMJeLO2khWsvgytgPkqUB1Y04CdlXq1LcIISU6BqS1Sq9Z
szIaB8mrLfV7SodNp8oftBFOQL6/jMiEybbUdiHpDiYmWFiL5maKuhtw0tttaW6X9CqnApE+uvYs
NYRNj3iHg4HM2TaRNl3G2z/o0O/UYtekLHRqXMx+jDcfoHxl5xV86FZk7pu04YZbhhwaWGUkQCUA
zAUd6Hg9rkD19T81s7foVOKfTdbfRj6GLP/nd35+HdcE3JhYuf743J+/IXPtRefn139++Pkjf/7S
kHFpSagG//b5v3z7ny/+eWF/+5o0TQ6K3Be4AkAxeD9fxw4LMOrnP1n3CTH781vVmrQ1lTGiWA/2
WtlfSyOt/J+/+OcDsVnN/s9f/vyXXrZ//RzEDSaDyFmDYPas3vxEocz3+Pkq9Z+/9I/PqXuROpVj
MsDWFrzHvl8/ENIAfiUO0A4GIpkIP5/8+ZqfD7D7iOjQG5KVGSTR/HL+9uf//OWQSrPT4993asQh
BKj+n29E4CNzNa4QKSjAYlfEa1Qzj5eK2HR/PmcwInJGgB6AlJh9tHP7OClpveaTV+U+yicslT//
2QvhBS24i0G1HqOjcGrVB3YrzC+cJ5LkBhlUx75jB2gS7L2ZONM7hp9raQ9n0txHZzhQueA8ueUb
6B/V6/JKRSondvmNFswjCodKeh+jqk1sNb+aR1gTib43OAU5sR3fkeQ9wBpZXnuIH8Zj9mxelGmx
vwF2yDDdZ9x2ds5gCGYUoJ1q9Ps7zy9nFQZKcunkH03ngN9msGRs48+RhQedXL6BHYXtpISEuem+
UV+ls50TPKi65UC0Ax5mO2JrcZWv9hSUTuu0G+WVpQTXr5+R8e5MdvBSPacHbLVS5ALro8cvZ65w
ZcbUs6Wdso2JIPVZVfeRtJmkyaX3TChWHjqX7GxeFlYLklQ2Xe+LEnJcDrPROd+XT2Hnl3hYiWc/
8lE7FlFpL0u0k+U3WGGTSOjSbE/CiY8SuCfBbu+Dyc7V+4jVwmHace7R90QNbTLQc8LWcvDyz5AE
kLkjzWYd7dZ46a1CkEdJWdeLdsqu7qjP5Iyrz9NTIt6Ez0tb+vDflq0GMv+QXfMPFujsEtvStnSy
a3GtHyMH/YEfZLi43XALapIi14Y48mn5b4Z1nglYRp44C7aAi9jPV3XBvhOdOIQQJvsw5AZo40bs
VrlL09smH8ab34iH8L45mIZH69SN7vxWmI7wQUjDMSTF/PEVed+ZUe6xa+xpD6aDs4vicjyEaeZc
aiYmW9O9pA7zJoWR0/qxTFwiAi/BL3M32ED2tup78GzuSJzY6Jf4pO/0X4CAT5ww4nvzitbqK76h
8A5+CQjVX9XE5VYNLqG32Av6h/UCKFur5b6KHDnYS7mtu3fxUrzmjn5hVyyJddgJ3mSXHEbd+CN4
/7Zu5sW8iIOnEbrhTeouCPcWACfZlrULTSRQYYYfQSSzN+C2jdAm9eRW3/GbC44vpq7ifpQP5/Dp
TUM56DaZczAkWzobJdPd2tVw4jol+CCGUrJtyi6qASezl430BBojvgVH7eGuPD0BOxWcOyS75ot5
sVG6yTlm6szg3elvzwlTSVc6LHbFkZYH73GKNtl7oxBOxHjUoZvTjg5QkoHDkXAPH4vz7HXH6own
YdmmNyDC8GRZcTZ4QiauVHkC1nIgWWBX3jqaSR8SDLZ/fJaGhh/uc5OBFb2Up77kCfBrrK4ge+xw
T8pTfePvTc71psZLZnMvO90Wo25B1IpTvbRHTiiy9aJu6LPQ63GWb26271NynHzC5X1Zs+OH/tSc
u2uH/zqez+ZpUrnHX+LttEMa5d/VXbNFTZ1ZeARcw/vjTrmnzoYpA2dU25jd5vU73TRbOPTP9HzY
v1ECtAkvBaILkEMMuifhIYDHZjNgpWu3Ps68mdxlhJw64X69mO19R0yrPd5gswE+Lc5VcYLoa9Dj
2If5Qdxr3wKZU066Wx6r3A62vc6TvJ3qXfwQXchEATtangCAfNAkSZzlNfYYEPhER3poDegO7Tnn
lI8UTFy5clNBXMgfGUDaxhfZA4SQnpZdFB1orPuN7OYPH2V1kR/734wXuSqN4PfOUm/1yNFJabK4
aqXl1J/tQ/xEvFDP00v+0If8Kx1tUXqh0qWVVQMW29CfXFwJRwcPcqVvpuUoSI6lfgJsaV28/Qxp
VMyZ9sdKr3XM37F4ThT7CxynjlLMFR602ieZzZ1e6x5bI58ZGKxgDjRsOlEISclisbEoVm5+LzeN
gIHEUb7GO4zFRaZj77GExV5sY/Rc3HLDVfHCPQOo+Ra99Y/07I0zV2c5wH9G4WY3X6aLr5KzkQx4
wQT5SSNhvdOj+agO7+VJ4i0iQgyjCCDHDWZpel57nsLQKXELLUeekdgTiydl2276G8aSYg9+uZM9
4SmhXyP5UWRPHY4FJ98shFLx1o/3xKW8WneMq/LFZskWCCf8kLkhiwNBwOUHae6pxi+5BvUmfIzZ
6P3pa6ZSFd2pcmn/sEA763tPq6b8zPeLPW0lW4Mt6XJYwiAT+cNWXe89yHxrdudmQI+VejElXiI/
0bjMnj9adsHP8DG7LjxRT7xE8d5c+YHXH/rE0jMFOwIfed52iWkHO+bXobs8dNvB/uP/4bhbvkIb
uonnt7dJdEEMkJLqpQ8uRsPgsbiUt/KGn5ohXzDaXAn0ypAxIIIAaMy+xR5+7n1RzxrF7ibxeQWE
qwAfpQBvS0ck/MZGRp0IG7iJ4y2/szOwjLziN5WwzY+8Hqc6c5+zvUGEtEVP9MItt1Xyy/ytY26S
OWqyR/ncQi3PSr1hg/LZSfkBJzt/lL4Kv1W5KlBq7oQ9sJxn1reBXFOGB4cuYLSTa2f5i3aO9zuV
jcj30wyaN1hje6/XGzeHJ+ZgKdJxv4VeJ0Kye1x28V3rdSdpK6/EJWZkyPpfomerY7HcLA/pMwfv
r+5VvPGg3iMXdHC4Vw71B7G0DosnawYTNahRX8ZhXGyESH546D/1fbXjMXgLP4MP4aDs8Kv7gksD
AFKJzxaLt+mCIIWufHaRP8NDTKFDB8QJDO9nYXJZnNzJ8BEpZy+XzjZtGnS1jON3eODNaW9kVHIJ
ndlb30S80/y8ifu83qb1ZqBrZFdMeFEZIwK1kWGThjjvcENSorHWASz2242ZuDz54DQPAmshhwZB
ollBObSUHwU1HCxY0B/5ds4v6pAd8MS5QuqkaJiDIyEmsuJL+dbor4a5qcZrROsXKLotQjDjrdWJ
7VIPSewT1+cYzn1j6o6wPbjiRrOpPa8o1GfsLrnXEQ/lL6unyg8bu/9ozqS2WZdqa3gbcqQc1Q38
ztYd7vInxY2ZQ3rj43QOxnNYfxFCmH/XwnOTwWf+pXCalBXrJBwqbLfRKkEghzq8SH21X2qQcAgm
ygfd4V7Ot+Yn8C5oO9NG2HbGJ8TDtd6rXOwOZKg/qxXh0DuYfGxXtKkm40qLUwuOhWarXipshOJb
fkYBD+A455hYr7RF0DVIKbfW8KG6dBKwEO9ZdqRt5hdn6GnoUb5Y29hPKKQl8lVZ2nj8e965/LEw
eW99ypX6lrL9wrQKdxSqPHhnVp4IfcK+v9dOfQN2JjlVxcLhUoJSUFcDi8dTq7raE0IB+vGFtp/J
dhu87+UwQFkJYB1j5nQlbUNsaUorWb4pPNpsV57OM4bB6FEmStJprgscRF+9q3eh2raOfkdhalJG
vFdnnnPjlUz2nYgEByGABxdi5vUsNt0VO3+SsKeMDugFmsRNt6dVkjZ0oO2JFnTo6jNrhVO2iFQR
6jnJaCMRufb9Wu/I40FjFkEnqPSSYifztDLhndQzLZUFn2PsC09BAtTSYVjxYbwFGJ/BfpNSQAv4
F4ipP64Hax/wThS2Kq95w55QlTuuNpwSDh6HNtlVV0qXNS9v3NWqzfivAvG5vpcQHjhjvKDYSXye
Z9BADJ7Ye5/VcauFR82kIgZQv4c8Ti7nciwJyjtADIrWd6yrkSsfIhEK5TGJvbxwP2LRESRPpCwC
aLMBsZTa7NPLW5I7/UNzmW/l6GHqFMunofbqdAM/lqaKeGtjUBd2zyvQKdIg95+U9joLL8H0bsak
S6yLS5bY+Ucn2lSEr6s8gRI8ssvWkZ+gozL69g1A2LVHgTGDyjhToC6HnAQswLtnGo0GoIrdAjFi
k7iAlOpTsF49bqXyll2F9JmhDgIbMtJ32lfLTjBeMn8umR9w/9gyPrzKlbZDtW3yRz3aT6Bhg2dU
QAWrQekU7sTQzS4VVjOiBzHHtuVXYyk2EYAGpy3l0ktnyhn2x67as9iNd/M+TsRaeEPjJrNvAdFW
ffAG1MPPEVjtSPAriM64nEAvcWnODGnDYQOCy4SYDwim8QvUfc3WyEGLoZdyp/435wQY5OaVXgia
eFqNiCmY0cHEGDWa325B5GW1wcEaWN4sHAs0UqrXQn4ON+f19tta54JpGEDL3CGGXPuuoqdkVxhb
ydelfZWQHWyvRRj7CHlJTjk/hrWfRUfa0YXFufWYkmMUtLDo56c8JTmRA4lQO/DjHGpE/kmyx45h
5o03YPmiGozJidunxEZwM1zydIPfMcNcJjAuOUSsg+qnaVwa0a9XuAFGV6dSv8YPld7WVyU4lCPx
nV1J1pw7+T5K6c0gZS6apzP8OqohezlF7FTt6XzPdxYbETkFtF6IPS0uRCQom5WrRb0s3DS/y/3I
2uqkR782cIqiX4FgU7s7OTbIcoe3kRfNmgMSTIGeSy+ErYiCibVuyR4xOw/PbA/sT3Z35rkx9woj
bP+MLIX6taYf7lN3dFdUOazotV0/hJ/pZ3f8qHal/VH9UrbT6/fCSewdMFD3ixQr0DsSh1I8QixM
84k34dWgpuEWfaEt0NrNhbPsNj7lj5D4BXrsdGY53n0KwN7c6YrNzfpU3OE86V7yTdmFQJxtzDg+
V34luFnKgmrumq/hlbW0cOvHmHtP4iYGctMOHI2YJjFFpkrlY3HOT+meH8jurtp2bR5sGiJEWb7p
un9BhGS54aSX7otzUW3Hp+lXD4ylodE+2CEcO93WaEasqje8YB/QpIWKHA7fkul7YPpdGC+4rK5c
ULoS/Gq0OxUF0DFlnnuJENSc1o1kIkHD5jtxct/UN5ax8hHMui1jLTjXIcl0W1oNVx5ensjMZ1ZO
v4A1fWINsmXKp3EbQRqyp510jJL1LpvvsVf9wpIUuVQfRuDme5i2HGSd+rd4kx553PkuOYeGC/TS
9Fda2vk9fswfjUO5MZA12vrp5/WAcE2+SVs8WthAOSJS5FfVNjsH/blI3hdj38qQnDh7k2KWE4qQ
PJS0ECiL14Fpf1MoqKzX5I0zueFLg61t5TsNJuEr9YL8Gz9D/yijL1wXyMI3WTNpq05kpXOrcVKV
Xikvdad7V0RXpV3gn8Ud77ixac70SlLgBSi3faggIhUtFydmIOVI3zSO4ralFqVZzUQ/A6RE+cnR
ooTNSjDQB5ScyuepCVn/BHvVaLqa9Xw3Bj/05NtE1uoEY9cDz2a+lxvJhX5Q7jhmiKmnpOdGP8f5
b8m2Xvnm3ehb3NFsx4S5hujgSSQAzO6Jz4Jfimv3YNGO3SU0bGzTuEB8GRxrZFPNqsqlDLbiu07v
Q7+YPF93bqBdsOFnAFMaOyxZPcEMu8FNP5tjI9vVsxZthO8ASD8IH4QLgxf65MAwxFGdgM5L7YZH
vfBf629tMx7H5+gQvDa3kQ2TQ+doj60Tmnb06IBDuDbGaylC93E+J1yANu1EO/fdcnYHSgi3cLLU
ZbNHIoY69fdwLa0jKUZSBcUEZeAVdWmtuzyJpf4cW67R0bU/VsPb+Ml+xrf5gAdKLdS9v1a/847h
B/0mzmyq8LtqGao66Ud2fSYGGxH4I9VI/0H6R1+CRTp0NF5z0LNbFBe0GTvqWLoD7X1u7cjhmR01
d0F2d1cOG+uJ2vyQe5wwmYu6PT1M+V1+T8AY0Jl5CJGY7mCwzvJhjYhZjkhFILJSkKWb4kotkH8Q
UPRsMA3jTq0dOiA0MOj0sE7bMd1nf2123JNmk/mZ257mlGAMX5QPMGriaScw0GhxA9Br9gi+SUkM
2+bGDQTvqMKjt+E5Z3ZloIaxJ+pQsz3kL2ZH0sIT7/pJZADcH4An0XewGiqB7AuOIldMdJIQkTpf
bRzF+Y0OXaGjfz0Gha8tX/xDR8ZCgrP+60EJDrmi2WN1s4xHWK36Wofq8QWa4Baf4DOEHzP6leXu
IBz4HvA3+k3wuzhz13/TG7HUzbRth51peMS8sKAdOeOv/RFbH7aBH+ssrIHLX9Q+wdk3Nd4vAO12
8E6fjhK+oOdBxctpiYZltRcCZ8eF7oDL3YhORV7avXav/GvtuG21V4sYq6eSjjOBDvo7OEAOXg/c
9x3FCrARh9Pb68Dys5DnEPF0QYGLfbP4FMfBZqsyCRoDEpCdWFH5NrSvObXxMEes6pS/sU98tp9U
bqy51vjCX/bF4ZIcACQ8PTFYPw1dcGCJk3PatKdX4YFtCDwUKwyKEwY/FFGECJN+QNdmIxP+DLMN
3t52vSAfvKIWrXDAIAy+33qKZkdEHRbTwzC9nxUwP7HcXjmrV9ecU42ePExfXK3hlVqLZS1al6to
vftY9KhLg/f+Fn1zdKEuppfLAhn7LEuAN5IDB4vDnRiE4D1WsbI5sFtiZkJ4MpYvVrfpLZc2A1+j
9/RRRoZOp2rmoExTg0frgao9I5niNM90Y7a4uKNXAO/Tl8QQGy8VrZlA8tPNjqO9PcVoRTai6g6v
4siT9oikgkzg5FlkTEl+FLnDpic8cJFjMi3pFRL1xwznNN5Ub97XtU1d7f83d+ex2zqXputbOeg5
C0yLYdATkRRFBcs5TQh722bOmVffD11dXdVVB9040wP82L+TJHJxhS+8gUWmffYPYMnOFDwaqjUE
oNYb0X1OXVhxqP6TChFSKNSsiBEMnsEzdj1g6zkHgLFAgUmvA6ipHR6nP4DHiagyw6Hkrh+nyRN4
cPmEJSAj0hHdErf6nsQLqFCQVtExDV6lB2qibBl+Fh8pKXFZPCDdH6fviHLOj86h2Cw+HQmIKIRV
U+ozogBTMlKk7EiSFL4t00V7Ka+Zx9n2xrDJ6Qu6Nsw1pHQ+kAmj3CXJnyg0vyXvWRSwNXA1xdP8
yTuxrYhNJWrHCT8N1xz01CP68LgHVFC/z9qnrp5UNrj3+GG6SeZtBmbPYUqS4IWXNLuawufN8u6B
XUtlZMgtHrTD+FA800kWyxmHlGcERN/5+zo610zqzyxy7If5xEKmWA0S7Ma6UOKk0mRx+FQ1FUWP
AWHvKgixMo9EfUtHwG5sKiu7FHj+4svZs2hf4CXRaqMZSv6aPfK3FHZQz9IzTxV7njtPYxQ0l7yZ
khBpdQMW6zYm4ms8XgfAnAD9gA4xmcTEMLUQNfApDSKKo+KF7owVlPZbJf30oGOQ0abClByptc/G
e2nvjehQ6wGRc6edCvEisfVzzVLolq2PEUne+rO8bJMn2TIPtmxSa8AvQCSYlSW9X4/noDtyf11H
0jYvllyJk4Cp8kBgokeORrEC//dpu1bemS80hflMPZ2n21Agbbax4X577YkPZCdjPGq2lPmR3xaw
1YSLUQ7VRL4m5aqe5NlB3wtKpIO6Mo31iuUdf9XzF4M6TG+8nM/Z0hX073Y96Xm5004MK3fEfSGr
qmGYkLmSduCSFPr1tMD49Qq8ZuvnmOMtZyEjznjhcsYYpbJrgXImv9pxMaYFpIFiD3lxzVOkRPnO
7OQ9jfmOcy+UDpX8yl3nFBub7JmyP99w+VTW+y0cEfxKpW7NTsnJR0qt4MNBNxNF34GqJrOEZ8a9
kg2GyAZvYt3bOc+o4mMsUdBQkJPaM368CzfAU+9Hh7tibrWEzKHL1XONPCJ2BaYS9BSuTOoecpcW
JYr2Dnf0J96DTxirgyz96JTtL1Z0UKihjXvqJJQq0RDeJq3lGcorc4VvKbmqYnvvv34yn4CFMZeg
k1aDdNtxZ8xJ0pNaQ4zSY6/mQrlX1PFIZHnXuQ4Yfj6eg798WNYjw8rr6YxvDzRyeBH3niYuj5Hb
YdJrHlfFIuI3/AmPY/LnmNbwdtvcrTo7XFreuQwdQ8A1YhLN/a+oQEUOd86LuF4mwfaQamCbbgmy
bbc9QHLQHeo0tG/kpTuHR5KNKOfsIUqi0OKgJb5cpnc+eHygS7DJ3O75XG6H/9bugTc0KPOIGx4P
deGMrFnXH0xxZVUIPWDJF9qpF8FAV0DIO50msOyCf+Mh8mbbwkgcFmojoAzRrHs0Tzr5j7XnwbJA
+Az+kMfOHXKb+o47gibV3EXqQWJvWL21uGuASW79A2CgRL/uuC1lR7EPBfqo4X6mq2u7yqORnyie
SHg69g/MeT48BPUsAeX0FvM2RTBRdivzlvvBUpvcRjuY65nHwN/a61ZACQGmUH5Wtym1QV+puBPu
MFeBdT5N36L1wY0yylzF5vkzOgqqGWIHPYyIuzUvMYhJ7YkXxPJ5ss/065gfPMp5dLC/aRSfT6Ln
jrQpxNoUXS+VJqB9mrbVZ5L2cVVc9nqmscGyyGqnH05Msv52uKdBii7nthZTp3/MgXjOjLEXN4Qt
oHR8WmwWxWxMNlwNkkXpc3WsYxF7RI44JuClLtuYnsFcK4P71XbZTuwB47a3FJhYV+2qPCj0C5A2
Wd2jAtWpl563X/dL6VdyQGvc1jwQY5niRWIvixeeMZc5ho+sPbN74Ftud0Nw4ciLaQShm3JAB6CV
XGVk3tLm2gZ2MzvcsT+QPIFwXGv8jRj+XeFRwSnRpCH7bJ70OfjrCLOXSv0BTCXjk5UuuXDWOkjF
Ws84QjATsAaRPB4Ja5HxEZ3Pgiu3rpPT3urP1PAYjW71quygqC6zEEwBPHDkKRmwsjvExZ5Hx0DR
tdZiD6xODuCTgWUH4vtWeFsihXQS150CE3cwxWNMFZ1AY5scLMhuB8dzT03ui/vjuTItQ/p2+laf
nPKT/dnchdwTiROTMcG3Dbjwdknc/wYIMgEXObHh4TnU7aJqy03BR6Jo0xZPK2Q9gA9MgpFSpjPy
PGe0uEGc+DpVTrKyHZ0LtfRm2zdbSmrYxS+o9DWOz+7pNB31frBA94nxymK0T/EfUKrF/TZfJYhd
u9EKEAtOy3eyByYZCS45sE7WVk2PGS4181meQ6+RXmQwnr/LztL3Buo18E8ZARzMOSDvODMJLXB/
Zy+pmWNlkAgfiXgkqrcBx6SKjpTtiOeY3IG9HHgXHUbQU+7CooCFr90B6W8eqbOB5LARNZZKoFFU
iO7MPPRZBtv60Z3GAl/oIp6W37bDsRqg8ro86qbBwIOkwrVpnINhuQmfGVFZvYDsQnKPp80KqNhD
sMTrDoaA/3Borc9tXmt3PEsKrTINUdqeTeL0FOoBvUj5npU1dHsAl1Ry2YFKyqTAuQp7G7cFRi/7
sKra7P6k+M2NCb5fxa3BCemRI6Gk+xjdoKHH9lzpiKFtdzFiHzZ6EoE6C7T1cCYx3kl3mzSw4xvE
vUCCYtyS1F6f+lApWGkgMq00qKYP6Q+IFbYx/RuJK/swW/cF5kCMKeGN/Wq2CGtjCYORtxMPAchy
yKWCIOWC8UDH8KCzhalgiCnMaYyRG3bF+Ios2db1opQQe3FCjODkyJKy/ig59du8Zi1miMp9UEaw
adP4dXNgYvIomLIg/ilJlYm/4GHjoCXEpOfHLJEyeuIwwrqK2U4Tb7JO/IqtfYs54qC7kz753kKz
L3HwYsCEQ9QBT42THPVhCaJ0dp/TM1u2u+Avq9rZvjXcemB3hTp3igFbm7vZRt7B2dY9VjTtGxUR
Pt7skH3eVg8dJ87tnOPUqVRmI03/ZdtAtjM7p5IWsJMAUF4TKHt7ps0g7liWgNPD7hlmIc+9Ho8q
b7V6feJ1/R8mPD2QULtj6SKJzQcxoeL0fuaGADuwKiSMFLEDkX2lhyMJvG/kgYGBGdDnOCBtK2GE
S+k8cmvpjqczba6E2BwfKOQw3BK21URcbCy/mxGLtb7N35gzLCmujJ1oHbeHzR8xmdmM2Dl4RJHs
y3nAQ2PnKQCtYF7MQuYmE7f7ABDCBsV5JwnUGcnDJ/Jm4uUcxw/8YZ1KubKNQWBFomkqic3dSHYI
G/gwPpWzj2IZ3zKGBGesFqTo1OyWDo6wKdtvTQYeK68qIog5YMYxe+Cwg5KTzkiD688IjNHP3OI9
3ooQJPPZQvIVnjwWOBB1qQ6PzP5ocuQB6awD9bRc+7gHE0BLhkiMuzf/sMnfUhslWSdf3Y5vkCeU
P0EW5Y7YYAZ9B+ovAGlBMZnDuaXCFBKRt04vKdbemm2sATtdx4xSZvMQdkJVqDGqo9b0M4O5fS+1
Jd2iURgpb88G2zRrB8F/01KPUiIkY7pZrTyFKdSbR6FTbNJgihcZSM5lwqWiNvS7pJ61I9Yp2tFu
MC2XU0BUpV4EENbe0x4aRdEv6jHb/OZkFKTkKabRLUFqSYwW3fM2w8QRxZRjNIQROqs4DwNv0TYd
Bjbx2aZw1hrKdFza7FonhrRXVp5IN+lPkzHlKPt3JsSKmZ2r1zVvjB8b3SKRilSkpdewwmJHfLVF
9DGFHDK1xumM6aQ/IGlIXBNFFhaGgKZ3U29jCGAqD7OlVXtje+Xvy0PDWFAasK6/P2ozrSDIkR9+
f1cU2XKYqdyUGy3o16S+6Iz+ODUJQzaM50QFJpr91z9qtAKS/P2+j83mOGBO4igNC7fV6+YYZfHf
/tE6X4iKowQVNsIN+f7vf5Aa6R9rMQZ81UqaQNs/7Yj4++7v3/9+NXZMv6IsgqUDRZkg74aE9PZl
LlebR0RVp35ZriepAdkpZe3izoiRwX4yWSMJeH+ck/T/vFrMottju8mWALPjy99b+OsLt1eD7OQ3
f/9hnYXB2JKD9UhVO60JEvL3k3//Sbcnk/1ezu+Xvz8UdfNiy3QSZ3TrdlEhN+SVnHT1NrC//+Ai
PAAa/W8/+/3F78/UIT5oqZH4mjmdC1zN9uUYNUBdUOGZUhK5OJLYAZrnVlZx5Wrwgu/pb6hRN7ny
KISjbgJ/9nlILcMTuVn5nVQ/TVRmVsBiwtrK2ymVgXL+6XK5JfMLPyOR5UQEzbEK7d6bGkFjZAXT
llJCS80RAMFYov8jAZTR9JXUbyPSxR01z9rCwM7sYDah27U06O5ny4D3wzLd1j0H8igj5VXmNZhm
5MHb/KadNzYhxHO3G631YM/WZ9E9tIKCoGiV8lGmFZKQrstJMe0jq0l9odY0QiiS6K1xt6gw++Wl
8jUd4GszYQc6E54sYA590RpI4ELQIiWgPlctey3OMU3VOdKqcbjvwFXWVK2sDPvsuhgCMQZyoiAm
mbeNG86bmwCSgLEtxkOXT9Shat2zIfd5xcxIRwvaBLDy2wFzjdY8Z5HSkpE3XzOKEHweYZBBtS2q
aaanUka3nkMI7qHp0FWIXSUlK5ToyuBOhBSoVTCoKKlOI/VRVJ0xJgURUihkGEWVPFdyj5uokxgT
DdqU/LkyzQSxKTBIFVVmPAgoJGYhbaLhfawYtLZBXDkxnjWb3KGciTZlaOuQFTGHhNGGC+QkBqCZ
I4h/bRdrMaK8IbbUQ4yh0lDpfl6lnzYVIKFkAjUctFrqzeIwLmnAYE7vGCH9KJQn93KyTmDaNrdL
PKBQ+lQRcSHrggoRWJQQgXrBoDVBHtnX2cYeux0l05fj6a0auGJJygAFStZ56BFUkDm7UG88lnO0
EtgD9qzj7M3siUZl8WmntjhHAwcc1tCxUyfRi2KQGYJjHgIJAYchHme3kcsSZvgIUUJugbNhGZ4r
W3ivVKEXTeVGF/+Zqmk8d+2oXVCruVunAYQUjV4oKOtpk+5pVA0owSj59ZBULCDLbSw/V6Pobiqv
nWbYL8lWQhQoGmrWqZjLIMUWKBhqscvQ1jsJqb2YppgOWdO/G5FQ8EduwKqweBGvNu8GJeHcSxYU
89Hx3yYReU5ijlRzzK8SQYLdigSdl+r6F1rXVBsLbd8bxCPSWJaOlZiAGVCNxN1LPsWI2AUTSFp8
6QuQShPkvXR4yxKJLtDaZ3v8D3DO0r/MyESOv4XYB+3jRsM/8KhlGE5UOdH/En4IzYDOkU1YWkeR
vzziGLofdcU+t3Vzhk/Tn+CtnPJQ+dGWDgJNTeGMI4BeA4CkXiBYoaS+lI6oc8I8KpTmKK/3vQF5
tutaLBoBR0DzC6zRBMWmLiRJdZo7bW50RxhSgyOH4ksuqsIvcBYPFdRctLZ7wizwfTJyKG2D4q9a
frPNdJi6tuzhCKCezXj5tLI6cdUkRpcTytsERQVfGX8m/tbtg6RhT5PUUJoNqDYlpoBuu+JRnHKO
II2KGUoI2XsiK95Ai8BA0FnI3UaYgTQQbwkVkXMVxYwCy2lYPuHiZgMuPpCGAwWNi2BCjvtOj+ND
WosTU6T4xMDsYpWA1/tqfkL52jcHaG7GRGdt6igbxu2b3s2oZPXSaU2AaUgbQbKe12iv4Q24yPkc
aLJ2bng0lBxBf2P+7CyD9i0m8hsYVxM1AaIiRVluZvq7U5SSCCVivQpde2ltTHVsrK+DNtGICTFg
tNulJyeEhGWgbriX2nEOKsUAN4h/XCbtIcJqboWjuCM3xgMCqbDVIx35j9BGVU4ty+NKIGPk1XlI
au1uaNLHULGbPZtxFqjpkxFV8s2mKmtHq3ZS6WcZWaI+9stIUwcoVtdKymky3xFr/ZoXbKuLKflZ
4gLDHi1+qtwIyil2UO9Sso4YHlWXsFlyP4V0DHtA/sg3iIQc0s+y6vYs13VyzpT4GWcs8jw6GUuu
XBRpZdtEgmIvYYnjKUX9zCzFnlKqL0bRk56PE3GzLdC57SS6gJF40KXWy1fkHKGUfqdzeE47VQNO
W+TOWhN2VlOC2xbZbp7Rdml02kBWphinIdwUhNUuiGDo0HjYSiRwhyPceS5J1mDnWfx0iG/4EPtD
SOqQQKcp6LQk84ShvvQFMuWxLtC2GGsDie0xwGmPo1ZXjb2YSI9MrM8KOX9WRg2MRrfcSWZEU0wb
Vw/PRteuqhLio92f1VkjtmVrGfRR3U+yOpzVuridpvVtrvprW3TUCLJZO6zyeNaTOkKoKEaQy5ge
dKqG19TEJEepfEktkl3RR6ZrGqKk1LkAcZE0mNEqUvDzmJNaSO2xFxCSOoOiQtOr+SP0n+u0zGdp
zG5Q27c9cy1gQRDQN3XTcKKCnVdSKihY736VKbqAqfCI3/WPUIb7zGS/x7iVUrlpBQkR+qGIgHUY
8XDGyuIeaQ43KlublomF6kyN5neXHuqxe7INha1doqqoGCRba2T9SVaizcoagMoY1Kla5OsNmZJm
VpoiwAptsVHhJTlURqAmfQzStOqpzSGwe8WYYfB1swJlno4XWI9zVv5A3MeO0BAf9fratKPlREmI
mNnI/RswXtbVTi5LfLVEAbZheFv0GTArbomSelrW9NQ37XxG9ksGN/wVCYPAPGr751i6nwR49MzG
MQWHry+cJ8MHm84SEjADcgKWhVf9+CfqzNCXAk3Uh6amdav2M2WAtQqagpA+U4pT3BYY92ZYSmOQ
hbzfSCmFInhrra9JCBCjgSVcLwvL+N3sUHuP1t4Tyki7WQk5gtbsRpkvC5ZR56GmhWql2n5SbBqE
JkkOaXhfCRLeLNacuapiqJLmW5vYwaQObxw494alIn6zKUrUiMj0s1eHoTjXdn6alXWTCdpqTHL1
MNtJFaTg4JZ85iZVCL6CAj3uFbQHOw3+s9F4bXMWibpezWRoLggTUNZfCFioEGDog3D6XF81pTfO
mU3rdYaIk8UpTNJ0Ddmbsk+rCtNzGw6gg9LMNwxByXUWKDxMMiY1phurLjmSOOEKjfHAorxoRnZd
h8lAN6l9hrbOOWmB3kwhpKubafG8UNxbSvs2M3iUCEWAalIxwcYUcR/KE46fyh0Vsz7HpyfpmwKZ
gPJS6l1KBbynVmfUwsujDp2vsXnugC3ua/rrqDvcG0ZL+UKveWQ5Ad0o06VvlJLScKuXkPeqhz4d
SIcFhDsYXUEyqGqg2/Zt18jJYUi7LU7EyGI2OyRuhqr2O2jYwIH5trCwzESL6H2xgbvFenuaIBlT
tFTeW725FpWGBti69s62eIxs8UgeGVxhIDZkoAOkSAX6sDOmMn0r4GMTRkjsTPnQulNFHSRM9feK
2NfTCvm7aEt69vJUAAlp41PSHBBb3kqqEduYxgQPadfm06AE4YhDm1YV8N3YJssJpoWGKiaGfo+a
nFuXZqSyW6m4BSUbDQHAZ6kIBXcmfN/lUTmoiEMcyKe1ad2iAqDrWSTvZ30FzgggjIT6qGRtdjck
durHA811NP3aQ1Uhcr0ai3aWw8xXitGgapaEji3mwJigH1nmQNKHGgJiwmPMeZVRkwpRU1NWjfDE
t/AXgfq9RM+WwBBvzXDSSyvlNXrF1rN3UoJ61zDX7NzZlFOaqeTMU+UQ9cBs4wvQPglF/iTL1EUM
XVFuawsyrE5os9OjYsUbzIIpr6EFoWPcCgww9etwRe22r9C4V76bxUyO9lolVE6698Gog1VCCKzo
82m/YioVtiC3bSxeji1ltDLiZmUruvYaD7dDeKuRVxJDIVOv3jwJiwVshpTKYl+V3askJQtH72gT
s6Rt0C7A0ckiKDkloP77tT+u8F+6/gZxquhiyelV1SfpkXRX4+z8s7Zd4+gd/nMJFRuLXuMg3Vel
GYQliYI50NVEIdhP854uOmYwJENumWl/piw2wDUnMoL9RUnbYQW/1b+O4fxM2UGQPlnscqI7VGbb
QKCw63M4aBMNiTzISO6PZt2ytzTxsaPTL7Vy6GdNNsKJ5HFCafaltUDyfxJbFiqPx6XTAE5G9AzR
VnfLHGSoosE+UaYiMIteu9WnMRgpj4xRmFziRQLabjfNDfOT7TTVVjcVMnun1RNuG9KXCrPgZCnJ
65xwrMpYvG6zhQVNCLupMJb4BFZ7hIP3ncI2uhiRsasj3eIP2rdKmzRsFdp3ecKiQiQJS7SuKf2t
r0oiP8UprcJ1pC1v2VMI/J9Wf7gsKw3q5j1OGsXTZmyjDLDmHa5se7RWUfyMR9IuLHHnRHuQzGn0
ZWwe6XusO+tzioBfL3ENVEMyCoKHNvfa+C5fl+d1XaCQ2RSAh6q4KbvuaY3Lg5RHEcazL904YoRl
A6KNSSVryhwul4uRFrVbtZOP3VzADgFBolQzeAXrOFrZJW7PmiK/tyuSDIVmn0zUBnCWMCywt+N9
h5sO0q/TtzZBI7EErJAxsQUCcFn2IJL81Zie66oSX6v+UCbZXTFjtzaUK22gdN6aznSCOptya6Zf
Zg4kj2rUz4jT7aG36eWhWzNy0q+2j4JSRmURRCP6LR8S+nGECJM3IvrmYgZgekr2woY17oc0BClZ
sr/XY/InqfKv2owaqrrNbauEw7kESzlyqpqr9WVjI+whkU0/sl+fPwYLZwZ5kDy7YJDQraj8RgvB
AWBdnKi3SjsezKwgp8EOpWQHdwZlPo9jhEVgpBHwx4hDVyO1BJPWRb0eZtQ1nHnBcy0dEI5IjKBA
FNPVNmLi1FLEWHrU2duhceNpJZhS6yscX1oXqKqCndVfS9v+1gqp2qdD94l6MACkJKz9ZTWuWq5Q
kU7NfbdZvpvkdrUFlUaXYAMOZQNFH8D4rKMEYsPb4qmzfPTY7fCncIwMr7N5jFU2bKgCUraEN6Nd
fyW0Kfu++BHhFIGQh4OKl5TEThPa8odUACdSonXxlpw+ckIzTkLy1e7az1KBBRVa+6VrqqDVK7ZX
nVQuHOOXoete53Fdr7m4tQuYxtkg5T6aHyXYRUSVJImIuaOWbvMeUt7d9Vkb7+OpG/4qzfz/qz6b
qqGx+z/ps918T//n8FHUXZy0KCV+l30Cnefr3//tP1/5Nz8z+S+Govzdl+xvXmbqX4SwDPTRVIPk
X7HQgiurto///d908RdNNhRh26am6DrGZf+l0aarfzFsgd4bom+K2KRa/5802v5FoQ3Bak0zLITg
ZMuSjU11+h8U2nTJmKPGMqkORp2fJXAfChJ9iK1PzTk/ME9XFe37I7KXUGWHx/5D/xM99s96xfKm
xe+Hy56ugCm99DWJG+quMOT9rXcJl0M+2NAd6NgjVvjEtGvKoA7vc79w1X35oRGqaB7KUEXoxk/K
V3MCpBrYrkj/F0Fw5V/cKLZ7xI3CFkIz+d8/aem2IU6eakEFVF7N50FR7mOUOhpLu00n/c/QDj+S
ROJRZ8mbSJT7f5gQ/xcrDN3+F91uPl3nSSH6Jpuy0P7p06sinJs00jAzfbKnk/xT3bdXPXbkd4Q4
f2LcN+mm/ZgP+n0FGfZEKSJ7kPbWxX6wTGe9UonW75T2opybo/pR3KxBdpeh6HgDI2u6G2oHs/ub
5QOmEVA9gQiHv6ZudZj/VM/xWbuV4bR+kyEZnmSvz9l3NnnGrf7WEXTirYvQ1E5cCNfAlO4A3Q3v
zVPxBFlJ0gJgXgXwXpvqNEVoh8AHP6oo3XXn4jzt8RzfjRoELkDVbmmCH4Ea3j40N0rmKCc4bke6
uu/VE3Fq/Cd95Hb280v5gyTTPTBQ7LYPbGSZuhs/Inpp5+FKF9zap9/LoXAxeWLzwtmn3v2oJ6xx
OIV2qRTAG+w+Kd4NdFPd4rOjpwnxNWjfKe0WHA9P1HlzfacClADe/ggqwX4KOz9P75bb1XSiC4W6
1nqs7rJvIJIz8J5L9Qhb9R4SPPTz6ZFNFhILwxGd4c1/YKKcgT/YiR9q+Ng7G8GoHOlQU3uKosNo
UXVkQKBZYYm1A9JoLK9ghTXtshJG5IpXyne6jILezrxr36eT8Vndhte+ulEfqApDEgRbBRY0poRw
DyP4pjhON9FxXA/RrXFCzmVxqct1mlN/5McGtBako7vK1X5SEOUq/ldQ/gjQP/sUUvk+RsHLcKHM
veKvgw5Z8tjHF+ukL+6WcUKz9HqvPK0+wl0e/TibUn25E2/KF9V57L0u6ys1R9strqGTv8cX9aJF
DC1dB4AFK2JjaAFBf/VNHMB3ZeojY/tCqlzqmAi7+Xd7l8+7+UaF+XOV31SI+veQtFt4Txt4oUJl
DHbz48hIkF4Tw5pnairqIf0YgtYpruo9fFvrKfpEjbw79dIOZ70n6w41BKZ27WBZOJDgBcZNcZ0C
ufcK7Wzedbon0RI+lJ9I7gG3PzSH/BVAU7rDpwdV6It9az8jAVMNvlk7s9c74Fhg0HyPNzqjeVLT
R4okzbUKjGsHAVxA0EGojzL+cXpVt4emgxBAogxyoZt7/YdxoJ5MGYJujLMCs3RAd99h4YpZKee+
QxAoUOoFwLEz/rTOst2gsS89MxjTHQV37JsUlHovywGdPtokwPduCphpQXzJUuAx7IFkdgsNzNFD
5HIw3BFSNnZBX/kTmisH7S2DAuCrO3qHeCnuDJ+qJzLrT/374h6WQ/ykw3+jRRw50RXToYi282P4
0f1IW2t2p17GMVheUKDzKA7Yd0hwz0AGfdR5UMSYgU8AOttZV214su/GS/+GvR89jbflXn6R3YJw
eiffK1fsq//n/fFfXUHw5MRL06ScyjEn/smnRs1XS0yGChwlQoTZXrG/Nl8s+KP/88f8yyZs8TFi
MyWSOezUf7YFaltpGZBvbA5CwQuJj7CXOVii+XvFeAZRLBKOtflfxJBV4kZOz/9uB6ToqmwJ3aC4
pNvyJub/D6erhiSTMdtddyD9f6GJHHpiLqmyzVBuS0OT3pVNDw4OTFg/p5Gtu4r1QSpTgspAGxWV
3ECvl8cqDLGmtei05Xm1AuwkDUs0+ZwN83VG74/iVNvtFW0RQHMSnRqgiqm6qtSwI6pplzXdTT+z
ZeRrTnFTP8lanl7LVWuAgi+guFLzmBn7sOm6Z7UeANmY4JRHGXgMjmqSR3x63xcFEjc1B320HFTS
vMVCl0KYw0MkQL3ZeXlq0nrr8ZsSbemoDuy+O8/mBniJOMhCuX6zxyqIxDWPCgzWxZ8hmpympB7V
Gpu7+UBvudhXTX+Ui0zxNXkNTHKUPQ6ayJBsyFwjHJypbUFGSYkzTUTGSjneosuEOIHNtiABaCjR
j0dkUjpWcrERK+wXtQZNh/9F7SqoRg9tD357alHKqOSHzAj1S4K+4K5cDeq2qlrvKiEdM2tBW7G9
M/Ikg2BfkDY0MV5bAHykyvpRH2MlZE8tYzQaVCAyUY4yO/55YIGkVff1prAg3JV7SaX9oKWyeek7
EwfltXRNGZIkEsvXpdUW35CgFNoz9kC9p+cqChaDmR/GEcy43Isu2MSY5im91Srpj61yZaVYHwXE
da6Xemzx1VZ6eBDgKQCCqdd07C8xAG3qi6C21MR4Hmhb0MzioAgX5PMxRkK+kRitpbW8GsaDWKMH
uW5hLyg3sgVGZRG3yvzVzOJ+rSXN16PlZTbq5xpvy/g6yDGgw7m7n+PyIQ2jRzXpvlKL4uzKBF71
AYxN97J9rU+eMiVAvxMp3YtCw3FhhTEsQxoIM/0wciSUkHLEamgIWoAzVAvEWFNIU20a3cS1eKJk
eZEkmbKtzZO2YO6nFfTvHMB1i+x1OgK60zL6pO0wPZc1+DUL0QQkc6y9NH8vTHVZyh/nWv0KzQVb
OpT0dRtMr5z5UjZgWY6TLweFcSubiIbD6837m5EnQHWSKIKi5HpRFuB5dQRk/KHWgRSCzKEwC7AK
F40l9ksYndszk+ntzvm3nUd7Ux9AAwGVLaHrrNhIW81BvzVwISuETbt0dUqspeqscS1ackIJAU5C
EmuDAX4RXRsnVN4F3ECzRVSIwKsU32n8sc4P6yhcbR6frG4621oMHUje6zWqkBkiKeuy6wjRRpJb
KEmtAXYt0v2kKK5LLNKK/ggVQcvcDo120M6hNFgDgkk3q+amFa0h0euoENVidJdSaQLVKPElLIZD
l4UIuwhlHk5l095LVQSKsoogeGbgXysRK8eoW+HmsvOBkbE618IC87CMmBEOHZzHECGougZ6qsjJ
camSvdlJ6vH3H7qF6jFPWmI2Oi2x3/TWbdiTkZYSEiip0rU7EndgGLGcnRCfyY6m8ZFmIUHr748S
66Uci/KI531++v2JiO3sr1+N6h9WRIrCFrpUZqRg4dToEPFaDQpdn7N9zjbuRvGgfjeRKu1VFeXX
28TJl518Xe8R6iFcJASo0ULqLtWdXSChM5oOIWP4pj6tBwhstde57QVf84vykcOIPXW07W3Xvl0p
DML2f1seWPvNeY6d+af1FW9DcJ61G+sN4ijiKfKbBHD0Gn90Z30/XwZ5F95Un8WJkB2lTqj4rzwj
49U6dQ/xAWNm4PMm+/zVrH3EmtjpC8UtdAYKYoWLJ/kmg3SDiTEKZYSnoAdhpKEpBN2JOqwZKHdA
QaMdKiDtm9JhbXWmecTL0OkxN30r8YnEEizH5jsZ37BTBzdAQUYfeOH402ieeJ7O6uCUC8Z5Dtzv
aHCy3s1v6L4+V48E8tEt7KFn0wd9cE2A1oKYhn1GoKH95O8rrV3H+lzf03UH17zzKpVIGywYYbOr
GG5/6g9IRtXWfjypM96oxxxWF9BruKoILbXCN2hwZl4EU3ACy7nXiK6giXQnRQ+giy2stv5kw1e/
tCNtZw9EPURSyChwRwDo1gDw0TP1JgPpw43jm91ttBR4iZOXWPtY2qiXBhotpdOWDtIJyKBGKNa/
5L0P9YLg9IainwkUN6jRBX9Va18DKzRBQncsHNsEkNCduKpHKwn4B9jDDtQYvbP/4O5MlhtH0i39
RCiDA47Bt5xJkJSoWdrAJIUC8zzj6e8H3VttVWXdbdbb3sgyMiMiKYpw/4dzvmMhqMOnuxneeI+B
40zTHndrbR7g6Lj2GYm5AVgMW2ePJX61eNW20a3g3aK6/MGWZ9Ze/YUzjR8PeQ4jDo4V/ob0DhJY
AqwMM0z+wJR1VO/alSNMXS3rZL/jb+4PfCwy7chbDA8rCx6dq/zTE3OEdwgk5yL+YsSFRpCa0X0i
ppC5dnx1I8/+Y2212/zi39E/Ne81DtH8oX2CyMr/O4DZNb/l5/LY/6Eny5u1/DF30dW+ZJ9YQ3V0
+6/DM+4pxG3qymMDuILki2GJJSmecTw9YsNGs+K+8wSYX7j4jHiDUhG/ECrJjA/4c4UDdWNdk2eL
UhVJtvBski0xbMOTgp6ELrTk9Z94vXp3AUXDM0kJhQIMToa+eqpxlmOkXSzaOJQnUs8WGcKKRCOW
CwWsBBehJKkeG5bFCG14Ex0aySsKeesMT8fxfMIAN51LX8NPasffgReQH1C+0cmxxfc177NldrdP
O0/7kvk2eggIzV50kXv0vdUVbht4PMgc42U89mcsp0Qj88mVK0x05F57XbIjR+GUAKrcUNmkf9AT
xm+6Oqf4R8nLJGwIHSS5iEcgDhgZ6eZIjlgwFM4bn6tpJsti1XdrRpfaweDM6L7iLfEg6LbO4SEf
Ma9skrd03+JGuiwNGK6wF+bLyV27hxeuDZsEMk2PtwUrL8rS9eDyEVkH9nY4A7rp881MxtbyYedo
nrfpR80OfoCZvw5viwIVYsJTv6fKU08uwt/XggoHndfaPDZr8SZ2xt5+TvcMc94Bn89cH0ci2Hfm
c85cYeucvUJs58ch245oy1bgmW/0M+/IJ45E/soLQTAOil+ST9bOH0SrWD2vAEnf+je5dz/4Hm50
umRHhieiTAAO4Lc6453F4Xssis14F4j1VK91Z5cDRbv6DyRWtSh2V7SAbNzSVfvQ3GnvlWc9sp9q
39wbM+YPVNaezyCFMuHmj5iFabbBzT+CxiAolUP/qHbqC3vZC1doe49NVEBKK3Av198zkn64QmT/
YAbHyS4pt57LLzJdLpyw8sm8Rs8gJghOPgXmSU5bf1oZ02rSD2lyLttjqd/bN3lxHouXjHAS0EE5
RIyNz6eOxdwfWgPWw159FG9Oc2Kb/uRfuWEWhBJyyy8gPi3alGAL4xCFldOtcdrh8S8hdB55X4gX
9fBgoq2r34S5NRGo37lXC6uH2DkatKtDqB1GOECgvfFSA/tLbvp4LiSyE1ZnSHzXfrfLL4xVBoB3
xZmuUvxpqi+qClVtivYsb+GTxggbmJB7M/bkjEBMSPGcg15Ys8VGMBhta6ToRxbFJrkoZ7ARVATq
WpEEy4V0xWoqeCr/wiIxj3zsglcSja6/x5zcBqfsg+nKABX6I0Phr6+Ah9xDVjkltyA6meILv2zs
3oLhEn3gIcI+MiOkCFdxi5qlo+K9cPh3EypZj1C2TvBJ1/6u+mqPobqI7zl/FFwRIOHE8D5O2/Bb
vGpqQ0cA9eGdCYT5Ju4YgPQmwMD0OO+qmwBYRD13Cz64lzgMTPNTsfG4QOt8ALNjfZMpBt7wlXws
V6FvXyvegAFCxpVvrsVExz1si236PJbPgUsVjigfn9AK/TCXiuC0e48/Wmed3BnUpbfxzfcf0W0s
npajySc2RpRdb7rt3K38D4DWoIxysS2/YP59FP5ZvpTRQ3zvlh5ZWdYhfl8KT20XfY440BBto4fD
F3SK72ZkK1wUr2JBD+074i0BeK+rg75vjwsRCq3NYhXFYtn9uEsaOoFpSIlQaq+6d/dRB2j1mEOL
wooLFXEFy9N4gm4I5tasNzwowVXfZs+OvvbvixtGrIfyjLI8+bRZn/41d91HyXzj73TKPg3zBlAB
nAIgr+FCOCR5nhThj9x50Q1p1n0PvSo6QjfaTh+4ucBvcOjgWuJvZTZ2TbyabJsTt4h5cF9sxpTZ
ipyH5+DT3Ok//AICE1gnLNwhI9YR7w1qhG0q1j55m5vcsx5KhiVsPNJb9sNe0u232Y/lrPLkNisv
ETsNTubOZNWKPuC+t8FD0CfoH5JxSyq/+lmnOcHDF7zNdrapEy4ouQW6VPDoRTS2g+SkG/BisuxP
KYEqfBORvnVK1D4xCVx7YazkZaJBf0N/6F9q829Tf9fhpr7ne8IxxMIUK8oPNUx+x442uoGRQkSR
UiWcnHZb11vsCuV73FHjruQPPoAqXwy8sBiw4EG6I5/2qT/3f5zv4QMlD87k+av6oWtU+DIwcfxt
7N3IRTPQM5+YJVuvCKK4s3RsRXvnNF+mTXZGOkh1iTt8NVxJ13uvSwK59wXS+n5Tevh+qisBCjCS
xE7+gUYGI3FfAzjz5KUiynvF8YI5/Zq+o+fch2ClvrpyS6gd2nsou2s4ctwUd+4eo7Tr6fvxp/9x
r3wqNfwUT/OFQIlv9cQS/gIjXn6pY/RSn5HcMD+vXhBWTPlfQfaotcrRl6XrCXYQ+8N6N34voDTW
FIpWZhWAz8rYV49RZq57N8CeOk6A4g3J+8x+E3ATXWxoObo3BKz3xt//IPT20metttebCXR9ym3b
Lf/198vv7/v9p98/5gxwA/MkaTiUO+GpMRLYoZffXThzeSISLQ3aw5DF4Y3N5yawRraRLryKkHOm
rQCKuTrWcMfg/SrNYMQebosNwHBqeZe89Zggt5EHO8MUlpUi2lhOcotU6NmWy2tT6DI1mek7Alss
4s11EgzySm7ahMwoo08y5kcGh4dNpIMRU1FpDpmIRNM3jgtJpNYZRimLOaePS72N23eynkIQi83w
KDLcF1me7iqDCbuuKLhbFlusHeORTrh+bBoTOLLvfhICyMWlYYeZoP6kGLOCOsVEqEjHG9Kaobnh
Z3hZx/AF0LZVSVS4sSN2UdDWYF18qCbsrSk9uQqLqmgfKqoj1wzxi2GmrceAZo3F7kpvBk923Otl
MjNIcQcvjNOb5mPr6HXhX8LGfLflzB6f8yHukvCYT0wyWdA+lMVwckvHc7ic/BCbFwAbMUO2rCoq
ZLJibmnkf0gzaU4trPee1BEUUJx/zWztoFgNQVGfDKAzhMnRX9+3pQ5NTc6MxA3gAVOU0YlMFBUZ
NKFgUM9hBmY6jrpdSGx84wRnvxzf7CQnMWVgYZy19r0ffyIIqk++Ej+A8GjLendkvR7He93H9swA
JO5k+i5dmhVyLNV6dkvSaua23mr++DAHtyzPrbese2s00Daj3r7nxOOtxbCJYv+psv4KraxXZpC+
9GHKvVolEO9q9RchiScajBya5jM5yXkN2QRvEkQXOifCd7L5VWtdFAEjRNhKD/8iKWGMRDfkIgEJ
hz48+Mzyqm5+rhzpoqYCjVuhfANZOrBhCIbXafmfGdhCF+i2oXwkTmNqrepZbW1yOdFCa+soNoAu
h8ZBLxlPE1dL0I/E1UtwJ/Avr5tfB8yVfR5ebe7QXplMG8lyJbgEPO3yZ7PY+qu7x0SUHNYoyxvm
aZEDIG1M3TuUrjBmJ/2p1dnrj8mBbEi7W2uS8r7i1plm9cKpHK46bOV66XwLv3ktrAGaNw1xmVOi
mkX7nFdayuWD5cQZ1Fc9Eufif0mb0jjqO88pKJixPKwcICVKvqtUvNUdE8dEssBqo2GdDNMZk8Qu
KGkZjJAVSkxAxzZKCZNCNnZ8CC2WSsVER4e3Z18IgMohrgyjcm4oUF60eKBtcmrqaf09KYeveOSm
cXN/PynmQVl7RAV5qg20biomxkHGzxi4cJCZHCmpTrcMdb3YhBFmvcwEtjUZLVbjCiFBHtmnXnAB
OMFTN8pw7yDXoi+NW8TAQtNv6It3TaMQDURPfhh/WpL4GwQ5oADa9mikJjCDpuReNLB2mj1zCy0w
82NTMdGL2CByRG7NqVIrJIUb3WTfFnTlnavyWzTUcKOnZUw2wf1qxCoUhMkNTcPnbXjOZAuN2bDp
ZJwJbXXD2mJRig0F62TdAVIxMYLF6FWK4mby1vLpNGBiS0paq5bQE5PuNS5S6pGUXQxneHZWFX5n
WjQBJ8tpMVnL2J+uMofmErhP/RAjzMchacgEyI2+R/UGowXJBtp4bdrEyWTclewBNb2A7aAAjaUO
NHhFmoNMxsfYrRgppOqzWiKsihASSceN1POzMpWJNGRs8cAm1bVkzNC2/k9ow/rsu9dyCQVsJokn
M43jbTmxWNPleGr6k9sYH+FIIVu277rtBaK8stc4lA5OH7dtftTI4j5r4JlVFPj5pSDMFWNUcFk/
FASRZ1X1qCv3OoLP6AebTVsLljGr6z9lelKT/onAnus07zTUaqRtaE3KsMlJ31GxNwnb39oKL2mB
CYFdAgUPLc70/mlPKEqtisK+Qbqf98xJTc04tx1TkVpbelUXR7WbU3jE0U1HpGmlJESaFWvfsQDR
WKhH1N0ZYHgQUl1SHppmPrZ2f/IxQHhFrUF91NOHEeN9X8bw67KZ8gTbAEpLucry/lZo2ucIJnIK
zbugzwF8Q1ogJYafRoeVJqaVhC/qas64S5vQXkuLX9qZUR/8RN+HDj1xHiDYVEnqbAqVPRfjwL8q
GavVQ++lYfCsO+OmKXqykSwYsEOaslpFoamjZmw4zUjrAfHZ9uZVzMYLUfT2HgEO8J/0ZFn5/Dlb
kYdyRzvGurhl7gLza/GKjRh/Ort9HImVgLyAeYXPKX4SDnhD4byCH0o2BH0Tu9ZA0lbhudk3frlL
KsBPESRIEtmikkGfmZLUGon8aJI91rvRo8b3/xIxPE+K5C1xkpCbGFBozUUmchO1KCH3R0lKjq4A
5RsmXIg+NjmnahntwpLG3mlqGkwfI3ekdSiNY/oOgpjWegD2yV8CvZKxOPWx60BnCoBTGWoTzuCc
TfY6GMVogCOD1tCePiWRH+uBEIx1UULr1sUhK9yjjEkAcjWhrcIuwUBdACybRwTF8CIxfAIvNUgO
0Pn52/6MxYy+TCBiweiu3U+yzY5WiY6rdlGkdVmxqwon38eD8XeoUMUNKajLp17TUcVj9K2mmNah
6S6Ngdu3Q5U6EwU8ue1jk7nMNdv66HfuIXUiZhC1dRsyrtxyJotgVNeEt2gd+aTb2D4adrzbMUsr
4hsfyTfmiWmsV2OEmakn2Xvi6/hqwmlv2eB/I/Xq6AGDvn7cWeZAXpRqsmMf2G8S3de6gWhhCXNx
HOVAJqWz48c97AphvLU94jvbZibgLjNry0gfZk0DTTk/1gkbCA52S25FyWOcyeEJBawFPE786bKu
JrW52TPHL1foIKtd77fQrI9F6nwRx6SD/rThp09/Y0iAgCt6wNW8Q4WUSxg6ezWNii2S4JXtZkIi
y1PtVN9OVXGz2XwkwsYnr2Fs7E2yExkEMwPZNMJ28ezrXXDuOxoFiTqi8DtM8nH0mGQxMQ0uqy/l
ogqqWGUnPRKIGVW2rzYjG41pYK4RtM7FMKkMONgujo7IsVM3su4AGhB0vI/y/q43d5prsJcPO3M/
17k8NdkgT7//9B+/HNNiOoYFjWuVfOHOcLfCrKzT4Ib/+uX337n1pLaRDqgn9iGXL1+qnieAAwsc
Z0nV5gvjXV/syo2df1uF3uwUivlNr4Oa06ugPVlhz4QvDGhKBY0syT6AWXs0lhFB9rg27khQak+Y
vwo05zif0m4Z4qb/86WbypuWmc5uVlBJG0KtAahahXMyQhOHwvIlz9GftO9KjM5J+19fIuQFcraq
Y7x4iNPlS2aMvJyK8G0HD3A2uEzFTCu/1/3B2PcdsVEpUW373w37/7faPiEUWoP/c/bqJfomYe4z
/zdZ33//oX9mrxr/kIKWRZDA+ivEY7v/z/hV/R9SJ7/dIgLT1ln/E+/+T2mf+w9BKquhbGXaumkJ
XsX/xK9KsUj7dDRqUjjKRjH2/yLtE8v/5F/VB4ZrCpMMZseWmOYlwod/Vx9Uoza2VdoIT/PFY1tX
GL/YI54KE506hSuZKvWJj/RyL7Q6O5lovqurKfTULK6/vyL80wWzrG5TWstbFmZvVTEPuE34lTUC
bNUEClRK7W8azp/caJZ7WJ7DvDZRDeHzS3L4LcZAThd2NC9IOBCRpwIXzTrmplZGFkiVVw/j2L+X
aWJ7js25XTfB3W9Cpx9Tr+LyaeizXCx1Q3bHe33ftNr4kDs2wCV7cecrnUFi3WW+18YjWbFGA6+4
ta++vs8WU6mwumXzwh0RWQ2gzXkIP+22OmQjdjYz7PXNNAqwrglz/sl3DTZGOcCz0PexAJjyNusd
i1bfvu99Q3ukwfg0rYZKuMcEElkaL7r6tgsiEB2OYeR3KYyqDDZQZUwfga6Xa9Vh6SIei1CVzK53
0hg98tk1ro/G3k6x3oPbLA/IMNXZ7ZbBZ5hkODtIs+PHx8QZJejVnZBB0Y5YkM3i8Ix99q6UFusq
BKmi1fpr0Y27Ugb5zyQ659wNDQJCZotYXIp93ycOJOlYvysMn21UHZK20VOuBFHTn+3WfrT10N8b
MovXDBvg6BbpOnEyNlTtdCDtyD0PzXjKQ2DOHT0p2NTQv8bOpteC+j4y/hLoiiZDxdICFARhmu/u
iGHCvrdnfiyhFdzcQU8uePEeZqgND9bQ7ifbaK+yCkYALynbycGybvRK+96K40vYElqD1Wvbtqry
/GnZslUvQYZ/Q6BkXod6+TBUalhbTkFsRZ+43ggdAJG1Qz/tBs3BNcTWjQ3If5Mu7hs1knlIpbJ3
cmwok3nXiXI4/csB8b/Reor/kPsYruQ5czkSdBe1kfGfD5zbdEPq1zPeINvRwDxRzpDbdzZbZq8C
bkhD4OmR+N3HNgzEMY+ad+kD3AllPKDqzvzt//31GMJYHvF/ESDxiqQuhCMtNFa24iT49yNAi1Kz
pHSDIBWEwzHlHt5ZFvTqtBweuiSTR52JEM8k22u3sz8yPLc3H6dt3YtVRZNCvCnzeR+DBH4s975K
FfifzA8+BjnAsfWpPLLh3eHnRpBAHDyp71JZE6EuCkpRBxYTYSzzFmZI+zx2/W3cWKuuReHQA5dp
8L5d7NTeVIS579qOPxjYiIgCwl2pJRcWe2l1K+loDMasDgvbFF8oLmj1JudYLZb+HLU+FlIv7E0C
RuBJrOM6GK9SP7aUEV8aLnI2d3jibS28IHqJn4KuPU8Y7jzHd9y1q/ftNkmEeZTCviSaCC620BNC
OP10jXePYWOdPxLY+zGoYHpwa1bhtf4CtEKeC7M52YYm7+ca3LwvkOPhZd8phXktLo0nfR0W2J5k
POpHEQwPaFFiHEgKcWqcyqMMgfVqTnboh7+Zb7b7KiYaBarS2Y1Y0Vem1m8aOEdTTsHb4YPwgiA+
23Gs8Ii9Z9hJt9GQW5QWqt1gCP9ULq1ygTKIQLfu1bHZ2U5tkkCWqMiIUulRo6JkE9YuolNciRlI
rWnOPNmwbnYZZx3qxOxvudNtGyM/8pKKA8OJmrjBaRvHDUrYahjP49zhL0PZtSq7qjswtlsZgtGy
Qn4TMaJat+HCAwjkFp0dTkPNOS8qFK+v04PrNI1HRiJ2YSs5CosPSNfW7w4CEfRdEC3SwLb3MsSN
0bYQtywM8+ht+Evj5RmpLQ2rbc0f96fXPowQOEwxxCnJfqQlO9OrpMo2Y0Mq60S6aKpKtQUmUq1k
KKVnzNMT39Pd7PiP0u4VAICovzTCvqYzYKy0G8U1lREviVkJhjudmMkWAJuiHTL8OmJM/9JXSC9a
ng5kYb6zQ6eztut2SVJTLWkE+qFwyey2fOcWYpfcxQNx3W4KCLry1bJ3ju5qxlyA/J4ri89Aqpjx
EAH5iScz2gf0q3Upwj3SKXpl1j4dwN4U5stFojvoMpU8YB8ObdRmuSrUXo0EA+Qmcdxd5/b7UVZw
RZunphXjg4vY1dG4AfxGmy4Tccq5hKSAXYRmsrQezVFIfJqMS2ZWt6bxrVWQz8aZ7zOJ/CdTIuyw
sCFqZk6AkIy2VVwUZxJLSzGSEEmmZipdlCRJfsXlpjEl0dXWz6MXg+Zy3dslj0OIWiqOp5EpP6a5
ZmKLRsblrmiFYgTFiEzrifWVuD8nt8xZV/jJLsuTcN1wS1VjbTEWSAma0ha1bXqjJmm2uYCEqyJ0
AtM0KgLMyc7ppy9ZIudasi3jGjFSi6FzH9XTwxihQKxk+qE0CQByOXmquf4IdbfY9qFGfoxVv/S5
em46axnbwfgZc01uhuV9KGrL02Nt3CRFfojT2dhb/pPTvREGE68tcd/qmqIEQsEVdCxGRxP6jbLb
bWwbhw7O0bkIUfKEqcb6qZTfZZTKq/mdzUZBzYDKoIJib4m/Q5TxWWx8tHPhn6iJ7K1aHsbc9+9D
vJYMpxgY9UO07yJsA8sZVyYwfGvsjix9zTNByq03tdEhHSvsYcKqTpLYqWIY4gOsMbts2MPo7UeZ
YeGoXawbc4UOApTEPplikgwmy6S35yFj13GaDJtM3QHkiD/As84eLJ+upNOR289ARFqkbbvfJzJD
2h1OYXF1HDBoDQVV3SxIvbq7FnNR3voaErOc63M5lUSqthP4fT+AuVu1P5nhNtes63bCATLtG+XV
r4V7r/RA3buEmcN/GECBD4CherM7gz2teG1o0DOTRCH7I5rYNAJmSR7sSfPQyDZeSvpNUUThsVXl
tHYydhWVhs6QsvnJT037gEZwZ6Yz2vMCAl5Efm7M2D0PcuPiTzFqoRky7RBqoQeO4IhdRPdyHLMI
+J2/w8DzF7YJ3BQXKEifmz82p/EhGd1qKwVMOFsFDnQBfgdVib+OfSs/QR+Bx90Ff8gxzW9VEgkC
tIt33ZfxqTa7GwGarZdzmFzr1DK8qKMD1spWnOkejqkcsdbrDNmbVsFpaMsddu5rkV8TPYqBvcGs
zdJTkxoLzXwqvFZKUINmii+vw2Zsm2ydZlJ4nEBdpkinIMNIeaZbHKZk1XIZ3aFfJbq9MVC76BWP
SSfBHJo5IsVsKrYFs8VBD6uL67py3QTDZ9ei1KxaHkJGwgxBAzl5kduebc60HWwI9hW8Y2u9n4Zd
47cNiJ+QC0KOrD9NFCOaxsMotcrCG0AKnxZXjNj8sT8z0L5psNU3v78aElYH0ikjctE66HFcsY+p
ER6sedYPldVHAKhYZGesKPmM/cIhFHDK8Rh3hn9j927pOlk0rv+alZ25nvoq27WjfqfrKOIIuFWA
fN3P1CFpqJ+CblsTC48qlmFsHshnPKTlQmYqlgM2Wo7aLkDtZ88Wm3wepaPopjeT4NIz/u8eESb0
mQYlDalGSzZCxxXP7IcUogdgWD8J2CwvMTTx1NC8d4qqKaWkpW6p/4gYVpzriGtpiideTnzIk+hn
DPSWHbN1NJn9r7oRuEEQVM9NKZaBYkvE5Oi3+6Fq5k2//NijwYiu8zC+JEMHLxjZxQJGQm56bSti
fKfqjh0WAXJmeQiZSel8ViUwrtsYhte+YUCJMPc7gAJrJW61NxluM4Y48RBueKHjFjEnigsSelIn
1x64uqQ9CeRi+r3OsXuQc5OCCCLts2afdLRU9u6kVe1VkX2bQ6RjZY0+wR07FuJZR/4Cq4HIUuND
BFEL8xeHhZl2agXnDfdBUBP8G5jPDXpV8qk3kSrae9yqiJZtJo5hUeXe75cu1/8wJOe3ayENWB1M
XojlAVa/F3dohyb+BryN/bEDFbHWxkXfGvKdHEaUzfDF8n7d2lZx/u8Gso6c+YG1ZhRZy5Kee7mM
kP1UBB5vIqpB9mE+Y/Ca1CI/zEZIcLiCYhepK3O1u7QOc4hS0KqcEoGUUY7w6ye7PcxZ+uP7ABu1
vh/4rXip7SCUx8hpSUQxWpgyXfn++6nMggCVA+GwiW7dqbIq78MqgPg8WtBtrfErpEMC5ldDRwdF
thsUlXcpJ8JUnOqVpa6zHiJStaiuSzSI2N773JafvDJeXlsC+qCm33R2ksHTnIz1mE6L2mc4OcvR
37pwZIOOjUluJMdCDTZtaLlhzeBzb5mFV+SIIpy8REAWotwMYtyCWvbl66q5Mo0H5MEJ5h4nPakI
36A0b3r7wdQIQXO11As09T12hn6SdfQjIwRrYyiJHqkcALP0DT3kwrgk+mSs4xSm8WDvVGgmHyCa
UORasEFY73DJ8Sjz7+193bIwwwuAEcnU2BFbnUIYejT7XjB5NL7ERJUTSLZPSIy3XYkiIcoZyOWR
Yhcd+dWmD3EAaTq1leUyCi5sG+NXb6TbKnRvPsQAbh6V7ZumJ/vzw+Vkuw65eDAZRIBIZOzr5wEx
Uu4xtYrixSoQPPq5jkGudsy7cfww2nRr3orWdslww2pYjMZVoTC0Mg31j2TzI7JqF9WUH9wV5unb
EaN+TeEQQVQisyO3OduNjog8neLat4N3DAX1Y9Iaj6077buObXgwDc7Z5M3a0uCzWY8h0gcxskgn
iAUgfvmXn0p0qsoEnXDB5jyoj3IWTJY7BspG05DSFWY3WEMvfgQ0fQFBrGNi3XeRwgksBQeAyqov
P2nMs0WI96qRrIiTeFqiDfPcvaQDYIAiVOZBr7XmLCzjUnR+4vHCPv1xdm6WbwBmmVuaRMMiToOa
m60FtXUg79siIS6zqcMtPgsW0lkkX6hyH5Fg945RH8e8vVIDJGfcQWjimrtJmAh0rGS61xnkCAea
SBkxZgpzJNB8Nun/04uV1aU3WArEpho9ZAWI8BLk5L/VXG74Dqyc4IJRXd9ZNp2DVjM8aKndt5lu
olqemoU/TQBU7KI3Xr7MaLekTO6IHNe3dWzM266Fl+8UOtJbmtrYGP4kBk/S0FMwGtRWo7VgaPKu
8Ia66ffNMnaLymXwRTA7tQLDG1UjL6fgOWrF1HtYONy17yYF55QN7GOMI+/3nyqRkUgesZiTLTjX
gk1/6BbVmQrNPZhC3EWRHj8wn8zvrC6jQ+MgwJBYIDDk322csfs0/Ti551kBDqaH6Os6msfSSHZO
YJR3VTL4Z99oUR/1gkQdqYWpR6mfeLnLZVe7MYpOffZPdQq7ZjDaxqVEJ9zHjrEFaDnhc4pMcDF1
Ymu0qHQKdvAV5h6Z++9+12bnNlyerBxdvASReOos2ojeIWRP1ob2NCT5K5UuKUp433GbVkcsBSRR
K1ByVUm+qsjmehuk4Gn7uco8FquARMcEIwK6azbN5lpXNalESnhuaGAOXIZe2mhe+1GNqy63g33U
BdFTMBLNl7e8Fi3SwydO6fk8FcGf8yAj51GvHOcxrGqOBJHbx3CysOY5rbHnGo9vxQRxGsOTpxcE
dhk1Z+MUbxjrViCgwdJGlgVb3+6BPEWZcd+5/mNPx74zoYMe0rAj52kstGOSsOxavunYTEjwVDky
VUyWbi0uv5+VVgiE7NmNzVd5X5YpebTLELI07MSbGWVspI+Rxe6jFXVyeqj8/g4u5KTnsB+JBgpm
ZCoiRr8RDe5EvewgV4Aq7GSNfgkJL3Tq+QylLLnUmv3gO1RpFWIoWWhonCslzxXg8p94DotzNHAs
ORL5eK8ZXLx1BveI0muhVJA8Zfl4G9Wxs1RwQTLDMj5LzpA74NC7iQ80HRJu4MIZLwO+JRGh4lAF
P6nGbZ4gOo6HekzaQ1PPV9sB8xGm/nDJ5s4HBl1FV60BWpvmJkEfelyyxV7cxfOAUDxiKzf3/kPW
MYxMpKwPKQc6ty2QXYRTP3mmSo+VH1qUiDYp7YW2B29C6pyCqje2PmNXHFBD2pIXunyRhdHu52F4
tHrD8aCXYcjNxu7wW4C40LjmoM42TTMKVKYt//NZHAvDwiaZI/RBT8F5QVBEFgvg88NPqfKH0am8
IUcEzIn6GZgNqR/MxrcGN9ROtS6WieDQMPRYyd504YMy+9FjotH6uY920rTARcc4YJPmRaXVc13q
l04gHMqzi2HDIrHAWl6zXIiLRdiAPpLHzpWBhnviBK2Shkz0NsUM0bu3zoESqRZ+jppxJrgRyal1
eVeHVuGNVfNmEkBag0K52NGSQTsG2CjkfJJW8eRnye63kSyajL6xy95al4FO09DcahlqfklCa5Dw
7TcTk9TCLj6jZv4BdUfuZPOqASTHWOYcTROXd6BXOzasaFJSKAFxbM/E+2rwElPIqzN82aBRW37I
ZN6M/bHUdPNcaP2tzcPoYgX5WxhpBBg66tNaWjyWx+lSSo/5okvG3+Qx1ahtyJzc8qfca6yBmUJM
ry4rg3mTz4c2w/RNy8swj1XNjoOm2aUc4ytKaYSJETAdxzKqPX0cBP8SYPiQEkxJpfwcI26KBbtv
uzD1p8BCUNSUWB7qstDBoPEGULpNG1+bSYiX5avWt/neNSAnuWkf71iUUjebL1NGETZl6RXYIz8O
x6W7D4zznLJemCbcmmXamJcpd0F/DnKvqVzSVNDk1wmwlUY05VnD2ZtwV96F03ZIEFXzPppHKsHx
viFVsdTqcu/XRCRl9vR3MOzq0nAyNR3RNoJJ574PtGATQsY5wdIEuJPFB2ZJUKwGDsIaywElAUpR
0LuQr3N8/G5PvAlwwlUZmU/2sogfS/w8sRYScdM5CGxdw2cDu6dNIEyozpjUYQk7RADDFqxAp6v/
ouzMduNG0m39Kgf7nkCQERxiA+dGOQ+SUoMn3RB2ucx5Cs58+v1RPsDpthtlbDQgqFxdViqTDP7D
Wt8azm1Y8i5ETDGpdJLzDoBNdBoHJMwZ2mGjvOeyIEJyEdFHN3ZdPlqE99JiutdVyKRVG37PoEbT
D/PMEoUBmUwipXZhXYclY647hu2wyFJotIwsaDKYDP/wMbBdQe1YLz3LHa9iq/s+TOnD5jNrj2fo
cwMgoHw4FvBd0wKK+uyV6bn46MVMwyPeJeTLlFbKq75Lg2ttdhB3S7qL0rKAWTddsbVJh9SLoBvw
S3GMIxKIisq+oWqKt14Bx4lq5pBPYLd9j7GNp5jvMH/H4NjEeMprwhgs7y0bW3luK86d0fHLp2Fs
EIS5ZyovRTIM3HsxFETGr6Og1MZpAh4adv3XuBvGN925rxUnx1KyiErDezkP5ZNYCL0M8LjJrMFO
0tn1l8AZMY7pkhDFHKXoislBQ/Xa1bY+RapLLlOPSSoE/nXmOv2MRNZKmIK+T+4l17WvVmBTlzy3
Ho22Xopb1dHm6sqJNzH4yo8DYiKTLfQOYc0Bakbr0lftsnmfSPSSM9xPqbaCdBnvnHw0x5H9VxR9
SpPWO/oixZymJibeS73cCV8nx0HJ8KwHCj+OL2ZcXvxSRvgDZAORIAoxfHiyj19QR1V4gImude26
Ru7DFxCv97mIusN70RI7hO1UrbXXuR9dHC6dDlDtwNSIrM3Ixu1kaHgvaY1mmZkA4njtZehJQJ9o
B2nY+qX0rI8eqq+7zoDutdHLPFSN3vcxR3XX2U+ZjaimlT8CyO3H0h/eZGQCphnQFOPGX3Zjh9Uj
byOfcKHyFo6qPEMLbq4tpHwx12iNU+9NWBEaP7jaTA+m8Kkdk088/3F9dfoF7WPOvqTxt4qK8pgt
sBuY2uSvHlI6q0sHoIrlOj7SzgGtEpJHyQs1/kCE8dL9lbU031RF9tlJPXCtpsDon/XkSyGILALg
0QWxyzzHia9XZm5QGVdIrQXiBycoTp2FD7ybkGDMayBiVlfuB0qg4+AT2j0OQ7hbckE6Vm+YzzjJ
mb9ZbnodLK8tuLMi1awNNNjdEZzNrUuLN0MaeRwI57VR3yG0eVugueK2pM1Vj8kqK4aem1USktvI
FEwu3QdwmeFempphhz3Ki+1UH8BV8gtIkCVtHwZ3GIs/540HOM/9LKvM45E64lMPCxcH8kRWzEyB
ogfE6ywDzwIPe8pcUzpi61Ud60i2tNdFq1u0KiTzXEwoTMMfYbbQDjJ1uwbodgRH6eeyJhE+ZXaT
lTXaoZEHCx/RKr5K2tugIEUnxEi2mX2fopbahiFw4Likql0SrJw5pKqojIPnKYIFpWET7hfwjvsU
NBXekPiz1c3RwR+I07Vz8lHrVlrnAVQpwzhOSVC6FXoezIpT2NRfsCAH+B2Xcfv+b3lmshcllTxV
5dWzKnKFWT5u6oV+QuE/COT82KN6v6Y9NC13voV9PJwiK4YKQZRi6oEQ5z6Eg86+g7UYIRaB238I
46+NNZMxbIfqFAYMTeiJzJYVVn2v3Jk5taaW78u4JSeiTT+51fc5jlJ2bRVD8JBMyBjf/CVagb5p
WkwX6JJ3ldUET7RvDGFZAS5m7ndesaj70uv2+RimSH5S5GjKF/52MgWpvzY8SX/m4FpSCpLGtI9j
AQJE2D8cDa9tXWtnKRW+zvrXsEvMSzB+Ep4DNy9htckxsp2T4K8h75h+Jwvpmkait/Ma0l2K6WbN
y/exL9FH4Y/qcOy4qiE2ECoeXVH6AxidtzWN/Fo64hXkHCYCobM91PsI7aMmYHiOyGHoJvmo2mTf
5bE4JGn0mLr9i3KGU0rzQX51aO40l7kH5y6MkPiT+Y6XoqeVaFx6ctJBOnpb3ks4DtZRCM8/Ty23
TyzsC/0N6c4WvuLqXYhatAd/PJpwePKzFCtXmfJKhuK7LeyI3cNmXaV49jLubbIZtnYBaciiNGf5
HmymFG1tkQysD6y8YCbeo6fdV0lev1l14nDLULoo4pxqbEPe2FyBMSCjjz19//5dFFl4GkeNOnPq
xVbmcjii7/g8RsGHMWJK4EqMaR4yKFb7fHn/7v2LtQC3A2xwLCcTPURlER+nLv7eSEz8d23exA81
8Y4ILGcEKuuf9eufje2ANlbxnGDbmhLWhep7rHw0apIK7OH9i3AkHn30OD//LAS/tzcdGxJfTemD
iDARU/ovJ7Sttwz8xsP///P372xRedQExsMoDXHdYpzSw9o/u151BfdEh1bhlRkTjtjGn9caEmeN
VVrbdIBAy9/vb6Khh9DCQBgvBDlvwNfFWWtFeClBMLaNQk4IuA7g2Cm/ymrrLI3Z2ZriVyQrhTDA
FSmccHzJGE1ehwRYhdDPngf+cFZJenQ4EcKOeR+z+FvBO0v+Cci2IH9ISiZkMvTeRjovsteTD5Wo
f5Rj8lGOqyQfq7ZgNNlojKNRwyinm+XBSNCSllFAW1mtFBJHbtWd/apgPT1+L8svnjd8tVn+gdUF
790cHBtERO5/ynFSJSZu9ybyrnpmWExvR9XmQZiJy+i5ZY+aQQW5i3QD1ZPJGYYhVkewUSsPnYal
h7vYjQk2F19LwCh38Vtvf/PZF9FJqXMFDWFXNoKtzRAVO51mD9Ipg40aPOIp+9zCLwzdQqcOkNbh
qFQ1PSqDXUN5X4AunWd/9aza6J/jwH/KvZwVb20eXIIHaVt7AmmMYLamwoJ1tLZOYYhUuV8n0bHb
Y/2kvA26cKAr7R/wReZT/Em6tY9uhfogpWi0OsUcr8vhovMXomH4UgKPEHPZcuwStojviNGxS5Is
f6fI166wPWYWgUhl9S0fXGyArqy2w1J2W2tFiPg7XgdoBzvDTDDfJv0tI4CFDAVsrnOF3FfbHsBT
TaokHLYmoR4mp2LrIGp22OfR5Mjvyxh+oM5bcPe4L7r2t8mSfIfT5PnrfWHE6jpB/6zwMywJCtoq
z/JDjCQ7r7MH8GRP7I6RcHa4J0Q2NXvPhBdHkgLVRzRnKpg3yG/mXdO4rwFrIu13jHhiPMF+7P6t
CabuQc5PbbQO9DCmMTtOtm7lgZuW81aG5QH+BVlGY1vtRN+d+X+/jEMDZKxvoDAh+G/LFgpurl5i
J3FQmLZiV6fk4zrgCibXfHIqsgFd6Bg8O/DliSNl+97JVvxVl5044RnGk9pckjKdlXa5K5bm2TFu
sy+w6gQhiyRJKoBGrk34qk9SHmaSaMDgT5/53Z7krTdMH1VIyBQ+k51wO4RXyd++svkgk37LsjLY
+xNQR91G2y4UHQ9Jc3Bc0goY8Ehv8tjSw3zpMvHGUvIL72sCVRki8l3scVFVOGd2omNBD9eSrTXP
mIoxSg0jI4/I1agsPp8QScSuh5kAc749xV17pOcs2bK5LGEIMKJzce6WcjxWVpXvxzm9td7ak2Yg
DepG6y0TNB44ToXhT7bmxXMom9thX6aq2w1Jxd4QolXZ9tV2Af5c5DwOx8iwoIdNUE88KiK/uUYG
Z3yD9D8DinEniD5qcJ+hqQOU0JKiHICCs7KnKkjJs3bzZbNYgMkT1jpzT5YC2nt2ZSXzLW3LB9ah
qzkECtfo1cndqMW3DlgGhjhK+wxiahHiMLTq73NaEZcNR2SzeKjYi/BDpZ1jXjBLMTZaZBbuL73d
lHdmX1TqryLK2a7MX1E2fc040e58F6tFjKAmbw3YtlC8NTMjHyYYd80kP/YjRn7/tejtbr+U+9AJ
pqPvd/dVwao29BjEKYjsJVHDSPWZFI1ud0o8NMYLRTyyZbKP6zeD5GUzdnHA29O+zGOC5L5ESVkV
0dlFI47V19uj1z/R2H1K0+ybHQPZczmMSzPvyIOODyLQr/N0gWf6xeEkQkLdTCQuqWfBuD4OGC4r
jEcqyT6DhI6JNwFkUkUfe+66FPwPEVAThXq1vBW6+Nsf2vpAGkZIJl1Umy+gQaPtIgdWDcu1MuSl
MRxiGIE/qS86Fz/gcLPbIqaNh8cr+CyKMIXhodib11i7mZd+Rx3wFlXDePI6DNmL/jt0eeA2ubUf
DRbFf5anrUrXX8Rpvi/5n619vQIaf2FPNlUhgzTHq472f5vMwafaI8cLzWi+icdIHhwJLqI3DrbX
PtxlOSlZmXWf0ehve5/JvMogA+fcYYeI6ugPLw7Q528vzoXP6XiIfH2lf8E2qnCJ/ZhdwjltA0lc
FuMvLD5IqmO1Y0TPPD/X91r2yTrRyrGSxmi3gfh4LGYtm7psXEJalMLGB4MS1Zmf//ACV3bYv0v7
fN/zeXkapaEjxC/SviGuvL7VUXhWtHnYxQzVRBnvM5BL2FNcvYnbESpfyMZR5Djhcqzqjqwe/vll
/KYxVr7vC2HzOdoy0OqXz9BWfWtFSA/PqGlYUiyE7Sbetirct8qj6MzXD7OOEZNUef4HeeMvTDcn
QNasoaqhcxY2Yulf5c2R9mvUwd5ZrivplnVhmoCccke9GoD5jXEejihkquAPMDln/ez//a0PbJfz
kytXeIocJ/79v2Dd7AAWVZkXLiuopHlE9nXuRos0xdY+dhHEs7Hg2CKeuFyCH5h+DWk3t/m92itA
i4RW8qOY8gx86sD8rZwkO/j+kqdmuCe+62vhUcSjdfiTPFX+wtpb3zApAhH4jlRcMr/KU+eCkY+m
Mj7L3jBfsZbzuCoIKpYOQEHUcJMAYZBmHBHoKfBwm9BZ8isCXBzizTDvUSWmowMEImPnbuEKNH07
HzPHPNVd3V16Ue96g37Px5LE3hgR+fId9wE5em3KwoHVxF2B4OJaO4QSCt+DtNOmqCdSmCFZcU/h
bb/+b6/OAJMNV4nwffB84pcPqipVI3inPTLT0JC23MB3gmDbZug/t5JKMDEMgG0//WS8TOz/+Wf/
frrxs/GZaXoS10ES/O8XCTE1I+r31jvbwtuVy0Q0ZmH3u5pAYH8dm/7zT/v9uApcX9uB63oazu2v
Z6nXSadBLemdE8f6e6zqD2i8CUJmup/ZxY+pDv8EN1yPl1/uAVcrKSR0wwDLwi9vbdYUDZOPyj1n
IeBvMG8bSuKD3RIcWPXrsGNdESQVY//Ieq5rUyLzkjxtq4Ah4LoebYyvThg1n99Fo0WNP6yUdFXg
Nq3KVfuMA2shR+YxahuSP5jk/vM75vx+gAYEZXGI0olJvvvlAyqTIZzH3FNnAlSIZqoY36etudmY
f88ThPWjbVufJYswT/NyEVThXiow5tarHHEMUIjUJVY86DK5mjXrDO8+sOqPDk6j16X8ELrN8tNj
89f039Hf1e3nu/t/yp4palJ27f/9r98P20A7mtUubzvP+1/fc+2MiVhq1zkzamDA77LtcIOmhCc5
nOywsrflanRgFE4U3uWf3y37P5x5XMm+JxlA++o3iLLP8JafXTjnaXUPNCXQOTtAuTOY7IJ/DcqA
GeZ7uwugNaYdu65VU2smIjzR+A1/uNrtX5DO61GGQUYFthLAi91focqDSEoZE1Rzzr2G82pVDy2r
5ufG9RcflpWs4nPDUR9aPuj2f34v/N9vbY1Lx0VQ57Ow+f1YYdcViDIW51qIL8wEa5Qjcv7sBodC
YtJLWEFLFyNtEa4rHJFinIV6aaHcffMT54gB2f5mbP+49JWLoY0kLwyFtqmJzkLNEHnpsE9YXD5O
yr4tMSVGHapzpKFJZEMz4Cdd7noHKErn4qntYlZuNZrahyiJdpI5yx2GEXdfNFBn2pncIPj7ekso
xPMgu2Pf6PLCUmI9GtzZAfzDCXZUNapZe44I0orxXuYtZbo2Ns8yu3xLRfTsLEG7TzWLwtEOjxEB
6Fwo24TgpCvxWN5hnJoaHJN1teUwv2GePQJ02IxWkT0T1DNiBCXLYxgX9mKaZWdLR5X2cLJUMATX
0s9fuii79W1s050RwfLPH9h/eGBrgRHKIXTBoYFwfqmVyoTucbZCaL2jCghacw8oDb6lcRs8DZ24
BBEyjGxGM5DaNDKtS3hBWmKAD92TWAzLZUawUYOumPycg7ZH5gRoGVmW1KAbsba7S2nd4VBw/vDC
3d/veC18TlnKYx3I4P1K/JdKI8oHZCvUgADPkIkCVT8s1vyjjyL3W1GYt8CaCVhx/ftsWeCAxjk7
6bK/dRrvON2D/YqEhihpFnkoH65hToSw9iTqQTMROQjlO4ugFXjpx4ht1W5gy3dQocFyVLNraFlr
2fqzTEfk9bZVqIvM2eR7yNTPpAbd3iurjr7/WtwQK3Aw6snZ5Q6UhJDd8kUV8mmy2IXkwGxCRM/b
KU/YFHJkHhsmeGYkNsp6C2S9IkITUp7XbdlCdS95hx/hphd3BjfYserQebnO+OWfr4r/YNfRsHlx
x3GgchM7vzzCRNPGyxDwCMuDo2bY89D6XbNDzoa/SJPVHXXFzCCOlWBWKRJQGx94YIwoItNEfZns
D6e7/dsjlSyA9XzFQsTZpn59PU3SsrgkLubMxzuefCiSge/vpkqYBzgKyP6fso6YG79G9ziJeh8v
KNVLn8VbElct4XGwt/7wFv126vOScDVJ4XkA9H876YLFQZPN8BAHaiKRmYI4YF4RjuwbsthmPOMg
r/M9Md8z759PHvyUAkf8RdqQEP7wWn6r99fXgtbYFnItXt31tf7LvVDgzqnbUMznd9IuNQJYia45
JKwB78aeDy10gEJG7D23nWfZW7/ntVlj/Rhl+RqYWtzY64f8N73aNnS7NJMJkNBpefvDC/396eRR
UKxNCeYmGoRfW7Ncxsnk1f5IULKj73BLilMRiSvqWE2flgVHBrAkPqP5fwxDfbT0oam4tXVSxFcr
eZYLJpTRdz/EkSE/aEjAp5mguObzeB/vJ4S+z3UzEWOvnQd4P/ULJ0RxYWOJ4WgknqTnGK4y4O2z
yswOusKXsOz+FgvyT3gQIbwKcM5IcUvc+iWCcDdVDBdXYXXcgOUZAhdlodceSHz+W7UkvLkNrBMz
kwfQOaQr15iFLuBWeQEKbksf+Ie+zVcVmV8eGRZI5EGeJkipxGdPbuYj93TJVHI8MxsNkTdCHayg
KV8myVr4/UvdEaE4zGSjvjcgFQs91K+yuy64JXGHlN7jMiNBgMzV+84He6acT7PoQ+HUXwA6sLlP
8p2lOvuEg/OHEehBBrkEG2Yv91EM8M7re/34foimDA0vIhgIYuy/iGrBGwEZFKXVNbGt59bpMOJM
aCl8RWJA/YmFf4rnQOuzZ+bjeyedhObHVKJgT/XAu8GTYFMukf1g5wnPuCI8tsqd/lBz/H7xuzad
Pn5j7UrxW7ObQLmuUXO15ySTdGsGfjJFaT3C1pU44hsWCOP8v7/7XZvbXvmKJYUPhOrf77guEk43
TLE5g7bo9lal7vN+0BfyBvNTSj7Vdgkk5BKiBFZVVoGZ56dewe294PrPN5XzS4OjKNP9wOFJiBnM
Fb/dUyXWD7sxrmI1bb02flBeuYl4BLsMbJH9HrBvqJMXh/eW6oFH4NdYfK5ELPT6Ywq+JDak45YB
nMCk/EYhwuCYMKUaoeNkFdROmlX+Ej9J1n8AQIgLXCqzJwJwV02T86eTPrB/+3U446XnSX4XR9Kj
rlbSfznMVM6mUiHaPseENG8DC5byUrjiXLQpc+33f8ayaJ/fv8tAmrX1nJxGP1zOaYcT+u792yBE
8kR+XpHvZ2l9nCYSZ9+/JFTxSNxJBcyNu33/I9eqGB4yugCH0C1nZ8pYKHTdUSKEYwkCTiTLMFA8
9vPJNFBL5tST58RNQXbHNVnt/+9bgTLFihg84xyX5zQO5p3rtT8KPVvnpFomnu8txJeiDWEUTysd
NByQLeWyOCo3O6ZWzV47VeE5R64dBjW/9hTA41m/nTELsZA4l+uX9+90m9BQilLwFXcyxaoUT6Xb
YZYx6QtR47ilwyY60ovmx8lTByeAOgix4qUB+uhwiqGYa16LrkBoDPaHldVy8OMPcRG5B7/BzsYu
Ab245SV3jolf352ZP+1X6AWx3EGxcyf8QP1KM6lz1dys5KvdwceSRfOwKDLXOpNMe4lNCxxZBbA0
zPLNhJbEYbnxnNqD/VrGJLagZdlNYcaqIGfBas/KXABhJIecUxomHVhaH046s+dwXyt7/16ezWN9
U2kE3yzKgn2uuvjYYRR7f5XswO9Ldu/EFAMPF37pvnSZk2yBnOd72hc280iECBGxuqslq/6aIn6i
uaiR3MMp25iOWVNXDrcwbMRrGgl9iNAOG6XDFzz/m6zhHhJWI3kutbW1BZKzqv3UfVRG+SPpWARl
ZyiwvJFklHe7Do8tEB4jqysicBFTdCX29hm7PG6tI9cg8KQyRrwqrfIQT4Z+oaWd1m5ErFv7F97Z
YydH+3VU0HiyJrLwgDKSnyu3uKJyWdVO7tXNUJ5F+CgOHSJX4odSG4gR/ZNuWnaPofeKYMzZpahr
DlWBHzKDudQFicX+J/rIjIgQLIcxlK2OQR7bJ6dQx4hmH4364uy60JxnCF2sPrKysT+XhfsRHNTn
oF0hZ32MrxRX/Mnpzd4CxHOUkY2VD6KHJ7D41/GKfxycTwhnqZ3LHHgaLJ1jG5Oa7NylvZluvMy7
zsMe/3NCKTJkh4F5rhpU6hjJnt+NqfMqy50a/eqg72IJwyzTpfS7llP/WNkLHG4rhaE6Iq8a8uQT
StjmMJDzjq8X0V6IwvamBjZMVuIlcCS/imjxDrolMneM0fcRgexsyjSusLXSruMy4HpdnKcFZczr
iEb8LkvyGHES/5g3/T1GHpvTVgCo65ku+P2IqCWW0y0xVP1ySElOTIL02Dbiql2rPJJ+XbIvxrw4
YfjbKWuOcWGH8hm9AD9+MS+zA2dJuGJH0CNmLy+ATsaTF5o2K08AKbNXv0BmIGHYND3LE0VE9cKG
tQQzeCRO29/CeM0FllMEBPlRRRX56WO0PnrnCLGtQAJp4ivDkhjIEKdQC76J+RIRcEZmLTTElNA7
Flj3HoShMfCpn+Ck3HMpgO2rJAo9nAWX8TBnf9cZUlG0ffVVJMmqTMFwkiOsvAIto1Pprox68x0D
SL1pfJJeg0r5sDmriDBushYyL2peqWs3VVCqJyomLCu6vS+73n6AX5fiiXjGuFMQA9BzxoC+yrdD
pxmoqGm88PvHZ690AIYG0y11y/mGgirmCljuhtFv9q6Kg5sVtfZjzc3U0M5uIsSY5wQf/DrAHc9D
Y12hJmZhxJKsF5+remImV46vGdgqnpTzvO3q6BEBcfCSZX/xYGDDCsnx3BV0PXSSQPKxbSLmVYcO
k8UQDgihbnqy21fG8vZeNETsZXGZn6c8Iq/9PGeJj7Wk+5oTu0AQgYS6W5NaZZAlXaoqeG7F5PKW
fo37iKAQLzhnGhHcjPh9n7DWhntmE4FuhuJDkX3oWwL8cFtdEtTkhGPUZ7aM6cVyecQZDSU9Lmt0
jb6irCQ3fHq2COGuSfTy7Uo/Vh006MkIcwiz9EmVjPoIckDLXUPUIl+iQXSzjCe4liBL5+IDj3wO
KjSqvNuCQZ9uewxJ6Ns21MQaC9I0bHOWwYeo9+6mqCJAk21qWqMiUkF7qfHgJne9PlhNzd0s3Aed
yh9Z5G1nCfQcXQAuaXdydwmqKYJFHRBDprqQMbJUTbj1SvVGOrdzBw2BJOXApW7Os0dU93wMaQ25
CdIDG+AR55d1iHKMArjFlgdWkgzaxEIAEm7ifYxteYcrpjiES4NXQtswcgXpv0I+0LagVYNP8zga
iZMfWSvaJEfuAmb2xLqbbeU7wRUBXb+r3CreI90SB97X49DlMwkt2XRyZYPnfP2rWQonG9uUmPYq
MFLKn15GTqGdzxEacAa9NE5EsGnUT4gnbsqV7kvDUVmQrXpb5qo8jENH3oKBk2yGDIsPDK5NExIJ
yTuZ7lzfxUs5t6tlJLkCT0SVt0zpV6E/etmDSnr/iwdvo3WbHL8WzP90GgfIe2bzrv2tMiDGc+x+
LXwPVWGaxydtdbsmtNR9UULjNoO50VJ+d8jYDQa9nGyxVZRSNEbTd+QcuA+L9sn3ocWJynaPqvcf
8ix6cJhxPzrtTDR1TTxUlF+dVuijYwqxWSRS22hl+BFxYx8o0XZ9snjHFvMEKF8ByFPRdcSgsb2Z
MUPXDjFds3eCpGVvq0a9vK9l+k5mJ88ywOrS8k2CO8T96V27srmoVWw9Reh2gIhXqTInJyMwqgsj
jNYD8GFNZudR8lPsoiZ5rKwOSRTbV3fwLkuQf2+6VD+EyIIkA55Dt5hbMwGEy6Nwhtm19OfEhpW8
XMpZ1w/oy5AUq9o6sXkG8iKM3sFMFAmQBkZBEATm9LnSQXzvYp+wZzu4NoZw6UW6WxOOX9+d5QQn
3gUN0YJmaa9NAJjY1RBkdEca2LoM6WpInqDvtk1j29sJaetuSpgRVQyid+zz0bQCKiQKKCY5xX6q
mY6k/V8E7jaIEZQJoQGjKbmLQyC3rsBwr0qs916N9X1cLYw4RLcCsQyLuvgb0uLpWJNQi6KVEMPU
QN7z+vBMk4dOHmv0xiZR6Rpizzwkjvs1CaW8d5d2NSqlJ0fkn8NpVAQuBTAqC8wLPl6fRJTdxfje
i87rTaZSC4IqUQReRQcKo/OllK249CraskSdwZmpkmExwVDYfgn2qZ6Z7b0WsyMu+YJeZQyzU55A
R82xre5mX8YPyEn244K9GUAJ8R19h/FkHBKw1y6pYx2nL2PBgobZvXlW8pFj3JxHhkePhCtzA3rV
SQYxBwgBSP3i6kdGJ16CgDJhI4jAkrVf0w5vTP/qJ+/pHXASZf50e69DEU3vcy3jK/W+5BhH0m01
K3SWO39rGVIkCj9CU9hzcULAVarrT4g82m0kg+HJ0sS2TZG4hwgJYjEisaN2yVAoY/8xFcocrIL0
4HBBeAezAKFKm3zzh2w5TWOPY1UXz8bOeKAV1ouIVH0AUqg57lPEJ+6IGTwJT3pq6udy5bXblrc+
OSNi1vhZ05B9GmT70hTTR88ew2emReih6sx5HDBZMx4CMDOnLWI+4pGPJN6shCONNW9YLkkrlken
BzxgitF6m2X+iBOp9yz/B+hTflsjvtIPEy/ldNcEVGTagP6su8w+mYxQRKG4NvLVVIUDrK0xHQ0e
+T0Sf+jRa4Jv0AEcnGOXpmNLtoRzcc6qNe/R1RLjBnSnnyLgFjgB4lHWqZiL7rxmHs9wfD40YJxj
XZdPqLGrUxIHE6uA/imQhf915AbTC7agPifDOkIc+Vx7aG44TU5JRJbJNPUpBnXye1eDXz0V8TlV
nz2AvUQ8tEiS67a2yWAHF9bWTXKKi/kWNUu1V2oJP3sxapsJDniVDrdoUNxzxM0/+OT94t/A15LE
zi2U6lG7Ex6QUebXGS+1TuDsBxKPI/K++75RzC9m8+S2dfs0DCgih3pRm7V/eL9uRzThm9HAcGl7
lL+9L6fnaTT2Q9pL/ZGnj965M3p4jD77uQZIMKCP3RofyroeZxK96fPosD8qPaqLVQgMlsIpD3wy
nyZTuuzoOG3DVGxqjTq0hLz7tCJlaoM4fs4mBaBJTi9FB7RgzIajl2PsZmwYvOTBl3BxAaDY+mUE
v/KTK8JtbTbtkvBYX9cFvYPtiasN82IVskaE7B63qt6lJfBDBmdorsrpVIiO56RRIGqGYQIHMOyq
nnogbySAizxbDjofoRvklbryqJnhQzgIkOryB6MMTdhg5mxaU8Awdqb5JGxcEeHkyn2KSO9eVnKP
mCe7FCybTp3fXR1QjueJJUvgmht/HeLfdEbCnGX1odNINSBGWwczz92hCsVLyQ7gMjOQfh9vLW38
Vwmce6Nxvt4VfZhesVhzNDveKyv417GcH4yFq0tRwc1lm+J4JDvHamMC4w1eT5v4LkGc58oyalMX
9DcenAbE7C5cXU1Y9dvHmsT6QxlpfFY2+ZU88g74q4O9w/Brm/TtV6frJUiyYWGbgHKHiKP1DCtn
64NAvhy5dAbeLLZ54DywLJu+5C4WlHlf5LlHaTvtvHBE3h7VJf1W2T6MXZed7S48k/1eXQJAkVHX
WIc8mnB0KLZglWQf9o5I6tDP7pBtEZyT6U3CCOoBJs6+dFvzJFMKSWi13+ZYz5Ta6LKCZLiDk4n3
02Hv4iVTvgWQ0l2GqJPnInEZmFVuf6YcTq5ucSGfPrqfmnjcYwIAj8yqBAk4mBOPJasb8x6WqKg2
zC2wm03jqfcNiZTh9BAhuDxOjvPDN7N7X4jgOgf4IlqFJwXm6XiMkWUShibfFIrjnUdHQdM0QEjn
/Tv65uMYcDQ4ksd6P47P7yAoaiOSyGsNvjj4iZlAam4/hHNCdEZs7i23f21QLW7azhS7OvBIa22S
fjdEdn7PCDkcq+k6utM5oIc41yDAepR1OxS/GVQtz1z81Hm0x6B9pj/n8lwNskXyMATFOci0esSX
e6l6QkUBZUU35vfbIdXE80SR2HY+ssrZipuraWoCT0zzaNf9/ImcEpgvtYjMI5B+kE9QYIalffB7
9xINMZ88eIh96FZvo1lB9hGVuDsSyTf15WOGVWhrR6gvG1wVd1nQfWx6+TpgQ8ZmNAM7URs/DcGE
wSDacPJ/K6wYD1ruNPcjP/OkR/ejVek3apW7RgWQvBtNmctQ45CbEgNNnt43RNq/d5mmnH8OSvPa
k6cS8H1rs3pdXJ5dYp1a6iF/aJyYgrfPX0L5tw2MC3t4M1NWuUfRVM6nIPwKRfFbNOGZUf4Y7mIn
xx9p0/ZPjgx22Cztbdh20R5n2zHCHZMtst2pAXZMrIksLdPvqqeQ8xkMEEjSEPHa4QhCMI1bzXnN
JCMx2+6978vGK9+sRUb3VUw6UBH8D3dnshw3k2XpVynrPdIcs2PRm5hnBmdRGxj1i8I8Dw7g6fsD
lNWZpezqtN62yQwWCFJkEIHw4d5zvqO/eKmzagLnw+zt/sGI0mMt3PQcV9lTULPxskwL7os/PKrR
0lBgaYCRE0cS8VHKY9Qa56YLxm2jTPuz1yMCp0b7CAnffGAveuGWL5xmOKJGMTYaOZerZQVXMLrq
Ed2LCNUxf5KHoA0Io0tknI9fcD8J91eoU4/ClYnRu0MWoEY+qw2K1dBl/1oohh2vMb813OurMBjb
ozn1A84qLd96YtwyTBBN3KqzMdIC7XXiLGhrMm4iIAP+NGxiH7MeBcgAG4UF/tmm8u6P3Jt9h844
L7CzJBQrs/jZc2Z7ZYNwELXvXlaWtkH/Vq5NzSeDKyKCw/XjK64xRTjflIPewSI0TcOX6wDnm0RM
6kk2hLNXcB7Qm59lHIGqnn8qn9wf5FCEFY4f76aMTp0A7BPQZIb9ZsF3QRWAnTQg2w8Mkr6UQbF2
EU3SKCa3g+LlKrEButjBsLdcMjR8tnUyL5u9pVh2eynbKaYgp0fPm2MsX7V9sjWCIj/1bfLZtU50
ZSkPSN8hCkCyboKx2z6q1jOPZuMypYykNlI0pZI3PyfqkbA5PdiAoO13geo/lFW3OwWBfZ0kDrVP
l1QIshvY6A2zRaWdMcFhIwjDYsbvWkgSBYD1mt1WZeIL457EhgrUbkgz9c1pjGNk4Xp2xQ0TrbCH
8pgPtMwIVNOArqyBmw53JJ7uyq3plIp6O3SGefQZZDvpNOdJiMdJkn9JDoK56WoNx7ZSfHbYiMp5
s5O2/o9aQU2QdcfdXAHZkHZTEICh4pMF+ms9SWefzs1EgTePbRQxKkZR7emfmMcSexDxEzn6pwlj
le5X3/ka5hej27ZRpF8aVZFIOjhHbcQATi397p2KhzXEFodqUUl1CqfLMU5EsyHlUW4Mp3kuU6N5
IkfDOoLFp5SoZff65ijberST4FLL4i8hU7kte4ugI8QJFCpkt6Piq79UTFXHnK5HURf31IblpiLc
fD4TAgbzI5Lm8Qlo+MFJRrLBtCy6xk9pJe2z06X6huHj7jojuABVBWsjZoiewtG5sBLtxwdqyBuz
huERQzt9RLNKk65yxpXtqIZPYzI+mLjcMA6X6QofpPmoSQZby2jkwQcysy47HI3slW1aEfOdW0GF
werb7YGfAuiy84BGeGMRPdnAaCCoYZsNhrtL9I55TSMNTgDh/1DjTxniztJKny2mMaQ3UWefvpd/
72yKJmP60mSG8WoQtb0QlMB6lGfD7n+y5w83mKYI8Ub9+8BstbEcI780gEp2ZGoaZE3gF0dG+VTb
9nZi4HwuGIzGUJ5sFk27cLB+lNUYvaE3+Cb1cgvmt/6yqXcGyavMpXnpiFC9WgzIOpoyEhVpH0jK
LQcI8V8qKkKsDcR+oOK23nz/gx3RS0bF6KkIEnMTheSfdamgkxGNuykMMZiqKCFEHDxrTjldI73g
uS4FH592tPF4V0Sb+MoGeUdNKnSC5hGP15vBEuhqlhfNiMRezwHjnsYw6egGVW+J3TUb8NzVh5yt
CL4qh4eqKsSj0vNv+OnK+1g0v/IOGpmh4nSfKM19n+aAAsYl7VaMeD8SNVk7g63Xoem8mAWU1tyC
4d5BQSr2bupvTDdGFEyJbQ2BhLHKmUEFdlsllxr19MmPJgqAo3GasMjg50Eme0TJSaFrToINjfxZ
xcO7X2gDiU1pc/F1dTbn0ogz9j2rbTZzWVGPN3R0481gKNtow0BVtxtfky6w7v3ID15ZvLSqUqx2
05YmdFf1zyGWzYPTE9y1nI6l3z0L72g5qXhIi3BfuIX+GoRq6xoi+6jpruxTMBW7utDbV7fKjiz8
N72D23219fEqcz9CqAEVqX3q5fih4H+8haTeZtKT2z7b2GmbkImFjMzL7KPbQp9iFy+d9lyE5HN7
/G4cIKT20JKO8TuAr+uc7f6Jf19f935FiN+aDMM18/UWreUeXsjZvhl3+ZK+Oz+pBhvE46mVMjH4
Q3KZw+pbVhDRhqQ9LDpbj1EYOsB4AG9cX5R8iNQzOvYSVjFBVdBtrM12e9vePm44y1afgPzXpIZv
h62xs0/VMbpH9/5NfjN/gb1h1Vs6gAUp56zxiHIaP1XttrNpfWwJHZI/BtpVB3FMz+Nd3Y0XsiUR
reMzwRPlwn5aU7j2mw1OMK3ddWpPLR/3KkoQHCTiFo4ZERNl+BJ25a4BiIZbikZlV8qSiI+sJ9Or
s7Di14QpmqN2lCq/YbsrbrILP1SRDXxQnS19a/NHwkKAlHcKpJh13UOQF5c06dVnUQID6AatuI5I
7u6dEm9TkO8a1afvPIhRJhHlmGdR+k4leW3XSBASm+Qgo7Ksd7N3qJjFLDfj/Gxi+Mh5Ec/v9ZYg
PDisu3urNjgyT/cEcJX/fHcf8VVWpXI2djNWp+VQWWV1qsB9/j51w5g6YonrJzbi+uRCbTsR0l2f
ltPlUUKezL7LsotOO+1E5+uihZeMyu2uMkhm8EqnoF/Ooz9Oa7ojh4nA3xhK/anIXEgeYVBx1OmX
kWYsn5avTL5DprhdUyHWCdv1Y/Pi0iDcLV/0iz4/VX1QnOZXoBRJuv94vszJqbDw4ORKz07LYaHq
+xFo/X88tzwCazMP+8zZKa5lorVtICvM1/40BzktL92OSvaV9HSB6xN7DOru5DdBsR/btG7OojS6
fQHebbLtv//0pony37/nj+fiCoCTXqf1mj7p65RX4a52iaFfN2HUbpjQIEJpxKex88lPDbbONI+n
PTpGg6HHCHEI0ag2UvHPh+W5wK1TSnrFWZuv+nKgH0vtNPISjoMzgLvRkEiYglG/tyMoW3VLkOH8
ixTt/d/awf9vgfwmTsZ/0oRsPtvP//jKKQyPt8/s63/+j9uX+o8P1FH/Bcj/+z/9Hcjv6n+TKGTk
P/Hz/xPI73p/Q4U2i7E89HXCMfBG/CeQ3/6bgEKNtg21vimx1PwDyA/GH2cS9T4ToaCHavb/Ccj/
h+AczzzqvnlXYAsbWY3zh5xG752KyYVu8SjooPcibZ+QRdIXhkvUZdNm0v0JuJJF38D/RYE0OCxN
4n+6aP8HDfmfKsPlVUhPxwZCpVnX/3QK9I3QkGaTE5OnXrUrbYBVXnadejw09mRmuzGrr7UDlQi0
kBPo2jaw21/jUIb70MYXCACi/n2n/rey9n/R9nBhEPQYmCRQGnn/ojOqNdNwSxTVR2Ms+xWignYj
uklHKeH+zNpY3FM6C1XRtHvTDH5YMN8p0jrORpfGKre1J5/RYtvlqtubNj2WJEUpAgGJQBlhECQr
NLUv546Vy0aRNpdv0+KqD9q8KIVtcNKC4fXfXOQ/FOLzRbZxsGAP54ZCpf6Ht6DSRDMUTZ0fBaCY
M2IMYPQhKO0yItS59KzDApRuksGgA2DtE5T8dDkhUpQXOeQvEWvCh9yQ7wtV+d+8Nm71f3ZuLK+N
G93EsTCHTMz3+z9Lj9qmjeu5431sA/XkMwMpU6THQjjjngU8G3uPHNDRrD5sD7sucgki2un4pw6Z
jSZgjIdMY6X/b/0Y/3pj4pPBxsZnxEFeb//p54qFBpS2qb2DlRyrNncZKMnhtcFbrUo9v7Sosse5
tTghtdkbgXorM0Jpixwg0GRP+jXrw39zY9p/qO4s2tfCdID5ex7vJa6D/3qpxobyeACh9mDGoBPt
2NfODgUvYUjt6pFe/5z61wT8wCN5UPFLrqN3sUl8nyzCKbK6H1bCL4dbboGQKXqgID01y9NoBkRT
TuId+y39QL++TnCJUXHRmrYT68UhjuLCMvRkddYuh5F61YeHGOfPkcUJhN7SmDbRgJFYDiYhA+MP
kI49gnRv2EHUv6DY7Fd12dCkLT7ClnzgoQEKlMaEbbASN1WtYVplfUzrRo7jryiujC1TUrcZXOD7
rkWGdNvNlVKvRuHnsUNTucJYYsiX//udaMDQ//NeRB+AHF/nc4/j1LD+uMBQ22QQZy3YNTb9jpEV
NzPwz1XueVjDzfoYV6yik0r294FSJ+WYCfV+nt/jML9rc1aGA9tik+saCQd9/VVDnN+NFRdo7H6q
GVY6jJV/TlhJnEPf/ausaCRE0ehxfYnRdSy1cVyt/GDhD7GXPOt0MBpK34ZL2cS6J9J4gXLQH8OG
6oJGD/K2PEKtEJxap7v3HmmzJhvgbUMUysNySEPvpvuyOKpC97fkbJ7pdT8tqFsqEcOhmXfhvZWP
j6H/gOu/u+cYw/YimfSXCencQvryIKKu1IgylZtn2mA7dwwgZjZi1H0pIBTqkOXWdkHMW0hl5ljm
VNutKbnCZkmuhv1j7AwqmwN5BgZIkh0o2/TIBLcRThejFaxQjBl1At+/sS5kd23iS6IT5+xIXj2p
I9FVp865xKdk8fuoNR3tZBc7uz6Nv5HV2B8MbRzB+Im7RFu36UvQXbqRexcFTfEIS849gdMh1Koo
kVvUJCi2glDMpbmNdWhcOVSmUa2zZG+n8aSF1nBp0nKXEg5zSBr/M+/7V1kSQbO8R04aErAemgi7
VdPuTFN82KGnn4I5I2UgPeSCMPJoZtotKNt862opMSjZdPQqN3p0W3lGBGheQj2JHn24848U2cJV
IeBb1dRqNK3Sn7vc9RmZJfyUgf6u4QQXm5LkrZK0NpTG3QKFHJdIOl4MN3YtSKbVo+dE8bEwa7Hv
yvZ71AYUDAb4myPJc+Q2WGsvoRA+ulJBpGWWjzXQFrK3CNca0vhizYdmFObBV+EtIZxg5+kteK1C
Z5iVwxMqrPyE2CV6gOEZ7OLeKtdThxwgd+qUfHtzuiO0FnefaMQoiqNjNXafQ12Nd5A/w71vszcv
gSKJnuAw6YOJKKXS2OpZrDc4My2BT3XgIs9qGWJy5q65d8Laf4T/4D4sBxsswNFDMAcRhOcmL5e/
v5DY/B1tryTVEJ5jx6LgxJeE1hrFdFm+2fRQPNgyR5WASmyXuQJgZtAEj/V8SLNJHvmQkOAzn45g
vh5rMxyuVg3qd37KwmkVrJV+akx4aDSawr1hJMEzmaDuPkhg4zHAaE/LQcT2KSQ35ibm70Ao1R1S
iB4rkzQxDJ/35UCca34arfGv5Syr5XTjz4PoozM2N31JRnaYPi+Hofc/5OTmu5FBG95UO/hUWShr
uYgs6jTLThON5zs9OgKkB699DnI08qDEL1qZEzhLn1JHXrfKVKOezaLf6Nj5yzxzD+RgjofOjtu5
2E0lsJvFll6jzfxHwuzICFgvpCdZ9evI+UmdJ3ptR25i0aOXS+033W68tWTrdtQt6BF0UwniNYa/
0qLz7mgzU9f4LjOzp05gIdt76ygrWE6H+JVWksOGhGzd/jC2Osouz96AzU7PYOeOA5+LrQaZwoav
dySosaJQ36JXyuxLh9BiFSEV2CdWqm8Dd1KwQeo5C16N+zRLJuq7OP76mBa4KKNfBkPbziuVxciF
8zlVjBO1IUl8/+2aD8lIy2qoZ2GafW8Bu+0sBt9DRsB6XnfyVmhzUImPjw0Y3l6UQCe00XiNafGt
GLqquxMSHCrUiz9ozlYFHuVjO/RPno6wI029cOsj6ktD5NzL1UwtAhgnCrg6nvrjEqMQwa3quvYu
YOzGFaXyZXyaUmm+jNzLdfNNCq18ZKa6ZdgVzl4E3EKXw/PC9qO3NLCI2E8pz7J0d7a1OVC5VMN3
CpXTzoqaW2eoYN0pBglHzsZqunhNiUUcAcMhlLI6gDamGeflH0E6PZMrYF2W5lSeo8dKiJoWA61e
SpvaqSJAVaf26YV6dub9u8sgUuc2cO9uSSRmIrDiViMEY2gEBzstyPNFJNexFN7nfo6EWtJ64E+j
fJiBVh2ioFghdBzWFDN+CC2vWa9iUUbx9dtfEPcmWc1RG14GUz/DvlAXC4+hnk83vevPeRFr79N0
QBtNZIYRjqTIpsnBjMrb1BGZzoYMR1qVY/jT0JMqKqRJ/x5BPV7LwX8RJnpkiOfPCeocqwuJDm91
7Y2KuoQ+Xuy9rnc3ox1Md1k91nass+ePgp1bDiW/HoinaCUTK0oNOdQJ5F6SLQelpw8ik87JS6dr
hAgr8Ek+SqrZrS8zVuABM+tYFt4lnNcBmbYbWrs+OYFln6amd9eCWs9cP4eiJrARHMyuvFapUdyE
9xUqsz8hZP3GosY+Jnb9tZiXK0EbT2u9B70zYUQicN3mDgC6IKX9unQxCKEG5DVbSgzZVqvJSNy9
aIf6Xnegjxdae0Gn6iNyw7ee1ImT2dSU3y3KqR0YFDQ/Jr1HcEwndEq1A/BTNqiD6DEnR1E5t6rf
umUUoN1Awq01kL0S564TQwZQdFOWCEQqYjFWSy/LjWNCZ1y/Pi4vXmvnunDnXQvsmyeCIMj5GQmP
brtIXL0s2U9Bpu9C72WRaBBrHR0JtGL2l1Z4sKP4owpH7drSJ7L4y0atbh8snJU0oKPsPIQDmShx
5+8K1qhV15sHz6xg5vcI2Bpk31p5LPqyP/TDV23nBawtiaISg005SciYARN4bJdrkD5HPa603dKe
TgvTBPeWADPlzQM1QzaRE+TovxLX3TQNQ2HnD+9GXwIIH/kTEmCxm0RDhmPE3E0zU7P1/Rx7kF7t
uYOOZmfaKGZik/1t0G6hFiFkT+ztEJCWxLji7XCKX7ASbGFGaZcUKeRmqu1k0zXultvEQKtO+pHz
RYDQdAciZESuezRaT+7p0swGcXnqyo4aEkLpfUStYtWD3Wlo9L50atMBxQP3UsMPVhu3CM2XmjKh
DOoVSOLinZZ0uSNJ9MWYQXLR5G86VRVrXg55zl5eE+Ep49duFL9qIpBX/ujGT3VHwkwzmp89QXKk
8WXlTtcofYUaUK647ctzGvF7COK1Nm2XMDW18c1pXNamQI0PWjgQZzGfdl0/XJhZuMS9JGaBOQpS
0fBM0e+YAP/pK4XxPQ/RKjt2v0pHx7+yTCVfxUiyb3ro3zUV91+m2xypPVxljfzYsLwEj0junA3p
2XRlu26LbfA0sI1bnkE445ylQSupmghHjVOcttxxfG+5/K+uPNe9R7LYHKqO/l3BsQ3KTSeSEmAi
PVzHpdEUhWyTrNrgVPN/4guGm0S3fhfZsCjZkKHFiGiXzY+Wgxv24UYJl/YlvligysLSzh54PcBK
1mn5liZKTkOFSGaYvF9ui9+iF+NNs2Pz5OBC/33IU969qkfPG/VQTF22X2OTr+KNLYr0QU7Rh6jQ
pGjiprOle8RUMqSOc9dsZp/CL5/Q59uHigoOHcyxfFqe62xq5EHdy32DVpKltKZvpzHEOkBekmzb
6r6cEVOqnxyJq285DegsBe2O2ziHWZ1FW0fa5ZZbxnxMHMN8HJOIdPUUA0k4jdgMqbYcK3MMMQTo
w00gbu/wf9K+4ipL88nVYSOQKYKXx+Ll1DW0XeklrzrJxRe8/0dpKViloiQfAcHpE1I48RRCMLNw
at59fMkkTwJIjIxgS2kKJmw3f3xkvjVK98B2o7hIxt+17dmgkzTtQW88cRpp0Z7UVEBcWM7d0qKC
T7F8IyGkxWyQztqIwN7I0nHdUEQ7WVrwZHay3k/mIM8lURYndOOrTg3TaTkUqezA2/3v83AcQz5v
wwSte2Dk7UbnixS2cevoB8et6IlU9mNadj1leDIIWZf3NPvDVQa3YsP/iM8uzQcoaPRyEfLsjMj+
pomJj4MrwIohMB9yhwiuSKbbDpUmPvJvdeH88GsRnDUyroQXo6nKIuQPAiLtGDwKFd+8KbrVNduR
1nhhhQcIuLsNES911AGOppnOEIm4jgb9UdpKW5G19b0iPpKiefyugU/TJ2HC3oxenJytV02HnjVa
7zsE+rRFxEfQ+8uerE93cg9K9q8aTqV1P32gRp7QomNDDV7CkrSTvo2Lfb4AzWTAXUossN4oQNvt
I4uT93CeYVLSL0esPMIgb646GHSTg/SIq+qe5I6/b4m8BrUXED5NcxaFUM5YEQC3Ho/KpbcN2EA0
4rPonljn+1tU8AR3D6xq9NrVj7HpE9bVD4eeOIZ92mv6gTgj5Dp6dI4Eohchuy9Lc7udYyef+OBK
lDTy3QA7eMxLMEis0GWQOkdKbYgFUhT7en5y5+FyOWT2xqlD56DH3lczoTCKu2Zfmc5Rl2SjWpb9
iIKLMOyabMACSIBG5ARgcbFTiJZWiamRCh0bh9jRnjQzbJDJ97N1O/0xeN2HhHeGSQ9heyLfCHfS
tr4jQZM1MzVsnNB3kQ28KiKUgUydRHOyHSoy/ZfPpS4VXLpJQ4Oi6SwE2qT6TD4AK2f3UmSQuDEC
Q1IIV3k5tT8ZOB4YhpBBmYb3ILXAXuXKrQ5mVvxCjgWyLcZWoA+e/RY45s0jiqmIWo8KKCiNPA0t
9leh+ep45be6I3mC4IoABqafYYhX8cWomnNTlfSu3Hn1ldffI9rz77wlVy313+oK0X9UV59O12I8
dOCfNMpG+9anxF6HMD1txhA27cnZcvUBfaNJwWzWNmsAKtrIqG8t+eu7ptXeeoafPGLXHsOz35Yl
0xckv3pj6Ogt/drHCJfim57EkzfdIA4We6Qn5ePM/rfJhMg6JIqW4+JMLh1j3+u0Jws/u/RpSa+6
exV6Ky5CmSVa/BbFZl5xEY36bKFqxnODusdGWLbWNdEfPbv9nlM4gqPbnAoklDvGPcYvWzyYqe7e
QwrUuebccQmiJxCfpUD/MQWudY7J9zvEIv9esZbaJ4D5xeRcJ9+I1lD77L3UQ32V9jOYHhvENn1R
FJUPCEn6DVXq6qGoomcXTas2+ZIWn9evY6CkZ4J3XEIZ53zTIttgc3dwBPDpP7pDUu303gUuOc8b
gWa8LuFuLBQwhAdqkzS8+tSKH6UDNLKI811Rjm+uZwISDgy1EmNXUaiui/UUxflGV8mjrnmMWwNd
Pn0igqAk/9NQ2FEb31933NMrM6geaLrfEo0A+RBRNip51rQRhi+2RdVBNZVBPg6SRGoTeK+HlVYA
Lg5mT6k+e0idzC12vju9YqcvTzal62m9PGx0XJ1oKFHttOV3ctHpPouXIocakSgLC2wj9VOZpcYp
RIK4Ll1rk1Y/5JT+iClGnEiVQMnbw9E5Lec5qeFDSEKcMzcTy7ktWs+H5XQ5WPoU4Rr4777sz429
f3y3Qjm3G1X4LFEV6yWEq975cJOqWzdWajgoUqxdNubJgQAy74BcZV1RmTpNsBOZTRCVe3WKjY12
73LoY7i148+QPbiJAoHFGsCOLjoi7mHp9dCVdGu6iHxOv7wkHnEqObAZXPzZJ1KxgJzGBrxW12mn
yXhoMq9jp6nJrZvUc2g7slLy6qYnv8pytGcTqc0qeHT3NQrV58jtX2uBlbufm6Zi7qFCqaYnXxvn
UZ825r70lPvcEQWy8nr5LoasePH8sXiZkHvl5LABFCbMxklOypQjzfqo2tjINAlOxORJOCyXJj35
IhSHoNVK3riOSgY5TZPla1S024wUC2zYJ2nihwIy8zwwcJVlcvJAiPFmuwzZmn20FLmF0oBaGJXj
NwN52U2Fk7lPPQfYAflFEQYou24KdoCjtekLSVk3pbLSpUHxgEb9KosiPwN/AOICU1wTIBD6Aq6+
iSh6LZqtIafkmwNa5Ux6AcNl1OSbhn7ZBYQEgpJCeytRqgEDJe8qbYP+0dM8Ai9sYOtDEu7dqd33
U2s9u26I50b4qL7CMH8rcv+c57H22flU7wCS9Dck9+mNKZqNktcTAhGFn0FJjQc7VeEO1gfRHo+O
H7lfWajwA9ZrgzHmIQUvfMmDGPWdGA+V1Tg/sjm8wQIFtHIFhXSSNZ68gYZODzZyzYba3RQBVEpD
U8RfZdZ06HyPGA481ljSUpO5pcUoQWGyIPVxL6oBv6/XnICyxrOhwLlhG0ypB4KX0pxOQwBAmsTY
eBZKkvSXWTUHNpTO0UFYtgpcpLSz45liG+BhDNcpxvCzzQ5uNIvwuW79bjufufh81l3WurfWMIH5
ZpOGjqNrt9aYv4BXgtLesQsO6owAVnxkewJp1g5uX6C0hfY4BNcxBnuDdY55SHP+qmUzHu3v+dC2
N4Bc+jBoq8gWxrk0Sy6Mp8MtijHQ1GXvXlWdXWWcRxc9BRXoiuFMd7LA8jFeQX53j0bmfCa4s0Ir
zTYFFd/fTkAjZJLSB7mqnO6pa5iMm0DIzSCnn02VgSP2EfVrFFexxhMJ5wgauHWNf64OoI8CEifv
hzjbWHXsEiZkrcmITaAbP8KwZYk+OxuWshQAiD1tI+dJF58VxqtdXhRMYa385pQJyQJlaJ7SmTI8
luWuMwzusaGm6xlMb9EIDcwY1TPvFjSW3GMPlPTTLsfFslqMVp7bGfskEICYuMEYItK1g9p0SqgO
NwXfHxL67LXAoXraSBVSzjPk9AtlTvsy6B9ulz0sgvdwIoaLhKX2So4wKdBMabVqhr2NJc5TNy/3
BJzAFgOfoPgd5d/SSSr8L84Z9Ypzy0f1HuRace8qH5gyaidTIQUVAy2bZHTIwJuzPQzcszieHiZK
24FLx8ZSXTQbJcMzyuinCWrgVto/oZNsc9uINwpb68aM8fUBIp536mTsYWlhfZyhbTdJgXbsYDOo
9i+hyLmfNDvaNP1QHHoMCihpsmLoiEsiNRQrnLvVpqtC+bg3xxoBfQn1f6kcNBmGT7+twpUX5Ifa
VfmxT/puHclKP4wJlwNw2C3KpPtRv864dZuUQGJEsJb3yXMwGNENe7pxTnBwORX41WH07FUSlsXV
10iZYBfpGYZz0MgdDkc2niEFPYVycD81bP8pFZfvjPaswkW8m0zMge10HCOcYKYV3RyNXjOLJJzH
ovbFQxSwElo0sOiRk7VZt7iBa40fagR3ZVMMGOrpKi1fP3RNl+x0NiHbgK7E2pm4fixsSdcuZHfu
Cu9VDV61rwySXfXZ8ulaWIftnP9UtvYG66bX01GJjfPgx1+9mTq7MsUIl3dPWDi6b/0ovnUtM6yb
o3lexNoWHoR9WU/hkZQABMD058eM1pgOfAK9XV+ulRD9jSzrVVmy8Itb6zIFpYvhq3hbwtTsxsDA
khvodEuftM+sCbgJcQVKfsQmksDRDDP2UUzvOzAB/eAeCGrIzk1LvCaxy86Z0Fjg6hSOACwTHiKD
ioAl0eGToWpqF/o1Cp03kSFpZ6x6o1UBjSrHsL8b5qWFXtPwhRBNfcng7jNkCaB8VKCRWhWRJcLw
StMkoXDik23P1HuyImM6lVbS760IaTQLigta+/ISGYzIddCdfcWKsBQkDXa0pU6RQ7O5jPQXlaVE
MMZatNEqUrQJuwzMXF83SvsFBKOiP+GXBDfL/kFLkr0tP4Q92i8Npq+XiaJ/q5KPSPTt1U31mkw/
/+Aq2On6FPvAPZgAPPaJQObtW4VgdNPLNtksKUtZamXnMCCCMq8Da13pxHAOmsEGMRuuWsySL4S+
tkltpxs2RhB9OXGVzikp1olMb4nD+y3DoA/3OfbXjptgg3CY2Cm3Gjys02CCalOWW8j9NHTxhsMG
qYdT3tAVWCGy3Q19UB9S9PnW2tACQhWoC9XEdNSHkvwaQvLsARbFYKzsiPllMnykuha5l7fQlvoO
cDstibx9NaAuHfIlY0KRonJdgsaCaDV5DMlJ4z4s4RKLDWkZdlI+wehQkoMLZn4sWKtXLaYfd25T
W7jfMbw+GIEdHmTMCB/PWIwlrQISfvrgRtpXUrDpzlvlHBTaad0gGZ4UdJ7z86tT9M0FR/Jesow9
1w6WcOi56TGMM3YKYUiX1WUH6pmvkIaYJi0htprlI0PMA+eq2iE+qExck6E9eU0+4wuS8FgJIPWM
e9PWBBxPMZasiLSYPkNQ8OyQM++50yPQA7X48E2sL6Fy8q2Y9Jm8162zrCvRoCQDRo2KXO660CAc
pt+Vju4tUd65zPGj0zV33zwSeFnvn1xhBi91qxNDO4znwO6MTRi7CJBN+dcYYu0c/ULBUjDOIX2j
j0GAqHZaZ1WzJL3pZeBfyWgAW2D3W4sCyqlnqacjs/2REIcET4TuAYvQXFL9yzqtprdpUNnZ9yY0
7KxqvJc49/ZeCG2ZtesF/MBF62FU6jquoEoUD5Tot0lilJ9DL77soPvLLvLi4HvN+FJSnqa08BKV
ZnRQLcWl5X5Y7gxflHuLJceWIC7SGrLMP5JMz+c8iLjjm+TVqiuBOwCxQJNb9SNxvtjMIZMIk7yU
ilIZfajvcOb1tc68Aa0xr+Ek6i80wPGm5fRzevZuOypbbPtodyJ/bJ76hAiqqqBSEQ8EWvUojN9y
z/4iFY+nyKbZs840XglFJkB4AmSzDMJmQVcpkqzp7KH9SyFLuWZ1I9DME3Q95nQ2Ebhr+05z7SuM
zLewKNqXXHjWNTSNt6R6dOj/PzuJHb1AfKRCnUf6Pow9ZAIeilNLlaWgLMDD5dxE1vT7EcLs+rSc
hiNmVTcijy+zURi3UewdTYvklTlNF3jrfMhz9a7XOLmAZ+8tLypPnVvSuRezlPL3w4S29lGNV4rN
f1esLrLPRcW6PBKIREkCaSmA85Ennm1Wr0qbYjLlklnD+vtxDvYE1a0Z20gU0uMfklNPRpBsnOqs
kxL/v7g7kyW3ma27vovnuEaTiQQibA/YN8VqVJ2kCUKqktD3PZ7eC9C9v/SVFCr/U08YJFQiCQJI
ZJ6z99rH2mpf4wZQDJwy3qAfp+y06D+XZ0ZMNIjm2s+RAq44h0Tnpx9Ph/lp6Jt8UcVoFADw2NBX
Lk4GN63TND8sL38+SBWE2zKmVxvKOMfbxxssb/jjrf5rG/raDbnd+WEOPp7WhDV4Wzn0T8ufxcu2
5Q1iPecrLV/hzRvGBeIsxIxPi6A4t3sOhBbh/PzxelYZ+wH8kB5RBshYq147CfbUepby0rvLT8uz
ny+9QGOi6jfMlfiLn9uXn//Ntp8vf/6dRZuHTIL/eufEh7pMf7Blas8BxFL+n6O4vNYwbhASUPsn
Tn6dxmUoTp6oxCnpA9taNzJFkOHG+753XEqH98sfaOKra9bFcVBDUZ8XtfLyvmrKODuWp4te+YeO
eVYuG4FTb/Woefm5afkLZ/7H5VntOvV+VPnx59st23+8Zz5Q+BOzgjs1GYSp4DWw4u1/P1teLv8A
nkmD09CKdVjcuzQ/j/BHqOB2xJO4s6Y7KdP6xLxoZfpWclwOc7Ccbj8PaxLvuvmiWq4kzE2YeOcH
yIDlSdhjTJckDMBy9cMJb/BwMinPU9Tj5c+HZVsaTKwMsRlGceMVqyZJCXqfd2QRZy8Po6r8rR9X
GGAnJ3t0ow6pE3qBRNJARueCkw5dUzAQM1ft8KsBTA0p980OOidVe8sl4DJ2HjSHTBjazfsozQZu
0TZA2vI1DYNHI8s+WDEl2J54cVr5K0rn2gqAHrKDcc8EzTw7kiW+ERskWqEuoHX4mITmTWpGGIHH
+NVxWe/QCH+0cz4wJRS9bLmmtSx/dkbr2GV4hDIv8Pe1ZV0Epxv0R4R6fon6SA5PZilvGhKTr3zh
A9Gci80hSbixHZwUX3AFOWasv1KLo1dOY3SFACwuPI4Mb0j6FoieZgQVRfV/LAXVzWaLDwXMKjPt
o2dbF08IIo3byxDlGt5wmD52dEO63VmMwLuo1nUNqewRmDpZt88iqW6pmO1b79HQfbI2RuelkM+N
ndoEh7jH2o9fGK03NAHZHx8riOag1yrHl2miey/g7Zh4553RJQytkI8m+cuavtfrNFoPqnkBttGT
VKUIz4GDuvLqeJpD0Q4iMFkscBsHrrQKJBaRsI3FSvP0bUsN6OJ74ecyLLHgY/xaGeZwxP55F9G5
6VLWlp53Gzr0E/2RqXwmIJsUqljj/0pEu6abQ0HGcYgqp4AqGm2Y9SgTSzejQeqAhR4DKaTgZluz
Ejt55JZofhvNfYVgVwQJ/XPX+JTbe9NlmWWlTPELXP4Ect+FzXUGxXKbp/FauMRXAbxPN4217ljT
JrWD7zIjBxEl+EpY0FcQ26yGsmzpWFGVNM3w4lbW/dhAa/JsONVoIz5Qorqw77AcR4A8iKminQr5
9SoXA5uE6lvY2RNX53ej2TQTddKopsHNBP9IlqHEJQvTeSJcpbZgT3dhubVb/SsLiJpL1jSqDed2
tGF+mG+oy6+GndcUz2NDVg55TV/Doh9XaKI3KCRJ1JOqZIeND6OSBP56G9mfiljL1lA6vFVbYXIn
VnukiZJ6+2oQB4HIa62j3NnpWhnvGvgljyZpc7tB0+Db9KUJZyPTyTDLuwNpZHCygkY8DHj/017P
zpMLysLBMzLzEOo7uuq7aV42LJv8GCc66SkfdAz23IUkLIZy+gSSGKf51KijiuALR4JyweSb6ujL
QT1o5L3RQff0HX1FBJ3SewBDYh9dFomrvMy4QK1QUTwAHSVyYRKIwIxTFNmdsLPpPgiKTV5F0BpG
cjOo4Uw74FBwf0b0ShZtNCoTdfcwDGN03RXRIzeK7mF5aAbgh7V+T5hJ6PFOUWm9lo7lssby+gcl
AGyDsuZWOH1LwrA9mWGPh8nSnFWf7qzCMxmrEveg1DRfJoBY/UCdAkEmLY1Zp5PduZwkPQIwJgCM
PliNpT4MRrgbk6m71VvzHmvoS6CnLv80UqserezGFthte93oj44RWzNgDrFNbsy5bFWxTd1qn4va
Ah1K4TCHIIPw+wtl5ngXUUak7jeETBdFf6Wip7SIHGb/fbX16oGzoH9A6NGszI6UC8NxmToVTAsT
/VJCF75IcyRUz0SuOKBr2NnaaHMlRwTnFnZC2V+tFySQMMRd2XV0l2x/2FKuqle59mwNnX2xGudq
QHd1mCYQlWkaDBucEkDKw2ZWqwPzQR/+bUzMe5QVwX1DeR4HXfpo9+dxIolbYnMhsf05Ncb+ynPH
4hJpxodFdVNWVCXDXD/5Ezg3m4//u7L4LYFXOA6qK2URwGAatm6+tVpMnRm5obLAWBtOfOg7mt5N
6mkrNIOPDqLFe7BOFbj1cSdnccdgN+E7X+FtvMD8FWawtG5IQ6cR+DZtw/WCpo0Q9B9SDbmT15o3
4AvwIvZBuOFG9gl0AHlDel7s3LwLroULw9BMjbVW5N26Lq0UZZwfnGexqd4Z6U3n+A8NzeUjy1Wd
NOFivVSj/v7DLST0X2Idlm9NngvuCXT4RJ6+EWTjZkisKB/44dzG3ibSIFyo864Na0L2nidiLyFm
b4bOOHb4XmFHpfGnyToYIv4a9uOVVwv3y7AtDCf4apv6U04xh+IPJlknklAgKqbAVGNuYWGFqxQA
yOmd7/+buYFf3TVxEZAPwG4sgvNfuKpjHeGZMeycoQ76pCY0Qribmp2QFU22UT+iysjWSJ663ZSo
j0BsGR7EJYKjvM3NXGzR9mOF/LrkGU+289FFOnQGvfaJK+82GopiPxR5vyZISe6bSFyLJml/kK7/
f3VuGQC58ZD8z//zv344fn5zbu0QGoavX341bv37//zbuOXo/9Itw7FxfRhy8Wb13+rmf/8PzVH/
si3Txn6BbAUIPgas/9i2LONfOuEj+KhM3dYlnpH/sm2Z4l/IN228N1i6bNN2/1u2rd8uCZjsEmKF
IeWMZ9eXZIxfTilm0fqEDL09yDhpNmVahTdalEfnuihvGq4EEKtBAOVQi7nt6LQ1uLDXYPKQGMDY
mYKz2bbX2iyQo4xBap6sMtzOJmUCqkYukZ/HxuguIOycQ6VnJeWMd8fDNzEC3CRhyjsGMVEMi7Zp
vrUjlf5E1tDQ7HUO1bqmiE63lp6b11LKNE1ihEsTaKF6VWRZvTMQvh2Lf3y460gddxeRTfabD2cd
3hkGhYE9KMvd3MspEwsW1RiQFWD0q9bzbwqwF9g8QHlYSHV/Oddufw9N+ePnc9hcC38fMOu3AzEq
dxbEkIT2qVPfWqKP6WuTXlhDgIdaphG0fiSbaKOHaU03AV/DO58/D5m/DKnL/mP5Q+xqcVr+Fs0z
dMjrAC00eynR9ZPyBCQlY1Y7SmOlC6CQltX4G+WAau0cptvjKGio7AEZ0+ElzKOotHd+kj9/Iwwb
88VluG+dVs0QoGEtmmYP0pt5eDQE28wQ5TvIbuPNWMyOS5PLRcHsR0v2W3hF7TtWzXDbopWbOb6g
p7fVYEdPBL2uY7vxT0i9vOupzteO2dF+6LX+VlVMkBJVmleFJQJS1OeOUSicdwjcb4xdy1fD+qjT
XIQIbb/1HUl6PFZgNO2+Ll+VBz0U2PaLsNzVOHoPIbVWmo1R8c6Z8PvPLk0TKL+cc2sMRq1/usm8
IAYHBIl5H7G+YoFK87HQiTD/+/n2p1/dxEbpOoplIUDNf36K7tRmZIDy3tc+2tvJYTdQmoEqgp/+
znn0p1/x14+a3V2/jIy2QBtILafdOyO1vzbpNiziYNXExcpSLKdAnkKtGC9/30HrDTt9OXi4V4Gm
EyzHCczN59ePBVZhO33PBY2htF0FWpMdXAKPmlBBUS1MsepcnChjeymK/qFRItqOZXdgaHCB9SsQ
DYm0tn2k7bXeNg8ojjy+t7lb5qFOS0dsHOKrUg5odOloQUgNv1e+hQncMy/eOHRzG+R7bdgI3+Nb
YCuY0gHqrAwwGFcYL/zmzmi1z6KU4eGdPX9jl5v33NKJvjZs6Sjzt9MWDDU2sIYLNzFJFzeG8M5q
MgvrPnulBd1doyNa7TvYr537UCcs7GmG3vYZOvphoMZuZ/cJSkxa5qxsW2WsCgeArQUAceOH1oow
iIL1REcgcwXKIZHwE9R0KPDZlaW+MSbTupKmiC5D/QIwV1v7Tq8fvI+jjVbAjFqQItHz33fZMH6/
d7HP3LvmwQoD9XJ7/uUki2BNxROojH1eKtq47XTuy+jbkI85cIvHKcrj9dQ6dEilHA7QTCwyAb6T
tncNWm9XTJF25eevGbyHK13/ZIZ2vqkK41PgTcY2tNBAuixD7Vbma6uxd1Tg1INLa4x4TOoswWM6
NBSNFPdJrSTVzGQ0o5s8roWnQ+Zu0nPq1jT4NP5NROndgMbLJX2taa+MGLN0NpYr0tMuZqMbx0yu
xXCOJt/FM6hM6IDlqW+7O7/oH53uTPJvtc7TNkRzcM/cFj1Ucl9FUh5cW6Mxk2ET6hxvDYgpwfy0
rpA77lDgWJscYNGqFeETTXgHcaLTDLvJ8R+tCI6F6m4q+udJiCYY1OoLreeCRUY2bg2/TPntKM3E
J9O5xWthp9qhK9oHuMW0VLTmxu/Dc1yLdDcUj2WIlnkUEGtz1Dy4yGhKTA05xbIyUbFhwSJrYZW7
L0ElXzBY30q8rHk9N2rkZ5ZpD2ISH1UKOxKr6jE1bJTqyoKfT6NxVXXto+07ECnmkKM8JdSG8QqT
G3aCJBjfOat+H7iwyzJrZShmjfObBZpKnmxlz3XUEmBSpMPe6eixG+GAkQgXox/AIqEk/s74/8dP
JXHOxv9PHOHbSFG34uyg3MRtV3+qrf6uzZPvbWVfD5P2WIn4OXbtj+9cPfMt5Z9zD4dYQEcZrjFb
mN9GChHO1GVa0jL3Eh2hVjFJ8UN0X82Sn+qLhI8H+eysz/lKhZxu//7hv1+4zhyfyvTcxc9tvV1K
+q3sor7L2V2VfyyIbI5GE4jwRBhH0ZgnvTko7VXrVfrOz/w214lRkg9mBcg81wK28NbgnuqehgWA
33mmNdPb7QgXTzs0HeNwjLOQgE3TRktMgGUSTNc1gydJvskXu3uKJML9v/8Kb23tP74NlQBc5MpQ
TIn+ebeKQ20y7MKt97hx8w10upUODB0MLqaV1KEMl/Q18aXYIrGT0rH04EknTrRF9/WQg5/ay0R/
Z0pu/unQMB82aH9LMEjizUwEopOYsCbUROyaDpgFbVvYZE7AYXmCV/a9q3swAGUOHtY2fe57yTNg
E0qSno5D1/gU4ytegdpv6N1o4C5bkqDoBIA0bTDC6P6DEZmXBuPjNVORbk/8m9d46aWcgu+B8IYt
vS7vnZ95mda8PdNdpeYVIb3t3+gBvtA0zQuseq9w2O2zTeO314by0m3WQTVM6OStuygs152FchTM
S3yYarCriZwv/JTVWq3bX8yJqYtN/wAX9obG55z9CCaS7BlMxwmxGpJKauzDgWyF86CbudrSFgZF
KujBVO6VS8H9IHN2mKA83+K2OiTJwec3QmSSvjP7Em94IsuZxcoY65eyBMPZ/O+/3Bk9o3LTEfnA
viNDoQmCQ6DQ1gTaeJgIbKDJQBIAoThBj8irzbD158H3KNQ2MmDC37VCOzA9xy7mDfaGBWC/4rdB
zNiN5hoM88d0KFvQQyxmm8DeNclXzemJFU2cU0KlGEHVPP9BY5MWcPVM2UEBNjFc2V18cvze3xZe
PeF3Gr9MdQrIOhbVOvFAkZp6fd/n9us719l8Hf12Avzya7y5zuAJ9sRAjDVgfgOoYAIv0pxwt+Yq
7TcFdOct4wJ6InqLttFFFNtqc62UfOyi5ubv3+UtN+LfR8aZ62iOacAB+eeRcVBt9aPEQeCmqtsT
DDCehRk/o7zc2qUxXoUSo2ERInurQJrSAzduyMqJb5RbHF1BuDlf/MrLdX7Swm1Yqo5n5abWqppo
2yKctVCblOuBopvEErYKS5JcjBapui8IdKT+i9VWPPC2D5XTRrST50ht6svUiTHNpU74PcmakRR7
86ZJCJyRqf0xLSQNO8hxK2vyhn1Mc3m09CNxkEwoLHosUneolLrtrO1+toT3BaHGIzgB7u0wmlVT
PrdNvbbKILwKSwu4kf/qGFHyToXv9+UNdSJAxrAkpE3u9JvDLMH/xF7EcOqI+IvvNVRUJx27xMSc
/u9H8Q+DJKVj1AMslHnXtwG+RGDaGaX6el/42Xd4DDDOiwND563TB3MmEp6LVARrkYmHv3/wH6a8
7CNuNjDQeBTgyPzz9Ck9vyUmWDI8Z3Lbkq8CqRIeddzULyYsmdXkkCFsts3KnknM0scxhN6Z6RTz
etxctJmU8yokwaFY8e01LrFom4c7zzbeI6T8YUoDVsm0lUWkNFW4+d9/GYJIuy5NENogmwMU4315
zuvoC2Sj20Ej/ikMv/+/xG//YVJDxc90HQgMlPjf3lHdTqsH+jf13ujaa90isQH3jVLASmx15cOq
X5t2Xew01zpQZfgA0OFo1kTj9m6MzjQXtwMqyA2qW6CiHhPNKRwfQiCCjfbeFOj39RoHEkEU930W
vL8lTIZt08mgY0zqnRymUaHoKMcKkZseh2sZRN//fuL88YxliQTeiXIblb5/Hg3wsLGftgPJfRkK
MfMiBJ9qZvY1gzNOUc5f2p0QSrX3TtjfV+QODmQm09B72N23nJwIfHFuCAiyNAWfgf7eGYrVoUdk
1JqgpxuWK2vDZ/0ZDwFeZh8iQyTrTdBprMM9P107aU06vd7tdCc+Tch937lV/qEUxRdULB51Lmbn
t7zgfmzlFNQxV5QmvjCqdCxkGqJ3ivrCuvFbEDI77oSzs03Wa2q8Lwhq8MRUbFWF04lR7Ls18hP+
/XCJPx0vZsgcKVa3jnh7IuMfIBM7I5pmbH36t+kYHLVMHhOy7DfDyOS1boAFRKGv7/wO6RwTx2Nh
UkRsIye9HdN9Zsrw3hqGb20U9Gj7INh7NbTN7Oxq1nQuneB6YqS5Kt2y3diezPbhTLLJuC+4kXFp
wICBpwvcy1Rwm8hopzK2Q7MJbLd7rstLVrBCgFze7o91Q5zPID8CkkEqb0UKGYX/SmdwG3dGsF9k
cwneIxTGU3GVF5u6ZA7w9x/sD78XbR0baJVO5Ip629wJNCccZWYTduVL8qDCaNuKqdsShRis81Y+
hEF7R2LK96h/t4j9h7mWy11HubqinYef+p+XVhgZlPsrRWbGkCg8XdAmQw2Hk+kBMcCGahz7Cvli
l/anBObq2rJKUCSj9d9fU7GWkhDs5m7Eb3eGYnb5gVMvcbSPNxXgy1UZIwwN+zkXNjC+EKVnXBOr
cxUJs37ndP1DIZ0uskU1l0WMopb/ZlZjTiBN85YPb9QoETUDYnHyr1Hh+1epD0Qq1IBg+BOO/c5H
xVEG71zFfxhlXJ2Sn7AN2xDEUv/zGDBTysg3k+U+aSfkNmgMPRRkdb0Ko9TcII14b49ZClm855tZ
JXNK3XWVqxxSa99MN5xY5K0/QQlIutT9moP9WfdFY98OFG2AhUMAy1AyLWFtGoHtnIbeqwVj5awA
jhAk6rm32H6ySA+2bYolvZ8dinFv+bcERFzVRglEKG/xdaIOJFfK0h4dr14XY4V2Ua/jKy0e1BOC
IwgoXnFvBslzPXaQ7esq+tIM7s4a6+SuBoRNFyGX3AF1lr3wrx8z9M/bsEh9bNWD9RwL8bWzA3Cs
5pBxpbfOxTfmNxKG9yUGiwx52YDY/IFqjvYg0IZ5qieiAXYlGrvWu3hhAq81F9qt1LvqDpF1ssJT
cUdjo3xsvqNCbVfh0NnPjkU2h4H+n7p+1cNMbsMHxQriLu+lhvfGA/+TZqy5ncBzP0QKVKzvj+eZ
uTpNo/FUZwYarNFyP3p1lO0tlVMiQrx2k7nJEzOZ9lhF/nQ9EJUji9Y4NY37mUVQfCmMIbrC/aev
uENmT+hDHnTk9Ju0n9yZqTQbbVJmz83wReQSHzZTcuQ80HpjIvbW49jm91GoXsBTTy96bNxlTvKp
SUMN+4wIL6Nqw0s7NK/FWPfrADrOhG4mB+dbACz2RdKRf0mSOaK6qdrg5QWBa6SDvQ0J9qCrXuP8
K5jVt8lzo0XtHixWdbVsUgFJtZMn0o2lq/CaO3t43aDSPaFSOi2bDKeQp8Yx9wvqAOtSf5Xrorta
ni3bvHhAnll5+zksI4oteUXp0b5anv186FMfr1lPTQ4MAPLjUHHbM/Pw4vVjeMH1Qa3TH8ut78X5
ORh0DbTP7HcvVfV5sHNWL5PXIHudLUzzsylNk22SmPoq7vzpRsur6aYFWJxjXl220Pkbb8IkIm0R
HX1ezflVnrz9+VCiAg2Zq1yrtAauChFxn1F+P9QjqkFlFuJxiC3Mvird9007rZreQweF/dM5uV35
NHIEdoFS/jYxIFkKJ98ZY2Y8a6icz3XAWkZjmox3R/vQFMT7Dnl51yWqueB91W7RI68nN8RUMWjW
RvoolfwgLk9BXQNXm1+mTPEvI4l8LYkEVael2mpQcX/LNKHqx0RbNVHY3tbxRunR2awD765MMPPU
2oDMsijxyZR2vot0O7oTeRfdUWDq8PuEwD5Hm/K73cE41sPu7E1FtEZQ5D4lI6aAAoHOtiH7/ckm
nGidiSZlbgX7wR6mp1EYlDD8brpkmjc9gdk4aWR73KV6VT2ln5N5o8A8cSTZgouBUHf0C+Wjjwbn
3m6yFX768pHs03JD1F1GjdyKtnbe0qJjSXxj16GFXYlnTF171hoYx+oQv2jDHCkarepKlZPaqTL+
bCWOPCmnsU+YGW3ObzR3jZdfd0PqAypqqr0kkjxlXx7nGuXKjEFaBNLvdlFmGfd6Ctxa627bfI5q
mthtt/Pcxy7I7I0OVmlvkQRFUapFNG70xQX003RG3rurTZT7PTF9VOrvmq5rP/uD+Ni1/dmYMjRX
vWld5zXnSW46A/lUaXOpe5Ib7SJ4JaNzXJnCl9Qg9HKX+zLddjU+lAhW1f2UtndwFe1PaQSUou6K
4Ygxtf6IalRKlT5ZodhahUbhOIuATqel86kNTqU52p/p/w4EDU7Nodb8+KO0abTP222LWW5SNASu
DAyrlpOjWxXauDYrEwQYenD8T9FTNoafGUiSz5nl8efxfWTm1S2iMfspiHboPtOnoe3bO8sJL8H4
VIjSeHAqN79x0uHRh8z1CFE4vo4a7WV5BYgGp0dN8nnqzcFamcbRoPZ6x01mpXzbu3fnh7EhvSkP
JnFOaIHODIPqYMF3h27jpofCNMZHF1zEJsQmQb8tHx8TYny3YC2+Dj0Z5GUe1feAGI2LK8IPVd3V
9838YAzUD4bcMdc+NsB13knKzpnbn/rMpEc1v4ygBNyHWbGxe/2zCy5zXzq4s3rb/ThYGUQaHIEl
Gb6cI0IdDD8Ov9bfOND9odOgRba9I4DeKdbjBM0ltbymLZeusiF29k7Z0KboSbphwLOvJLFWW9mE
wQbiFTEFTjneLM+6gIkMKbZrORHEORKCd1sNdXw7pEVwYydPbun7u7STLqUx3zzrHRSswqRio0oF
IGMBvhjce93SnQ4uAelni/paXATXCt342Tfi4iyKVN/WSEH3/UiAVCyzHS3a+g76fryxBqHOJaax
c4pS8FIrcgeWm10u+Ncg6lnoe/p0vTzgSnsyYnfW9lY+WAas+r5hHoXnfZnC5mwHpBxH5bdc615s
D9ptQp2NHYCMSUgw9MQdK2oX9O2wDQWRpqiN/Y0EMIqbLT2Z43SoWEaspMC21rmgdovXMI4/xDEG
fFRoO38KvwFj3QPwgc3Siy0ya74F875uICZbOQc8KTRfyYVCHvvclMQ1m9Vr1GFzyvYsYIj2EJ+6
0P6ga6SmUP66Yzq/yQYkKSo2Z0k87sySOaSWiiunbZ7NsbmdQI9SDrlJCJjjrktnyRMoSdSKMJNn
x/QOYpIvgLn3gqy/wTx5ncuwpn3PuvAaZOnr1AzDCpLaWvM9Jq0KDGOFIX3Qm2JNK3RW3efAs9qJ
uFxA7CyGopORT08QYG5Lm5gpIymOcTUdrTG560CotSyZkgKgS0QmdTQYOyuDcxHCY+1mZy1A94SW
oxq/seK8I3uw36CoF+u0EFQgU5TLWc2UVbJbRcZcWY+Rg3f9lV08xjGwPzuSHyKhT+u2hnJjdB6z
ApiyWy8luy90XhwjKeE8kmA0Jc1d5nofIIiURByMxr6OmJloejoXGdW6pxpX5s5NErXgGae+WWcu
0N86O6WWDRUwgwI5DF/Cyd7JfDI2egX8MbKMz1mhX1MqQbXo7CEob9TE2tOtp9egDzWaf+ax6Ti/
uCchvNemZFVVlbMbtfJixnqEzw0+c1lYtzpg51Utk2iNrXqdmB9NkH4jEu9tJzlV4a8XWzOO6m0Z
lNe90gDGDUa1o1WFQ04jDNLPzWupsY4g3SJE/W2659FmSBDqmwbBapM71nctg5bgyJzI6Mkl8mu6
0wEYr1us1CvPtrfC1CAcZY1/iD08FhT+CUIISMLtQq2FPkLTwp4ukJ9mw2cQkt7p78uebA4DM/6E
8Upm8kQl8DvUwNzPEPO36Tcnir5bdY5fCID8qmVmAcgXgWHKMRZd/WR31ufSKBAYYJeQH8RNqNGM
9vH/2aABN4PugvEift5xChItNEkQfdScXWeXx3UBdq5NLp3n7ybT/oKKwycaTca7ykaGXLYdt10D
9nXU40QfmytrziKK9OGjNDRtr/r+BpM7zlc6nyuj7PHtcl/C9n5MzZAQXIx7FvbvY122Lxk3wAjN
+10zVjcd6airNgzUJiuL4YxYcjgvz+oQ9bjvtuC7uPUMldgTQ1mciwHWfahY5lJnBAwCUMwRGlKQ
4OxmZQ48a471gZa4yXVqxhjuN13qV2en9StUBqi21znm3fWysY2s8lw0/pU1kJhF7wZ7llZRUSz0
cqO7MSkLrG9myXph7lu9vaj5A0sxFuRvK0ZPY4DHN0eSQz4l20bgVZ33IkiHbEfeyAutgfCM/D08
26zd0fjX0JgrshX4nXHk6XF9lmUkkPfNso8KEFQXwp+M44PpV9oWTMbXjtA4IsjicpV2bX7GTVyc
44jmgpsJkiQ9rT0HM9UzH+U+oNlONk1/TOEb0wSa/4BF4Mmp7Gxl2USUOG57wGuL54HIsLWlzBpM
OA/0BXeqNgGGaODn6jQ8Vo2cidgpeUlJQP+/rJzsHErtuYKMuavnV8smluBXYaai7VSl5xCh/XlK
gww24vTZIRYIRwrCMgpRxba17XJF0GsDfH7+lUuiczcAMTJ8qBlUDo9rHljuMXK48Qd6AmGySs7x
/MzosTjIoDnEWfvR6bwctwDAzeUhn1SzE5nxlCV+ynAiQcHO/wgGh6FyedrLaEuZTh3KbPTPYxwH
wJ55RgIj3BubVRDBqrUw+kNYdHtVlUSLdFUJYKoedj9eagGkUk6pdi0sOaGkYJVHgsKSv7Q8jNj6
z0P+nOR++mOz0wgHvwGpJv1UJNmuEVbNWsObUwwBplSk/hksTLFtgFWx2o5cG7+7tmJ3OAWqvpTh
3slmKFim93Q8ua8ZitMnaSztYHDEV0VKDI/BCm5r9mR/T4mGIVN3AI9qPAxk0kauXpBVi+vfdYjy
yWtV7fzg2+QYHk50t9omcQVPLTtGdqnvJMHkq5YE7hH/+LqPnTlYuThoc7R0Eusvfav1a6NhYB11
93U0oUc4BNzFgLr6vsEr4hoBgRZzjIWTUvVmPcLTKRR5fV4YL/ay1fU1B5vpbHlctkIhzE6yNCLc
G5QqtBHCnK4Hh2W7FWQGF8VCiLFbx0JwMv/58rC8/fIMpJJYR27s/PjXH5/z43H5r7lmZOvZybv+
sXH5T8XydX++XVEpezPHC/3y3Yblyy9/8+ObyDF5luakfnylnzsReIG9HQbxnJsdERvLp8aaPNRy
4DbtY9LLZrve8iyZn/18uTxbtr35O6Qc+Nnb7HHZvjz0fmXO2tn/vJXya8KIhwBqP5vACE3bKs2/
1g3pSrbj5avUBU+0vPz5MM0skHwqOdrLU8b09iTcQW5AY51yg7l4UNYALvG6b6BUX3U6wdVoKO1N
Mcl6FzeYxYeUsOZiUA50NXqBw+ySRxz3fYjwWg2+QYBLar9wI4KIxuC8j6sASnY2bZTfWrfNaNS7
xMuGi+2wEseRu0tTijNVTVynwP6MSxTkWdx/g+UNgSJIaZ8SIBvJjdbS7Q31r8CxwxuAtNDui/tU
fWLGFmwqBvJVmU4KpTxgGF0w9thx8q0emutKmncIVpB9DmGy8QLvOadiv9LsSdvpk/rsqls8Fbt8
KL96A+wZbyzbLUYPVv9e85hELOnaChMW4n2QHYTTVpO91115nzWIi7IJ9lxlgkO0diGpZKva9zzY
XebeMpqrhLintdPqBDCisrZsj7wJgZexpwkc5u6m6rIKg1FarVNYUuE9qdJ3ofCwgFkW8yf/1sqH
WzPKvzdCbtNUA9A2ht+6zvD2QcPCw7GaTVeLUzThnJMRXYQBhQULO4pF1FioiFXMkAB0VVq3NfKc
FFCr+DS0N62effDist9XPn5uipHureryryTdB9vYKV8Lv33QmnLEnNcX6zAbzn4UfEmjnZYSz6MD
JFxnrdiA26u2BH/tVZ65Z79CmxAyNzKyXiOS9pudwfkIuscA+dYHHxPZikSKKw19yhlgzNjlqJEs
/cp1m2ILZCrEE5iHGx1q1AbvtcHt+ToqXnOBV6hmCbwzJIi6WIKmn0KAA53eqb3rVxBhoL2B9yNq
py652VcxZS0jvta0yj/U3vQNjWN8DcORVJ8KFlQ3hOjIuv7OQngWpgBOEmy8SrQ44yOizQ1R5hcg
oAfZCf0ItfJA6elJ4yucJaWPVeHhqxeeM2wnkCK7XEXeocb2z+qWSIPKzPe+Mrub/8vdeSxHjmRd
+lXGeo82AA656E1oHdRkcgNLRWjlcDjE0/9fMGumsnPGuvezCatKQTJDAH7PPec7KVCUniNfZbCW
b3rYrtXoy5VmvYkhvWWjWPoMhDWzOxJYuZaoA/xG+sRAM21T1kSLjL3sMdKgc/KQkwlnA6wGR096
zxoKCPAaqAsFFhcTpDblrzOG+uVnj2TpVc2pogGTtXHDOZjiKxHh755vnG1nTr74mccdfhbpSmRS
nhT6UBfgzHLKQFKYHeNOH4K30WqKQ0CLVS+vbbTNIplRHGpfyGdzyR+NdEcw/GISbl9q1+LSn0AX
AKJXbjy3C7d4X8NVkjvvQwGHvXOAGiQUrV96FriMFYBi01cxYi5Nqx4qeM3glNQcUmVcARsD62EY
RYf6kTZwaoHVzlM1banou3NtUpsJX4Q0U7bveyg4ZgfZNqWHcKpqJsjAvhQ2a+HcBGkXe7Q80eHm
7grz680D1sBbzQyeHeY6FP1i/gBA9dWo0y9G3XxA6nQOvTWT4FKxty097Frl3Gxowy35GPH3w5EG
aEoYvidptBkrsOUcuetVkob+ORkIXBcibRdthZ2TSjiM0SGszW4IVg2GbW6dTrRx5DjtZF3P20yl
sE/s4UdKXvueKyBGGN3DR23HHlZJ1sJ90xBs59LbG0xzFo7vY8nsHnu3Xk7NAUyY9otjlNGmJNey
r60eQNdshLtJ02/RZwDwwozQ3Ch+RO65bi5ddgN8aFfclODsjqRseE5qAfnY5WwmofR+fooG0Q77
drQIk0mGuFCX7CgBG4kJWyYH5XN7exiWWQLP2q+Uf1B+6GyNVp66WzXErweba6MS4UfUJhywWEKA
Fx9Y/S0stNQtvNNTXWFTge689FkH+qwAEQfbirGVvt4O4/yRgRLYS8D+oowjQtoCWiifeqA1nCbt
rSvjfQjuYWmnJX4EA3AbdTNrinp23lQB4krbPTAwuRirr46VWUtAXSlr8sRevXTwsDcFJiykLSCD
SZBsIDbH2Fy5WhswwJCIhp1j9l+nCnKQH2m+Vrk0wHqsua/Ya351HTTUWja9HS+DLqTtwlfFMRV5
TQQw3Xhp3H0fSv3dNscbr5C7hglZQo6VxTlx+llDh588sZ1uLCpUBBhJRnPC5bzVnGDvLDteZMwy
ix7rJgxbOHzcg96g2jqbLK1eZ5Wdk4ilRjzQ18Eux+DtRtCj7OtdjOq1wXklp6eOHPC6SIDrs27+
gtjoLjnc4t2h884YZ5ttTiiPVb4NJSFe4EPsUvhkhnxNweXx2vL0TcmVY+qwaeD0LkhDZcsyt0Bo
Zs9I3oSPwk1Pr244ByHOWp/SWtp6l34zXIa4hiyPyWINRoYZKygmkOnG0qdW5S7pjmoKl7WtgmvO
CTAuDEktQ/M9zUE8hY7Oz2PeveW3OpUJ8WVT93rjopqtOSfHq7TGGCenJti0uXVOHKaQOqa1raaL
3GeZTq7QsVaA7ufNIPVBJ6O9nlDqly7u52sXcnMR+sEC/QUthAA4HRzoSiCQ1tMXIh3lg2aBtMry
ilLmCnJFjeS1qR0MbIHanEY84nsd5z8GK6Zy1yIJzmeCBQ/lf3QC2NTcAkURaF07S87RWvm3Hp5O
7tFlgMj1Mj92kv4rRebfKOcZV9T4zaAe7NiqLDyNYRhvCjyVuLHgRTljWEN389UFKcCEEwg1lGr0
u9Zhho0maq5DAAsUEtfZ3b2ZgqPKWa/uYjfTFAXRL7RwPVqgSG7JOxE9aClK6l3jVZHF9h0eheoR
bzzds5VSK6v/Im+MJzfLoAsk6Rc+bu2TCnqO9W5SLcLow9ZZ+Zb2uqUU7xYMv/0vzjgS8p6dH4Su
x31SoDG0frwZgOV/GGlxDBq1luG40q3rv5UTaDFMgKgkPrPqVI9Xuo2pTJgUMwFSkhtl2c62W0jl
1jBfBU/zws2ccl9UHCEnvtA2NApqeJJ3d9T7An7ffeMl8YWd6UWNTfmUFtTJeBqqQFB8KBd+g+hl
vHFK8yNX1wwT/6kdviFIdOc8I6alCqyVSRUeshKMhtsLe52l4960OqphpUl8w+j1MWOZNeCA2ZaY
ethtceycACJxjRxYkjC8VCANdqLxuLRzTHF54x5M+3sa9Gt30gIXHggKJ40YcCP1bov64t1IT66F
XBiVaty73QxFsNqMKWGlfJo3RpN4dzqj6HCCFMzSdqfV8OA6rroArjC5g1h609STvYhL7q6R6+/x
7iVbYZrhqWg5ww7Vm7RhadiIl7gqw13Z2N98RW9wmInzKJARBC1P3tDLLXBWfSjYNy1ElzDEB84J
8OdPonUIor4/rPNsJrJbDbSS1t5eJWm1iQsQB3Pv9UufgoNlRF01egLYAFFvqJ5KFuxRsitVbysr
tVzwua5LZxXIBMLmlLjCwFwZrMAwmkxrL3XE0hy6fjfLAhxGwukmoaO7CEh+Exa/DtLbCKSqlVub
zV7m7rQA2fiStJZ7FCQWFiW9iTQ7lOGmCmSxHDuIKFZRrjsPSbnG3bJtPBijLKrg9+B3vIbI4wu7
7aYV+IrRMjuQ+gEtZLOnET508kAHwcLEVt254U/LifReC5ThTrgLNcEEjoesWdlM2cvGSTktBNxG
zdIx1rbTn63cmDZl35qUWyb0SjHOYneNWBK46buNxLp3gvA9phr5LN21lWTJXTwSFin6gHOSZ5Yc
LugAAhzA6caQcmdi1hZjW51AWmCcZvDLuhxDriu3Ik23mDBxnHvjPsppGm07qqoG4DSrIb/Lsta/
yNZbYj4Zn80O0J00Xq2RrYwv7zPoJRtDjN8nzoqnqmbwRFw7BVk0ryHCABp1RLSTDp24brQ20sh4
94YfkV95r1b2vZnKaB2643SCDBfsZQUQDwszN/U8OScVCRjLqZ6BtHRnarCsBz08NblNAAJbwjnJ
gvxSwu9YIuXT+lLq+zIB8uUXqXempN4NmOXiANd0UMZwlMtO3YM4iT6mQvoXIwVUoV3Mq57ANRoY
vH8b5AXtwjH0y5k00e2hc0DUSxjkC46N4SU071l7ncoJWqys852c56cmUeCnp3l6kA4woxmCje5p
KWld563t5uD+8wHZbpfl9s+mBv/YmYWPCdWH49lNhIHi6WmOsvHM/UA/ONSrJXYC2sy1Ua01GxoA
fQvfCLsz3OCSucCQK9xAPK2iuq8FLBrg4gPScM+OfS7Esi7wPgfNEOw5MTSocpG8o3iMKvgQ7+La
qcS09j2zAoRXZieRdGuVBzMlIFquU9sUsIzRPE1Ds85xWTe3brK1pmi4z/GNDCwp22wEXdnn4wHO
JIzdZviZttSei3F21p+YH5eBtU7TbqWpg9+2JfSYPrHjjQVheLCOeRE3jxUA7ha3FKGl0wRPDygF
AGu3iRYw6m9VG0m4VEYUn9KgussTWGgJCwYU0GnpieaN5TtXEYcKl5FWmJVHXedV1EDO2I9kG7uA
t1f1mVzSxuOcLPcbXlRj78Jj3kLGOOA3kMfPB0MO4bIZeWJgnpT35VTTL2dRNsEn/pDpridFYGpI
ocGXKop/UlsT3BVCYJWsmj1mqnoxRWLgyFg16zmnzWMaRA8nxGZz3HrxvlQxYI2yjbf+3Lc7txlS
5H+Uu2mCJWwktx0/Hdiuu1FZ1G1hMzbrNg3e5m4+Fz0U2VkM8jj6acNSpHojGAubJgnTdWJY3yZ6
bFbTVAwHxUy8zSy6czKvvLfnXl4oRBmvUVQfYf/Zq6kU7gamlr+thtxc3Uo+cA8lrxPdcFwki24t
6DRaRkHGUSijYKhBkbi68dfQ/mh9LV7DesDX5xVfaoN86Age7wu6egO2Y9kOjrdnsPa4ehP4GxLR
YhkQcpOUw1N5KwqsOVK4JZXAN8ZewHWUzhgfdWCbK53uyNg/VTe8ShTaYjn4A2cPFXibNFc9BfMt
1pXQbC/90Sz9n0FvY95s6cq03enJ8UDT9XA/ArPDrGBjQi6rildUKeaOAJ9Aj+ENqw2IlxSUCOva
+Yfn4MKtWY4zPTY197ip3dLoRHO7xvhOGETF0C+ijPqDufWxrDMV5SrHlIMJD10L8A56BTgc2Ver
PLW+ttG6s2xO+gZrP9WEW2juI/VV9a6Bz4jRIOmhMLl6W0R0uwOQXsFqqBZAc4cgZvvZbD2AMx+D
uSc/sshR+t0oFXeGZWmalY1dbRbrvEC4sim3KL2oP8vS+DKW4/fYRgsp+7hfVjNIlWZ2qLQzpuus
/fDcGLk80Z4XrHBTlSw0WaK2lrWphJ2uud/fPrrVMh9LWuTHtwzE7ZD5h1YBePKddiW9tuVW78cL
h9q/neA4lU7Duh6qcacECXmPlti9gSTDWQJ/HSBxVbPNLessWORZ8tb2ty4QNH6GVPw8zcQoNwaX
ArwJ/EbabyiEgc24sawO77gB0tqvEL9sN1Q7I4R4pOoK5LCEj6S5Rx1qV/1ADze3AXRn6Kk0ng8s
2Yq8/sqazNtOsUDWMojWcApax3YCoN0zj6WbV4tR9NFDi7g0jexre9ILR0OrhDFPPQC/gzKQx9gh
esN5VNVX33aKAzZYvVDlZK3o2XB3dPbh3UZY0yoVu4l479JISS24SOFkbjNk9JaTY+m/JgZ9X13Z
VNvWBE7Tws/E7DD6G66GR16skVwD/GVsHuKqK+tA/A6cvGOCy5kwiUtiZAuCUM4ySTpxcnDl7Muh
vAt9VZ+gdaP8dFJefJ8zp6fGExfhmSKJPLwWKTpIiraWZq1LvaZ64gQlebNC4vaTbi9glK8csvws
P2GpKXkrKiixU9B50Nb+yihbeen9+cliU3ZTpPwD3TQlHVj1xEzNEzeA8DsntNYgeVpPbT6rA1e4
gzN5OaGb4WtPcS29HvDFOoG8l6ydKEzWdsvxLYaemRSqYMtR/egY2rdjU0VLo/5Z5V1ywmIXbHw3
+zG4N6nLjotdRuTeDehStUkRbugI+wZU+krZ9023RciGXWyjIxH+7XlXw6yjFaNK3CU1EqDE6qJb
xqoxjp2bcZAlWggLqnK4zpY/2fMyZJUcX6IZTKyhEYsCI0NYaEb4Qu9oGMuMg8irP+wnJf1Dbt2Q
mW7GqxO0bEUTyIwE+A/hLL5KP6O6x0zyw9h4kIlri5Yl3e/bKusZ0LmUcI4Ej/9h+bK+Nx13wg0R
gBKjz2xLkzFVCSF9mw7XjZBpowmJjcTidmMtIesVwxcFr+oYq+me8nKqdtrmVJAsWGZezYYQ2iVK
AjaswRU8x5wHUlqJD1PufI8sJBonV7zKg7ur/UEvPHcsFrkOxcENjG8FQWKTTOsGyZH7gabHbxT8
85yR2gKnatWqBHC4ilk5Xukb3QkfSxcKbbxy2khsfZYteQJQvQxqCJVWvQ8Mr9hmyH4b7XwxJyM4
tqMKCbAO6d53LjUii4CfDQLsPraALQ52yDvA7vggF/JV+NFwINhXb5vZBDLH+ml0biU9om1wkTRc
9x0VHj8fisH90aCtof2l7QbxIt2zL7qLgsY5JVJ840xpfi+kc+9GZgL5vw02VpKefT1k3F+1tUYS
0psqYv4hccYL3EUFs6a3Q29JX7OwvsxDDx0OESxrbusxFT9BJRw4MBUZCM1y3+ZdAUs+lvtqdO9F
5Y9bu+WiNect670lt4wkpgsHn8d3xXGtl7QmF5LD+SDy7Zg7+bIMjZFzgHjO/GpX9t1Xu+7ypwZJ
CIakwuGhRXspe/nEoWqiAJE+l7kqXirOSFOiwJWFUi0Igq8jP2dMa5KOKxKdhjpHMJ0CAvZtBAJU
2clBmtxF+zFiNmxdAuZdzigwk8Kw4uzQAjQ4YZnb3Izst06N4L5LgD0ZI51U0xS++xjXlqZH5a0z
kj0IkL6XRa12rV2L4zjFVJQxi6kM+S0Hi4DQMFgbKZhp5pquttniPug32zJmFzPlBiXYDLpnD1Ym
aHdGHfLlvMbRw6WIYHNnYW+vnRu2v2tsFJqkis6lOe7M0QkPBWfpvS5ImXtNh9/JLi6JLozdGG/4
OZjLjexhqn1ImXpKLiGRwSQjP2HHVrEt2VOyghq7/dw4jMrGOatpt3ZNJ1sJa272CibyJiDitQrM
aEEcRCNpem8Fn5U7aGGSo0Kyr3BQXcvGuJST1FSE5t2F2l3QB/ABzwOfy0SM1sEta8wmNEgKhRcu
yS+Jgj/YFW56yqOGl0creyurgqtVZWbLzwt/oJkmqf29oWRte8+94wI4P6X7oLmr4+wqbETf2dGr
wsg0LHOWWCXvSwraGnPX5P0ZVb5dylZ6j5HHciKR9mNdcUaJBsxHOmczpFPrW5U11V3qd2tdt86X
AKFlSRSIH4l8x7pqS/Fi6p3SP1WjnKdWmIoGGfVUdfinmIftZS7i4sUtkp+15+mfdY2+507hYqYe
decajMLpPJ1geYp9Z4/5ObCd7RyOzRdugxUeRDtb58DKocJL1PF+8i9JjqckiutyOep+FVttsTdY
pUep/dSl4UNSzryJTKbzqRbNkoD0hGWxFBcluX+AXnevupn1MgFEUCPlXdvbw2SWBWlZOd4542Cj
D5jO84xrfJEML+TkKM6rkDSDobibGkH78dh8lE3eLoPMbz2GfgxFt4aFIbTiizRNmobqhypi8kW6
8Y8uOucqIMyAfJ9kS5su2DWkSH/FaO3u245aWuySdTo3nPslXtqMQy0+OHrBHXqbOnswyPHG+bvl
WlfSycYWbkqysSUmNy737741u5zIa7VPa1qQVSpz+OG5R4Iq6XYOWafHvJw/Gt7faaCrJ4iTYtcy
R1P5FJxmU5vXYeTyk/k5ntV5IP+Y5vUNwIyxxQl6VqtUT4P6Y8sypycCjfnFtk6xZLldK1FiIAnv
1a2dZPBqecg17zoSQ90x8CLzTEt0d7G7Ym+29aNwDeRnkjn7QEoONMpd2j4nLiuMxTMVAg+I/eqg
g2TlEBFYTHUcPeIRfnGGgGKfvM2PrRcV93bHB74WYbryRYpChpp3DrMa8c8moDsmdkl9sWLGavSu
DK1p02fKvq/Hz1Cwu2p7ehBHL+4uvWmeLa4Zq66v7XVxu4tQ40RteJzivMPbNLDAokaYYjD8pJQR
1eZ9mBw6b0vYqvgOCPlWs2x2d52+q1VRnArCBQyeufWGMZEAtyVZpLNmeGVe1MM5apyA4itVs/3h
pmgh/3A69NkuxfESzbL/WoGWXrPLdA6l1b0zEZhHW3JPCFOxNomD+8NUHxV+cl4VLk55oZO7YRRP
FPJA8rUSFJLbQ8CCCuRGf59x/74jBnFvCRp4YIQcnKzDRZTROaYhqi5VS96oc4cFI+vAu5aHWDFv
G/Mw7Iq+32pNEW4LEfchwhjnme3a57q4pJZ3PnoIGLvJiwckmfIwGMQCm1DELzJFdo3LLjrxqlck
GFsEaCev3ouIgwiwjvS+rCjx6NiOvrDbxqZ3j7LnOfnVLjHclYqiU795oUWb6Rm6gNQ7g9jQ2YnN
54iF5kctWm6Bvnvn9Sh9ujP5qlEgLmyF7vOBw1Cgomk9QYla1X15qUGacn5iRK/zxjybaP2LOO8f
FQZlntcqfU1a5J02IC82THLjWJNgorWWLodQXerm3NAwuCpxZbKHCrkIZ250JylZCWKv3iaefoTq
f5UJhts+r8Zt5FHslkd8G4q47l04skf29DWb4CFDJymiXVUA/qFsS99TCPI0kDt48yTCZ065t0Xa
kEUJ3SF8Jkl5RCDFaYXrbO9HT07Bi9Z5jTb1+ZC5ln9xYsc8Q2NaxSuDfdBb4bTy6BW84a28Mt+U
1HTilUlwFAP2Pkj5/raAMn9uKNteNK7bP8MvrhF78xfMVNkW+ZCRigKwfdPF1iIcwuYbTTvLKbXM
U5KBPmgosjzYYu4Z5Dz8nR2relGK7wFWoecOCYfTgNsufT+QeCqG8WGaqP0yVPRzRA56SKNs3jQV
RoXwU6+q8JhWtMKwu0G+8mRXnoLpw/eNcVwJgbMTqIy1hHDXb1t1Sx2kmXh254GmOVuLQxdp8dxa
5l//6zXc76DFTRtZ6H5n1tjCi2os99MwERYo4/epF+lz0TyETVi/aNoWHgYx4LnIsvtwSGgtF5TU
J9ETqs506kSYYM8LKY0Dyfxife4i+rE5aDiMIbnPp6SYTyp0feSUfHrKa5Q2QmZHihIkB1dLHAef
SFQcyvZtjlhhES5oDmQz9VZKNIcQNxtggT7c5D0jtIsJu7rZy0G1jtuuHALyJZQ3uRM5yEqwyZ2w
mq81YMEN291b90BXX+y6/EBqCLatbeJgsAex50TOR4LDxmIsWfBHk8FlhpPukt7eedOHzLKcrSeK
HPxhCRJSc76jlTC0HHWlA4pPcx7bLxO7B9UH/QM/2MckJWx37CHrPk+oosCGtpAqpwFnTtSarSYL
1kh61xxHMV0tSvcRFaUceMuu/+DlRCCMu443Ui82VZnfbsWWuGPSde4YK3siP+6xNNxxrcY6Xzuv
k1vmT21syCfOb/HCNIpk6zacj4aKGXuY1XyBLJ+ilfuvvTD7Zyy2jLh+Od2z2rEuc1Sv+tzPzkQ4
XDaQ07v0lHX+fDC0xbKHDCT6Bb/Gmmwn21Bvg3Q+8loVB9x61kPkHtK+z+8bWtyOUTlyTbMYazxf
PM3WowoN+9X6XnT9JRjD+CUx7JjWwul1pIGQPhF64cSUDNdedsO1DOYTCdgoPIC8oVN3RjfYVBNH
1JngK2viytx0rew+iQZHM6d8MxOdWrpNat/1TvE1C/FejlkjXvFJJZjsHpVmIsk8K97UQstz0lVX
39HGlYEBE1AC5LSeM3m0YuPQNbzyQFNevdmCJa19EIq+/sJkYe0Jjokjkl28G0eLvvORzIws5mod
4gNFOMkdb2RUTfy1HUftqiY7R9pMvkCzL6HuV18Lx06odbjzVFKuCf4P67nrf+pGPUyQVFejUw9n
SBUHXQsXeFz8HIeteaQ+i5b2yZhX3CeC7WA7+lfg8v9XEKkLJ/S3QPH/xSFdfi3Sj1pC+PkdRfrr
b/1FIrUs55+WCCyfdCn2Udchg/oXi9SynX/CvaJbMSR9ars+EWD2nir51z8c+58mfB9YLCa0Q4F4
/39YpML+pytEQOic1LDAtWX9439zUu9+5Uy7P/7/f1V9eVenler+9Y8/wT0mPxYqrQeGV5Bkt50/
4H5qxgTd9j3dmIMIMb6Ym4ZtHr7AZtzGDcau2hkr4DRpsGpTF6qzBOphqbTZ0ozziF23fCrN4ntc
1ic9hskmEtUl9RKUN+wBiD6YVQzKFqb3lMjMNuEOsB9DZ4dr5HkIgvFa0TB7DW+i8W8vxF//0N//
Ye4tO/zr37//8a9/AMTi+TZD2ydXbMIq9f5g2QBKa/Iw6fUlZr+/HTgl2Mr5PjvS3VEKVZ1qGvVW
Vtln2wrb87Lvu+Akh9G6NInzUyVzcwxHfa0ZnM62VVQ70RtqA1bSO8u8WZuD7O/8lH7TEP7nzrod
2WUQFecoiH7Qt54y9FYPXEKtJ78kjmLZHdy/rNFHtiJqyxbnA8l1wB4d2DdywNqosOHEmPOOoh8y
qry6Hth+5yMz5PHaG7H1IpveRYYRrD7vr/0Inh8LaHJM1m5lxIy3gfHozY3gNjBpUlIy/S/PqfdH
XvrzOcXyceOIULMW/An/ciiTJ009qUs8T2qjiZptQu30CJJ+/KRjk0sjCrFBCeMttpRuEcreVT38
CJy426Zha2NNbjgr5+ZVa+YeVSu2PR5iYJvBnpfuY+YV+YOFEYYnmq7REPePjNw3ts64OgoPQ0aj
q2M8muvYCeYK3Xu+4fUH7vKSqjkvexwL0n6Ymuk1KJLGQmj4Va6UbFtuhcxCoUVfaFBc2RmuzF6r
bEW2JV5M9mA9CZ/nMqTQnVDfC7IERj7s+MptknNu1ddJ9we/SfNlOpHKS2z3IU8DNoTMhy+2urRu
356EKB7xxw6Hvx90mFJZNyH4/+f3+J9YF14P3xH0PNhAiS0wHX/k531OEAOqQ3ep3G+09dXHIL+R
k3RG9+GtAi+jGPaoGTrPo3bSm1F37UXVurWpu2vlTQ1zLz1FUKdUVWuRMMuqVQiY8eU//5y3GP3v
H0XICr4V+IIlkHl7uL2tfmO6uOYYg/KIq4tpG90hy91z5ZXu2iX9s2LrF/6Xb/cJH/7z+4WwUXwH
RgfG1j8++g3v/7mVSX1ZsSNLrob1s1XYKA0DX54lLecyKeT/VMzhY8sHCk26A8tFAiM01SLuHfPB
fxATxwclzHKPA53Lmf8tA15VqNR4oSWHOBGgl20dmayFw8k/1zO7mMaGZ0is3vsvfNLPa9W//4P4
rGHicYTjebe7yb8/gT6DdUJSiCS3I9594NCUg/PmHwNLcrmKwXJ5ubnmhq5vCVPjJLgSHeUMghT3
/0OKjWyl4QUowqz4b7gado119/mQO9gcmPP3eBkxllkzW0Bzjo/jXEGJYidk95IrO90CGzr2hs1A
1CWL2uGADl7iq9XWYTaEdTDTlpiF9IuL6bNgQ5z3X0PWZ2xCDpMVJRdqMMnrKlrSV6Xi7D13XAJI
3sbsuxeRm9OCRQmwxb4QcrA90nqEF9zglKo6ZGBDmmoZcUP9ZRoOgoihY8rnXewVmGfralg0jqou
//l9+yd1i6UgjGFuj6C/iYD5n7iV3964JhN65bqRcZ6CpcJ3vbAMd7gPXPnGVMKFV2eAzWQwrOxk
+kExQPaTog1Y/PXwtc19CxC0410TIzP3+cBaXtl+9JBNdJektz+ru+UojOkHx9mLk4v9aHvZe1YH
043ihwuPCvm7tsAeL92CK1HlORgbI38RNg9OS0S1wFJPRpDhym6nu6xB455pvFoBoDL2cWU9Dnbu
bHBZOjt4ADckt1ntDJeIVuVg2ElvOHujGnbjTMEITRnFJXbZ9kXyi85H8pFwol8c/56N+PgadK46
m9Z/wa/YoX976/7bW1s4gisCREfmGO4qN1zGb0+xJ4PUlGjiZ9oU8BVgjSLQ0ltHsxvNdhHTHFbM
XrD7/I3PhzGIKLWkDMg6SgpJ2s3ff8eKjO/N3Mjffum3P8IZ32oXn1/876+mb6U22p9Y7H5+3c/f
joqMb/Hbn5w91OEqJbzEO0VQEc9PSRKv3BvEOH77i5+/8etbfv6ACeTIDUiul1+/RmyMn+Dvbz6F
OS9G5FNShllk9f/8N/39p//6utaPMg6mw6+f4fYsfP7Xbz/s7Yf79TN9/s6vb9o35TWjMRDpYcuK
3jzWtz/2+QcYS4Hdfv7n5+98PkyfT//nfyI6rvIWGdyP4WPheos6SvFEdEzpH9y5eDO7/qwtLn06
xFmWUba1YdBkJuQc+6Ld+YNcab6Z1PNkDB+6ZtHd5wKezPxhjspbadzwKk9gAbE5SfLxG/FmjOJQ
ynAUMLSO47En7PQcgS/KOjtfFJ0Xb2dZvdoUfmxqF2pBD7FGWvG2p7eQG36z6K3ixgQw1gKeDi0i
ID8aVOdF3HJMyCP7YttDvZzG+4FVMKs5MEUFGsvg9ashurnWFd0eOWasOHCKjX3zIwfm+DhUN+yK
5mukAZlUM/vJ6WxeklkV6zI9OKz5usH2Xjus6V76o830Rd/GXTph9rxsapN78s7S9rWPwwl7HXYN
U1UN1gBa7vze2JZ8DFbo2+kWu+BDImBNxFjT+Pi+O8V7UEoaPmjpXaQ6WLqic7atk1BtTORe1yGF
mAHQh9IjH4J9bJHncJPy1lt3aRJisrXe5pu9OBCHXPiXOO4SJCCWU0VN05ZLfFB6ct1V0j65bQzJ
ss7f8og4aYcz3SrGH5kLMMaRuGQ8+yGL5TmkvhIjcvkwxw5PcNds27CDsa4PRhU9RWGDkXKkftrE
p93r7z7ykSywHyvaadaQM8RVOO85uemoBgZAU+jnDmYRdOjGhldtkfMsknlcGZGcionk4i2z5h1R
9rwDd+xjjk0Oh1KRbrJArtyceAKD9HLOxu8UTT2UfmWcgZutp9oRu8YfN7FlkPbw2458M28wXIMD
Va0nfNSUD2sXD2LcLDCEpTJWO2RFbu9JC7p72nr47Pd9m2Vc1SueaTVjRRsz+7ZaooOyzzjdlFyK
c/+ZPUi9mO24WpAPLgusH2xKCRzNtc+Tj0GcmOhe+oZN+hRsw2yPH/6QH4rxxWGNDjiDpBKKkutk
D1Q8yRPyxAF047SsaQ/eYBhbZ7b+BhToVBjsYukVUtznF0jDp6rNH6Ftw2jvCOxCw7CGierSYhcZ
1hEy48tIbd91aBw24Zi9G6RyXIKS1nj9PJv1YyIae9mzH1qTqb0YwCDXdUZIJe0sFIM43OjWiQ9h
ZK11Vj0J3WzNII1XHeiZRU/nNQsPzF4TcYmFcri0Up7yg8VXsLAbNazZ+s4NhUmswxH+6SxHccgX
zkCzs5ihVhgFnlTgcrYpNx7oZ0pf7AXZv/gwsDeoMv+bRtflgkVgpctfpt6gtC9spl1li8MUTXg6
cvNQxjZcbB996n+4O5PtVpUti34Rb1AXzVQtVNmW6w7DPudcagII6q/PCb4v3xuZ2cludhiWLGEJ
QxCx91pzxXYIJSWA+9Im2yiA06s0G4PJxg6S/Y7VeuOrY7lz7XC8ds9OkqE9jrYqA+Jq7GlRTRN2
Rum2/ZZwyCv+eR3JjomtxJLPVcd6UJu0MzBiIo8dLuWhKFGyavjSPPHCZGuXJN5LT/d1V2TijNgU
s7xefXAOIUEqXPdgpDmRwXlJzbCfNG7Q1oficvwgq6db0up14qzIks9bEEQQ5F06Olsny7UV0Ky7
zgwVAklRHDqVsGwdM+cm8dw/vQSwyicsNkrsnFgOfVtkyYn5SMeWPW1NV3lVAJWvaRW8dY5JTwFT
FPV8gryI/IyTy1C5/ZoyocoAiRNcULZXEcyfrIJxkvC7zZSYyWNGy7nTR9otdCKSGjVXTbfESo16
b9tluikDwD0BvLkdBcrV0BDAhdngM+3QdnEgpU08d9a8AdE7DilE3RrOLoaJtKYAi9zZehCVoh8H
8HOrpLTltp8GsuzsR/LS3K0BGwGJj3fCFEA4LK2TUSU1c8hUY09ZGpxGpZy6W9+5+iknHd5rrHus
Znt0FhXWijSEt56jW61z0h4zZqBzk5d10SHAurjXrE84/WeqeukqLYxniwgfJA64j5vo6HaRux4D
dLYynu565Qi+3FCtdUK4dp3xxQWGXqyNX1IGTtTrkgByvdpHzKqnlBZV2dOmHmZVeZasBk8tNmNN
6hwNvIRjUL7CX3six236AK6wAmwMstzDzqIY9jtuoStKnG2ZT/s20Nud42ACFjBD29xyV3FErGOf
9sHKjJX9kMCgIQltpDYEekaNybY0NGbQhnHX5sJtHCDCL3Wq8SMBrq1iKMxNlGqTK5Wz89BrEOho
7SlMPDjJcE+66SBEdFG74E9bpH80+hZocYeDNcFO07ThXS2A/2kRtpHY7EFKlJEFzqK9VJi956B1
wdpqIm2zeLOhL6ArBPDbWRAMalZNkVUdIzqFHu2e0IcNY/7qY8xNY6C96xbWRk81iXsPPeVaSKFi
LOUVy2Z5iL4ivKl2NJwCC4Df8rb5/RoH5pcb8re7aQLZNLTDoYTXtA/TMHmOG/WvZR+yHy+K6Nq3
ivvpbBvQ/d5zlBvOu4JqMPso3MeOtOxvO0nB6UMhug6NkOesNYKNgWnvo8tR4c4fypmQ2jrcwx91
ZUBZE2T5vs17cUooKK8mJ/tCKVD/JpnrZMeyeYe0VGxdoBJnyi79RZmVZ57a5p+oHnfLSzn0aEBS
CEMJ7E9Wb316jKiPP9LNQh+27K27JIDbfukORu4MJvhNLdzGdyN8LEBNjZeg9N6t+ZVqm4KCcKL3
sVXllvzk6Ny3DemMKbeM0vTGzynMtr1mV78HZ1bJtlV7Z8qDXKRJtyM0lEPXadqj2gbmanmZar4Z
Zml+o0iFOxAX9W0MZyGFbKpdr9bxKzDc1+WV1mRekzzS39oQY2Xs0JTPFRleCYNWzGKjeZ3yWcyt
9sqqf7thTLPKNpK7V9fKXh9H/eA0tvJoVjp94Pm7mCQNknAkvwfhmZjn3OjWOsLzbZJ3d51aN6zg
3eflAAE5eeB2Vb1liPm3XAf9qUoRzVlOn8CT0OsvIaCqzXstbRwRphDWU5kG2cEWZnco2rh6ykjh
+zncJBFDm3ODL8gAqLg0xbxCR09PeBmVbeUK6xX13H3ZW9jSzQKS/Soq1d3WpYWSkPPuii1HYarW
ml+YUf4+kK5C53cqcCoFkzy4YVQeoGSpT4TEdj9/uO/gFLYu2Sgh+7Bkbm9abSzPUq3MazOisY7U
XPzqzTcwKvoXhgx1U3W1ehbIfq461cGfFxTKCZlP9p0QvbfBQxug+1CiK/YWdx2g6P7lCdaXvfad
I9/amGYvLqPZG5dOwN9a/sSs+eCEU22SKDO3mS6Qk+Slb2k/VsnofKMR+PkoGIwY+FG1uk0dX7Sy
lehqXe7J0sjOQXdYXsWUz1o3/K2rgJx2Xl6geon7NSpPy+exA6mu8YWr1zQzm7MnLQP2wiS/uo66
3/ydSaIFACK84EqPI6Ev5BBq3Vjup8M/a3kFdYgaQkpe3Rg8rVM0omhpkJ5/ygGDxPytLa/P1yw6
tVvGcvrUeE65jRjxPiLOymUfgJIQ3CDmeAhdi7COeWiaF/cfdix4KZ9javj3II+TDwhTXR98IF40
M4s+CrrGy18JDHSiurAPcaLErA2qieDdwttyMo3vyWDul/00ikU+vGOnj9ZYE7DMPXdn20ry3oXF
cdlPNFBKiBBbPkr63f7oTtXOSri8mB7gcef7pCEK65hL4nGqSvOoo8baJcJetxB1XgVNLhgGAHtc
nMeWOsanyhL6k1UBhAAT+cXFA7qEzNCbS5T6RY0oaTjzG1Q9O1OXtF4yHZ+IarOwCSK9/9TkaXmj
jnBz21DX8LmfZ1tDjeTOJvp3+WUpXBrDY2lfe8ttrkNp5T97TdLpqe/V9jmppX2kLW9uBVTSL7tn
cmOH0CnrfNeqEfHJmVq96BT4lo+v2g14VHTyF/xYw03LYmu1fMyuGz4b3L/3VhoGLEUyEJbni4iM
BNn0H+WIim0qkubQD5b+OjnmYfmIwhjDDdxC7Yxv13iwwqj52aOdujFzvcx9jBNbR7PBWL3s0qbb
T0hq9O4OjbYHjTbtVc9O39XY3Cy77IZo3LhTTOFArWHMjcSCeTaLNAU36UNZaA0210p7KGVsnKem
V9bLdx/K6EiZZ3oVhcX6TEOLnBC/+YEKe6W14/RAm6Nd2WaQboey1v04MfM74TUfP59qFiQHCJFu
amyZqMzoCyy/kMRUpKFTvHSTjXrOS1njogT4atTV8mlbdKfbSsYW3j462vhkqRHr4unn6GDUXyPA
l4zlgXO1Ihn97LXW2peewuidXm/mD0aG5nz+B2bKSedG/+mGVbszjIJTZhD2i1vHLE/5vaIp2no5
xVrMUbfltBtdloZ6slf16NfQcesGfYZvxdRrWCLaexMA/hNl1q6aFpxWndifiobWHbNEhWmBHDyt
MLpZne8gFrGtHQxm2ppdx121ffJUSxwTx8Dep7JY1Uxtj8osWtVeS7ABHIdb0kxP6IfNi8ACrLoo
fAtWsNxivgnHVh702Jy2Rm9b4EB6c+MN9kgcmfLpuCXtGZxvrOxc8SLIE4+THmtDUBmzWvxQF6wB
gWQ6F8dgVR2axPyANNqShNTdlcz8pIxxwOBovbZ6FK51spMOeC90kJRco9Iqh23U1a1PTA5m0ApQ
0bIJcx1tJvWk+Z9W+ES/QdxYfhwsK/fbTj/VQxXRSw9y/1/P//fXLS9eNoaWF/7Pw5bUtLCA/Tzv
ednB8vzU1fyN5cd/PckwjsnXsQjmNBMi2qVJMH3ahTAHyIcFsz7nh8nxwr7EeiAsetulxWvhmNRf
YlZAaPOnvXCb1zh6z+lwMSHOM/QAXenL1iz9at7g62GuW0KGHou097VAAgFs4jnskCgKd4JFyiHa
ZfYXvscRn4OGAwFKx2oyRUlMBfGadB6TrdvRnG/x288v6Ma08VOisPx83iw/pfD5RgyeA4G08Fwt
mA1+o4LDU/hCQA6Ev2xGr4JF5EUrujH6zutJ74bMu42r7j2WoTg58GBnuK10kEubVnXLHeOM217u
l8PDVSahlvWI6FJSyG2FBUNSdS/Ll6M6Wvo5Pni1nEuOYvIb8zvF5nIiQyXYFU78onXoTqVsntUE
MINMeUPT1xwrTQX6ljTaOdaEslueW35byNnZbZSbqB3T2VyyjpBWrAoc0EwUwpLo6+WDRUaCG6xk
FSeynG9M8lXIPw2te/0sU542pPIQ5UG3hYxzNRMifVuWlo5nbOGASN91W+mXI5xaEXLjFQV8COSt
gR+kUbqhegXWdD4/fvZu1Y3wl8d5rMEoHyyS2MzmqAXJQdIyPCCTKLYhQxUtFhU8CF3rjW1Rckhi
sKnW5ACCJ9kAm3X92JpFu1cjGqlJmyHvls6ZvGJkq3HqECpcY4fuSk/ZTXX/GpvxzhGVexAE9/os
Fk0Ud36kJrWveWrt191AERLK4NpyB+K7595eWYJqI5NmxMVp2L4yBL96KX8nxMPAgsHv3VTG1cQw
tK+FfcsmFCr60L/+wI7mK3IBHBHal/s1PQhK/EoPRSoyOzx9xMAVtfE6xZ59CbIzGB3nQRFVdJr0
jPlhUrrHlrdeZN+RQSQ9c1dXhGwm5OFu8T4km1iL233g1AfZ2jjRA8KJ9C4dYap13tZAZoOPckqO
4dS9NhbxZ01iZCfYi+XTNJJbE4+hfbFsYewSA9bI2OLMoAnp7AIRGH7XaoYfDM3KG4cZ0BywNObW
sPZGxdijJihuLo7FoqJAHKbMrEuIiOr4HJp98JAKDxRUlgloJtn0pBRUGfk7pV+31GzTKIl99NQO
9ZVqQmeoIT/PM53EbO8yNqWzAxHMcOJYSKjaSmR7aaSnhCWyv2zywXjwpKqxnNXP7jyARQnD3b82
6cyK6tGV8nWAmqbxi+q50GFQsPuKaF/tCC5bOtBsoCDiqJX0VYVL3uk+LTfVoHnqD5GhV74jASzk
bnKIDBY65A/baKOsDlZWlHKAdK3e94Y4582oY7L550bYaASmGn+ZAscpQMkMJnMs1pHt/nz+XnIF
DB2c0bYEeISorvWXDSUnICHOKyCU4bjAopomucVo0Hf/G1yqgwNCV8F6nRQuwIxc8wxhGZdhPG/Q
ZCpb1RnewxTKPtUaBPJwOrDMIpCCM0A5GNIv9Nr5PJ/h+4yGijd2vqUYxBxP6rF30/FkIb1KE+FB
fAiYHDncRgEVtz+b5aGKhgWv/PwblfK5LXpx7OdvsmxyQ7E2QYFbafgv3FsZdtkWKWq2QjsIHGkS
V9Gpz1A/oKQFfIRl46rO3z8F//UTOyNsEJrCJk0aTJW21vvLT+aAM+VfD5ef1NLZ5IldHkJQyv6y
Qb3MfaXKX0JTT3aR5tX+sskrxrGAGdvPw+U5N8VElUShuVaQi/uB0XEzSHK5ihDJrhgOXtrQnmiB
GuPKnd+a6gwlkTGJtZVXw1oxneE4gZFyZuKg5rlZiSAQvh1dN0qjZHCfdLWnDE0LVN9NvXg1u4lC
jak+Bg1BPcAIxKnXYCs2I+NFOPdglaZB7lDPjVKO1bKxma2jho/zn0PS5il2nsyjSjmfFcs3SWuu
oYDluqoccJq1cAjSL7W1QCB1cFNHoHkLH20Ztlquzo2gZkgjJHigvNau6Hpk2zDqB58gj8FH6BLQ
DegLsnM81cfdGx5T1IUskRi0c4dLTS/Q4/889trZl99mRx0CArQQ4BVmDp2m8kq/rYttZoADp1bQ
+E2rGxkyZcjSUdA+Z6Eu/HG+VpbhYPnpvz0X2pyIXkOugM550TZwxkvUBpdkyhP4KDXAfJEWZ3qF
HqgdPFBKBBEPKOmwd3K1obvLYkwX5nNapNVOHRL3Ntj6rmWZ+0UPhiB1clIpTDdkJ5HNcOwr5VzR
k760QzzDDEKeN8KD7UwpgCuHU6iSu3iIKqjE+iWmxfqcIyY9uZ2RbdJ7ZHnDUyGhjRZoDISBqz3x
aAgaEb0ljFPqCrOZ3I8zarivSnzUjYI3hCBrCoSeXc2uBNo0s/pcIiPANY2kPbWjh7xPcwiWek44
TR5SUoZ0BlnEuqJ46R91KrzbwSWHs8v6/tGxLJZRmhocInvc6ZNSPOR1QZXYRrPuEqWse7RualD6
DsWXd80z8TBV82id4C2x0i49a+jEsEKCgrD1LD07ZYh9PXL1mdPpPWdd8hu2RnlZHlGLZwooGFSy
xEvX0rPMtwH+yqg42idRYvYWfTHqCz2P3waz2i7PO2VHF0GPtKNtpPVrndd7IRLryevFRz2G+sZL
DWpKVWMf9BEBjD5Z2LKs+o0MRe1Yxhrc9bCQbwKXxmYIC5pC828R6GNpz6C2lV6xk3kIHSbTwFGo
2KIBsY71m2MHPtN577siiJfZE6CEXKR7VW0iSjm7OEdU3VxTXCS3ZWNIALM6U9hjUqUoJUqhfTUw
bygaWM9hG7QsDJh44OccH5BgU//1XqtGcV/JX4gPWL0vNFLarSIi/SGcf8JMmm+jeBAABAouHatJ
fZma42OU1cqaoNNxDc0A2yAGJQ61BFqaJeOqIyhiJnEGvjMxAmXtWONPsvSDLLI/eY2AvcXW/Op1
Kb2NWFJsMydloxuIzsjt6HbMG8Ddz6jsLrx7aXcIS0N9HdzYl0NK+LQdVmiBgdMXQwdv0rpTT1av
UioWHwKKVqLZAxo5QCcDpr9LlIEyA9sXrDK4CsPKa+RjXeXtiSjD4I+RQvGVEinRFhILAShV+VrT
4GhDkd3MKUH0NRhXVM1PdKb05zgymmcbgqWTgFAem+RYD628gfm6286Y43VuivNypce2a5yglzgj
ra6R9/Bf41ZXPGVF1l4Mvb4sjzQH0Z6iVnRunGqlGGG0NgIgXAfo++abM2T7ehL5d+9RZwu6JLx2
2fBRDeV4pi1K7dsynCNhQfqjNW+mbjpjPPVOOXwyViwO41/FSeYlWfOA9mndIq2Al1L3mziwx0fg
o+Wxm5FwRMBsAoFYBHBNftID5p5BVxjvOsXKFSkK8Ja06NvFfK3AvaCv3X6gu7I3g5SWH3ihePYw
mlh25X6GcymBUmV5pkEEtCX37F2ZWiqtj3H85Wb21p2i6cMj1nMbZ1G+CV0wCKUq5E4xx+be5BUj
aDXFv4Ywhk7h2H+UpBrSndL14Z7pmesLYD8MZNEHAkjg5m6E+aRVvcd2xJpqDW+Ln6iyVEycITcC
PVL1Fyuo/n64/JYOJ01Si6mikEF1twcG52E039GzT3vSy5CszA+renjvag3Fnd7/JS0w5h18uLDz
MphaMfK3xGOCa1IBtuw8vVG1zNd2HdIrjUfqJpR3VfsXYHjmxFkSEUpCI4AuyXgIVdd5gp00t2FE
tTKNqX8mJ9MKzb/UpvsWNJPfimLsNoh38lsWMkuCQ6ys8jqmjzOmyXsf1zu0icmLGQ8fairwQMKN
/9IlJBFXr/7gxqI1EwDImcSB4g9kVZlClilh3yOYoURqkSUGOEz6o2Pbz8FE2FHCjGCvOIC7QgdH
vjF0PdkX2kcWhxOEP4kFZ3I2mp2UryUje56YL51t9/eca74wsA3ESgj8fHS1IycRCnfLFdtaTfNN
K1vSQEzbOpVdcxdV9qxVRrNNjOkz0wX+e1dnXSOb+EkqUtvUbaccAAV0b7znPa0BXDaEb95qWsVr
yPXIzxvqW6MH0Dg0TfdtmhFV5px6adjvBh3+vDgOlardAADsszBSd5UJ6SMCBWZQSgIRAjbGsnvz
UHQkYnJ/FeD2Umsb6dRljCCTN7rCLBg7fVibgLe3otCdez3CpJaisAkwNujpWcLxG1wbR6pHE0wz
PMDQxj6iMEmhmyvfkabQo0sG1q7hqGxGRuRfcviN0ZAebG+UF0MxBXDwTgOf174Oih6sXJFb56SV
n3Wtkc6DZ9MP5vqm7dbWl/sxiDLcy8bSnnss99iNc+2p4Oa5YjTNmPkWxss0OV9JqRGoLUjYs219
CxA5PBJGV6xlgpdcThTmXFE1R3B97irB9HMMGxdqsELmhK6G4xmpDHWFWDg4b1VxMVsP1oaJERaR
9pZ+cflU1oA73Ebo67//g42ebQgZeLZzOWxcL5VfMk6APNBMsXrCPFwxHxXVuFdpbBzVNAPBHdDH
heqwMTpreIqmQblqTbdfHlk2kA3uKfIiiwYJyAR/iebWxnJi43c6id+1pZm7nP/+liRaHNjS+eqR
xMInYyoGVw0me9PQyKiq6UUOCC80NzY/vO6lIFv9bPcu3MdAKhcCy3PYJ3KWEqkniYn0700t9sDk
/tDJeOiTAGGhYjC1iKfhpIjxnEVa8hIro3NSkM+toiLxbmPaejeuSrIxGg08HZqtP4OVqWtohtOB
NlVyz/JjXUvXr0fb8UNVuUsj5CyUkgqprU9XUaSXwmIpJgcisgF5RdiCsmmnR5W+WhbTMm+bU5Dp
x76X3j3TFAQwcfzQ5sge8J2QnrYKHQE+o2dZRYapckH/pFyqgAlW1W+T/iWHxHWheOGSz+ZAIyHN
4rWOon3ujTMgQiOkrTdLIlWl2MYF722syvPZ3Uuq4mZkUfWqD6GxCvpiS0pU+TF3Hr/iqCo2ZtLb
WxD5zNByGgh8m+xilj18DOoLvtKPDQae4hcVXmwusf5ICIq7SymPbUoAkvvWBRFv9UBnGlv6hVmB
oleppYd5tMb1pF07CYpTj6vhMR2tb7XM7XkJ3z8isc9PJlN7Qvu0GPC+3Dc4YvjmwUsI04qbdhb9
CuYZpTIcbMwQmG7NtXAfYfM4pHd33fdMkbPxRW2pF2XIgzQCnbq5fx8oG1Wf2hclINVYiphbXUBF
aRLh2mD820Wks58tadxNhy6LTWDyTcctvekRYR9CbwjA7YVrWvjyK+9pArV1/hc1GrpqmpOfe5fZ
km7HTxXIx01mJuJgAaRZ4/VCAWBb2cnMxQifBkOeombiIF1N49i3yMUmpZ8A8Q/GwYzMTekImNKF
SomFen3RkNFIMdf7VrlZqFEIl89JbrUjIc12tneLdaPZl07UnUYRh3jcAJNqgn6q3tLLsruPXFQh
zds8gytEOIPXcA+Lw3crdHo+cIDqW9kIrZQX/HjbTMVxsqqMrnjQSQla8xHoP2kshfjafCjjBcBr
g74hfCyTFN4LAly8QgxfeZWoT1zA9bBKGzqjpsnCz6zPi1Q8L+ABK3AINvbU4bf3IkDFpUrWitEg
i2r1+mRUTX3CJPViiXo8hgjw98w4yH6Ger1Vi6xeA/itT7U71CfWylfFRpMVNP3LUGeXKm2NI3MT
MsVMnTJfEhknplnc3eRH1FTJw9BaUK5S5ZJFenp1U/DLymhGFypfcBYyNQKZmO3NvJEnLQ6Ompor
DwGJa6uh41LOqIa91Sk9yqJ9bcId0Ij82rhGdlWqSTs2VvSwPAX0Ejltrq/1MhuvpZ4+h7HqPHdq
oyEv9d66uLYf4+qtG/YDpZOnJBYUgO1K33eDkNvSTLeuoE7iaIcmElww5bTpjJrYEoWpTm7tddoV
n4ZNxzcR1qdlt9VTUjLayzy3vzG1rQ0Rhvd0dPS10WCjCePPpO28XWXZxaEJm+GtQZeUFIO3znMT
471iyntqccLS/ji4Xigxw1shpb8cqpMZFHeOBkUp/EcnlDCrcPxugDrnqvEJ0xv86BAEB4LNBj+O
0/OIT/8matdZM5epvxpkxZ2aFkjsHP3URvgVvY4jkYzt8IbxBHw3egoaTM7wxpxlDtWqn1qTaGas
8o+sIQrygmqPUCi7PlgUMObaQXhZNjHZPHNqTLfxQigtZuM8LxuC8jYjEJw+zoe3PkcMVSVhso+N
CG+L7WHBUVQ/iEi2AHAwgEdDAaMBGj5kTaT6adDrmzyX5SeVqofGCN4VC9iEIzumVgwFScvy1W3d
7Fp86kTY80QYI6ci7wtcKGHlUUZMWwa5f8y9hP/smD43E40aj5VAVykr7lLaNSiVnIq9yVo9zp8V
LxUnlWptEiLdbljQeBAB8SsSouKWdXnSFZzEhG+iIe9N49gg2isaTbuMkmWmyJyKucnsyWd1yjnJ
um3os8d2zvHBOX4O7QHQQCsQmeU0nAGAUndDm92UcEtA/HWe5EJLMeCacEQujkuPiiKm9wRlZu1l
4aec08Ba4ZRAH0sIhooIXqeB+KBXFvkF7pasuCEw2XaO3p+xhqoivIVRlb5YRAl2mtpf4IbQDcyl
dqtD0zlWbvGu1ZF2Q8dyKhoIvEZrFy8OaKRiqBIaMlW4jccBQJibxN/D6DfJHnB68Fz1Y/+MPZdl
SPqbFlZzUeBRP7ICzunvecFmCBTKC7A4MPsk1cXpabyCf8ambwGMwqjhrAvpwKYW0D0YPLJDQ+oB
Eww2tkwpjhmkjcRqfrbSOjkwB0IVPQyUzwRII6dXreeoaW5whXJIaa6B+AtBSh3eS2MCq9Gm4qMo
Qxo4jvXHoM1uFx75zIbFLN7y9lXhJn5uCe1CmUq95LRaLsjxGr+vFQLpqm1BWeoD3Pq4rcBmAqsN
3hpqwgc6eJT7WL5Tc36Ia2xMON2fg0ZvHw0FVHVe0KVnHpqrtfrVKmD3SKDQTq2mIm6ja3q0XAzL
VCphfbhGvItHhfJ/aumvuo1cYBid7N7nGqV6V/6GKvjilMh0ujaeWL4CT6Opbe6o69WaHhAW2bnw
9ctLtJDJJ8sf8IUmYz0eyBPHC0PRg9mbGho7fbbgD50asiaQb7YU5m15CtCVuy1EB0e9FNQMuWtm
sRpsua1iNy7BxHbILM+jbv0yKWmtQUC+5dU0+EFb9Q8x2PcHzSpBqWEBpHPTIiKim5xYLrr/Qc1e
WfFdsSrBNIvb9EA/xlk1CC8PdN8NKh8hgYR6dXOQQDSuHl567FpPDfUMHI3Ki9M2u0la5g5rGoln
igG6po1PCJzLJ3hK0a7AZU9+L9wLL6MpMlKcxJNsHlwt8vZ4G/WNkokXfYIWG075Q4UzZUsKDmOs
q73YcVwdyCJjwqAJtAxjeaArhhixjgGIBFN4yUzv703s1Z6PCTsnzacov8D826dlo0jYfTG+QEou
HjnKjUoZQVR3xP7ao9MCqwRrlK3KMLOhh7EORQARM2sfXPOR8K/IrpvHZN5U8BIUEwWSU9mbhq7q
RtNOUa+mH1qBtBGUYLe1x4l0S2YrlLoNQtwZa9Dc4HE38qQ40IvWtpkL2rEeSv0W1xAGcPs1h06h
bDj2Sr+X4wCGmUoqBp7C9Ys+cndaXN1b23FPlLRdwmaiZCPJKgCbIXKQSlKcY6WY7jJ5xuycAYmJ
3X2X9/Uz0hAW8rLR1xC+fuc2MhNzjKYNeILStzLEGrYr8wMqdd8DsftoFV+E5oSXsVvEoGN762Mu
zEB9Mbq2uQQp0qu00pWjooVP46Q410G09vPYcL3HGMV+1tUEtE1rOtLUqNHANfWnV3XTB/wRzuDA
SHbLQwQiZ1tMaMQpEaxUUUS+PmjmrTQADpraZK4Lq3w3ZGM89P3vvtfah0kS1NWBjSZOQbcurCV3
YLMFdqqRIMPMqzYu6hLLJJsiIRVzl/aqCnCnfeBCo5Ovq90maNGL2nXg7LX5VI1IJ9LxRPh9V8lt
0M0N7DgwT8OyGa5UfSq/obUqVhFyngN6W99OdfWa93GzqfviNdf7ao3Q2Piwq+mQT4b9SACZi0jq
KIRh/zYJwF0NbTI89U51ZnbgHfpYRW4r0uSFdqB3jWc5uWvUPoR7uOemZwIlIRwBvhuV1siHrUuA
KpjTIEELaZTtnLVJj18vfsdVyJInltcs6c0V50V31Cio+A4UDsPUvSd005A70gh08PwQsRfBClhz
HyZXO0OYQ7PW1cY6BU12MhT1gppZbKmU2utuzNSLAJVzyeBbrfKEW6JmhPI+tB+5osdPuiPlXTBF
VkL9o7BV9SW2ORShUvz90/Kc0kHDmHJwaI2CfBLT1d3IvAtllO4DJmO6K8cOYZNWw24FMAajjSED
cP4OM2pLCzEcPymM3sF8Dve4IpqgI4p9rdsIlts+r2+W1ONVQv7CepKd9QK+D1m5sJt3vhKNsTgR
X23jvtRh+Bhzqe8ja6K+CLWpnbCf0GZh2d4E9kSu++B+zy5ZPXFQaEdhdsxUNE9qgXiHalzwbEq0
0zpENyfKhqsxM2CjWM7OAZEdMdnWvq5qgZ/uMsPsz0nWFRu3aYOvxkrQxpf2O8xpZyca+3fvUPnV
2gzli44Aq8pU5YkScrlWpyL9QLj4FtKcPBUTu+hZjR/tBnmC8JTwkfETuX2KjS9DbkSNklZBRoLN
fdkohEivwslzfL3Pq83keBMgJSc+L5u4pcFRRTD55gpuhM5SUwgTLNv2j84QeaxCgmXAkaXK0B4S
6q/00zt3G9i0mQ1F2Qo6bcirNVyQcZWgZtfIsWlmt1WQ09Ttmo5+VqqwwDMpbMM12qsJaW2RqVj7
mbII/0qt1mlNG6+KPJZAdCYP7jceNGhKFLgAgLn5nnaA3DKkweq1KChDErHm8nBl9vpPNPb/V1CC
pprqv3kr/wco4T+yL5l+/Tsk4ecd/4Qk6N4/PFTANqGtzJttFxLCDyRBc/R/mKaq4eSHcax7NjyG
vxkJjvYPw8QuYzqmaxmWZmE7lqKd8QkWv4KrwG8NA/u/bpj/F0aC4fBd/s2kOH8eTKCWqVGG4Iu6
xmxw/jeToksHKM+xt/yZZPMXIOPwHE1WfEVKlG086tFfqAFXkCaT36QPw5iNNOOxTmRyxBjd7UVN
oyvqh0fGwGnbtvkAPdsS97ru5GML2if4T8LOczluXGvXV8Qq5nB+do7qoGDJf1i25c2cM6/+PER7
u2WNv9lVMyhgAaRkdSCw1hsoAT+KxgOJPW9ijoe+N+SPXpHrx8awz/Crwxz5Fgfb7ghV49ti8ly7
BlW82QhkmxNGnK+0oPWOI17bVZwd7w11s+xo+zXC8CisOJDUimRxnxY9sUb02taSDm51u4kIT77B
QLEasPlSt4ASpbzGlvJgFGXzE1zeflCa5m3A7WLR9ob5EJPn30UyuguUqYJHXW5HkKwqrpgj3PxU
zspjorrFEW/ffAOq5PkeEnHR3GOFHS+rwgCcM12Eq1sFZP0iaZnpoiKZ/9dVMPL6vRjyTos3DpYp
N7fBe9xW8drrgA0W/BlZLZrbOOsj5sQFgY2CVtw1G0usN25XpWm/TQ0NaklZofWQVdXF6xAK0weJ
VFhMylJqG4NncdQiwgaE5p9dN0jIieVSvHXmKHIuy9Tujmaa9EfRo9QPS92uKjQgmBUTdZF56xQe
5orvKwCKUVm8BZOdngvuecf+0n5FXdNLnPzNcUlE94gdWQ5yHojiD7NusPI3RQGinpY6EnAcel8U
sDpWlxdv0I3TjUX2fSWW8eS/4MauXa3Q7D5cXngtSAdKYWSmGgMvRwkZbtsuzrehG0T6A6knPAxd
E8BlKkNr0+0TWW6XDwgb27aHmFTojn2ylMw5GVODKAn+7AqafL/jyO1Qo1S9iwiJhuegc9JjDJco
r/66h+9QXM+8PllVadgd8GvqECsxWnI1gEeknvfXpwmx5B6rAng/iKdnS5Jv1r7SgDcqVfFFjJpR
r4FaTBOfx74UM9XEtbWPY1TO8MbSSPD9d2VaJip2463660oxg7b50i08aC51UF9FI8f1urTYnIJz
qa8YfdZ79GXYvjvhe6tUD4PsJ99wrlFmce54z0OV4LyZWeoJ4ahxjQ5IsnfDLgdUCFgBufZm78m5
1D37PM7LpYtg24NfcYiQgG9seuCL51sD7fKQxpNk8e/Q1JOm/T5ejs7yPhGgV3F+V/ve/3XttDAJ
K5dsU4wZH9JWs6Iu7GWoOCTEYv5lU6OrvM6N6evLeyxwx4MTStoRMGd9ha7SHGRbul3kBqG3tYIk
ZVOk6genGSnWJmsxCMKRMuiHrlCDp7xEbaHUfs1002Uh9WasZ323x/BFIXE8yQXYg5fIs0I/kjHL
jk1c+A9CRgANOeIuciSzFJ3d9W1dg2T9bT6p5HcY/LuhRd5dqnX5WpXxcEVfeerfmk7N1141WPOi
wNtAxEaLb8fILQ/ZFOq9JD3UVvR6v6j2YTd8uim2m9PqzGtPBegsXkY/PduQu0ZZbY5sK9LzLRQ1
1QqiMIou04pYqdIz6qjJfe09bgxptUokCfsTPtO7ZARkDvvSPXah6sz93kh+2Bl0j3j8LpN8Wkig
go72ELPA+PVU+N8L2DIi3uXdNjw/+v/n/czON8b/R70eMiKfHrKO7GgqSkT8j4wF5cU/H7JZZaJ4
Xo3GT9OxGrI5yJL0WqkcUBVvzZUVG+a6SOpnSVWQ6kv0PFrWwYji8PRXBPG+AJ5nnIR6Bw4R2VYe
Uh17LSZFzPdA2FPe93djFxhHJQm3iV5GeC2E4fcYK9E5UC3ki71vkco7NG6paOTI04mRaDqcZ8wm
eboN8uAg+2Nwrv1OejJqDBdlx2kOYhJJO6oFaVluxVDGBqQygcpZWMCf4tiQdto4SMs8lsMvI7wk
Dz+Hd0UOXqOoUZ4zM0CMDaDqCmHtQ+K3JpTBUD6DF7HWJaZjO7dqlaOOqjlqLnL6rADggKTdR+sh
DhoSmfjyqF1az/y21a8Y2ehXNFJQNE4sd0uqcxritJGM3kGMxDK7iotFnPOjSUbq19uybaOQbPBV
DX0pG7J5b4aTRkxgPRuWfBKVdRcY4Yx313gei3KEqe+5C1y2ADhiwKw0SyWprMWIvTUZmsj8HwId
6if5Kp23guXgiKoDqDA1tLA+vWmsUO2TrCo9zi0AP2PEPq+tp4wXzYNdD+h1XiBKAG2zOJv2kKwG
t6qXWtgnT1Sq6oOVkvzovLCnZIHsmxAu4vtE2rMXdWacHFCQz7BXu0+InoiJdWL4KXa/9tPE3xbf
Y+ww8Q7urS1VuHSZB7pxpIggcWi23XXU6u0ZXqaNkLakvw5W8+honf6fEnhvTsHyB5YgyiRvoBkH
AUI1YFeRjJTt5AZKpdgEm5R0sba7dcUqszaqteoHh9vyCb0q4o4KZyEKmvjQhWa4QcKw2uZukp/w
EIoXSaQ5r3ZWnxAOd3+S3UEWosi3IEvggTqdjClfMy47PDjQoksY1pPxguj2cXGCzBuBrGadCA2I
kC6NJOQxF1kJjwbje19EzqHW+KyBtvGXVdZqaGfJ0cWLaOR80uHN2BWUehZdtFaKLrj2JOsI72jq
B8TEOh1C9CaxMTAQQ9F0aMDvmnAA/Prf25GMSY7WqKGAo2NNUXbqhrkQQZlIe47Q2U16k2Td1OhY
5S3dWCln6fTcv0+InohVQQOn52/ToMLVGdA1afHpulr1KqT+K+3biLTqwXS8n3qMDlkPjvrFip25
p3nBE95l3aOPyUkSGviwydBFc8RdUczxle8mqSXXs9UvcE8RA4dvse3AWDzycPkhFqgYpeaGUT06
Bkl6rFOReZM0DJ8be001WPnuuF441+CfnqA45QeePuNCTECZpkbrjZhkoC6JtvuU2KSe4x8HU80w
Pfape1eq98DW2EdOqT5TCJOPBT6Qj9AOnE1ogewUk6JppfI8lIp8FKP7igKJo0dx1e97iBVqCl1I
3KMOPQinaqIuC7dAyMiOXHt364aZYu8kbRIE+9Dtz2M3YGDeaP4SHIL04rakFznGGRvNhwQvQ0Vi
q8rTQMyaJTawFhpqfpRK1y5BKGVa1WL/uv5w9v3Ls05V/3zUWTIPOkNHvUw2FMfkXPvno85F5SSQ
ojj9GakOWsVqm88ANFTfc9yr26gEvRA9KAFWE7PWa+GgWeqz3WQ61RPp4Mc2fOtA63EDy+MMBX22
JlRBkV0d/HgXtCmcNkDQw2q0QFuZUdr9D9We6TT+8TjMr69pIHodKgo2X7r29CT/cBweYkC6o9m7
71IXHgsnzV56cOxNbGuvFTnAbdp59sLUNP01lDmxtm3BgYID81ORJXiB5/qrRu1ig42sDRKGodtk
77FWlWfNxmDAMrzH29XoRKz0GiCEuHfhZJdKPupBQ+b5a9CPFQYGmLrKpTrkCBzTvY1r61cvMoo8
WRn5UO1rKg9L4PbtIgMx2p58B1F3wzdnYWPwS+jNNrKNFvfINrL3QWxZtybsq65EG4ZxF2LSM+Zw
j9sE1Q7x9NNd6lt1bb+i81ytehUzPCfLy0c+Q+9iQcmne2bJkn0dx9jawriPVlXvVG9I08/1wIm+
Ue+IVlHPV5wx1uozyGl5lVY5AtMtCnj3IU4dFGk1iYKN7h1RjPaPoicaP+e4aUO4WX2aCEYv2f37
u9f8U1lRn15+zryazJNnEm4S8x9efjKtg+z0ofneVnaJWgdsaa81y2OfyKcqCIar5tQ0uITiZ4aV
I64ww1VMxBIQM9Ucbsu8qnO3JDPhL3bkQxV5G8+kWrUvMMfcC2J1DsXU5KXNbBdz3M69DEoerQ3P
UeZtnFkh+c+O/LA5GShNV4iFo+ch9gquTVwh4iYoU+4qAqmn2+KuYiSuEHdNFF+d3+/iD2SeYaEE
a7EOBfZd4VUroCnGTsFRSJ/futNY9ESD2aixQ++DI43oNuGIab2GA00Upat/fxXQNvvHp5DEF1bE
mk4+QyN99uenUIX/EeWBob6jaF/OA7eITkkZX9EOQiqXsvtJNO2gRKcQ68J5ltv5SsTEWtEra6C2
Hbx7srVccZ/oiw4wmj+8fooPPcbLeff4KRxNP131wkOdDcALppFYIZpKChEljDXp9tPvExMFcgkQ
EY/Q37/vryvScaPWWHx8mkgrLzp6nG/u8fsPk5R8baeKtBeTIh7oNQQgu8RCIi1atv4+TR050BHE
+HNXLHARFYTtNq390P1wma9l4DP+cbPpglrKpYWZS86iKXvKjXJsH0UPWJeqN/0RJNlj0HuPmlfa
hyLDy9rummxlkPJu4YT79kHMoG1qH8RwID8FeQ+r4QjrvJkj+d1zpSpfRqfyrmSg+gcrs/DTkEb5
LU6caq5MOkCjZ6dPeazuRZzDdLjqaht+rB8ob6p5xYEHhXOyVNtcATQkVv3lrkpajIt/f+Oq5j8f
H46CpK1tImhIQlccBD98f4RZpkRdqybvJD14hU0XF6SmUe1j1JWr2oU9J0ZZCFJ4gX1AvCTjij/c
tOTDTBduejcubqF6kANQVGg9sQXVcYn+vbgfPee2psqp1Q5Uq2poJGu543tLjZp1AGjkQRk7++KY
NvsfC7Fy5DsuIpTWabXTDdwndAR7LurU5KOJV1YoYa80DcW6CM/UuWyazVrEuhj4Fs9jnBVSY58q
nbEXvXsjYqaPFx5f0XBqpnUW8HCk+aeuaD5d92HaiLoBpy0Os1Mx8NO6T8O/3aqoeCQO5uJvS526
tnZgaNz9KPcSOrmphC8FvSCoXtrIkLCe+iMOLuHXCrFWK9kBO5k+bU3II9+v/7SuAzaFe70JEePP
G2RZgS2z+CGIhjYLm9+WmuXvoLijSYps45BH8xtD37tRB+2DjPt+xKO+ikrQ6zVxMWn3EUoiiRYY
t3X3K8i+XVxXHtb30P0ycU9fRybnkeyufLD5XZayVHcvsIretCn1HfXU2skzfAO7ib6i4Rdrl8zl
uUdBBWXf4qsNNGoRQzw9Wk1hHXzQJAsgveabQ6JGHPtNRGpnUCbix15FSNgqECNIQ3/RxYV7UnGd
yyfrBSzBvVMe12+JmxUvIVoth6aAQiaGDULguPhhAXpbm+DlUDawJaJpcVduJeuQBBm4ybTpzlof
lttBNsd1bkjBY5eR0k6t2HqXnbfQRggjLhRKEjBEr3Yx2ltQqdiUR9r0RG/GK35A1swMS7CGU8wI
q/GMx+LtAhEi2d+sAPtiCOOF41XcyfW0i5OjHiRWgJDjH0iKa4l6eTc3nZAs8VCiEnT7xutx+aWk
TBZoUAqO8nxTikbM3r8Z7xPAaVeGSl76HkLQgZvcv1DvP+keE6sRG/51e3ejwG3kEe6NQGG62gGs
JZ7rt/E0MygGNQ3FPd5D98e/8pfdgFh33xx8ut39Wv4E8a+fpiud/z82C9qfKpts2QzNtI2Jf6LI
Fnv3Tzt2EBFU22NL++Fp0t6E9mfj2QCZB3pYPruNncCHPlboSHVhibK5BW0gsMd+RHWsHqCw+L7m
n0d5NPGuJDciLqkjxZ2XGZgIzs4htdCkXYCwGRaaZIYnERONGTvmuoLOPhMTxjRrlaq3boHbYjD4
708Z7R9HLIPDlTn9h8YFlcXpIfThIaOVMVIEYVT90PGNB8yL9VruQuErwp8U80d5ZRRVfrh1PQcM
nWTteDbIPzzJfcp4br3A7JaXbm84+8pB2YYtvb5Af1FdlBFcbJS9TaT/zPY49poDxl5dBb5sv6KB
hSCbpZvL3vKdV2TFvgH5Ns/IaMQXz/HeSOtf/v3fOtVA/zyPAYcyHN2CkKXI6EB/SoIpTmSrPU5G
P8ywRwYp7M2rC5lkxOLtLEaybOP3TuZiHqOYmiI7lGHjxksrZpPOLHexmpQYX1r6Cg92+JGTy1CP
TfBe9HKtO7XySCJqilPxNFGXnLqiMQb0k8dB3nWe4VKUgCpXSChG1VEtr9sMmB28NTYZZCGebL/A
WsHJUYgowdMDH5P4uUbgAW+kIZMq7UVPxEbouNvGctf30H2ZWNuA5anQyORaqZzuFQRIvg9B8cy2
01ihcJGuxrCQXuohwXFSd6udGOqa8kWSHOMkRrK6KPqxfnF6WTvDdrpUUhpu/v1lUj6XkfkUIixi
siGS2c2ryudkJRKMcp+XhvQ9kIwcrVLpqwYS4yIaF38/CjThmV/TIa0TJPIxQK8Xfez0Ehhheikb
LzlFiOU4Eowo9Ig98xwAmgvaYKCq/M3oJPck7oX2aUpKrKGUoJcP959hBLymcMEO4n4ijunks6fg
jRSp46XJvYaX33X2jWsgvIkICmLtaH3GiHbNg67tvnW1sknwVfqPHXfrNDZhOHWmAxvR8R6HcEQU
Xkld0NkWlLCytBe6mT3cy0H6WPCrakr0sURUmlfHMdB8mkpEg5M2x1gp/npR0NQIPwC8vlrTBeK+
ko3C3PRTaj9W4jmi0B9/giEVZ0yJsVMpsvqaJEVzLIPyIYjk+ipCfCiAaPoaJKxphdI62Yo0itdn
4EUs86C75c80yrNzpwXOpdfsx45P1WtpVji2QOjlU9WYr4XfHFto94994sensrNTeB7E26QPlvpg
w450hwGMdBwsyNxle32IV6gWScd748vmr2FZ989u1JJjf/Sx09mTx/7VqK6u7ePGQHDE9Sp9Gxvx
QsTEkqFOtD1iPMo6kskVwGRrvqg/yskDWK6L4ZgUMoXraShJeb8qtcFcmWWgfSnZEsy6NsUv7XZN
5hU6Kvy+ufY7WDu2VujzmH/Gj8o8jnIufw0SfCNNqT0gtJI9mgPpDTlMvxaDMSyMQNJ3VlcPz4Af
Ngk1l68QmZWlhNrlNmuC4BWdErZ3rE98xeLTmeMzNw0dYzZd/JZqfIeSyG3+l16+Aqrp03clnzrL
EM9Ax1btWxXqw3PB8Lq8TJoygz05Yexz2zwpUwObrZ/XyYQTnYZdk5cUE2V1U9o8J+7rYFJ2kH3c
Q9Fp9d4m+TNrrF5Ze0MDKcADkY/jDc4wSYWQuu0dkB8ddtqQbj1JLc+pYfJASs2tBTzrLEK1HoI1
NSqcCn7HxIQxmnyA4/bo4pR+Lkos7MskU1YGap9U2zVgF5QLur3io0tttOBIxNDzcuRFzXLo9reu
iJpmhUfMhwWim+fUfKBvb8Wonu52Wz1djcwLsH43MvetDp1Nl9z8Ue/9AJSrzc5hSOWrh1MPgnUQ
W40Q8/mwyvyDaFwWHoY8LeYUMtLFPSZ69jT7f8a0qIv2rvl0XyWWUiMb5raMH6KfQ5hBl8ZCvrzA
glEHOD9r8DTeGtN5zJ0Ob2ZerypXAaIyhUBFZycpGReT6ipAUhpccjAKThBWDFQ3PKtWx2Ofg6iW
VcNbgUDMRgejvQIbN7z5gb+fjHae3DjSKfvBpxDLeGGMWWpHwQNisdq1LfWriIOG6ZblYHlbMYTD
YIdj8mbgrgyACf5vNsmWABNEP8x/qqcGX9MedM/jLeInOMLGwGDB9xqYNyX53jfqvdo3JS8BjaTz
2sTo2+xGxSwfUSCWd2WoVDMxixAe6AaUbbcSG4fFEHrBAzCVEgpbnK3rNGqu6igj3YEn4PeuQAGl
1t2fplkgfxmVX7qqMxbydFHhS9Xc9PBlj72gSSewPkdD0bUwDdjdGok6PPQ+xprsuus8hDdEDruA
/WHoNlUoB2xxHcnrHOr9zJYmYja1nbSl4giYcViLwo+cpN0WAMyk7Ot9YROBV/noYKji2+MjKdyH
dEpdeG5qLKNa6hf6CAQf/TfrPNnKonmAS/w0KvLMOoueLaNKI2fmgx0HVCXsfhXJA4B28Z1rB0O7
qdXgTXzvGqBaf02IcTL2i3HI1f2n7+fA0K5d0xtgToOcZ1TiLn0nQzshC7OFV6q4mDkUeuso8d/0
zHy3UGP60WfDrrUT18O57SJhIzVv8M3k12jdB9HYhZkcQtdcyhb8z9uEJBku3EPlNUBTZ3ubkBpH
fchRl3VSRz64w0hjJ8pBDO06HhuwDYyRz6s2aIOdb+um0G1WjPl4yLdLxDreYmdxq76KAX3H2ULx
Qx3eldw+ikZhow/s62pmVKDcsIBGZ0blWsx5mZ8dcwXt6Gl546btY1GGCA778lzRSHrmtuGeROMU
IcabwFCW9xgerNKpc52Vh23b4R63Ims6tbawplmgIuWIcDZELvSIDWUlgmKxnLZw/sP0IbIw3AQI
Er8OmrOpjYTaF0nlc9OE30U4DHRsy5O6WYlhyxsdxpMfnPCDt5+cWoKcy9W1baEtEgfRQlXs+DXq
fWU+RAHesvikjWczU75mUo7EWc4XAZR0B+U+JJzJoJbf3IgyPPAd7wL2CdiC1sGK7ttuhSJDIPgs
OL9K9T5S0d6C1Un31khjOvc6JKLaKZaIaS/MJ0tetd4ruRVvm1hFVzREksNyJCy+Sil4r8e5hfDw
D2q8UKLdoDllYQX7EmGVlRbF1kufIAw5rQxU+SXsHPvZUIZhJeHVu3N8+dO9ELqPSKbnZwsp6n0X
K7CRRFfvI62AMUO0x0Qmz6FX47iEem37o8F+aVY5Zru1PLN4LhKlXpgx7kcth8Zn2Q0woeMJsmLb
Wj5ng80f0q/QDp9mnaTjue8a8kLMYk0YbSsTBRAxRIRD3ulKjwr/dK3fyukBSwCOHdMw5QWzYt28
emPhk5pr/Z+OAzrL7Spc6RArpBZifQ3d1JtjtZE+jlUlLQ1XcflstNlOQmxw0ylztUESJ7IeigES
dedk6pMOH2tWW/nwrarlfVNq0tdI1bfURLwns/Lt86gNS87b6IxlUvSGsWRyVCW0BFDaQbG90T10
zvR0Swl22GcGT5ghOYhGod5364nhjWk60U3vSyQXWzfFSEl+1d6wUtIQLfKeAtfUkPmu9wjeUurC
LYuCVmLjflnqzUYjYXASTeYkwbZN62/3kOiNUqms9CBTNlKCFkyga8PXRHVOAHFgtYGY3ou4N8VD
WTpJ0fDYA77fd0B2FqUXuXN/QG6ThHKGJTc9GUf0h7gdfs0O01DExKyDEtQBCuD4qldAx9VBNh40
s6+OuOQ6cymviu8toiVjbiZvg9eUq0pN2q2RFyr0K++bOrIDBi668Z26fMiGsHwQPZV8Hyqstjkn
V8brJNlMixnbxNi68oySr2Ni9wlx8VAZCK5bQ7oWEyJ2u4OhBo8WW7S1rlbIL+tzELrBCXwdNesC
UpgYDpWHs+U0hOOLkJWUH4D8IwczlsO+zruCjJAVnVFH6MhAy/zqHJdnZtM3Z+jcSFIpCJIKi8zU
hrrqIyc9KyfHzPtQKmEtuwNpveSba2e8iYtEe5LVLHhrtcnfFVvGi17jsd0Xtb7PYrna48CM5pMt
5xfgGnAMCpMEeOBnaz65uFs5+ksapPJWm0YiFKRefIqRwp+bTViuEBSVdf4sTCd+VCxtZfrDlsXR
zk3/qnTtuK5NC6GGFGyvn8TAyczmSQla65DDeoZXWrRvtYX2Xt8E/TFQzfGxVvWjk9jNm5pmCXJS
KuCR6XLwOzOpTcNLAb1RFO5JUCB7NtXtRWP5qXPriYlMVPjva/TYRdHCKJYKTp54UISrNm7rLzGf
T+TdE7jcul9/CbUOhpsv2bdZXkplVhWddRCz6ERD4U7sJ72Ge5cW4PrCYeKRQCKnkO6eKcuGx8yk
fj2NREg0afo29KZ20gEKnkfJyTH6dc6wYYNFoSbZFnGn6kVNEL2sk9JCkJMhumzf6qEzHsQoddWN
LBfhVYxsaelZffMoJ2YwD4tioeWmeaiGzjxMNToEEqauGIsm6Hp3VpQVQrq/F4qJT0OkrzWwYfmH
+91v8mnt3+5ZF9RA5a7BAQG03alRvQBxjqCeBSRWomXMvnke6GGylKMvAzbl73XLx0rXAhQCiupU
IMP4hoxTOR81Dc3r6d3advKwH+KczHuGs7wyyNHG7clz9yhE7hEeAMTDt8hXz4AH70n5k4gHaODc
4qkSnwz2SVe1/VYngX8uetJued6X35FAeECX3nsx3IrNesoZrBrsAb0gdy8WSPhn8u2v96dgCJWD
OTY5nw+v+p4ak4av0nyFhacvy9DOdoofd1ezD8Pbve0wfIe2nj/2XqVt9caKVxXv8bcxa+fi3tpk
GQg3K6cYqVsPOQbv83T6rboYs6Us6FCGoGaE23uyF4Bw0Qj8t4CKi9594tO6T0OxuAj8CDpe72GR
w03vN/h0v/vPUNnQg8wb80VgytHKyIZ+UxVD/WaXqwyC69fK1IDAxrxMoWJHX0nyzBGGH8iFaiMY
jqJYimXooR4ckihPrhkHO9QnZMxPBvTgO6uESR5V+/uwnWLQmxo2OFNXjG8Lf19yj+VZ3wnR08Xf
FvvIhW9KIwBUlmUId2q8CzDve2qq8IefG+kR1pjyVA62MY86Y9zUEk4/UsAjy8cJHSsWkVDiz2Ms
DBNK5j0NZfcoXWNSeUsy2Q6Zt7AKvtwySPcLbuNQ8vbVtFjGugQapOHvpFaeU+FrfM6O46/eFJP0
sPiPjtM9IAjnoOFgciAb4VA4Y3hvMg/ge638vEc+rRr13sCBCPnk6biYl1l1jSZs3ACWCDhf3ezE
UKnh/uoDusBo7qVPZmmn4K6kt7AjvV/gbjcPslg5SkokL6TMSd/iAh3CyDXfoXG+aBiFv6SeaSz1
slL3YWLJR0Tu5UUVD4Ai80TaqRYKfpar4ECBUMHJ1HGyFU2PyMus49SyNpXYO4tYLXX1ScYXe1o1
hDrCcKhtdSuSdrsK980UFwhUd2ScI/AT9534P23g/wxkm+qWFHEqwNHg6FOM25Vjl6xHu8uvQBOR
XOEB/T3uY1ZwEXukc5075qtc6eHCSY3h1JgAybVeXyrIaviuUy18aay/F+1KIJ6DAhWDPimCB3NC
9SnQcoZszC66hJqqqqfq93qUoJxF7jO+pvrakHX2r5FSwthzrxUcu69I5j2PaLtfrahNrzLM+jnH
23gthmJCKqsNSrjtgwhJVkL1nkJgrX3htAzuQcnflaj6UiIX+JxaVb3SHK/fyfi1nTga9vMw6NMf
OgpWY1S8J21BkdpRokvsSsWWX71aOxTMYaxjEC6WVIO51mqle4PKYS68wnIPIzT2Q8fjbtHgFv1m
tMlG/FwS4rxR2aNec6PECyp1u4feHH81GfCufYLx8T3u2JOtURuC8C84NiH5+9/F9zUDBMdZhrMf
vhTGJcCMfh32hf/CVk9e5L2fbG5Du7Lnsc8/QgxHBT2Y0I3HnRjiFYO+fCU7e5Jp/otRg28olKg8
itmgdl9JSFsPfJUGLxyDH/Leas63G1Fo91A0vIoLFc1EfqVOUBzDyEY8vBNKWB16rzPx0BYxbFWp
mpYm2kk8x++Pd0ByXUE2uTaRq+z9ECZD2fhr4Jrf0D4CPloMcbHN4vEHwOFxg2sGyhgFH5QC2/uX
ZlBCjLYq532gyKwOGaCVQqseGjLJX4PUSCFOFs3VdaeDoATU1kSkZ++QvFjnGC9eyKrLcxnA6SIe
bXeBKzhYngKsde4Y4VU0DiKZMkioh9sowDCjNKWtOWKVKkK2BHNUCyGlWvVksqLuJGMyVJwaV63x
xRHdwXltxxBGvOe+ZDiA7LsKUpkejc5LgJnQSk0t9CWmodO5KL/WirMVszDB3/NUtx/EpQbul41M
uozER35FY+u2yLRz9ZBr0TgT12Q4M27SJPWWcu0tXZ2tyYjw66HLBgcp3dwqMACLlZkWwkfnVBhU
BxnptWQhpjInU2ZivSZeggRLh4UXI8dSsRE6KY2NRKaWXMQIlZP69GdcVrsBsbBprRrHnVir+Wp1
WwZm9cM9RFyE+mDoDqSqnjM5QcaMwxBVLHXZNtTQLaFDOaJ3Kg5Pcq8iZpKVW2eK/7lexNsyy55K
jyPHRFFtJuN10VMT4OVqDFdHikiW97htb7Ji5Ivp96bT0ClujF2xFyEbC+izeMuWLkq2JGuLvJBK
yivdl/9zeycm1Nr4mVeI/N6Xid59K9hEnULuGcHdynwladK9kQFvN8ibOUtrGvoBgnOqy0YoDtUj
kjKQGKa4Fjm8scuRx5pspk8t+/yS84anas+SnwSQ3HTYJYksvUWq9LV0W+OiOVr0gA4CB4Epbtps
5Dia5yS0nHapZq2562TH3fHWI9H9m7dRKRZ8YkQoNwLoyn4DNR8VZ8gJ9iq4H3mIW9jYqf1CxBLL
QF8NvbalUrRLwCjq+eYsHFv5wnBKCPywSR9Jmsv7AhXRmZdL+qNY8vuCHjgnR+UQiKYjJ0+9Wi1H
1Qou6jSKSr4TsyR8Cietp6qydq05TvLDde8+JFbiPhhecu4NVGrBOezSOK73rWfO2D/UR3QYopNo
1OngFRnWq9u11VaEwumA5k+NSVJrDuIzokBDCU8acSMcJW/A0SRrlJ3m9sfbUOQP9Sg/Brmp7sSo
HFW+UG2ck6kTrtkEuY+iAdL5RevNAlqB4z7ClcbBQMfwuJyGjcsWRc+lr3pUo0+EyN2K3dVwFmuz
wEGQfWywJ5zupgVT3tkKDbikhfSoqa36OP7oO9lEw3HIUEfVg3bX152xQvbC3OrhCzr9KCm6cFUc
o37F18ZbWKn5jv+RvlDDhON1ENUUMXTzQVbC6lKmenlRfLxMp1CatpzHpxV1X1sIHzAplk0hZHd3
cDtyBLcmCB10YPtgmZlfTjLoj8ioZBs2NCNYkAnoIaZvKwtlHBe9plXzD1eKRYbnvUddI82Rfwiu
ZaVdULUbXkeZoz7po3YlhvAFvsZ8eZ2xAbutUmpyanYN7DzgoDg17Gl4M44twOHfsdRL/S0V0gIa
Y63jPhzjnIkif9iHbEu7Kti7venvxVA0yJqllJXwFCyynK2wCCqx5Psr0Y3A4Jhz0RVX1ivqm/mm
rsxiE/ttdfUKH/6tbrXvQKPoYB4oxzJggFKrTrXbdDtP4fHkdibQQiyYKE2072qoItSvXBLcpLDU
SxrcNVuDEnpAtd9OSx/mKuJyaMuMZ63D4VEtkTpsYTAksSGfhcBYzyiaRmKug3Ej5oQo4jSXl5Fy
m/vndWJO+f+cndeS47rSpZ+IEXSguZUreZXKV98w2tJ7z6f/P0K9W/v0nPljYi6KQWQCoKSSSCBz
5VozBvrPONOFA6MLoJ2t46JeGkNGRm2ESheUef/AY6B4zg0YnfMZzmQpqOMRE4ysZt2mofmtBxeF
mlWqPypTBYN2XOZrDTzMl5K1WTEZ31p//perxDK6LozPwEz1pXRoUE5ZGjumqudHU9UBBHgClQGt
tHkUznPDcXEZfCV8CzTCJjqEMFutiRVE4yB2gk9Q7KMyFfs66X6fDVa+9ZQe9ss8nYE/c5e7V57d
hwVmgfZR5kVnluuLAb75D9/Wx4cijmEfcxPvY0ATMMigMuIx1ax1LY33FrfnFz6mR4sb38IPIDIp
own2qyoAnIaGxgbG/u5FgWOUyHmdLaW3U2vqEQlHGJntNQS96mXfGvGToLz2hTp5AsGqiRbIn5lq
G7x6Pjfpv6A8DV43L26PKQy0Sx86q2Uhm7XNP38+dI6F7oo8vXWcjbESvWl8kx6k/X4oJ/8K2o5S
+6J647Zf/6rmmAOVDT9Y8naLLnSTl8KyfQC0LSpYQ6gezBCNzkIZznFlD1c4iMfrkFQsiQAKSJM8
iFmxL6jbi2wRwR6uN68cEMDMC+ClgRHinzkql9s3TBb7+xyh6YwHN6jepCnlVnLWih6Q0FwKDEDd
hriOcuFmPtybqeK/hyp87b6sKJYOcP1qszHn6mHZloc69mKKlcqlnODvWf/VjkL/qdRNh4J0kW41
QMQrzVbUN1MHhmE1Wvfg+Y321mllCfRmEHuY7pLdOAfXfR2kUpCF+SbJgvQ1gJUD7UJrFlrMktco
K/WdFVT1ckQo57UTcXCELQPCLdkMqFLSkbqUrVIBveuWFRKfblweqsgoD/LsflBChxSJbEO+4Tq3
nrXflocIRYNFWMBAZCktyrECyROoi19hpK731YAMsGxGM/tipqMuWqrp8JoHUDF4pkk96NzZHhTn
2A3wJSWW6F/70BEnKCW+Z3MrI9xxjqLxTfqaMjEublg8yoGx7xmPox8cpC8xQ3EtbWUjfXlR2E+e
D9PAPIub8cRrsp/SNZhB/KpxN/KjcFxG8TazU/NF9kPraxFVRETltW00gkizOyiuwMElOdK8ftzB
gmg/Ui2Qv05B864iNXSWPicCBqzDUnuUTn7m6TJ1q2gvvYodwvLNinormznk7etsGNSNGWnk/Qvn
kHlFeCr+8zCOEPj12lGap7YqiFBDyHTrFmnEYaFwgBw91FEBnIeqsK/2JCKmaZvoPG9vTTlQ+uXo
qI1UpL/MdEFExt0XVq/uWQ4Qc+KRDaRHJMbRaB1ED0imQ2ZjuPyrZmNfVt6suDt3ctAoMNWJ4GKv
T6f7YRp89aRHJmKvQt9pc0s6pT0eiX9TIe6itTFBESyNmUYV++Leifh5uK6rdl7QKL+6AnQbKV+Q
ur2GNMlgJUd5CHyA4d0N+yiPTtukN1daZk/haM98HH/6yFNFidKjzYed2+NwiW0IfHVIHvelGdVv
YcnTfXCFTzyGZqWXT1OsRo+yZbbJajK68ZnVC1uN/Bj7JVQNVZmvPJ0EeTgpxnzHMq9Q742bMUx9
dF2jIFqy1Mlg5s3zTWzynVumNpl2XyVvdmtrlXsJUmc6pqZuXuU8TsEDPDMep3k+lHybsxg9IOdc
QpoouJr2Y9z8kqabfUrgLAkgb5YvQto6B2kHp/NhzOm0fKO5vcmqiXtkPPn1xZ+oFjU94wRTW32p
5oO0K1BQBJpqnGRXs+x7gab2b9u9mxz1p6+0w8VUHjWd731bhOMXz4PQQMvVjwES9e3Qus0morZP
2n0Ykj6camq2QkVezDUhEWehEhzNMuqXTVmaD23adU/jTA0XaNvAacyrtECBqsO0D5ejPblesowy
VSWnJOqd4tvdkwmI71Fj/3/zAgii+Agh7aUcHKTxzw4o8cpCROmtHcrdkKX61WiTmMJCi8IVbhRa
GjqvwVdprEOnfa4QrZIDsoFwRW41B+mzWO9fXGV8lz6fcO1J1+sM5YpQf3I68eZPCIaiAvkSlb71
XFibWmlcyDI7+1VxPeVkzj4rqe2lg3LVVnaFt2t6gKyk5maBN508Fxa73/PoYy3niWLWq3CXU6Gu
6Rdj3hmVQyWeiwyR2Kg3TrLlqw2xoGbo0SNgs+SGXnWe+0snWtXiWa3F3/2J36L/Njs9Y6rO9mhe
7DQAtJR48MI7g7O3ID9fFH1hPvGQMp+gK0AwdnTzXVMF4gmyPf8yFuFWOmW3QBvMVe0Tjr+PEv1z
TrHaVY7RC6N9mGAiRiKDGWWvQaueHE+PTrLlKbmzd+YLm3OPvy4sm34UHeMqfLWsDp5LUdUrNQ48
CBazX25lTD8D4wXZCuSlCyqPIS6ePpvQb0GrGICPeMxsykpMhzj3CKwpbIJyEJIwfI3NEj178eYV
kNplHfQPQ/pcz4fK76k5UUDIZGhhPbsOCwk9FEfZkj3ssrZROUYOS45yuzQ6VqP7zTZtkTMtIsGg
kluQWna/oxoY5jg4k8+dM+i71O4uICIGdVHJY4hAwElTP2WPm4nSy/gs2yVZJpBx6kGbTdJuTWxO
sqgcVmredpfcqNmCJHH5OdVGtSpVbdzXteG999WLk+rF59QjIdLD5bgWYVwSg0woiomnmlso+rDI
uxRP+XwwPdQGgykodtJmaBoBX7ZBreM/Uc6XP3kEYUF35PDFzT7Zq4DogcKM8iT6zrgY80Fkolv2
ook20lZrsXGBTMK42IF9ZeOi7++m0mjNc6hd9Zp1wUIOL4CK84NPl/yiKan5MVmxOMqD4riEuuRp
3pWc5qY/rlJ2R8t7p3pof3cn3ytYgf7TDPwWyQu935le9J37xs8Bsh7intN0RIcU5Q/0hp8p+IXQ
EkGdr5kF7Z9uKL8EHL+Kr5bfZuGVRdqk4nkMYhd6ZhuyS6PW9iF8SjOs2r9CuYB0lA9OS6yMobY/
EW6CkTESw4M2NxWSd7AkiXfH8Oxd1Gk+gowk2XOYwRfJ5BlbkSjGu+tnr5QYikd9yKKXieyqNMOi
Gh2UIBuWsunDy7pKuxQWw/9lkFHE2VJMFegtgtOzTIUVCH1VNI3Br2GEUDaDHrgxig/2lZ+mCqqm
M4V4KkvvKM2VRl3CCCX7ukUB5SOLrWFRDL1FgnkI38jE3EYPuk4Y0U7bR4jZ9gPJmE9CMTB4gBPa
JMXofxpj8Oj1YPIUbqMXwvhwjs922G6grR70ObjpB5+IffQRbI5BplksNKZoFeSDx9bF1NbgLY+q
R8gDAab81GnIrCtzdrvqCQGNnRGdQM7GLzxeDjLNjThOt5mcBnbnOTlOfduyJ8vzBpdveRiLCoLU
ORtuUP1D3VuVXUyYPK7jKD7ktGUODysUSECZ5qu0a6f1yk+Y5/qdbTXRWmbWu8n7JLPdE/usa+6o
Exx386RToYQrATpgV4/fRKei/aIZ43MUB4jckJuEX1B3gm1GzdNxEuQR4rZxH5Cvgd07bbrm3HSU
MAxRfyC4Cp/5b1senhq0//K5hzC7bsN6ON5Bh6wcqgKpjLpP3ZewHJWLcJOjbMVoL7zMnCezy+n6
9pCjPj+HLagmokTvmFfk6WFF9p88zVT5duXBR+q434tOKD88r16SrIA7sGGh4/TV+B0FjwQ6il68
wR0TzgCjEmju0K37cKieJyTOodIqoZyYmx2VyY8uAhijpqE7YRqgNTMKFtaB4XkQeTvdsw+0ihv5
Uzj0NGY2wtiA5ED6lKAYToFZUqSJM6hjesTaj9gd42NMSQFqUIRKyEY2y6JjfzGVqXkpWlW7gcD0
ofyVqWMKfwBJNZsF7kqCw7RuQMLEyt+1qi4gvBRg3gbD+qxyQq51/ZVf8YAyFeXk3Fp/6V4wUhdT
IizWwXe0qpESyxAeZxE02Ht5oHwDQKY8pSOnSHPZ+3I+/O3/V9f7eKNpu9/jpVEOv7mrhnhBmelX
pyVuNBRx99VWgYXYKhTnMK6XcEsA1A4uoasEX3U/0xdlZ7ovVUnFN0gYFbZysvEuFbMwsFX1QYmQ
ijdUK9lXqfCuUE5BT+kGrJiHxrtKW081xJLvsrHpMpXAcNLxPUzg38mKqXxogTx/jJX11cnL+LGi
hOE5g7cz4AbBbhVR+XiyQCJz37PW7UCQCBRDe/T0undOYwGMwQ36lRhJQGZgP54aQBJbNdDzLbgb
5Sno+Q0VrJtejViDQ9yoU3JrXvU+FcOw0C0Rn8TcVFxlUTp5+ArlDxDTzn6S5gYK9l1cpMHKY63w
zjPeA5RvdFvpdVzxi7Jc9yyd0iSbTd4fTCr+X4ehn7ZuHztrs2+1TyJip7bzxLOeaf7JDuqXeHBs
hNy6aAY5cHGI4zdtPrhrfW6Csau2FToKFKPSpDBB2SsemXAIrsJXIyz8sxYQ11fEZ5YH76oYxUtd
Z/oGrFi+rvkAXgzIuffCRhWtm2WbHJITZ7OIXpO+Rsi66YeNUhnHVtjtczcjPDMIagD4RvFhnFGf
sEn5O1SuY9ADeGU/ZJOXFQvAq2z1ow4fRArk0oFOE5BwsQdnZz0GQAH43tbDd62FH7fL0i+eGQVr
1vYsb3RHPbeF0JeyRwGrnJJH3xuiVsvaIR/vTaA67MrWV5MLbVPd2otemc5WGR69qs4+7EhKlcft
Xhhe+tGbzrLnMfTa2lZ37ouAHAIfxEeXCG/NSlR/MKqxWgQ+8RFIv/zFpAFxybtgnZR8zUOdMjfb
NJRzBLJzPxQ8Zvj9ixd9Js83yqK4ovEdbVPYSE9ur/0+qEn5JODk2N3tUDw/JubQ7Mash9uf79in
MuWXFozzLy+NUbtVk+9ZSETPqgA7UXWJln3LPlEd1P5goVK0UfXUguYacRp0xv1vNjqBkS7GX4bv
7UeiMV9qPUfkcvTdoxCRv1Diql2olFe/hUYW7aHmGeH1p1kFlvUAZoUs3dzUYxg5UHQVG/Bp1RuJ
23xla7azHWevpRMwssyS4M7sZTFE3TKa7WeF4MTbpGvwnxXxVc5UtLOyZ92/ANMZX1CEmxFvXMDQ
sy30/9alHYavALraX56zM9Wm/kkyOF0MsVa8WpTTrOvRzOBVJ7gvgjR7GInzEvOnin4MRP41dqot
NXrNr7QUu55AyxcEGeHpDavpGsOq/BAqabPPimA8mQgYQPDR6q/GnKp1KFb9abVL1n/NL24BEE/H
6luTJDZgAjfnG0dNfELx7cMAc8Mjsr7ARCN7I2o+R2D83V7JXgCNauGutJG5gK2mJqY12hEpEjOu
DvIgXfempYeAqhx4y/41JkuoqtBKV9ny+MjPSLHlyL8EyUqreujACU+fiS8BYZNurXbif3lC9nSs
2OkjvVS1vLrsJJphlzs8i28HkfusjvpmU/YJeNXZ0ZcewIys1j8hzPJ2rWxWUeTAQghgde6iismE
HtPrSL5o4YGMOOqd8nT0tfl0ymqEerrzzVN2XnjoOq8MNvL0X/0D5zISYLki/7YJiY68IzaUncgp
Aimbm2Hj11vD4OageZ3/rqLzuCJoMm2llyc1usp525+kl6Q6zF2K+izGskSlDrqVRlPe5JRhi5CJ
bMope7JfK9n0Wd7cppRN2CEehFnaW36D6r5uiFb5lGNBUqaGi7tNnvW2N+1FXw3pzSONf/X5bzYW
LFuUWU5keEzIBF6bIqUg3Oicx9a3nUeHWq4EbvHj3W4Og75I0V5D544e7G+dx2RGJTZEYslQ/TNU
R1dyq1tdv5D9hr1pkJTl/hw/9EHrnKr5THOi32fSxlbpt/evfv/NCyjBuc2XJ/7Jg801jnV73wzU
E8JERIWs45qmuZSnpjmx6pCntw6yL8k8fRE4XX0bKm2VHC9P/zWIdIm9LzTRrMbATikUUKpt2AHU
TZMKDvDU96nZ0FhWVsB0yswl+fjHMca2f6Z8fim73e1uDMcs9wvg9oSqnYV0N6Z+AlXcH+79lEgP
93U4fgxC2LvGc9WNXavDXo+RP+mEmUGVNrcnJ0G+Q809c333m0WGX3aVxlv/W1s3fR1cICBQWJ8W
kXrJnGz66udWtVaTrEEvPOyfda35kHavKhZiHIdapzSfZV6iQwWOUIXymDkwqPFlh8e9thSWHYFR
b0k9qrDVDZDOTihcHkBZ3nrLISwu3UtcvMgGuT9G9ULZuKS4TtImD0YCthgIL3cVNfAWnVPPwdO5
SnbR1xl83zCi8MvKlH3Xx5Sm+uOrZ6TNtVD18poU8ZtZFOMHnAmwE25KdH9em1cY67vX2usMzvW4
614l1vn3uWVAPJn6CDA5MB5FVq5v4MbX2V9BFAVk6WdltPZRD5PhJaxAaAYqu6cw8oYXlrr+tmUF
vpJepc5Repncb9KZlIbGEukALgE593CqNprhX4yxA9Folu5JHtKWJPdCeGhcdQoiLrf23S/P7LLd
qiYq020bq+1Do4TeqsiIrrpR0SGES6xi4XlKe5BtezbKs79sTqJTSk9kkoWYAYWIboL3cYzw2HS2
f2md/vdB2NAFDwgkbP5yUDAAz1XpqAhc/DOC+J5/SZH7PPF9Wf5ll3N6Qf6M9B538vkKiNT2x8oj
kDzXBslqn0lDdhmVdGq1/in7kXbBJo1StHshEX12SCfu76bbmUP10H06aZNz/ukrTX/Nrgf+QbPK
emsOU6xQzQxZh/DarRunUUElQjuSpuvRIehmLWnZlmcZTKkLIwmPelBw97E9A47pwjyb+oS8GaQC
WqcUZ2v0ICLWwkxbIWGBxpn0mqwf+g45wIkvCljlWYljDN9Hna9RZnbpWjYzT+SoP4NIAzccvRta
9FOfoU3SGYsnfiX2K32QOLb505TwHSyju7c66AxlJ38oK25XpQ66gfn5WSdL8JD1QXYeAu9UkY6+
OpZFPo3vhDTX6P1CS4tYqRyko5OrKF9u0Ici+yxjK36UkAbWKPUVCxU8yeMd6QAG/S9Lrn1GaO4+
Ahaub3iJ//s8t+vU4uM+R494u0e58r7NRjAFBJqDA+K8o7UEQA80bD5Q2dissgmxVpTsW8oVlTZC
1dyMjvKskcZpstic68ji3TpJf1jrze/+t15yQJySUYfqDGjuX5NI921QZAfxsd3n7IgOsdvWD13r
vhDgVQ6BOYjqJE/DPvOpsMI48oPkpkFRA2g/uwNjR6Ej3wMENlci8pRDSHRkkWfnwf3ROF60msOI
xUImHWUm8r8nJaULQEBJ3Q0HxQg2TV9le9MdIEihQLXUZzRpxf78RsN2a/9x1yp6Kec/zSGEpxot
XEjbNPiP6lUSD8u+FDG6t1HjP9yZ3BpjvF0gEmRZzn+atxlgMBqgy0l7ijqn/qp9WkIYV3moLL09
RWYA3B65y2UX1MoutKuU/11rXLM6Ma9x6VMxonjq8m5zuQev6tgm8TpPJR25XXmLUSfDeLepqvXh
xhMyT/NM0s59dVWDH6eMiJGGlkePil3dridNlWNmpGfbJzkmsim47Rp9F7LHoni/GI5Gw/2q89yO
FWoZLTIIO1ou3Ecc1UqQ7Jo7jJ6/UpCu3vvzwEJ2kqeeT+JRi5x6fV+IVfPK7t78f1iw/e9d6rhu
FgC6EEfv2PhM4Bv81q8uHnBm2Ibng9U/+qMY9i2PeQEwDVuZ229EYM2dbNlxVV0yQ0OoyC1/DKIE
Vf3HJHuMOgrnLYy+21FARRx3hXKCZTVceEE3vicT5ZRD6zVPQ59a66RQvJPbdNrW1JAY1SFwPtbO
5D8YeVM9ImfUr6I0TJEdRaHS7ITzlrRDd1BaFXwUCRIHmCYHPx3SY1EetCx0j7rn42w787dT9tD1
MTqaerBQ2RiriYge8zmxGIWRfXasbi1b8qBwF9gnRvOjG/04AoYa9g+FW9ZULHjWqrYSc1/7FJv7
YaA8mOPkvHRKxaY10w+NAFNISvvRDc9IkMfQP3JASCm+NlD3po7dXGTrZvfdPXtB5UgCYppr7eov
nhWKveyhJklydSBfXpC6FlvT9lUf0RcTSEJdBQ/32dUUItA+I3F+t+U1+kGTkaQrOY2csC3b8YG0
Ou9oflFiPgxZ3OyKANWd20twVYO1gaW9oHE9+ksLZopT0HQP99fcWkb2mBM+/c931w8jBDIpoPn5
Zcvu8LDf3t3d9Ocd3l9BZDqkRCLf2t4umbHdAKjC8uF+zci2YeDJyMDdr9qFiremFO73O5QTVmH2
+x3ePq0wcKD6nd/dbW5d+Kx3eHeyt5xfvkOUrh7uL7Kf32Ha3P5/t4+lLygCj4ff706OVm2xV3wH
VNT8QcjReZp9ifRK7O/T26QdF0OlRCtgeOUzuKO53lUtToXVOk+kyp5r3XY/Kb6BYy9DBTbTvPI9
17JlYSnpOdddc+3OcueNnV+4MYnnTCciF0wed5kwJuuZmPpR0Yyv0ikPJWAMQ7jjrT+ypmLVEADd
yHxoHwXt0SniH/f+rkb8kGc+C05HXbWGwlqvnGna02FA/crRngI/15/g0Do6QzOL9NIaS1Q6g2iW
a5qbspvlQVnPajuABxMb4rLQUThQHs9zyIPeFMM67eziXzYvrjeuZdeX21XGqCbm7+kLeRk5qjFD
VEGsIt3L5qCN9Rlw860lRw0NdEalVUJH+uf1BnoP+kBjCzqbIggfUHuP8uX99cIZ/itXE6pR5x5J
EwUnW69vr1Sa4HYnDooyPNm+f96k8Rn7XXv7SAD7F0jvpMD40Z10T4aXZeda0ShgHf3wIs9EgqwU
aCL01GaHLRKY3EsdBEJoNqiL/WdvN1aHXUW1430C2UMeuIKXjb+vcDdbcRFRjP/PFe6OpGx/XyWn
CAX+eNZDagdHshqka6DMhLZZdGx0oRiU1PvxjuU8ZNaoZiI+NDqk26vy7LpIJQxq0FwN0AUr8jnW
ixI4/rIzsuFD1H2ATqUxfovy5lQ5nffLncjVZMHAmhBhMqjSYSVPHB34lBp8t03tZ2P7ykeQug58
ZG32itQ5LNzwq14pXWJrahjqmZerPVhBZx9sdK12yLNVu0Hhm2vktpRhYeWled/5cY1HoFpFu6jl
UWPJ3xhdupOewXDniqOMXPJC79LxeLPahrsYeBCgVUwdT7Rq+C9nS0QfifcrWrJpNZYnyzKb09na
NYtrE+1ckyhcXezCSguJmbr+RXXBg4AvViCg7JJlrKfNaaot9SlS61dpd/zYWEVT1SBQN2nUVBqr
rLCVT/Cs2sbVPYtEMsOHHnGqFtLd3gx2/DS0tTSzQzz05aC+RFcxBQ5lYFbSQP7qUme5YZlIEJKM
b3LoBzM51HXRUKM8n046rBWO0Pa95ufEF4NV6HTFehqz9NW1SJ+hJeguHdtKXgvkpfcW2mkL2exa
Sq6iXP0lW5PSODCkuyc5Es4X8QRL+hJuZJ7F88HJtiBLmhfZ6OPiAeb25irHptH0avqhepYt3glM
xF4QHWXXpAcE2BKq3xE+UF5S9p87fgqFujCLOiRWz8EYtBBNssxYT2H42zal1HPBcF0DFBaE/WTH
aND/cc8drXZCz3zMwRv/sRdiDjR0asyNdHqLUVsBVl0m750y6tD/8+SXTaMg5mlEpr/3AWm9swZ4
UwUCvZSrT2+tWMlOWuYmF6Po+B4zg6NH1DNZGiuBeUjiCNL5igdKYPaOGjfH3p6ck/RO5L/BIfmv
I+iqqzCac9Uk6buJbPhhasKKcDyD8m7KNxYYi40cJApVAeUbsnlAYeUAe7+38eeKSXmIpC6PG6LD
k8ySPdJogCUkOgoVzORX1XNEWAvdcP3axkYF23IYr3M+4Y109qPjoTs43FrSVLW9v8ySkZ/QPNwl
pX3Q0BFeGENBAhIi1Fel9SO2CcxEINjdRRQXgGD+pYn6G8wOwH7CuUzctIvH2CwRJPOmuWZugJdQ
4ZHttlb93Ogo3UPtXXytbcqntDmNrrWIRQFd+m6h+b2I01x9LQKLVIup6wSyTeT8YIjauco040mK
cA2XbP5aJ2zN+FL234mvrW4zlVmMxHhnfo1NKhUsCsOf24aoF5Lg6clQczJ3yPpuQ9X2LoFt5CtH
i9P30FJ+pDYCqclwvc2D6NUVNUf1sxV9A/iqU64urA8rb5pQaRqS1wlZqxd0SYuXrkYJKrazJ2mK
ZgE7qjZAVs/Osk3LTU44fS293BvjY4eaOI8nvAV8yi/N4T4X+bg5qhU3R+m3XXQ2W5svmfKZuW33
MnbpqoTA+b0VaAtqXmgsZNMoUL2zgraEurup39mJIeUUD5RPzJ2N1NuQ+OieNS+tniitupkHKw0O
WT6jo+deSc5vjvKR4WFUW3HolSZZmELpTzM/xUqtEcs0rWk4SZs8AEUYTsl8mKLGWiHpRJd5RA91
7wh2FY9s6yoUrXe3tEkvdHCgpzLroNZJtGz7yTvXlm+fmtwelqMxOV8Jwe39wZveigkBh9yrywdq
MsMPH03gIkycrwoFzatMn8xj2GnRY0b6hrJe3f6aReO7hviET2ZjEXhZD66xDx/vB7vxTjULnQPF
jKWziB033k2KFaACT78ktH939kNYl001O8UWpU0Li1DdohRNze9fttldbMqUjycU2fhYQ2i2n3qg
PLI6AInH79UEs5KsHGhoAekJYHNCtnx0w+8qQq5nWR0w+5q55//HODmLKYado1XhRZ0oFVBqEvGe
iN2nQPTuk1MDH3Gsq7SMKkEfaHKalfRJm+U0m8FtpotsJSKOt3UPc1mACFy2tLz6EZre4RTNk+We
7mwmVKRCXVhPARorUGimbEyMxnrS88m5JjYwF3zSUltCWXvUsyPpXcPaGMXR2qAA5KSBynaqKlpG
UVy9oRD/+0zaKLNqn8ehWIKhCL+4/S/DyqsPu7CynU2B21qaPT88uHZrkuzlboV0DFQGyIZ+iSb1
OyX73TWI2/w8GqO9kP3rzIAqIrf7s2uo6dXTzZ/SLtzCYx1QWtDW8DtznfIo7dxbG7gz03YXidT/
iNDalnalV5KHBAq2B9nk1Yk/r67vnWGdz68ChplD2dq/X13HUmrZ696mhkolKvv8Z2lrFyKy+ceE
dPrKigf15DVueShzyB77Poxfpw6IAnGa/CfV4Mu4GcxLa+jpqjUND6pLHxGQ+ex+SFtlfLC6+Oha
7b/tsq+pmm++6QSvXWcetMTSP7yhhIcsi4NTqbWUx6tevtZTz34f9OTihY72IzLyJ1Bx6bvh87b6
KlcOkTH1J9gpqBw1g/oTrPzOZxn9Q/OKL0hzma9qpWQbpyD4biC0ee79KZxJM70vseKvZVfokFB0
cov6Jaf6e9OZrb9XKWW/wB41LHVt5Ec8mh3k46MHqm1Co9uI3C0bjFiSBb1PWdUs+mlMvogi/Fak
tfeNSMI5h6DjZ6mjF85tP1i4HZLkfh4tWgv6GypGFpR+bMw8rX66gfqImFr7zejCn1MXiK1iuf1G
RXnk2QO8lxfP0EXkz11VsgEdPTTiZ1s3mdWFwrFtlvf5rQd0hT6y5CZhDBTmxjx8CrLIvUBpD4p5
PqMSv161SR6uGwc6kXUAwxj/AfdQ6SSlebyybxRl/HTzNh51SZHThOvYhryIdHfLPP8Mudn4VG9D
5PyBlmvraAibTeJ0yiJSEuXiOb1+SEaAcrGP7n0XvYE/tr8lVestIRvXTvzDrJMJ0fKymh3t+D2l
DvlrZPXR2q/YB1gjEJVC7aFXiyP722SiTZu3wUfRx90mdCJ1pxQCxY4oQDJq7jF01otBDeZrmJn+
Fn5QB/CeVb22qfYsO0BJlC4g9QNyVtfVg66EOh8B+SKgmMDr6g8bTPZWSdJiUyEEY7dx8Abjv75D
f7pfO4MqvlhjuwrtbHz3qsHcOjq6IdJeqd+aIUw+W+TcHlrgRw+aG1pfkjQVXwyHiMKQqPZD2fbJ
55h8k76YGucN22pji2TL9D4a9UraNcFGNapTnZjXELwRUN7KSxDfsVehEj4YVqIsEY9G6oy9xEGe
FXPzbpMOM6j+jy49ysPUU7Tm6q+xA0j7PTz2KFpC8ScPVQROuQwL41+2LO3zCy8ieiCPgBbRn87J
7ECfwIFnW/z4y643lNwGfnP6y+75eXZqQfx3sTUua6qWl33fv2eirq7lXJzowOFz+GOi6r2+Ik5z
M5FlqwgiURWrsK0NzFFbFSjqXf1cGOvGHCA86Vx3UxhmcXLZ6W2pih0OasP/k7S4t/MttzikedBt
a1g+T8KDUaeJCzIYCip+KME7j0FUwwngIWafasg9o+0bQASinoEB5JfKMtSNpXXeIssE2vDSWHPT
38KRwM7UsrKLtMkzL3HFnsqgs2wZbuRDZZQG5akmIRUmfXa52aIqRUIwVZNVMI7qM8Xg/r6ZKgCs
njkirKsHSwDQ/VV6RdKUKztEHlQ2jdjpj8WYf8urVH2uzao9Q7Z4THwP1l49Csnoingrm6ap9Yus
iLybN+ynB9ONvSeyp/5Lo7cr2cuZWL9UJut4lWpFgF9wzYxiIk/Ye9ExqMzmLTSrZTwa0DHbRAon
s2vXstk28Q9q48dHJ+3ia8beUzQJIFH3f1g7ryW5caVbPxEj6M1teV/VXj03DGlGoveeT/9/REli
746ZbeKcGwSRSIClVhUJZK5cS9fWuVnU8F4yKUGtKiNjspMz9F0t06geS5sosB4H50ZGCzGqjeDc
8vIXY6LxurpcN6pfrk1TGWOA0M1NN0x564Eg2aeBm1xFo+hFtJILE0E7LUvvtqAeE6qVPB8VUBM4
4+QsbOKKCs5yJzckOGebK/nuCrYXZQHyMB/XbYzmuD5x8CROkxxCipq2Mf0b86Cza5uGB5Tz4qia
+yOID7ww7O8IS/9Qm15+TUppBJZU+dc6q+wdjPABXIumfukU6ndzLS9elTBH65oC6u9geQ1Nc35o
ZfgcPqelrPOGGsx7UycWDHVt8lBEGZKm/2pvp8FPNmIbKK40i9jwfxSGV6kXBzwzJRnyuNYBFpyz
UVPARobfITgfYHUZhqO4mhvLQAtaiRqqqHUX5gUan30IVY/TZaiVz61KhngWehN2VaJOX9juzr/9
xOjs3JdKsY5l3d1JVKNtEVsdQBuZwZuqSBLcgbKxDysvePOj5GtgOtWVF3fwpk9Z8Lh69VyrJzSc
PIkpY1GpB1KG3VI4xZxgQX5R7UEUlnfKwGtjRKl9YfSW9mKGurJKoqG6xooa7xS5SMAvaOapCON4
45e98mhRJLbsKCd570brkSD7BORn+0XSauFSyR64bEN8XSuXlDvWj3rFGyQpFPmkwFV7SG3J242F
PF5zPx1WA0Kmr13HKTn/wjMnOelGTgogrLoFAS45WgFvjU/eVCblNJRCLkRfNEDyQhAOzYhGY/Rr
RKwh3IXPfY7oqxKMrV37PlR68uBP1NdK32WnPi2uwhROJhAIxjns6q0wiabT1eZKrGAh5sx2caVO
nNh3Gx5319/rQw22vS8oJ8Tpkqi62n6anYS/PAbSxjXGCiCW5mwNAlvHsQiLQ511DiH4xj/blaZt
wLdFN3jx7RUHl+EpG4yahLFWTO/cHHEmzVvZDXVneqQrRxhbIDFIJrYQpayjjTCGSmoX90vbg6HZ
JZo2HOVBBYKmcJ7OvKZ6arsYJLjuEqxOZCTJmw5ixD7X90NSFvt0ikyGMDJuRqeMb7kkQtmq96zL
WbI05ar4go6wD08oocUWYlKqOVO2ysPWnQ5RC4CF67YroBpzM2tr2cPCmAAfbSEFBw7g6L1NXctv
3AX1EhJS8kn7+tutsUAX2j0VM5mv/XRzK9NFtAw3h9WEXaxmTm7gWj66sQsxwQmM8Smq63IrxTbJ
/WhQnwLTLB98nuBm7RvF0lUpCmhhJDiUTqw+WWaq7jLPoJJ/crYRt3lKKe2ZXPU8yZYKWLedcFXk
Oj40EnBt0dWtGsFLp1B3nUVKCNog+SnxYdY0HCN6zT1OPc2oml/qkM0w//3K12g0nkK/Vv6S0pY9
VwzRNrGKhU2YK1x45ZZjBqKr4GnWVZQUD5JU6cuqodS8DFs4mpqE0CFJgK8UkZ8zvyFuEdo7r8zs
H+TnXtw+LN7zxMiXllTojxoouU0Nj+rZDCNt3wyJtkOCob2IFaH6SSHlcmHNbnv/a5mxO+XdNcWO
7ysWCeidaUW9dfLlMJEU6sCi9uKM83enoE82MmLFwU8IbY/GzqdIMcz0PkVhZ0jWCfxDsHRLWp48
BHWevRRN8ZJ1mnoZ3DZ94VNmgBsNIjLT4ChlUN3ZWnkQo1ZThfB3Gu1OjJL1KGB3ck30OZlLGNbY
VMS6+6q5gKEpwL9r8bsdyCdjUl0xLY4nnut8SXVzohsNmosTVgAzW8XleF5TEBYV7aLSrPr7uHE9
Kf9exnG/0DUoseS8e6e0wzm5UvmzqZtqWMdZrC0+DXzqmmXFaYviSGEfgwzuEAcJwWTUnZNfE4aG
fJ1Da2hwwi+C/i92ZBAy990PmA9fERT3vzgJPMHUFXXXMO6NXUVdDrUudn5NSAivoNk2t6Y+OEte
b/zZp6ahwOBoKjY8cr2GvLgwZqiiIiw9RGSmDZf31xgsAt3TT11Vuc+u100/FLVGmJFu0jrlumwM
JC8mZ1QCzO2o6dBtTF2/ceBxRgz5vpSVO83Fl5oXMXXkVPwI4dHSmlzNuumWbH2CTcx5grpIb4xW
eczBM9OkXntrEh4/1YpzQ+8vgCT3KD8EkA4Yqzwauu9yrjylZBm/uq1ZLVTLdF5RMBuWaO4mT3Ij
B2uIp49OYsET6A9wtoZjtu9B4sB8okjZsi7bA1sNGzw7o4qlx1vJsONVFrnpUzI1A5kFMg0PwiK7
3smxxr3M0Nn3TeesKpkxottN+bRsuskKiFAnr8R4ORARzlr4iqvGPYfE5ZeF3tuL1JefI4vqKxNK
hu1A+mljumm5FMxCgjgonApg6yyfpOOBtcpjhb5KrL5aOv88O1KvoicTQgd5/YymanVT4Bw+lFla
rrzUMt6HNvvLSozkIXcq6QI9NElvo+N3hM7DFI18IJtcfUv85i+Dv9k7L5cG7UtgAaHWBEsYm2+o
zXeXjCKmdWDbIIkdC8lMpav2pUe5tQvf5IBaEAJD8nji1/KHMvKARAcExbu69TamA8ISvrfgL4f/
GK2UlF2khNKOAOC3oYTYPNEhIC/gQ/9ZywJDZKrm1ps+6O4WqZN0axZ58+Cb+Tl2BxUZMo2jf5n8
KdcwuxB09m9WWDx0kh/u+z4wj5B4wwg5NUZ89fKvWeHX3sLrqBfNgvZHp25kTd72QeF88TO3W9ea
XB5tDhBXj4+4DBs2WRoMDhtUt/VrOTbesiMWSbVQEcIU7fjRom4ii7JP+aopzfhVmSRWIU9JF66V
53yjhk0m228+XLvfbDuAWaWj4IwXSrg1S5hRXNno3hwTuFap++2fnjFsS68gcddoz22qO1TpSQ+e
me5qHbKFwYJ0ZIjUZV0jMt0lvr2N4CQ/Zn3V70xbOrhjlq6VwTmOcdUuZIIeBGKaftMGmrnJ3OaL
b6U1Cu92sKjSIfgGL9PNNgrre86PBypnNGChQd84Ul0foH49ONQ3X3CYxMypULikA7j0CBhI7/nh
g2ggKFOOUgQr/WSKJAlascQ21uR2lHNnDcpZ7vIvvZ3fCjMlGp+Vz5SPx1eIneWXTFJeYSm0LmqY
V+fBKG9dCJQnT8LwGDjfQ7lJTzKkE07YD3vPggEFeH+mn6SL21Cp6JvJewcqYws2HWqmqSsN5nWK
bD2aattdGrOmcF0C1KZLYbAq5cY/qk5zVurGhrN+QhxOwETf4Yotwl9R7oORGqAvEHbRUIwFnl64
iL7jV3+w6U9h0R5eetSUrkUcvtRKVl0ItPJLGjsyfF3Vvsp2Gi4oski2ZdD+ZZMJeUAmWDv3vUVp
o+4HS3Yb2YmrBzEIaXz30PYWcOUx+kZYH49OMYa9E0T54t4PVKtfDJUaA6pL23Xe28VroYXNGhnM
fCu6pmby+nEU+GW9kfo3Jx+WXU0ZKFE2LT3eLy1OrUdXp9JvOYEqjpGnP5IKlpZ+h+yi7xzSargV
Q2hc7QRUa1evdUf7i3NdsZDD+lunG+1trBPSThk0n2XwPpb8DkNJXQ5NWP3o9KfOtmD5iXznVJBm
WsBC1a76iOKZJkSKPJAad4c0HgEnfs63BCbPWzpdkYa+JWpcUMSJSQy2GYVSXcezUnRlVU8uklJ+
i0D1ZCidPZeR3PIOghZKdK3AG8+DTbCM99wzGNDuMWmyJWUQ5nOeyckiACZA4rz/qCY3Tt040njr
+ubXvxOTEx5iwOH1sNcG7v5bs86CKXsI4h+Fm9uHvoD70W7Qt6HqJtkFOhVW1GdSmVzCTcaRe9ho
uVZcR7u0KLaUG2I43s2pi2yXsVU/pjZ5OZ+f/453CMm5DCoFCA/HK6TM2doNAvmxGSNrGeud/JzH
D2XJBnSS631o2zDctTqK8KHn1NchmJIvTly+q256lgt+6VHco7YOnIkol7Y0LSTXtcbQd407yjuw
0iiZZ2q8Vgyr2CsmqwHunl4ZXUFmmn0pVctrVS7N73aePCkDMkFVJsvI1kjrzgjzH5zyLj7Pwnev
5RN2fpRB0RQ0u3KoLzY/pW2k2t22N+zhBr+lt4IDWn2TSVCqZhL+SM0zmSyg4/yYb2ZfW++WD89p
0SrVIwmmZlPEdQbWpQQbTRiLPVd1yyq9WaaVFX0rsn7pZ2X8XfZLRBDSIH4xgQZuWqhPjuOowdJi
gOX1nU4hpz+c1Vq3n23HUXhkb4hyFV8D36C805aLg6t3FnjC7rviRTwobQsovlGZAOGb8AgVcbgm
cjNcEsfMF61hfAuV3HumFHHYKRCnbiE9dV44o0MVmXp/QmMBgDBNhsch0TvKfkp5U6Zt8wYv6kF4
BGY9UrVGfE7tqmzb9NVOtrx4DyeEuVfIP5z4v4xI/dXmFeoJZxVA5L9ueoLugxoMp5Sw76IPHPfZ
0HXCQWV/mLAnnQZDcNGDFuzr+BwA1KOipqzXpYFMtcffcmWi+Lnn5SK9NuHoL+zWJv09jVaNjeKM
oT/L8sRF6mZsimpepCWQCk1vu33TEL0ebSV9d2LrewfS9FY4oX7LNP8vxNpTCqCdRQ6OekkdHwwL
jmzuEZEatn0bpY+eOkWus6b604Q8Kwka5TunnO+FHFgvBdRPa0WJ3u2hzFfkPZ1bMjVglmFSJXe0
c01JleD8qJTVWIJZ8t3SuQlHxzGB5ocksWdbLvUm0V8eLNMqwi0mrnSz72vfF4tNxHWaa992BJsl
z1/bWZ6eJa9CgGCMIX5qtfgE6uIPC8DkOdCMdeZXT1BQB0t1VE9j5Rz1hDiu5djKOUfUfTkOvrIy
6rrfOXGl7tEhGa751AS7dCDkAsog2OWeE6x0s1HfzAE+/bLvf1AMN/odJ3ZorV5K4u2LqnaydQdB
Eo/L2BsPZBCWvi4ZCEXl2k4eALHFhakQq/GsnRtJ6ZKvPL9XJf7iOyo0MDYiMJqcD6eRYtVlopGO
Dk2tX3VGRIReHixK6pqmXUR18wRZULITtrmhKuyXS2Wr3bqzOm3BbuSskyp4s6uOMIylB68TG+Wq
TQztFjm+s/EpznYTY0tGajxRYJTuPAPFm04tYPwJ6nNXaskTjArsq1HZA3ul93thUxKgL7DLAgeV
7BtHAeu7ohKGGic5MvvR09glozbxVZak4eDr2XgAj81fxyWDEVDUj2ql1LERjL5IFWmHjiLcdQsB
8y4pevtBRtBUttSWQw9K89S9EisNOOP4QbOMvSQ4gRlO98FIwMIG5rEqrFFdab7jQu7SPXpEwx3D
JIU/hpJ5rkEoutSrPUiZlz2wl56qnZGNGE12TR7o3RcTIQDEDX02eXFdvqDyRRA90p/5/phgdJYw
vKc3u5mUlJsXi2LkG5HP5N4U5KVXBQxh62HyEgNhUbmXOv9TdJB2ldckTKOVZZXjDYYpZ6EpdU+W
RRtvd5tsmFs1tnXwr7iIAU4L+tUAIjlZ8i6MlrKBgHstNeWpd6zi1DTxz6sYqgUYuqFhhPQakLLw
uV/yJOJ7FcvtJuZNeC4N9Iwl2ci3ieK4VFXS8DVw9k1tEb9Px7NRmrwAkvChLqSInz+PRXawFtq2
MHQjbEIJSWlYD8JW2xmBxgra0tBWOSZVLkk6orqg/rajnKarrBguDXRANxlmg6Xm+t6Dz6feEpqL
yRZ2sOZ7480GTHTiR1d1ygpeQZ3XtKsfnVxNtnWov7d+G5399i+C4OUlboZ849gubDEBCkSVC+mm
uIJTGZoccTk3tXXpi34gdIr8SG/KJkITFnzVUvzuworyh4G8xcLQpfqV572yrEPXeyrsEqW2sHSv
psyXIogg7Qmio9mgRqw2Bq+WqSuaDlIPqiCdrM8WYkjtiVun3UrqYvWmVY+BIGeSzRh5Hv7Ad+4m
mXDcnqow0hcjRSWcetUp1IeAmyBYEk3hK2wLfLPZKJ6s3QmcyrpBfrVX4ReaKJyEX4euFXzR5inK
4BHIQy9eNZaiH+qAen0HMNez4pvVI8fphdwn2TPMj2tgktLDtFF3m0p502KnOJVJ4N67Rp4ky3Do
wg0ELmispG0vrZFrlbYxMN3HSs/+pHQCjFjadQd+a8GiI1P1YGQReDknHreG4wK4KqVXH22rx25I
lnpTVs/eMJTPWWLfcsiEL7knlc+O1hnLdhganrB0bVtxt6QowpVbuxcjy7tzmw/uJUVeHn7O8M1L
wnIfyH5O4YYXvZkRsUnikMFOjEbUUYORJ1UmRl0J4ao0kp5kW5cfeX/shLm32vQU+xnIJg6aACRH
H/IGMpiGVsUr6iHMFyOOIPBW4Q6nosp8SSpi3wDN5JU9dY1BVrZ5xutdiizjJaFKCUioEq/FXNVp
vS0M3836PrcBOczbXoPhF2d2eNUmG10PnjSWito+gLSd+i/RVRGpXMPML2+Ec9qBSdehHb2Pyl6U
Errx8+19bt+7Kwh/5K1w1iimWJW+7d5HY7NqVhZl9jvhLAcdoKd2SsOK+46+tNTrOtqCG90ZltNe
W2+wNkkw5ic7OmZE6J5R+2oVuXueKmmek7J/JT/nnDOYBXYwPMCur/XdtanjPSXtztHSJNhYhK1W
vhYjlVl3U6t10UUHqeDKuRpAXZrqR7IjB7tDX1v4p2UQrzg/Bwi2o25ipR1bvIA8sRzGyNaRu0iU
/s80N9qvee6r6PhqxpW69HAXwBtVkw67NUb00shIhZlOqh6IqbfL0Om9t5LQ8UaD52AjRpUK2Y+6
iFEXmUYzHUhflbU3L7C11+ZrVSTeTvUzSMs7wnZhYparSirKLWhm3lu2Nw4HB5kKYx0a1q/LeLrU
laRQlx8cPlzqiZJvoqnayzMeEbf1Xk3+eRQtDysJGqBXjW/bgxsjRDT1JKPTr6E3PIpeOKbZpQCd
J3pgrIyThkLPIpjo1ccSkie77+E7n1ZFoFPbTOxaq9CUtOvgyj8bXdpbEgWBs5kNf36IXcCUk9Ns
j3U4F/0hMJefBjIvlBeFmwzb2Vm4EI/grGPCNf/7dm7LgdEoFeUFYYIN9d3Duz2a7mqsne40KKl8
llXCXY0KcDDkjOwPkE0Ek46QaIpJVkhcxZox8WAgDDtaKAoJm/L7Ks6mJHOLPO2nAeEsRmHtRfRj
WllMQ/PXg0cBIov1CIj6vmpFbBnYE0mpZgGSeRUNY3rIquBnQ21geiDynR7E1Tww+80Dn/z+C5d5
eeBmEN6L9ed5ojv7zHf6L1w+LTXP/cdP+Y93mz/B7PJp+cqTfn38f7zTvMzs8mmZ2eV/+3v84zL/
/k5imvh7KO2AvqMfPArT/DHm7j/e4h9d5oFPf/L/fan5n/Fpqb/7pJ9c/u5un2z/Hz/pPy717z+p
7fklu0MtQ7R3YGsXTD9D0fyb/oehqPKZlZIjvM+69xs9yj727xM+TPvbOwijWOq+yn/yn+86f2q5
Q4VmPY98XOk/rfef7s9hhqN3p4fszuc73lf9/Hf4aP1/ve/9jh//JeLu9TDejKJrN/O/dv5Un2xz
9/MH/ccpYuDDR5+XECPx9F/+ySYG/gvbf+Hyvy9lOyXUuaX2dZCM4NhI7cSQCNjsGP9uxEg0DMVB
1W7CLCziqhITZl/TLcOjGC5JIO2dGFk2rfMeM63Rl15lUFtVG9JDFsQQqNX9M6dgiGynXpxTSdiC
b5nGxZwx0M0D2fcfYlzYXXiiNmMJI5awiabqYcswdUBgNWT7J+iir5B6xNfCluJ9ZzsIPnfU+dpm
dG9gqIzPeQoD6eSlRRFKcmI0sCTgbJ58utvEsBrp31sAVETOGqhlxFK531PnnKvy+u7owiq5qozA
hifZoL4kG5HY4WQPDhMx1Y0foeVqw3djUD/fFVedoAF5+5Dqnqk7BFZxLZS4uCpKo209vQC6Lma3
WjXs3AJkw4fZVu8ATE6bd8gFWVFMrMwcWSKjfpjXEkv7nVYR1PSO9/WCpGhOYRpDy/vrlsIt7bv+
rLKxuLvpI0c0S905ctlTxIxekDcp1N/F6qFHpkT9g3B9I1N/NQ7d1uD/7Qgo1zv51aRl7xpMEkYx
fR4uwIk4kqMfkq4BVWHnBUWnKUwfmbXPC8u/dxwlcEDDTPYcOC4EVwSv7jOEcZ4mWWO0JOlRrz/M
uXtWQ7nu4iQ9fp44KoO/b0Lp4dNaomtk5plIt7FXKgOt+hihtVHuvEvQJN5FXAH28tBtLb2tC2SW
vDaj84Dw65wxOo9Ulk6u88z7Qlr7aNtRTNw00A+iGQmdHVBG1g/iCsG0YZ9IyUIMJr/dRNfVdS+l
4IQZGcXRiM1Ki9aRgZehNuZDPNYU6qWVJOUirC1icmswtdpSDNxHJ3dx1Y0yIW/VOwnf2YOMk7mR
cig9wGv89J1HI8V/QmRIJWD7L4PamOk7XbW/znYTPKEKn1aakeVx5a0YmW/moGEIqq6DwmT61L8/
172bUqpHqaG9Fh/CsDyVv0iZwLBluwfRGFmGYv29na1dZGLNqAkhWjj5JiBbEL4eUL4b4076sIBe
5AQM4i6W7gveJ31YsOzhepVgaFipMKMf9akJw7w5iq64mptPNur0oI3lILacB/6nBeZp93uovbPJ
oLZLOfiU/SnhiIgCsprcfNlPb6GRcroKEZQQA8TbIjSoEamdtCrhpbUPlAKM6UL0wZ7+NFqG/4zQ
grwRdtBjzmGeMfuWQthSLCPmzj6furnXU43h1PtRjt6lJiWTkRswuelh9BQAUNvbFkEDmW/YW9Fq
O+FBAZfDmdvxb9YEY08zqutyMy6BVFlQ+E9wknaCkzQDoJ58zE1Sj9OlMNbTiLiafcSUqt9YPfJN
s6sw/103EBCVeaVYHi9uWw8Po2Pc9DrpngsO3IdcV8v1UMbpV083SCkBsCJ0NkDyNqWg5Mj9UhgA
V6MC+rWwrt2FVA97ATYWKGTR1JXtLg3DSdazTcCWU6rq1gn4raUYuMOTXccNt5rNV/8D6Nmr22gP
8+K3u2NDFXcVwJiLwJV7cArHOXBy1dOFuBQNXOwGEIIKTfu7taQKui9UY6PNnpCdushwTj7kjZCJ
nRox3S7qAIAlYYHcrHoYQ1MI1eXRq5HNCapLmcP7LK5Ekw8J1bapDqrDrX4ORL+vYg+QA0zO+lY4
y5qGHHTkw4laW9W1T+PX0HUsyIdjIKdSPKAb8ssWksq6igF/uvone9Knr/HvNaL2mbBlfqqdPDrD
/R+dm9JaVQ6hT0i9fprE4Fh0I3iSSsn3kNCe5NEeuoXwqToQ1OQ9UYZPnYj6wGmtpK2rYCsu48b4
bgdqtv1gE7cKf+Twgp/EtUTItO+1BKI73TkkU9ObCoyUc19coROMLolZ7T7bpdY5/J2tN3z3ICH6
hKb75HNfVVhFX8wRTTtQerIUI0UxyDuyyq1hKjdd9/PXmnizLwNkN2NffyHqUZtN/up5qYyCegeu
X85eFSTkr0ZnPokZYW7H5zJn05jrRGvNhgeNTsn10U999yiuki7/Y/BscyN63VC4R68CkszL/ZdL
+PtqtnXATFHDcVGfmEbngftksY5Y8dPtaqp1VmmdTJz4/zJvdv45N5BRobCCjewH2bYYde9BkktY
6Asn/kL07t3odeUH4tqOoZP6tb3wKbai+t1pI1I6Yes/+qHNM9MIpaNZm/Hx0zoNpF9Hvyvhu+FL
fFLkytp3Uk78CdqBRY14zilAXmI4N7ACbtoQ6CVYBLN8CyPJWcewdS0sAuUkTJNoDe9Yc2qmhmTd
x2a2CRdFVtZRaUv72S4mzF3hJmxprpm7MXLQavuXJY18/HiHeb4Wko6ok+TmGgaFUDHiDhas5FvR
jeU8uThJfAFgG+XLJkXNwvNR2/K1Gp6vHgUuRQv6BaRaHYnzf2ky9HrRezXg9l6IobBT4LEWl7mX
oAJbEFb7YHSLzFxrXQjKzamaTaBEylRy4D+JptEhkEDr/kH0vAICnNmjm9w6PAJr/OXBrgn8o4K8
t1Kk1Yq0o3cuBUlSUcds292sXwsj1Jn+eRCESPHkJIz/7DPPmX2qiXZJDISh5u1ksHowCOXaC1wh
kavkL22FEt2vzq+RQiqkTUp1FMUw03NP87J1CJXDUjwG56diNsCM608Ds+3+HJ0G9MElkD49VkUz
LzUPzNPmpWbnDMEm4rVJynO9Hp+o9e8XNhn3wxihF6MmlkeulZKi2HKbYlnBVeI36mM/DUKMYS8b
BWS28O0l0zgG1aR3m2ltQVolONqlGlzFaJDzP5Im0JiLrkVm/qJ7/RHhIPmpHNYt9TEVSDogC5Pc
uZ1pK7cx/X2K0MUpsWDh4kyURytxCbH4UC3sDGQnZajlph7SvloUmvzT9T4+TxVXXTBxMAycVUSX
KDvVTD0gvEjKHm2qjS9urSnPA0nPpRZZ+h7UlPLsl5YN273nojidQxUm693SnLKvBpKve0Mr/ixG
2ea4OtnANHqAwJpyP055WNHonqLvg7r+U/SaKWcrfANKd/7Wd1pzni6uxLpKJpV7WLriYx91BfXr
7KcU/g5XvQQwI2ytQrVm7bjOdiwy6ZJTp7se6ha1ud7Ll32VKIdRNHEFwCmb5AQXwvBhaBrP4Po4
eEn780q4fPDWouBLmsnlDvROeVBliCV/qw0KyUHRzYLsSFrEPwpTLVQJq4TUmSmnEwX/L31C4Vya
VM5JvQr0GMnCDzN6JT8apuUd7wuIkXmVMYXuevX7YwxtRaJ89OKlEeTfSaXmT2SgiidJiv8g19+e
9KmnyEa/AzKJlNXkkRdq8ZQFzQrq8/Em/JViRIi4p0RKDEqGWT2oNaH7abqY5LqxAuAIre/7Dew4
OSepQW2/lufLjlDJwoyc7CicQRGMe3WgUkjcH4UIeT/YpCUhrrZa7a2pSu1sScBjRdfyIFUea6py
RLdwrGoh65F1Tj1Jfvs5p20V7Swl8Iy7haO9zXPYxIY3VUXtz4fTMrDibwkYnGs2NaQwlauvJsa6
n9RLZ5sYSPQMnYQIlR/RFY1w8fXgqQedeJhN4oqa0d4kODOvQ+7QPrgplL+/b3f3VKk1d3sHrOv0
EUTTWzoM6qm/7VypPhqcPXPYBtT6qPblzuy8YWcrdQ09LaZYNTWqVkRfXArrfY6YblYkEYHiFtXa
H8E/N3X2NxMymZrPKJB2SsMRQjRx67mgrqZ+JUvq3Ui5y8/h2fGTbZxmNGbj/JwshnUtVrcKuPzP
SxuxYydoe/7LsjmlLzttgL8RXpB4FaE480VpnI43rY5Ip+llXxT7BVJk6xWis/JchUgGWn2cfknd
IV/bHuXlHLEhei7lhZXJysqZkPlIQadHY0JuiithGwGiAyueRkST/b4SXWjSGHaMGFqebnrxZt1e
Zs98gpe6uSl+0t5UxXBXXYfizWwz5cI7V7m7FaaOoktYZidKV22w+70wiiaEGGJrAuiYeK6b29yY
T2HtZjfQmRZHRYMizqwqHQD33LAITfmcGKDZKDFdhdBr7nKy1a9NxV+oCg0khyclZup/qa52m/qo
T92uBsFKhbB7EqOm7X/tBme4iKkgYK9JqRY3MWbr+bbRzfhRjAVSvQCBEz8rjuK8dMgPw/DimNJz
AFPeDcBmdcxcEKlTL4Ha4H7VODEiBEpb7cVAb3jlzSntZgeTFvuRyXkeaHxpLyt6g+AFbsIXHJu3
aTyAKbOvWB0RuSLy/fvs+5hfAseQNGUteZ67cTofHoLYy66ikQ2kocYaAV3RRdD450CVV1DTyLK3
mZ3TaRTJiW7lRznUc79XiXolu3q+6qy7Jkcg6PeAmGF0RO1CyYKMSZc2Jkzbe+5j7lMF1ZiJl1Ke
pPaQ5UIrWNBazv15GOFCCC9Ff6jrYlfpFC/70bjNyP/D8uS1N1dT+b5NV1p0DtEAvJJT/mkJ3ayb
oj78BwmHaaDN65IKBsCkRIvXrhRTpx868ARCQLvvnNq6DVNDVS4qwCXRsVgJrJufGNbNUFxrW/eR
tZhtuiIpJyqcjsIkpgpfaGwWdar6YBRZTQwqnhfcbzPb5ts4LRXHLdw0R8e32j2F2RSnx/n4ZrLl
XiV6Qzxy6tqwUVG2rz/0rVQ9Rbq19WR1BGvSescYhOkyEF3ditZx41U7MRoU/dfQnVL1oHNeCr69
wgtuFYjvORAiWsHSRaWkG2g5gq3ojmEBilLxnbPoKiWITyl9SzW/ufCmiu+T0GeBeRimhrXwyjVD
WpQleH7RTS0IO1UEt/WCr62ZZygtQAe0r3Ir3fLQ1Z5INvAkh0jgr8CEfhtC/G9wBPZLC6nv6ydf
HZ4AtFjwTWNU3tk+rijedVa1PGrHdmrElWgCpKiOVuG7BRzojEjArRatFtUQbtKNyupRc+rwrYtq
J3zO06Z+y+Xmu9IEG9sqioe8k9VnytKBR5YVO8XA15570B4rz+jcrRgNdM77qJZoADBwHlD+PkYu
MKloci6JId4oAT+IQTE/LP6MbU5DwuLn4btXSjBcT95SDrH/CLG8bBjyKuan9igaiq9kw3/sjDZ/
pJhzJJYkQ3Y5ulG8tGOOq6muQ4z6279us63mG8ZFtdTvboIgWd8p8bXLeFKynYQdHzTitZkaMdCn
qbn3+uSlNotfpmlCmtr5uTTD5d2/Mb1D6I/nRlCUTuTz4mpu6r+xDYnxn/zmaWHI9z+T6v7/SDuP
Jrd5aE3/IlaRYN4qS63Q2d3esNwOzDnz189DyLZs3+/OLMYLFHEQJKslEjh4w8pI/BistIfizmjA
GJ45p6IOBIpBFPKqKzgnWcj6P81gQcNdEHpHGb/OIIf80+8W+6NPgVbHht/Dd00tBYsMXviPV7oN
kVf/vpvMIDc0sKxb/K8d5Yy3uWU/PVDMdcldBaVuPAKWvYOqNN/auNiYs9a0rCNtEgIeBtB4i/WD
jofRH/V5YCuDcsytqBw7OhRFrzwAHDSfujr7quRmf5Q1Uq5iw97MXHV8b54wDtmFcT4cs9bRcMmB
qTFakcDfNBMXGZNFl5mIXDoiX8tqoUxgd8tu2pOz5fvfVsEraOgQhprW4hWYZxvDHdtTHNcuPJXQ
Pyiz8iuTkrgGIBRMlQ8G3Q8u8soUPG1yrUUd+e8GXMbIHnvmJxm3pjRChmLuoiU/6p6DJDlHmjsB
4hCD4DanWDjIwg29Tiz7ViMHBt7XBGOSu7RJ8jt7iB5Cw0y30e+QjJdWFRSLfy8HGO1E+aCvo2X7
H51+zyZj//uUhef+mr0p/C0gJ2et9W52qpOwQ2gBpkEBx2QRWl3wPQPmCYnoB3+ZNx1trE+Tljcr
T3OSS56jJIi4n9iNVqldLNZoK6triyXUfZfDh2Y6Bgbw7E0VQCWya3tY/RGUl7LQfQDqXaN7wLXA
bIPtFtPx1jwicd8uWo+PCd/kL7eGEHlYTNXwvFTT/JGnLbdj5EhlDaaEcVfn07usyaIvjPlL01dr
UY/5o4ypIUIw1eTw4ybkYZrNUW24lm3GHEL+RGwnRW+Xt1iaNs5i7ACr3yYa4g9Pw7v8Oit0sAM0
uWgh55CxzEVb1kuGaCNjLI7CZSnCZofOyCUvRiw+sFl67FxrOKGbeYrmGjT58nFEhX+DaNq0klVZ
kMP/DlA+IjtJt6Q23YvHibccJEMNbOstygbdskIYGp7wMIIk87BmHApxSUDHG8UUnpu5JuMisIw7
1g4HWXPUyQClKMZya2O5tZDBa1Gr4uIJrML0FqU5GQt6VT8bY7So0ypaW65SnsPC5HQWad5dYmv6
mf+3A+DZ1l46iwMUtTOCb2OhLVPEUCBzd8YhM8L8S1BCXHVQpULsSFHW8VTaRwOFkoNbq8bWJily
38GHXCHBon4y8/CDE67qhx1tcdTwN9xnqq0Ne+6+dYW1zEufmNW27iJnbX5sG/cgWy0lRvE+GfmK
4zVq7VSwkPsEi5uVLirrCG3+O5IKAQQKDUvvOXQrbjELjfZdrrbwzekh48owFh1a1r+Gwd38/5nu
v15VxuZ3yL5LrH2Q8tV8fNnMRTufvMoCstEqAvB7vIVkD1+M2qYVKn/Qua+MyfGyChH0Eby7uZe1
27ywZDK0QLY5dKlDC6x8tllOn8sugSxqf0bK3r3UnLCNdVbucqGG56xvYP+auvVANgjnKddDXAkf
0gW2GObnwWyf+phvsDLUS7PnjJNd/t1VX/UPqVV5ObqpWFelAVVmVlYVukkhr+ZCdplmddZ2zlqH
U/pjEsV44Y6GzPUQdB+QVQ4ltMpPPuJGW/jl3a4MvQgbG/XD5Du2yxwb+Z3czl8HCEhb15nGtazW
Q9OtMWrKtrLqTX20Uk092suqK2bxK4wu7kZula8+SlbQjZDeKlVVOeH/DK45Q36tVB3xMmjZz2o1
51tl1Y1dDymy7merrKb3hbEeffV7N00uyq+WiutQYoD1bbIYdHTPDsbScCzhP7NKlU49yZos0iCd
hSzE96jXs3Q92HthkegnbaBDh1H169W8WIcYU/YcAkE0kw2GyIxrKz81A4rS3DupTLEuRI/27O9m
tzT1YiVnvE4Ls3YxZp6ybrCKWXZJlx/MOMUnELvY1QT+/EM1EWEQ7mdl6s31pAXhoa2c7EmP9Q9M
PNNt4fvgdFo/P8nC8Ybm2DsXWRnrsmxXt0Zd8bWlWWGxNLRlv0PQ8NXLSsiEbiUWrrCVczPbeXAa
4F+yBLUlU9P/iBdl5huL3kF8Mmxa8gZ0k6NQoO32U4fTJccX0Xsr0Ki0TOdL0/s86OICnfgOXkbb
Nx2aEbn7BZmgL1rRVU+GPsYHlkraGonn/kvM8jjR3S8GmTpOagsVLKzQHo3J+S7HsQ/g8Q3t5GGA
8ch5RGvw3A3NqySZOjwZmqV9hlGKdycQkb3cOsoiZSsU2AWPqXk3KYuwhPapNiUG4ZntoDRcTPap
cK2V3IQ60WzXlvlLzWvUSx1H6iWvvfcq9LW9rMlCNkaxt+jhxp1ucV0I49gW+lRiVanW7qs16dPJ
8sJx0amYCk6IzK1dMThbWU0V8wVX5yVurHhizLI1hhYFfGoiOMqreArSeiEvfd+J68WtSXUaNi2V
BjKcIX90/HmJ7d/CaCwXNcdpOEZz4ZOFyVaV3r/ZudVuZQPuWx7WJ2H+yTIyGIdFFdT8rXvQQ/Iy
mGV3otnUYn7gHK/FrORzrV87tRy5aXh9IYg1Y6YlKrpGz01j+xnYeIyiS62QKsbPdRK7ZvbuqYHL
81SP9F2TCvGidt7PVqTvosPY4wzHOsFZwKXzPyY73laRYfxAYX9fRy1JPkQa2D56e6u283uZyE9E
OS1UPwvuZNXXgmBdqkiTObH9Ug8T/kjx9NnynGKTNAPJR9eu3uZ4XorxM5RZZFn5CnO8syxBSB1y
dQjfDCdGzNitn9sRFcg07L7LsJP2wbbQh4WZ7iz2aAeUu1Fqnq+Mv6ujMvSzfSHN18tr9wC4Fdbh
iOf+HvPPPNfeGvYC2eI2p+/aDzY8iG2V2f1R8fMew3usrMxeu7R4mRuY+RKTrbE69EdZ5FX2rAy+
vY3ryPJOMoY0CBgaUVQLOQKQSUh6ep61zKZ4p3H+U2D+itc3nKQi6TfxbzIXf0B7WshWM4ze81pt
d1OjCVgN84gwaDgJKqwQlt7vjpIFhqSPBcDsC9vYOEbasmNBU7AIqRoOMbZKFVubAj0z1K6Fpq58
v/lRFKTylaTEJxDeC8yKX2bv/F+xfW/7nw3SAP4amxUy/mlwMhvy620a2Vu6xF+N4/+e/7+mucWu
9vG/R2Qmyir8dnk34fxuwtkeWva+vVczEI++kekLTanLFTmG/B6Hsezenq/AF0Bgsi4yIospwEWu
6i37j65u0ozsh3bXIb9nGMox5TbmtWs5Uk5tOGp3HsllyZCRdgGOF6ZBGjkMos0Umb670Hiungqn
X2uyKselRZJznKkaG9WHNg7Nr2uPIYjQ2zuTrw7f1+aGP3XbW4PbtN1dTdLx+jYMdTYBU1Y4N9sP
KWmn1iVRKszSeUhq1ziBeznINnUO5b2NUIc+sjqaq7KhKdp+XWmuuxIR6/AlOzhvUdM+u0Hb1z78
US8W4j1HOQt3hfYBN5tbO9i/Zo+qy8l24p0Ttua5MfOE52vKEahWq0B0UDY4R5NhnuWV41f63m+a
p2s/OcTvk2+Zl027lH86iW9G2Pwkdk2thwtrnlX2u00140JHu8gP15fU0MoIYWWt+vm0se9aHwpe
UexkFa9zjIBNqEiy6qRIfVTtE4YBzh3+Eva1+KcqG2Ssc6NwU4xBhPIg2D896pMF/jbVAx5z1UMY
ceZlFALGVz9WfMwU8Ez+jMnOPAWbVdKj1iGrsp8c20SsPQwSzNex/8xX10GzLWq42Bqu53dG3v0s
3Na+61k0QIFHaQky1a+G2bK8xAgBOU4zqvNqg3Y5mhPIDJZa6a/kDH9cymllb9nioSDCDw1rpEnF
PArzTSwxixRP+CZyj1CmSbL1Jm7pRZ+qq2sdFqpzvPYaXR8FCyv4+KPFlIPyeTyq52y/4QmyDE9Y
rxiVp9xNsApZX1GYcaFgw8ypH4I+QjvEQxEeQ3iuqM/rhyhNNj45zl1kQ6uaitI8cGZr7Xyjf1T0
HpY1qsgLfeqaDRuo8XNMFgH+6fgmfDQR+IY0myrprvHMqqZrvE/FH3HZfwJOcu1vJK1ywlURSZYB
+aS+LM/V7K6bxGyPm2IMD9PsvdvbWAtoGOht6tlsV2fjsuMXFaxkq48069GzYh5Q89gyG617VQl3
7dwX6wPn4PjeKxKm00NtdfqirlDtQQtugWK3/kXXWuwx/C5EztyA4ipqsUgiNz53YZE84bh0KVET
fwdmlW0sv1YQWHOLdxcmM/mjArIfHu0c+OOamJ6gaFYnpKsxECoxAeqd6hryrQCBIk7yq5NWKeTS
UuDZsrPsIxtkVRaFDY/d83Hk8YNZ8+XWUV4ps6Rz3n+9TS/DcpJbrA/Cz639ngz5tKn02tc25WRB
WlTYrq0wIi2X3EdrllFzkxnF5XFode7iqRslGxJI6eJ/jAJLFR10V19dJ5HzXTsZcfdJU/RqF+lR
eL4VVg6Kuh+XtwjySOEZHUu8EqbQfCYl6e9l7NZFXtWFMy09TVNWtwZtdBhG1tTfml0K73B+sWtQ
XuYVyA7Um1Z6Yvz5LnSbVFxbtF+cKu4Pvjd2B1e1fxYyJquy4Vb9o0tUKsnij/rvaZTJM5YetlpL
2Xob/L/OZc8vrDRFsMOzeY+0x7QNBztYVLOEVoOyP1IATrEqFFe/ywIX6S0ptRUjGnWKOd9ZjmZI
sterRhWXS8aoOX+UcRJ3sgvyAyHKShgw+X5h7obEtlk9Vsp732t7mHOocavBwOHXrF0+x8up/K7H
KHWEUSDORWMc6qDd9Ep3iGoz/whSp+YpqSsvYWSUq6FW+ntLNcOtjbbGnYP1xLJNxgJrO4H4fdN8
SWs7etELxb7PIRJnyL29eJzHPOf+QTbJAukHIM1qjW8gvVlXPNS1scBz92uJV/BzrAuen7qylDUT
M6Nne+BH5sTtamStvbL1haWE8ZMftN1TPKTRykm9ZpukVvek5nl04g74KhtlMfjeZ4fV4lHWkOOw
t7UBdzNSSQstmcyZJ3Pt4OdkU520WxLBp7FtOPCbctYws4hPh0I2mJO5ivLJ2m7EtkxQAwpDpech
/MuJRxrjaEmNsLMJvvTWUNbFF2xebCSWyQIoacAp0xDfS6QVKMNL2aTxvQRhzW31XJNtfhRdajVR
F2PDqsM2m4LjwlhdgNUvHu3cyB9ZS0OWyKZsK6uyQc/hCUeRfZah2uyqo2js52v/eZCvzHapPpue
ZOyiZNkbzUfk+u2d7MJJhnNpJmt5G6CpzVLlJnmsNWMR2yyC4yLsTKSCE2/vpsolqnyFzRLAzzOW
Zd057WvO/9UE0oqHlOdWt+Es4FFUbT1P0/kQvXpZmgFHZPPDNBEx2sYRtj9zTRayMZ973Lr932Nj
hwvfUEPujZV1bjmoE7KndpAbWY9R6twNQ1Be8Cgpl7i0pl//3z1S5hj+nqPVSjxJ9NzflXHSPNWj
8ubxHo/5XKuyNthN/aAtFcWon/R8aJ7i5E0YSfwoIyYeIzgZmv1GtoWja5+NAZ0kv24ekkgAay6N
M3tTnLnTrvvoeWQHphK9Nbarb2pXD/d5rFrnlpuB1TveXcVjroKuy+UwucraKQBA4vruIIc5YbY0
NeJlRHrpWhWdJV7azrP/qN5aZef/GpuR+9uheZtOojnKwlVRPuChmyPl+Csmr9QWxQtSwR6nINkM
8BxTbHVVlCVX12A7o0mj1t6llj4dpgJ1bCnK3uKAxDPJfu60SdmNXQtUPxPhu1rqS0Q/gw+Ak8DB
QudF2BEWiQUYnLhD2FUPz2aviHOMggzkJn4mx9Qv1tdGK2rsveWrnwIoDRz1eK95zS3CtaZ222Fg
s8rdSX8uA6O+4/ijW8iqQBz8PqxjTHoqpV3q+idNFO2TbKsQWIiVMjjLmlaMxdI5TyG38ns0cJy7
MVbiJQAA7EVGazx15aQvsVsKPmzd3rBSMj91TYGqiEAhyxqV4LWYDcHmDnJkPBuTVAOKTnIkS+vw
YyrNTTba5qe+74ttF68DH+nvCcRw9S0s8TkcG015tbr+ozKr+CJrqnit20Z9AVLXPnC4dkqSHOfv
1uMkUyT+UlZF1qdboMDWGpzeWwo/fl9WVjaBslemXQHqWiSkhtS5MIMBzanfV0OKUgabgX4jG2Sh
FYl17Wcj+HGHaNjyNj6pOUTB/qitUYDwgo2d4aI1OC0742qMz26rCu6YifaIUnO/jIva4UOf/EVt
VwZyXPqwLBw/v7PasnSul6lX5HeaY5KCtgsUGZWvrY46Nwm3HKuhARj4yFMq13tscdqmfxLe7Bme
GtHXxPOWpB7bH2nU3RuIUb1PIz8YQy+L+8aNi13XW+QItVSc9ahUV4HGgT2a3V/koNHZF6gQfbfN
Pl0Eala9ZB1G65XtdYvKxwGc88EORVF+c/VoVLsmttpnchKz1xjYdtla5YHPIY/xVTbaue8+8cHI
Jllgd/6Kf7d7kjXdqp2l7vQgzuapkS7+z7lkY6lMzt9zhRieGLrmnox5sJwrEs9+khormXbrzDbB
3Shsfubr/qh3g+Is0xbFoXpeWzcC7Y8JPZgdWhHmc6JF9qbssnjdzGvtLqqQvlW4A3dzVR306UzW
mnNfaopWiKchfpAD5WS2Wexx8Oh55tGOQVAJWyt17+Rcqj789yv5L4Uf8ujRfe9a+KIxgY4Gcbhp
u7pdyBa3K382y+q1j5rW2h6cx/42OCrYWfjoBy20Uec2WoFxuxMW3mbAWDkLTLi/ziFvlj1XA20M
sWXi8to7DQHXKlp0mJDIUx3t3VQDYMZN6216Px8/6xPaU7/CbYnSrgyr9n+G/+otJ8nmnN5fvWU4
iKJvbo628aA63Y6dk7mNUaN/Nkb/a2dV41dEQh4VBIheDRGZkKtMFeZmxfannaaF7IHM4qbvXNic
XlAAaG8/6ZE2LHVO4E+sJlFeVZUmP8l6C268n3Wh3P4rS2tsu3LjR+YXZ3xlnPdeVLgdlWS1bfKp
2wqdnYNdt8qx61yxnvK+fkbYvEdXrh6+5pU+33iMHySGtqgOL9rMnZ47gC3ok6hgvOZPzayAe/xH
HA+1U2MU6rPvoAXbm+bP/iFGUbf+t/jcv5v7ezb95fzyA/27/+11feb5p798P3/3/4/55fuv5vdv
j/l64ADlWXfN74He9l9bVKCnOMEfxlnApAsR/DezHSkD8RX/9G9DZNgHRG47FpymuUM9KNp4jjd+
Rq8NKbZK+WQLNI/LOY558fgZRZ6l8TueQbS7xuf+k2N0O7InzSLFcOWuNuKqWiSpYt2VvW5j4NGJ
lWyRhWy4VeVVVesM+ac5j9pDGwzD7hYftd4kUxaoT9g6o8uUxuK96OoXh1PVH+jtpoqN3lg79bsB
j5rlgAzLJincCmk/Cvy0qqOsyitZKD3H5b7R1Cih8EhSoGgVU3OSRVy4zSmcC1n1zMFcIvHSrG6x
ymjJY8u6r0zRRjf8aSHHySGyYSxQlYXTWSHvb6vv3aRj9Vb5L7ljhseut7VrfIyQOBkSCztNFUcS
9gbGueuRf4mT9FDaLS7qCWiurZvh7o12u3Ik0QtvzoaKPOmz/l02PQ0h2xs3Z7tlj0+4g0xPDt4F
UEo7zBfnGLSbEWNXFhyhBc3PEveQ28anZnCRwAWWgfKxW5VLf3BgFCTiLFutcOZZgRJba3owPbUI
cc27YRaTzVJXdfctCsZPGrqEP5L43kbJ0F9YFviIaeYJIqu/bhPWLSIHdtCp7WcBw63f4jwXnJGA
mreYeo+VL0pcw061A5ABGsJualkcZG0gNXKRV+Wl7srheq3wjF2ZIuEzGwACweGHNZT6UM9LmImn
KiuGfFt1I0tmBPWWHE4OJxPaVoYWFEo/evfh1flyKEYDvdtCWftqGh5irZ8eazNCchZhud2gmu7a
aYJ64ww4xmqKP7w28Sz42GTBXkTt8Do6kbZgA5jhw0DrVMY8UTDAM9JwwKWk5Inxu8AE8meV/VF0
UNwSPXq0gM7QoLqX2m6XrEU4NYk0bhuxjyfOXIVnj+hdl62iQee/pNuzumYOlpgU/NoqavFWKLOH
eB27Fw7cqjsDdAneUEoHXzIINkzeLMoGdkTmOOJBFizuL7qqIWXoo112jSM7YCjFfQ1y+yFPIKaE
YkJ2+9cQIyx78obB2y00IdK5U3US2rdpOCfF2IYn43VojTDlMpnabKV5GCFXgHFO8ST0T0jxl77a
fMpN4Z8dxDwXMqzGAgcNw3rTULXkvN/ZYMEObiomobhSxAxXVrN9FVeusmqjij1SnhmbqdPSixP7
2bVIsTrBGBoJbAsoyjkHWblVdXzYzLodL6nfWbBvNPszEs2bwvDz73nfvOWVNrwattqvFRHVRxze
+mPe5OWqF23z3JWpt+KIPNzVWji9kl8ARuNXkC96bXwNnPazAtYEmiA11TdZ36T9k5E1xrMKdoo/
7/Sa4cxzH0zuo+xUzl8ZOA/awg5RWhZZu1XUId6UBvp9cF+GF71zjwrP3S+Wgw6mPgDOCUNcJ6Fk
oks39M2XcoRCl9uJ8zCgLHbXa+AARpDaX0qSb7prF59Q3k92vu2H27oxm/f5yEh2wKUXDdwx6w5V
J8STCMvXlrzr1icXsKtm4dfG1bTnGXG0iSs7PGDjCwkSMaslZl/iY1B+lEIZvwEo5e4HX/wxcO1w
pxehvnNqT31ofLS9ER6bvoEfQkBL+Vr5TgLuphb3vo1tdd3ZWM4CdcjyOrpzZwVpWXjjpB7B/qSb
cYZW3GLXKweRaafhC3VtMeeOgcZHbOsGQfv3PHw2Fkao2KuVRTYc/MkmtfjvpazLQhjGcFChkfzP
TmqjqBw7+/1wMKOSWQAwBmCEkEpQAZnpodad/So0H4pq6O4j90tk6NiqJ2mQHf3Re5RtttuYD0HR
qbsqA5PaQymIlrEZGOsutzTOsOa6j8rskltzjuwb3V0DjcfC2aYlKn9jIbTdVHEkDZndZh2sceJT
T+C/MbDs2vu6DoH9q/1Z1hC8be8LyyHDnMViLWOymPUU8CrQzhiZMJWMNZ54SzWlOVx7mG8i9Q9k
KCa0RDu4WzlYC7xjZvxjKewHTu+jS6K6mMwEzkOql/ZDlprNAU/tcCGrvj2IC26KpPA6Z/pSa/1h
ECBdFDeedo1iGBsWHeo7AETkT5V9PSgPZJ66h8Eu44NjCnfhe/4Po4jnJd/sYW0+WSVrk4Zzs8WA
gvKLiKNkVXtlzesnGAGAEjzZNQsW24ayrqaVc9cGas2Jbd5dvNmuAInY8altQQmOhpK++T62zbaN
UJ1loS4Az/uh8Or4Axc/f9GlBsYePZJqsVMLzCAioBl2lz4jF4sXVhvZDy2Jv/U4AD+ENq5tmrKG
jQHwYGdlQr/rWPTu/Y6P0VHne4RqNTtj6uMT9G9uRdYQX7Ba5LHILuBhnM1MSr+YnrA3U0mPYMg2
2I6J9sqgveGfEMM45EdtI2TbBHb5zVDHfZHNIvyeCWO4nbA4SINxYXWa/TJZ2OOGbcWm2q9gSIt4
5dZ+9QYCCWcIPUd8WLertyJZsBfy30bVyo9IiSRL2Sux4XzriYPtyDwIyZeVk2TIooq6O5u1V/Gb
tiqsUEvl1QlcSJEu2YlcdE+mryzV8RiY5y4pQjxrhuwgsFD6qhfZN1M1o3dVA74YRg6+sprFuWuS
TABlLaQuUr86S7segWi/bTlloS/Uvu4uzkwjk0xaybgFi9khh989OjMdV4b62EedJenEwXWS4mmC
u3jAZLpblFXc7QYwcRvskdRL3IQh+hXaWdZAygJMmQuUC5ttjD4xT0jfiNal3ouFUqTWI3IsYjEO
lve5a8sLLhCOv+BRa82CtrzqKcximCNlFm4yPedJ2euxAjgqwdNVRDbEjMY+kabSp5UP4Yp1Ynu8
VsvOE5vGRJDJ4ViaP0MUbZxYU9WDGtf4bCEzukiEV55kkc6HNxWf/HANxtkO9RrjKBvV1EB9hBzZ
ujQx80gcUCGN4UfnRE83loL0/QgOjJ9xbtxHnavfB3lXniEYour6K1TPVw0Kk94w2ne3+BArxtKq
u2KjhbGPTjSGnbvrdNwRwe6M5nUqOTGWo+2xrvofWj2hrT8E+ff0XPdO812JzXZhOOX45FSTy//U
6A/sbN1V3+QfrAAsXDQ4Qu7ULOAkDIqdrN4arlUOr2K3zk7/xAejVVcRutor2e1W5DkpDCO7lxHD
SQtnNYxauxSGm60H76AKv3uUReDw0XqiU/eyilK5huIvSjxD3T0qfAsfkbnMtr7j4C4/j5Ix1DRh
r2uRe5D9+gbiSzx5m+uAuVsugmxTT964kqP6yugeq0p9xZI0P8rQ4OA129XRWQ4Cu5fjNhLsCk4o
zlpPIm7UcK7Uq55kLLL83D3Fu+Kn/sawdP9AWll71CbkXWWPwa4/yG6pT7XqVPvKrPuN1+AVrObR
vs4LU8fkRXjnsoHv37rmEVUSJFzxEliZxixShTXhChnYak/e0nmzeLiEhW28BqEWHXswaMvCs5w3
Pai5FapVxC47N19ND/uT1AmWTQ5iXtOceF+nunYEnxZuoyjqL3nTFGvURtVHsvXW0qjr6LUsQw19
mRRdemv8rGAI8bXuon0R6zrPNmfcht7kwSuhaANuzm42CnY3ZOMtD2H9ZHz3zMRZNpM73ZVxZ7+E
ibUOiok4+itbbUI31cz04T0TZKU7ZF09MhG4kOscgczDxxxYWFAMxaUtpurBC/ovcnjhCGuVmsiy
C06v4zA9kWzW964L1Lwthu6s23a2DnDbfTZLzYTCmoVfagv3aLnlqfp92PXWD0QOXkwrzt/DPC+X
aq2Jx2wY/Y2csWfrcZ3RRrf1rKQ95lODlT+Xw2AC7dfCL2bQnUQs2EQxYwaq4pvGidf4dfae0UXg
vFuhzt+jt/SjngbGU9ADw+gT+73XgbIoqA/sDVSkn1Q/YReJQMFUqBmGXtkVRednRnvHnaNdShQd
qNZ2OWYfnlOGGFB5zrLSKrHzXap9lyCW1Pe4JpOvAUPdGNtQwSJctg4xO7QASPZStuolpHYbaiHe
fuad4gpnhWax/5EEax7+2kfZag2mXal6NMM6uYyKkc1UteF5RpgVudhXtTW+sNcvDr6IgrUElv0d
D+e4BKL9HS9YL/xXXPZXhqLiRDI1d2oS+ZvU1QIs6PXoJeh0ZdvG6B/YXhS/9EIpDpbA/FK25lqi
sO8YeSLNra4rcFMfktOkzYc4Tf0h4R6G0iWHvkem4Ib+kDHOOzmO/43+UAYjOciYBIjIhtrkXKAG
HGrrCB27OLSdnEnnGFmJxHvpcGevhYXlSfHe4Hj9Ws0C+iQBUTibuybfzXjT5qAaZabAGFvjLK/E
fIWg/2VQpuQgQ7d4nlnNtv89SjZwIP5zqNeYf4wSwfStmmpjJzQturRpbK9y6D4rs0BlXcZk4UNt
2InCxdUKEs+lrrqWBS7cP3hexrKb4o7/4e8huINt3bJ17q795FyeB2mymYkrfwQV1bNW9gTeoTXr
UFl1Rl7tKoRuF4lbBxhuzq8Q8wpybjnPdfT8CkbR2avU08g76a37YE0aTDttqL65+vcij4YPs8j0
JR9DeuFo2TwEGIRtBHa7l0CLTTzSanutpC47S63LXi21g51TinY3zNXMrJBejp3qIFsRc+iAMgX9
cVTD7NVs089u1FtnON3ZqxGxledXdWgCvjZqwqvWk1q8g+FD3igwonOkuOkTzKGLjJtOnoPQgDQ8
4aj0bvfFanSt7BXbd+Ou6MOfw70UibEQFfWzbiX/OdwH1PJuTfl1OCLsxp1vu2JppzpoDD30lrFL
tifWR/YCTht9qts3F1Gjl6aqlXs/4SA9daJPrR44B1I8DZ42RfxpYNe6Ue0atBR/k4WrWPVWjB4O
c3oVnIcGd/YBfehdPWKRpPhjt2qCwnydQutHkeBOUSYPUJNZYs8kDPgai8jKz45uDEfptCv9eOcQ
33fsOMxfFr2/Q1WJZ2GfRh4Q1qrdV0n5GKFOrW7hBDR/VPGOafdYRT2WrZqfg7iCYei56Uo3DBQQ
5yJN288Jcin7sSsxDhybKL1oKI4vI9tuN7Iq+6lzQzoKDhErPbtOUA3VytUTUHidPj4PHlmESK/f
cCAsOSEfzRVopDmhgOA2mtzJaeCh9mo2ySI24+bN0C314A2OspSjfF+0y9TEJlq2qm8j8n5vJFrC
Y5rgpAbHu2H1HqWrsfaKQx2q1oq0ZrDpEp7gaAx0FjxGdmC2cb3MEequAeQewQ+RJek4/Y+DOt3r
s0zOirW3s2j6iuc7GmVLso/Ri9PEILPwSv2e1iD1POtbBAyBtLE9PekZNrTDYPh3hgmfDamIcK3Y
cO7NKsevaCLdzGk6+ojmR89dmKNBH2lLbBO2g1fYe7jb1rkO3XLljol4q4R5kS9khMEuhguJNRwP
0kKdgBrkXnSRV1ZdflOUwOYg8K94WTUuBva4i6ekPneDwoazU83u2Fl1f5RXbRb9vLJ7U7lTQ6Di
dLiF/+mKO3p/bW27WVfFKkhMxhybxW2Q7lysrK7HZj1/oP/D2ZktuW1sa/pVTuzrRjRmJE706QvO
LLJI1lylG4RkyZjnGU/fH5LeplzeIUe0L+CcAKoIIpG51j/cl3r0LjuLGS6Sh4sxEcmzTH45ivmV
pVJ2L7vwD8hWOv4WW9nJEiS5XqsMXeUuHUgnB7HuXzCxs1YYNQFtCmGzyzZvLhF3XyuqTroYl8Jr
e+np9a4je7uQI24nJCHSUq4zlKA0/32RMOWfIkJEfuaPke3yrLgT5sqNsSOXHT9dnQ80z2GkFg9s
JdqXOhP34diBBJlrQktfFDV0T7Lm1Pl3L501Oca0e3FwdMdrspiO1lwtwDMvSlP0QCc4U0W0Zqn7
bnfX1lP3EnfBuEzxydvLc4l4Yy0ZmdNOnjuoTNhjH5jb679BQ2HE63BNkOcKklyb1lCTjeztY88C
+jj765VYcFapjYVi1xevnh3tJlV3vtimYq8SwA+Qh4LiGf7g5dqOKscqZj9/VIeseRSm/lW2y+uE
Y406p9tMFzuDe901k/gytKbGbNtU5yCM3ZOtWzZhCA0NwSYdVvWArWQpgv4CC7O/KDM9v+I1Oaku
kLM/2y3dClYkLi1WaIyQHb6lYVaRocAyN/mFqrgIu47nDLOSg2xLzThaMGNaq3LfRIC/NVbx69LV
x31MYvO5z6eHpurxCWqIBY5O3T3bDmREHAKO/Vy7NgWomVRozspaBF8NL/OkP8jq6EXZ2k+CcePF
YBBF29qbTDJ31MBrF8VcxDx+Y1ZdMC9haGtndo8GrrdYNVEACGfG4WpTvE3d6S4rHOWjYUq1Ulbk
bK13iIzy6wIR+dGk7g4TtfyFl0R9QCF2dtilHY2g30Zcb1TtyeqzPFiNl6AstUPIMvtgwJMRLRFy
nUl7YfVD9ZgpmbsLxmjYDlEyPqf68Buhf/u3yGYeQS/hLS/MZCNAXtwRTA8vSOAiJ2PH9m8ie7TV
of3W6Fj8Op6dnFwNUEBdg3pVnNQ8oI1QLzzWPUxzVOXBi3vzMAdmgPvPjT8VXdlqtGW6IT+M5uPc
31havHTnrSbL+yWGBN6R+LUpVr2jhqtQUZxVmzbOCQfvlj1PxNMSFOWuMwwHfA0dvlUDGO2sAZIi
k/VONpLREtduKwggm7h2txhQ6lq1GnonqmFPj3jnWtvZWAoLr7FJmY2HH5i7VNg0RNOj77LhRGTl
JGvyBLKH6mqYt6qqUrQpC9t2WSZ1dZFDPN5h+ynX7IWBGvCjNR98HfENP4vdvawanZ+cAnUH4/kC
5Z6wfvVqob7gLyDOP6r8kz8CP46xSwrzJxXuylpNsRgoUGXZO94U7Nkt+afEDfFDIvbyFPilsuDB
b750ZfLHFXVyIP++Yo1u1tadMnWNVai+M7UYTYuq8t4RYv5R2UZ1CWASYPfovsrm0VAJr6STuxXz
qMIxtpYeas/stidM33WLe017hz7uagDLfYczVf2epSv5/zA59oNtsOWFTufkBVzsZPi5irulsiAJ
ZS/TccJoqTerY6RAON2Mc7GbrYDkodZKB+8QxhQIoDQL2XgbY6Dcu7WKVF2GGWFH6Qys6eMua0hU
RTyTCwuM5svoJDp5oAkesJ/7675qxGtjz7+g/A1jMffk9+Hv1xqgzV3Nam8VmG3+NpZpw9TqZXvf
U8KV8Lxuo5TgrnUXp660403l9d2Wn2z+niF60s6BWxMKzCouYuw/EaJ9sHwnXmBtNn1tQZLyBkuT
Bz2OE9KnPmzFP6UaZUkKLl5VGa89bLRZ5Xqb27gu6tNlaKfGMsObr2+z/jLOh6QUxNH94kebogEi
a7Ld8ENYpOXIWhT95eswN6nKc2G9y1G35mZkgWPpebq7dZQFAazIAcAoryY/r1Y7DbyrkcVfi95f
m0wNp6Qe8Llqx/AxA8uz1G1QqGMFgKEP8vKLpjWvmF6GPzKDbKjeMuu62jZrtYItoOnf6aLGVEqx
fhhjYLy75RgQwUmHZ72Ph1VWlOalQwJmo9dRfd/qMEr03pwJnX23uuHlu2Bol6JwoeiRMCPD0gf1
veyu4YPiDNP/qNkgbkvCwUjx5DE2cfnD1Nr46GjAuDKlIPYe65i/YTTJ3Q6buxY83jvMPDk8Is6y
j7s6WFZ1n++YpZBdrCNzFcwTrjw0TVQE13psVVm1MGqY5P/6r//9f//Pb8N/+z/yC6EUP8/+K2vT
Sx5mTf0//7LFv/6ruDbvv//Pv0xHY7VJftg1VFd3LM1U6f/t62MI6PB//qX9L8HKuPdwtP2WaKxu
hoz5SR4sgbSirtR7P6+Ge8UyzH6l5dpwr+XRqXazZn8bK9vVQn/hh0rsXnjcF6tUIZ4NzjOeKMmO
BHKyktVWs/RDhfkOXzm9IBO8s+FFR1nra895hvYO3ujaa7CyRPLyLDtyfYBaVebomgmEuswuWbeN
Ubz7IhR7MSXNSlbRGsyWlUij42AWxXu7AlGdvscGyaBk0pKlHKTGXbdyCYXuzSx8yUR2mpqhumim
V+xcP+8WmpFDH5eNWSmgqwXeUdYIqVaXSlPGdVa78UqUaXXJne7rr++L/N4/3xeBzKcQpqYLx9H/
el/GAjUUQrPNtwblHDB1+UMxVt1Dr+Qv0hTeyMAUZZNlb6TFfNSpr3IUu4mEzTQ7Al/LfhQzZ0Ye
rE5r8fSJfwDNqx645bRHcXv35yhrjpT82aT6tokqr9ouCz8aXhN0KyaPdIGsgQ2GjBK+Bk3SPmaT
gMzLGF/x6lNkmURFLr/+Mmznbz9SRxO67hpC0zVhqPOP+KcfqQ7ocerYKn6bqrrZaGabbkzWhnvC
mMlL1OdnYUbq10ykJFhaKySeHUTnwE2UhewohPmCtq73BN04uutSd1zHQ4nNXtU8YT6KZeWUBI9d
EyX7azWYUwcyf6ASkN22SoTxTJC0cDD/7JE5hhE997jHquyWcZAlXTGc+9u58qzbRX8azPnyc+WI
W7s3AGdFOpDfO1COQ5GN/sGBaZ5f64GBjSXf1lb22vOQ2zgE8oLrGa4849adRGlmLzGd9/9hFtH1
eZr468/VNRzNsHRn3jwLw/7rHapVrUbPHHJ3p4Tlpk9VF/cg9H+EC6GSMAP7UqzRTpFXdceicSHp
d3nz7tR6eDCSLnsIrSh70BLcP5PeNfey7XroYH74QYEh6TxOtiFumxK76NqtrLajnT30hS4IoibN
ZpQf7nkFSd287NZQQjxkMKApx6aRNYuhUtBlNmKKJYh6QqSiXsaOVhzdpIAH81OxQXB4F03exVNr
0O5RxjfeJ9aOZ9M+TkMZb4feCM95lOhrYKP9Q8QTscKIMX72O0JU7NK9V6XooZgNk/KRBME3RQV8
rujiiN709AwX67EytWY3AYwizNnGF51Y50WW4Mp85wIoM/7ZlDeIHEZN+mq60yCuJxSlDzMzBRd6
O7/poBV6hOFChacxnwXfJjsv46+EVSAmO4gs+WrpLE2rx+dXt6D9zqXYmZBql8V6Ct1ro6wCNDfv
mt+tmNyvvwSrHc/hwGTtNgEQZnnw450pRmVPcjNGwVqpjaUmAiwAINEfkcD3jonSdAfizRDgqcl2
269YQ/9UBNS8Ro19uruNyV0WbStZt3X7W2T69dbLm32oFsFLoLbFyiL2fswnU5xc8sNLYw52t+ls
KJlY77xi8g3ZQ3OPITf5Ua8lX1nZ4xWmL5H5g+dj0Segcs5A/rFzibPWwI1kJ+Db6NxX8P0tbyqW
ZpWOi1GNsL+aBxuNS5o1C7+A8W6Ok9urJ9CSfxyyDAMa9rrOln3qpC/qLlVPkQYsD9n2jRxnaz/U
sQnOThOL+zHDmn3w7OCL28P6iEeL7UZXWxdnQMfNzY3wS9XlEI88kYCPMZUn0kwns/O8F2Iy3cKN
7sgRjSfFq1R/3eEdSVoTGJlbFmdDgTeAJC3W2elUHmRbBpYTrUutOBOpeOkLtCMqdqD+mi0egR2w
nbsRkWJ/XVgs2pQMXIQ8T54iS24QQaRJ+Gtu15oEgvAJD8s6CRK+2Ahs2dqcvGDlsFxea43OmxvV
+BMsh/xgeZV9rh3dPo8RaLpfvzlM4/O8ZBi6qpmuphqmBoPb/Ou8NFRe2vi9Y30dPG9tzD4K2nwg
8tay7adkIW7ngU37d2MphmBVkR7/qU2ObkGHHeJcMVEbmc+WdVkKBmTl1Skl+TQZSAs27Ybod8IW
0o5PVcC0Jw/dkEX4ZcgysgqqihAPo2Tdr1xYRX53kOfI9usQIEQv6Fn5KOrUmrrIrQw+m4HR9a+/
J7mc+Mv8bdiO4QrLFq6mm0IuE396w1plhLuxYhdfFTPKlg5RoW1eFniLAmT66CwU7NC1e82FaA/E
k9EvmNtFhFKiWljTOZkU7+Jb5ve+sEd8atm/sJyo7yx9UN+isljI9sAzwh3R0GIjq1qGRSgIjmei
dsbRDIbqetlSK1iQN2p6mqwg3SS61mO8kIQbXfiCuTd23nrkjeIZFPupPfWXZtHmX/wxFuseY6B9
gu7iW6jmV4BxhFbptR038/YtIZ4sgb6fxme0S8CwGyoROg6HsBL505yXXBVZaG5kVRmb/AwrdRcT
7yoQXtZheAddvo/avHjCIJsMS1P/GEdFW//6bom/rYd41zokwizul6WTxvjrr7oqa0OQxQy+dkGL
E7SWv0127T1Eaemc+rzqF43V9h9DG4Af8F0btrLQXtDI2WCJ3X9Y3ZBsRauHW8tMm3UdgHQxwJcc
tPkgyKwdZFWWZFtg6eRqHOcu0uPswnoHSReVx6bEC/mCWCB2sQOTS1+qxdHTxv5YYJbx0ozWOaii
6YwoUf7i6tYP8h3NvawFc5CyKYL6IKtpG/bLynX6fTWfWfps1fzJcLayNwQ3vjbSqt74rp7eBTPk
DAxke+xmPpE9a8e3y6bu6yOoPaCWskX23UaVvY6MuGC3kNUoTbVR/51J357ze6lukx8jtvnIe6zY
xVFNMCVRCWHEKkONuJuH1o2/czzImbU7OvcOUm7TwjJz5z6vzFOVW+O+nDtkr2zXGtv5hxsvb+zP
j6lOjNLSVMdQTTZr2ueFcI8Udde7vvFl1P1qldsFiFpL6a+HmB88aiTua15F9oYtRXRvl8J+SCeE
dx0EFmWNPHhytjoTOChb4NlUqlvnnhkushpczdgjZSYPaEVlJ+Ew9/uNqbAYxXNcoDpFqGU4dSyJ
97/+Uf9tqtYtQ+XnbKgwYQ3D0D4tIWPTKoWhRdoXR/PeakjN9w2zzE+HoUedD76jxkJuchYp4tL3
oEb6lZl57qVM9XwTs73HSAkNUivLvbtShPadCoRm1yXTdO91Q7UpsGa+QD/rF70xNoci1IjFm0W9
A3QNSiiZ1sJLvb0Jfu9Olgo16q6l7M/Sf+q9td3GkViL/+GV9reHX7dcWxeaKQzLnTfvn15pLOAm
9uxj9SVK0x9ZdiY8790PUWSfwhnLI/E5lp7GKxSPrNWtTZbiVuhHDYOt6wklGjULWYymGURslONG
XkAOlh0o2czRD+8wkrQe/4B6dygMlMEYoLUi+vsr/FsW1aGepZrGZN0TAwV3AGFUB9ADN0yvz47U
MZnbnLDV7q9DQH1dq8Y8xEdzZYHW7IgMbJ1dqjp91oVl3kmzIZyIs4uvWs3OQkQXAhZVeZBj8zS+
jk3B+4uFVQbtzleGTR/pNXRf0WqLdijvQcqLL4GaYE8vAOMRIXHYxFrvZuO7X+zeaZYwF1AX0Xpx
qRLEWPW5A7EhwsF5kJ1B1vjnYvIQ3Zw7spE1XuONmIFbQX7fDuocHqIjmoo3E0Dkrx8TRz4Hf5kD
bNY0LsBWxxGAEI3PkQEkKxMNLdsv9gByvKxDgl+4C6wjpXdeS9PrV1Zd27tgrio9GG7VaLJ72cur
G/deosJjYVnPGUtM2TzaYKd4uX1DDdR5bTXwHyI31aXsdHVsWDweFQ5zr8gfgr5/xp2oPFml5dxb
fqgvW5SVvwFzh1FljO9TXYD6wzVln4V+8Vwp1Zsc0ClZvbDbsXlA7jE+BP6UrBNvUL424UIOyPXM
XRVuMB68InPxifd49c+Xxk/vmX2A/cwqxtgNhoIbmSReitQm7Of33F9kjraqFtUP43yA/vNHW5WZ
1YM8IJXyc5scfDtXibr6Ou7WpkcoJbGm+Mu1Pl+/dEAFsZ3UyZ4/OY56CuCEfCQG9kJxOWT7vFac
9z5CN752ProGDl3SqRVqTZ794ZTYgUNZZAHfgSvBYASRM9qhV0JNqDP70mUDmtcJ1FDXLfddQeIP
oZCEx8TwsYuG7h9Bn6vG/sDCow9e3bx5EjrYFz2vX10IAveT2Ygn4GzGuncRdwtxI34a/arD5g7f
owjpiiULFxDmQ3uWY4cJB6+kUjxYq4z1NZJhVT4lC9l7PeTN0nSj6SFh43i0Bs3Y6n8KpUi9k0/y
JzeRFYy0py1WzJdbkzzh0/mfqp8u18LoW5WWbi/kuVJm5Xa9FMuxO7XA0ih3mnXX58bFKrSGBAcf
a8ylYW6TvWrh6tfSr8flaIZvXJUcmzdj3G0Jd5dFP/dejNY2rx3EprWjKxHyslfMo2WpGHzAKYyL
yRFNBiSIibUYKGo1epCH3GsQM/DCdDmjaa5tjWVOeyeb4cLzuHY+qE0LvyXWz7dTI6dVTvrULvto
1NeoG72Ywh0fHHWql1rf1VtZlYch09pF34l03zXF9CDbtBR4sALpSdZkezG6+1wU4/2tqbUi9PPb
6JIZVnOxsh+eRqq4TnA0ItQ6vmPr9YN8o39xFc18HLTg1IzO8G6VtgGaBvUmHFJ+HtXHzDRQK09j
WoDLhzG4jEYjLZeJf/KQNnt0VWV4qv2IaAMpw63fTcOTXo7GceYfCrfLSuKTeECBcwEpyNguVwRk
FF5OWvyk845Al398YLtcPKlD2q5trdfXsjq6cfiQjeVS1q4jxlJbmr6ubGEsE2L0iSUg7OVUG8Mz
jUOod6z++myHTaSzs0y7r/eyQx6SHtjnxrWMWcuqrxZytOxpHPU+SIryUXMRzy4bq7+PHaGdvBZA
EiDS8luCAFmKrONbnqbZNkNPcWepefGC9deDHPAl1H3nLnBqJUSNDl6H25j3gxADsadxOEOBTU+Q
ARbXERormYMSm8fbCDnMLzJc1OwGZLKpChbLlSCKEGBNPljD/J0l1UHzEZEPUqqJ3Xj7LOuNNWoN
JcqaBHScwUu/GQjolLE9fMeoCGAxlpqP3eQjj5M29s6L1JG5VzjXIQnPnGs7v9kklSW74pJl6bjn
fZyiWPHWwvTCpG9AALDO/zi4c/XWVqQmt3EmWm5AuLmLgFzuO1Z9S6kckFYOunsqQMyozJ1zoPJa
looB05g8OmmpH4ueb3kqehSfUW38MomZsqQpwylVCemZmInoJptUkN/LotHKL/CGQB8Fbg6Xpm0/
oObaSVZ+mQD5b716Kraymuh3xeABDxvGcjeNZr2RJyMJuczhub31ioK8kxePa9ke1OGuiTTrpZjU
7i7pTWslL6NVzklNCBd6WY90QIvuZGLZJmxBb/gwsTFelI40KJrGB4zcv8h2zQe7Db5bGhsM7/Fw
CObheqOoOxfDvrUcVajW2axtUr4goO8Nu1BQ7OyHj9FqkAAoFzF+a8s+FtaLrbbOYmjq6b3x6xi3
p3D8akU+vPVK/25E2Y40iQ8IU/k9hxsZEdA5l+zYgwVp7k2fp9WP2E8flKEzHiY/zGBMW8MlAza/
hDDhbeJYn7V9ldbbjXqTs9YbgnrtRcmiQj/x7FpK5i0MDYZgxVe6iTMflfzoQw9Ulx1WWSn3Xq8p
94ODDlislwfZdGuXJbX3ev4oFpyfOszAUNYTH7atBhuHrik+iyREtsdUvJcxMxIQza5ycfPCf2CH
IxYGFA4ysbTZfp+dLD14IEV5jFSjPxiDZp7VxrfO+IXEsyzbWjbJQwrQBpuWob0jFUkEu2XJ4Kpa
8NLHAG6BvsSgSNrwBaUO5xx3JfMVnbYXD0++8SMvw/ClUPVqJcYUzyN3aO6H+VDoEfIOWbVTvay5
V4XDYS7JTjmsNI1iaUHiW8u2T+PKZMD20n6GtKMdK12dDr2blhjo1NHzNJAG9wFf/AjxzWhM70dn
BeHCQ3qKfKs/rX0QY9eTIPCVmyjRFhZQ6YOjIxyrwUjrEKw0up1iNpdrFVV58zjWqMMsnLUJ3+6l
yTAwqAoek8hKq5cSouAaY7BgK3y7fMkM5CyZ1R3cYqjqpYmRqMgRvZyroeM4uwAt6aWsirYr71hg
RtcqioruAV4i+KN5cDrZ6r1e+N8T/dmLJ/UrUPDfIiCaH0Ndegu/spznpNLrVS7s4AH2X76J+kG9
H5RyIMg/qnfJyE1K7AKJFfx8lraqtxcYtvFO5b+9rY3NCVKetfKrUWOT3X3XtKD/nUdDqZLk94iV
3SLGGuG1DMdgXRVAhH8XmZ6uYjvhCVAj2z32pb7DZpEHoDDt16zMjLvCG8fLXCubgm/KD7IXUMDJ
QtGMCRFTNX1xfBNItK9Ud7LX1TI0F9G1BxJPr94NPSp37rSRVbLG0bYnoLeexix9QY/KXKStEh/d
vA7Ouq79zmTYvYVBmu8KeDZrG2HKNz93NcJ+hYoqC71uFxz1oMkfm4wZxPIRtpmbndKsDrCZ5YTa
vTXo3a6LoVa3spcfCyr3SZWAz+KSfb+qgCm9msjonZ3e/OlzIQWma3mO0Q4bHXtGW+3qRxzHcqDJ
JZZdsR2efKQWV6JK6zfk0t9gJvH7jPolGW/3m5g8gFrzSRbck+0QWFiFzycFAqSWga3x2xQk15Ns
0S9FVYhvfp8iUOFE9aM/f1KqBz9/EiC4+i2r/Ddb8ZUfadn99EmweneTYi+YSy1QonMyXqbo5aFK
m80/bPLmWEcuk/XXrDxpNN1UbQJnAJD+HudpM68IFBU+hRMFBsKfbXzQq0x/TfXoY/Kj+ozwn/4a
GDEI1rp6HkqWPv3oreQguNjYGgO1vp4SNONdZIIqktUZMLlFhc7gxnEJMSj9Cm0SYyeviEQkKIsi
Jkk3945hdI6xoLlo7MrviP6Epzz3sl2Q4LPAag3hD2sKj76b5IsgYkuZhwPs0nTAGSuxn+UIf3hD
8617kv0BtiN8dnOStVDjVZSOanI3usGrqF0bwRSD3bhqb73KUGYgoTjCLYUeNFdrJYt2cRxF4I2o
ukk5IK/pOjtZNRsbZmjR6IdAjE9MxK+6sLNHJ+6yx5gtB0hMMhldwbOw9CMe3jBLD7IXxEh7/+s7
qBmfMw9zJtR1VYtYjQ1LyPoUzoocZpOyFj07vGHcEiCcDLK3ExOjlyKO1WCmHd23lmoe7CrjR8Xf
CtHOI9Fsj9bFy77pqogeiyqPH0tMrPcithrSiBHEchctURVh4m2thsp6zIvuXe14Mbep0Zz9WqC2
Ukz7RNG796nrp91kAeMMEId7Lw2UNyZCYCfbxCEHfPj1dOghzV7UPDr9fLWihSHrCru877EneR2B
Z8vT62LK7wqy6BhwMayc4RSZmVbHFPTpm/jjM123jg/CzcylHOVbCPppzI4HeQ00kUhqjitFRMNy
IBJ40VGYuxSYL/hMb6dbk2uBiTEGRNtkmzx4WPFsTNR1r6ci56wdzdJ+UzHRPfr4K+5yI0XvbS7d
2v5T6dfjnMj943run6VPV4lD19oCnSbXqj7UneJtoyAMl2zQpnmXNj1oaZBsrLbLV7c2X2unVddq
xlqeJjs6Uy+XZup021ubYwkE00a93Fj99B0cOPKYtWbx5Pnq3jIIY01Wj1J1HYpH9N/zpZ0F7Yfe
Wc/gxwJAOMqaBghMqihPRtnVX379+/5bwt8w2COQVrNhoRO2lf0/JYwym01OqDfBB0I1YXxnO7va
yJ4heDU/bNFurbHWvqi+sJaB7hjnEk39fRVM9hayf37MUb9f5AAHFyCs+JHPBwVZ/5UdgwSVVb1u
Tr/+JxufsyaG41qOQXDTNoQpTOtT4MzWVD8MyEp9mcZhFblTDUSEg5kUeD47TrNjmxwvetX7o00d
HCy+8bNb6KnZfThZfYDaB9xcg2JFGgHyVJr2Hz54/UVqpep9j2bYkzKmZztV+4+i4gbpWMrs0mAF
bbrwM/1+bCpCm4OJv3ae8JK3XaFhm0iPLMmDHAhSoce3Ksz/AaphiE8TE3+4cGxElG3HJCtKnvGv
ySNY9CAxstl+wGbCtJIyP5Kf8Wcjb4rOfEh1Pz96BZxzAtj7T+2yKkfcxsq2xMrRak1MvP7mi3wa
d6vezs1diDuwmiI0Yc3+0UDc/BBY7gfEAWIgtTli0OD41kaYNb3zEJigywHm/EU2gdYa9sykE9q0
dMqL9Co2TrUIzR1ydMOjWpQ9YhoXK8q5pNLx2/SrFtWW+QR5EcUrgwXwCf8gLwLDbDzFWMfJTqtu
47VX9KZMlBwSYoQsOYExxPNBlprazBfILLfrTx1Zilb7Qg60eVSWuoaQbNUWDnJ68bQMjLB7dhJ7
PPGFPLZph7rXfCiHDxhT8dO13yY0yiK5Pso+QCx6ljXHPMHzxi4btFz9QMOzwVCPiVb+UZJt8hDP
vZ8GyzbZWzems7d81Gn6yS8OqtsSfBiTB0srCuLi/z7IzkkgeL/JzbE4yPqtW42QNCZpMJCkdfHb
VSZlY8xvXm0+qOBXIq1NT2J+DwOjie+nJjv319cwIPkNZq0tOIW5d3bzQYIzI5MIqkJepCtT9cFq
N7JPjgrTqdqjujqyUJnf5f/pU7Vu3Iee+cenRumgLsVgAdlIpwkFXQwaEyT3PmoQP7DSCvcMcVOc
ZbXXR+VD74niGwgwHLtBz85p1nzFX9g4oSpvnmTJ9kx2gLhk2GVhsk2cAOHIjoh9PjYSdbmW1dtB
nlGh63prUkk+LFotRial6ZV7gECIsemZ2ASqrdzLttshsP1g6Rdhckf0OD6g4YUD4FySh1rxxnwh
i2Stkg3aqOeoDZJj5GcoYIkiWwtuw6qKimqdIrOBqgR60AS5Bohv7e9+maOf0XfZU90Qt+5HXV1f
q3XbPrjYBumG6eVLK6sIvZRFhx8dgwO3b09ZNB0J/iT3Pjk8ZE8tsfAa03gbBt1et1Y9bWU1xxxw
YU5jfC6D2n+tWLFobmK+JdPYQVj+y1l2d0khybDcbCLiAnr9jaf5bgTc9+bZebXNe7Y/eR4UKFqG
j3IASm/jwgk8+zKEbnewihwJ4cEtvoEGnS8gCkWsMoBTB4SF9Es7mtNCdgAVeyBS0rx0nl+gLoOg
bJyBXg+FficHWCWa1ApBl07gp1os49Qzu+feZdPqodHGzrnazCScr8MK4URAVjEENpbMxs4LdfPV
rIFmzd2RiEFz2+xX0r6y1yKwhrsZXAzvC+k5JVAOpVScG9RV5iCeJYkZfhHvg7pI4eW6zWHI/T8I
G/rQfSefUDzggTaeqrIkPQUE86M2p7UWNsoZvYXxcXSJKxVgSHdxpg+POiqLD615lH2ypdKcAnRS
YC9lldjFg2ma9h2eisG+Dg1jE6ta/j5m9UZ+F/bQdsugmepTmpSk8EbLun69CDGvsizPPjSDhxpX
HnU/BEP5ZGH4JM/MtBgJtMKCk1ADVFJM3127wxh8gatxvRG6h8heL9DoNPDqOKtJmS3tCmEEpUPy
MjPRNq1LeHKQW0v3WhhlASeha+HPrlH9/xnz94/gOlndVvOy4PYRiq9b//Ba1v/+VsaZylABuZqO
Ybuf38qW5TduarfDi2lO4hwn7Rn7jvJDa/HH7NBo2cpqhmyHXekEzCoyg8u+JQQ59isv95Uu5utx
imWGIB4kQSUCEv/vkmI6LquMMdrK0rW3tP8hNYlMyV+3rfPKirSk7WCQC4TI+LznYe9QlwUY6mez
6hHeRHVXrQxt55iIccrSrc39D21ynJufcQ1djEpKVgrNmGQfEpy+66aSyGPienedXuzHbIqMrTZ4
zmZsefNc67jTbNAzRhNlSD66tklWRl05d6WLoKhVP0WOkrAqs7N9GIQp0zPVaOy+476oXaAyGZD+
wu9yFBGAdG0InMxktfKeHSAtbwWwyk1Xi8o+JUNWojUXFm96y/qjDhr8H+dqWOQr3/CqZz+dzAee
P9Z8M0BndHBeyl0cNwN2eiL2km2AktO5J8t7dLxhI2tj3LpnWapaoaIyhp9e7CA/vZCNip1+oKDl
7W+D5flEqTbqfOp1rDw3aXkby8ZuwHU89A1Ysobmbf1QLVmr9MUbIWAHJECR3Mm/JHLdRzKXJsHb
sHvpmowIL3+RjV/BEk75gOJW5lgfRRp+DaIp/S2cog+zyk2W/YPHD1SAAMUc8nkeEPKeeAmtkqmu
d4HMzcula1GuofQx5s5qY1svTYN/xG1hVWlt4S1vSykUSvFcgB23nVoz3YhwKvesx8UzaeIH4/8x
dma7jWvZlv2Vi/POLG72BCovUGzUy30XfiFsh82+7/n1Nag4mXkjonBOAQHDkmyHLVF7r73WnGOq
sfpW6UEKMTFUr1Q1qq7CumUTWh/oo+Wq4o31aMtFuDfjZtjUIwtOm3xcHmf0HPlLRiS91slrNkMw
+irl/1WWUVeMwq7eFDt5xuU1gPVT9AODXMm73M+z7ibEA7+sLNXt2Jvt1qxs6SUCXnP5goz8KF8Z
1eYAXz15KGIaNOsPlEOtca15sc64h9XrthoYyawP9AEDX0hW0q0StMFxyfPaM3LdvklGHC5wSZ/a
pmzBl1Xho87ZoArF/DyYZnWaGw1+0lzMz9g84k0XqwWKfB6NK8CqEtFPV5dHGzxPplY8Q1marhpi
EziS8FVpvCzbOZSAIfXx8twlferKxN8cL99k2qHfg257kNpRujELkmQv/zG+l71pR4N3+SZCFzOv
CyxjD9KsPTcJbJZlXhB2tOupKU7Ux//cJCfqz5t1FTRHWkv/8+bl0bih5XD53m5NV4rrkJZuzuzR
1hj861FwiMNB//NTtr5hzaeug4PAxi35vz12+Q4p0H01NWQ0Ifu0CAL9pZ7aBmQHwDmEqrTsUwY0
g2Lss3JF0wWVTK6UmRyrOdDv08W6+3F/Zht03VASW90U3FJNf17ubylJ3LwFCIBpKbvJu6pzolVq
Is3EteSRpV0bSz1eoZMlDyIBqzv0CGuA8/pm0ZmHH5+SV2MeLrcDhjFbYjdh5LDJAsPRzsUMxrKt
ier5cV9dG+dYXqTD/xDXrPeF4nZG0h6wWFC+onIbkvi9GcM7Mwniz2GstyQVl5FT5e85AeGJU/XX
nIz1yCnTBKJFuHy2c3BtNNb4TvrO96UpxTdl0SaoYADuJtreDpR4MLuBaYIUzDhBYGCz2YfkAJ7m
YNHkWj+9fNHls1btyIqyrNy93Cc1WGYcKeJn5JefwQQh3sLv/Lo8/J/vs0aix6JoKf0hyCfHBnOO
1zQNfcmotSvOuDJuViH2hZ30Z3RbYOL0qL2XImpla2mGV0hx10GIWtGRvLAYhh/upng1NV2cTRcX
Uxjm4hgtKH9W/1M3E01hqHnpDM1kIkDjA80+bCIVmXV2mFCIYGZV+PE3ENSGQxi1L2LNZ7t8sFcn
cR/mZwLipePlrsuXGhFQyADOqfefrzUjkgeFHu2ypNE9RZnDayXvFtKrjJlkukw7d4k8+IpdFg/k
Yil4b9XwXZ2QwLTU0M6QVl4K1uejnNKVwCe0RzsGfnj5SU0o/vxJ5RrQqhqSsjWkRj/T2ir1ODpb
642MMvScj0sG2G2s401rSmsuAo+YmZbgQySf00UJSdck6XZ8kp+m9bNE1PkprJpuV5JA+OOz6N/3
/fJoGbajL2PlRx0gH2x6o7hv1k8jQ5YPks6Hy83LB121CsP/8UWQDXWFoA2+1EoN4Zaiim8G0JuZ
pWbPSH6Ug6X1racYWJ3hZUAGi+gOYFfLb6xMJYd1fQAeWuWNdm8d6jCyn5qsdzNDm8hIwSJRjMO8
udxE97UnSU5/INsnYVyMASyDvt2T58pTTfVdxm3wSmh77OblCiiT1GZTZHFxAsuLlhns7rZewuFW
2MvsRhHudTlj+KCuHaZw7TV1Y6ztraJ5/s9dl8+setS8eE0zlAn8EWlunUgktzj045uDNKe7ynrz
ct/lw1JRuTh4DomItIDzQQy6bWiAuYJ5GCDdCpTC5fay3p7aEBXT5Ta7+L9uh3nzrMkFzK9CfpHR
D+eNXHxxQATaWeiclxAaRKlm3KEVNjaRVcVHw8zDc2+tAyepax77soB+Adn3s3/PsrT8KhQ0pE2j
WI8Syx7Cgaw7h2OjHEozT7dZ3dd3nDpBfOR19j4QuHn5LjFU1+HMaoVwL3BZWrd/3flT9J/tSUwJ
NdtUZNrCtq6rMpfTzz0vepTRYMlV8KGXK/5gUcNjTq8PD8yX0obte54u/oveg7lOCFh30/g8K0Tj
iRZbsaSL+LpXpj1JSET+1YFKRVZexUnT7nvbU80q3uZVGd1FxV2WdtelGmoHWdLVA90CAl3KKnPj
oUcBo2HK4NSkeaU8Q/2aMpmlgx+HgxbG56Z/Fpqked0Mv42+XbfFfkI7WW2w1HQRsRbiYKziG1PG
PQVQ+kURwLUK9SX5RDmr3izlI2F0NkofCMYK802So6ziJItAbPOmf5TshaCikAEmXnt9xzQ1dzFW
SkczuafpAdVbGdtrfSaJKxiwI8VQpI+SbDJyh5DqFOS0bnKUqd4YkE9lRZkb6KLcYHWTN2OQqZtF
/+g1pdgPtFp8k/64qwMy3dABn1yzqai99X4fLHG2w4uLVmZBN5TqpQOiF0MnGWpSzK/clsx4Uh2G
c147kxwv9yPQ6EQivXGO2POx98IUUVLTR8ck+Qjvqs2sWoqTRiOj+7SrPRkgG8kPsGSkUXlLS5B9
g1HUfhEGhSNJde7loVLdJagBkRQoZyDWyrnDC5aKuCeRIXIh3EwHBMf2kQRDwOctRjJmhtF9imnS
zSaFliO5bogQ62YPh8+Dh8kwP+n2Cxx7YA2VY0x0DJKl/8jlWj0hn3kPI3VrRtRMRl0mhRMMc32g
Gx52YX7KVe1pSgz1EHay6aU6+F6qltBNhN2RHWm0zFgeONXlJ8z8+almkZ4joK89jowmCar7SKse
dL3LD3rMqDrQjrSvr8FiGS+svfvIItyd3HErKs6laiTPjZRthTmOhFrFrVsyjrzVENMNjeZkkYn6
oYoIgCNBD6ds4gzD0J1747Agg/BXmueGUN9zn1nLOSoRqEgmU3EsbKcqIGVWxrm2MSdNP1R18lTm
wXgOZpqyKcwMSzTBrp+VW4vzqMOSbO3BlgKFVqZ7kTT91eWDYkJOnOqCCL6oQXRVy+pRnVukcqp5
qpjGXo8oUbzZiMD3m8TQIrZ1x2BxOvkc1pb+hE3TsaLoWNPFPki5NO1ne/iW4x8/a8qENlrlZVQR
uLqKSrAwJ3rEjegnvaEBkBAslrKdqGS9XDHdWFI/5LH2lVhhe5mn6SwX+U2Hd5F0evS1mOTBY8xq
56VFTxB6Hvk0LOxtFpqlB0TZM6bwzVDU4W+WNfFzz4BVDSuAqgsdMTgWhd9Ml3TW7DLFj/Y9B691
gABoHNGPeKSaJ0QEZdCZiA4JnAKXqkPzMCCHOyNgW7HwC+qW+9eLrC1+OvxffhtSwgG22rZg9Pmr
k3xCcq4MXN7fbWpiKBx9Q5x0+TlY0WqhmTtv0ezUMRK4IdZkfalS+tF33XTqR3vZl5q1rWWTCpom
1o5KZToEUoT8qYvNjYhqKOcLbMN+iF5QJMlX7RJdpa0pkBoM8TnvlWzbkwuh+5fDOMGJz1IZB45S
JQ9xX9+zptp+WI05+VqZvm1k9TnOiB1MNBhimpHCMFvb3Ulv9zxdIHH62pB9EQ77PG8VN9LlwZ1D
0ZAcZWJqWW82hpH57WgeQ4xIpBDkTj6RTQg28svu4mirx903pVgA/VXlXWlp9kEJxWGMpXtIVclT
yjXkCMt+z0vQdercy0dUItquCFnOSilLtnqgNMck9JtVZdv3X/qsXXN14slqMn8eoZk2QdqfFLnr
UHjaRAjI1bGr++6c5YQDG2HZu9BzUyeVrZiuhbgB5S8xTYjJzWzn5euvX3/x2x7Llbhej6jTNcU0
rV/22BJup1nrYfG9MOXpZmjsirCnQBtdpgz3baRQpFf0eJX16qzqMrrVreRv/DHi5wbU5RrUTR2j
OH00QpF+1cbD5itMu7GL7wjxlOdyRmFImpI5SFjUOlOiDYGNH6qaXwU8s9qgV18kyZjbiBqP5KD0
JOQ0PaToTvp4mPHRs9v99dOk/PY2WYeliDp4r6jMIH8dnArJbCd8sst3UWYfxKB1J+QOGTi2PETW
CVrlMs1V0uaMMmLLkSXcR7OYfHrA6IXH0trEuvIOyb8/T6TLwlKZpWOGCT+ZC9kbx0E5LSM5mn/9
a4tfens8taC6ZZyUliLsdXj4i55BpJy/EAKZ3+OG94ec6m92PyoeSX1QNYKw3hemgaZk6Z70yKfb
vYc2rr6W1rRnr8MFS3Afu3Y1XklD5dCutA+tOWdOYgHzh/7vCi4rakdLPMS1kP05KncAlWSva8Oj
sIA1BGT+GW3uEThi7KdwaT1ajdZ2tGiOjV0GmCQnYJM0o5WLnT0H0lRszBF8ccRw91ijt/TrIABd
EsbDyTRmBiDMXfH4kuHZl0nr1Mn8XmgMAyMshG4qzb0/h5O5KXUr4uBWDl6bDDX2wdnehL26iUq9
uVXHLseUn5n+RNDVJtC0hC3cprzTw5F22NJhEFNrr9HCzg0qKj07ecNJF7X1u6Rp+rnOKMgkibxb
YZG0WeN/d8wknmkeBQ94y+z9qMVfPYUSNp9LsTnNe5i11a5qO+S3tCm2bLHiAHQ2hrL7Iavk4ELU
UJuBIKqyi/bGOpzSOJ8SFxkTyRhp+3YMJ3+E+eXahl7c22DMd/bQf+qwB3OqAEXsBA6ym6qltLtG
scOBSEZoegjmk61U6S6qR+HMgxYvtBcKV68zdyYr/EY1JXJYa+CPo2xHhUOrX7qNi5dCY+JPdIPI
jwRUUkwVwgvHL+jc+X1basZOG9rF7ejZyrq4gQi/5gJhvyuXrv2bneoXB82PS1mDJ2HSr7bh1P3i
oOrlwOZ9aQbfjSaOKD+GwklNyd6kSHY2Qo57prTDcGUY+nClhYJAzCQ8lhmeedaWzaQN98Oa0IfV
7yHnRfnrd5rys/br8tvRQMfhIxSG96b2i7lTyErW5HWVfE6EKZKCQUzvKJe3XCclMe/zuFNMgscq
RiduRbt1k4nWUUfEyRfyfrUAskpmcjjUbKMKo92gUaDTF3f5bSkXti8vkbJZ1uNJkY4xL3+m+lqu
E5tXRs8dS87f/Dm/rXcmwwXdRnAgDMX8DTCjKuOypNOYfo5xf41sWNwLG7l7g8LYDdgpvblvspsO
Gho6icEVyowjTVjC7XQWbEkl1bttRfk6WT0K2tRUEUEmw705Ptil9T6Hc/UQMvP/O7GI/Ws1wxOv
KkxiVNWyNRaSn0+MhojbvCWy4FMKAd8sIBXH0nzssoRSAXzpxpiUyYmkoNzj2WE8hCz2HtrwjZnZ
h0IY+v5ymBpk9Sy1E3q9Yq+MpGWVPecdQT6FE6KuNLuxPaui2ic0DrfCCldgCcYaiGn2oRkX2VGD
dks00MeMUuybmloIV7rmnORBs6U3nD7kQ0PbjMW066fnv37lflGwXS5ES+PwZsm6gtbV/kUvs+Q9
5IQpTT6tXGl9OzVCdvAA23dr3apxlR6NSRg+XqnPWSIoqp8O0tzqx3xqfNxLAIjH6KxOcnPS86iC
by1eTILrb1RL2pNYOEid9oTZlzRIzBoe6sXYqdtscGmqwD5JwvpqKYLXXu5ZowMOVfhcHwN8Pcem
h0X+138r189vrzf6H4oWxeIiNYTxy5rQjLneWmFRfGa6Lnsoaccr3MA2QdtDaO5jyszrPE49dDLF
2V7Ce62LvoJ6UdxUVvRNptnh+fKhtGntQu4B9qCjrMRulfR9esvKG+wrq/1GBPN0kmj3Wl3ux1Jz
RaDyBKiC9ijuxiuN3+1GAzgUc23tbC0k0z6TtJuJcd9VWnyLzT37dEaaJTkOUA0KW3X0ysLuKquP
tdH7ATN6NdXEkVBytPzdIEPaJSWsRzdTYI+vTLZG+l67IEwityc0xGnDYh1+cMRa7vS8cGbNkAg1
yUGlYNC5BvtQnLqVehTmdk2EPUBwtDT8YnovPUlzVnuMKK7RL5ZXyvTQdUu848gZ0qc3MHXnRUXK
8JC5CMEVd1EfKQmReLbjZ2/0R7tuyPJh8wEG7jBUTK8zymhnQdDqJySeOPnK4Tf0hqjiuriiZreP
llHGR4ZYpdOlmr4TUTAdZmv+muJeYepQiEOwJroGSvEZ9TWoC/qYDqEB06kipSOoyaXsYPtNrOwb
naoLixwNDxm4z9oK1fS1AzcMpkP0zHEaGqBiSfZkaA2ZlmsCr2LRc0MzhDdGHNtobs/a8MWAvrvO
KIYcMCJ7WG/jVgua9Amh/yFo6BGX87uVSeGJFbzeTCFU7wZpnZPMsCPojctHff2AQ9ohobU6hUH1
DqPos8EHvhOlfgXYWbvT+n7amdBUR7i010qMpHLS84+ib86aAZW+s8KbkZytG2CpbivyO5Ijyi8z
ZGs3rujtm8+FWAxnZvRwLGTlatKFcj+LaDtbVXozcsaEeTZ3O5Yl+ttjNBIhFOGkRa+3M2Ja/+BJ
qS2q3PYTKpMjivf5HPa0qhbLbm9C8s/+pqI3fztVmIbQVZ3N0LQFesNf1uGBZEquOq3/NIiPcdNo
porL8WVZds8aSgV0bVk1F2S7Uchyr5wkBHhiiNCLCGbcGvHykU+xvs1SgPOJDnj8la6H6YDJsvdp
snaoODmxnZ9IiMQMAgqPJS48481wUqMYSX8JDEdRsUmH42x5IpzB9+fjfJLb1zQrdiqizzsQASUB
gkV/hkGib5JSfF2oObhGtmSXqHt9YgYEviz9lrdD5mEdYxfpI44h/F9jHusbPDHKFvMA3tAwLo8j
UK10zfss2qa/7xNFuMvwkDP5grs2Jb5cgFCKluJzslAaGdPQbcOAgVK6XsJBE18NyTCfY0O/6Zaq
+XGG+V8/UePaC0XuowQrhhis++Xmf28/y6u3/LP93+t3/fur/vvnm3zTnz/Ue+vefrrhF13czbf9
ZzPffbZ91v0LWrd+5f/vg//1efkpD3P1+c8/3r7nceHFbdfEH90ffz60yumFrbPa/5uKt/4Hfz66
/gX//OP/NOlb0b61v3/P51vb/fMPybL/YWi6Rr0LMVRZxdx//Bd8v/UhW/sHm4VtGApvRJ15A/tG
UTZd9M8/VOMfurz69AU1hA4ei+9qSRtdH1L/IQviSW2Lu20CvKw//vXn/8ns+/F0/78ZfgoQtJ92
r5UEwT8a2+jFdNIift296rhWtErpV62mRVxortlemLfHKNafMs2M98A+YFUa2oe6bMzWNSgM9+SC
YV/jHQthiBXbmO+tVV1gZxHAZatxiE6gTySFj7ZQz2U+xnt16SdfUWEqRHGGQ+fcyzPLtJIPHjQr
4Ne9+YzIZNraUFMilgtMrNah4/Ax6+Zy9iIk3xuacZaTiVnfcEBO0WrwjkvFO4sq1sH2JBcx+qJc
npzOTFj+hYoxsTS/0kE17lsoIaOieUguoutMD3ZZ2wUeTbe1HsbnkkwYaxkYO7wsE/4dejjmHN1o
ha3s1xU3zV8BjESPVbUYR6u2Zvo8I+ZCRH2YjpabJE6El4KB99rbyBi7EyJ1ctgZevBspPauxKkQ
p8k+LpP4ZsGDGKNtcEslma718toWpM8yPk98W84FQScG8U55QKBUX34WuvkZmGq2ZcN7Ic6CdtFY
wGJajvOyoJIuCxlC2hA4V2KgX1v2h8omsDdq2jOJe46hoHcxk/lpzJV7ch1Vr8ijZxtRjM+qogE9
k9BKcUzbLOMX+/t11wQ3WZIGXi2n8lYbIpofAx2EJs93aU8ElTGu7jrZvjZtrXVx7Dtjr4Bb1sRz
QLaa3xVy4wZpsAnCeEOzq96Q/bPJa8Rdmj1w5hz1sy6sDbjxbWJbh6FUa5LuSOeasgRDXzOFW5Fa
ORTaGjvXzNwl1O2HSi90ooGg6sUjQhmjAhU9Fq+lnN6VLUDatnptrJ5SEJDxVSCZlCdrvOZiw8Gd
7fZKCeuDndCwM4yImFi5eK2lHXyr8LFNtmaxeEpYfCT0C2l23XXkUFtzsqM7Ry2kT6+RRb5Txhxx
zCGe5LK4HmErzUYldh3hKjIlzSZrWHbxeX2XyN+wGdnaEAwyqzywAa1GRfNNm9C9WByljZ5Xt9bL
N5MwajaItPACi2SelS+8Y8Rwzss5dY0lIEE2geMaEIWIcdY18W87U619k6v4c1Ga3KOfg5+/0jaj
RC2mEdOWVQwPwGwks5Tw64ZvgxLq+zS4kRKO7nY+vySqslNyY4ur0htrPXZoldh3Zj7sVOlTx8J/
1076xxBnGM6LcJcU7fcgYk/nmBvxhCq37WjdZ+yT/hOZ4dWm4Ld2esxxTC1Hd+qNm4bYu7F0RWvH
oJlR49VpchwgJtI6hxUdRB8pIzJH0yzWj4pcGkV91YgpY1iPYrq0jY2oaL+JtPQafa3vsX+OxV1p
jANcdpC3Qw9FknZSYVCiTbyhIyV7qmTtW5mZLoNcyrzQsSuUSKsWajzzNyGzOAtcDwnvOGotokyU
q6AxmXjp9CEKW8TONBDhkXEkVlDWShw3hsy81STb18LRnes+2U1aTWolmVNM5mMnkvMPZWCag/Xy
pqYU96FNPYQSk5pQGeHJwF3MizXKor4cCBgdjMX4JakM6qSs/qb3CKQW4atSkxwIMH1tIf1daUT5
BN9qYyJSa4qMg5YwcejifhdPBIqJTv8C90c/NCOuOryzqoB0gqCW7jXlgMX7e1YQvZgnieYTIMNb
B5Z0iQ/Ql8MasrVMZzrIAM8BVJvs8CW1VDB0WsVlrll0toYGRcxCIE0x302TKq9vynGPs8BJxkA9
J5ZU8Nc0rUdQkKsOiCGUTndnHNboGspgZ0YloZrLqjwi+IK1LEbDEk+vI7QTOjQN9kTzXYvPpI5/
R3wWohBIncXEwFi2GZwp2r1bXrXJXrJN3ifXagrqeE6Zehlh23h5kEjYikNHtLK9JhQfsCMi6E7B
3DXrGLBjgI43NtiliECdDI0es4FwLOnZWRiGjBJkJ9xsApksaNnm4Fb9gCbEJnUOnQs2Y8lrU2nY
JIHi4vMeKuk8y/PiqXHMNHZC0VAJ42DmiHRmo822k86VUU6oUdpzZIXEF8tRRfJaE28mxkTbbp59
YZObB2WYXmWEOjcbo3DT1flTwOGLzWxyiSmNfTUYVXcaDANZb6J4JK4yqGuyjZIr0tskMlITVrw6
EE0ZeiL4nqn6FsemdbLH7mqqy9qf2ulF6jP0s/2L1BWtS6oYg6RCckkcX9wqiixXF6lBN/u6CUON
NJqZRblQVTdWiKIFp+22BiseZXEzpTSGocshZcFbrupPVhk+1YZk+vXQIJDmAOThS1AdcuurTTxb
sKz7q4xx1RaeZ+iNhoT/JYTOHI+PSdksT4u1a2kTe70awzJO/UEdmVok/U6xeH66AgSwMeysuZ8c
baqviwHIi24fQrWtITWZZ6OU2BGN+BBYuA4LPqRVvBvjMUZZZD8NRvSIPGkD38yJDXsra4RSWdVw
QlTGr9qHvLILTRTmdpgwWXbR5WdboAD8r4rOs5OhXq+faovtBR934FULX1gtkkliTC4IGqPxNd+j
dr42aJo4EgsJZXMs7WKgWHQlGqhZnZOlwXw758ZrWDNWbKZxv8SCJgTdoKlkjtXIsxuQXo+Wi0Fq
1UfnIDFO8Zx3p1Yf3E7GXVsEyJnj+m1m3pwoxyIwRehU2petkvsi5k0ZRe1jhN0VhgVrLsT2CdAv
owebDgS6JQUF0JkzJoIyDEaTeg4ILmZCbdA/UV0LMbQX9/YOU+qn3T3nia65DR4cVx7pz3b47Mhc
2guwYL5kzjf6dT9z4aUwDgw5RRg4skGPEpp5FjMvaSqmp0is0p7kMGUF5gHKZG3R3hveiB6IipcB
/bU7ZyAQ+szwlhdT7l7nUiPFIbBuSqq3Y5bPNIzXrBI9tV8F5L9NrZhUQGP6kEiS7Zrrro0ruCY1
XbYPCU+giZjeN8M28NS8fVkkVd4yyz6beB35yoeaxIqNnH8qNUFLyaxv4eTsgzF7Iym09NqKnbRI
Q+iUJotVG7fJDuYJ5h37lhnR5OoZlWCszc8zAkHPbBELF0udOXLdAjWTp4lCp53pxin7pJG4PHoR
uAHjck8h1dS162m/cJr2k46DsFYGe8tcYrfEP+8uNmsXVWAP8no/qbzq6SxxiSKNcAaw7/YQ96cK
kKqHwh3nBYEfHuiGXW/bNjR+IhIFCL8M2YKbls2GGc4V+9Lkm6U6e6FpdFyRXKBZETwrmmMs/cMw
DbYbtKN8Zt4QRIm5GYqk9ECWvOhmXfmFAeHTaolwX2uuFMz8PFo81UnLVRscCDpc9SgMfzNMaSBs
K9VM9iTbkVshgz5ZIOv5DU17IUgYSHQirXFdaF5Q+VIQXdvjELKDzfxKtXy3ZNWuC5q7KAYIqy+C
kHOCZkljdJq22+NwfG77bt4LGJGbpAiyNR6BUmI0PWmomQ709rDLOuZXIIk8gxfTzSfDRmQRZnus
h8S7vmTULluMrZ2nTNCKzMV8FdBSeqZNXlOE7/HS+8oQtI5IrGI7pQW7WzYd5x5gwMyRw82V4Uu0
gM1w65U+unt6HyNjKoY8a9mmUW5SagYowYZyVK/Gr1Gt3ubI2NSlegYLyBg9Y1oZ9epLbRW7Pu00
T0u6Q4VmgsXNAuAfoykrbXft96Gc2rQjkTuKgP8y9AQjjtFyh/938rK8IZrcLA96Oz2kmJC9qcLB
oHda4TeTpXLqqGGDygOWQDO9a0uWd11K7hdz0Gn54myxO0pw/N9vsSxfFxQr627IyJU8nowm3mTU
slvsze8rsk+XYZ0B2+J9Ql/fGoEXZJB38+9LZEuOPlTMFSzryMlVfpjHvR4DviuLZhOX7Qe10iuV
XjFhQC1LrffR+nvgX02/mfvWB0CIPCwUTqmEgdMBFXYjiTQWxaj9YWUqcFkHOSM+mWOLZxIiFc7y
6gAzzn1QQp8eg4/FGMsN8A2nNwvVL5LccNt2k3WEI4kAKzmek2gwN5ZQc3cmaMPJs+5a02pHXwaL
JQ5LHCDWY8obcN+oyjXTWx1Ld/eM4iN30Ku85u3IEE2qzupCYmoO7MHR9YIBXg8li43xtp+TsxTZ
PWFZKEVCbNpyzzREbZZdU6lfKFrvh5ql1BBnhE4cEemgQWWx/SyVr8N2I8dmR4evPRXGqvdvVHCj
KIeHuTkFcbCXUjneWrX6FOIbcOp+LMHGgFtjD104hTnmcDSU6yGklghl5aAWk+GGDSG5c0daqS59
gCeQO0rZoh00v03zyi+5kDdaEHiNRKpuLL0no0DeqJP3QbgisbAqNQmHHeH3iDA2ihweNL/jMN/N
KHmQFjhtjduSopb9XETCiSjE3BQ7ER0kMpeLlBkho3GX7fTLssyrqDU3tGDtbZlWkwsN6lusKc9C
Drp725Tu5IKBKFNIut7wasJHk6RgJ42DcRNyZCcwcqfUdxogENdehoWFnzC5sJodRa7eRLpm/MWp
vTFaqqxkIVpd6/FYlumDbQ4nOD/Nruy1B8lGwV41M0Aeh6DRhyRRnXaiQVz3TUnsdHSU+zglARPw
lW3VT/OsMkqfSbwMY/1davVHlNq87MqLreeJFyUN+x5llCoQFonCH8ck9kRVzhuARt6QGYeUOFuv
bxlCRbqGN1Hgwi2/ddjrCPWVh40yvo5xVB5LloIYvCimb+V+TeXOZARYGjNuGShbbBgqJcKN3Fqm
NyxMNfvUm/QuJcWayIcy+SjC6Dkh7+gEF+K8SEyj2S8n8WVLzWvYBwerkzdas9Rbmo2xoyCfVXIV
JazoT6RaAa8meNiIMMoIfkenB41LBDw7isUWFbY3Rfo6djOQ6LGtUA0kV6Y8fu+LL2W0ba/ELO/I
fY9+Lx1cfRx1HwiKOxkamUmEkHhLZ24KpjtMEZPBacsr0xiD24CxS2ROzSFVyLuqBdO53jrL8eRz
epP8XCIZS7eQyQerxIs0bLLLK/oDMsfTuQcl3RtemXWnjqk4ayo9qpbUG2YyD8pYm3tLXZ5zpu1S
Grh5wuJSBuKc5p2y66h4jEQk3jBK7KOhtdqfqqtgrUvCgHMTCdRnoUvatrNmwXoqP1WD/diovNOM
7gnsKWHshvIxliF3JFzLWn0a13lij9nxjOvK15XwnFf5wyCzRMVAH2UQp26YJ/cTk25yAmnLuEkW
3meA5TiLzeeupjXUVTNBP7JMvugSv6SK3N6JCH5PUoxvi74d26Tagzh4MdTJPXd2dx8v0cPC2JdX
lAUsRoCI5788tD2v9Y9PL7eT/HsKaXEvxV2yq6XFR2fNtrN+EIa1NXjPbS+3slApD7Uouq2lBTdo
gdw5N+V9EBXojaAybxDrXQ8xyiogMETDamIfiJw/YcZIw9XEp2NmbTt6b9tIxKxkab+7HCYtGvyb
LCRrJwKgCvOxxgA3fhVqix9RGI0fKtFNa/5f7s5suW1s27K/Uj+ADPQbeKkHgGADUlRrW9YLwpYt
9N1Gj6+vAdrnZOapqFuR9XYrIpNBSqJFkcDG2mvNOab+eehkvGsQotILp3QYxwWA2GC9T4gIE2v4
PhUENWCa8ACZVwxjsE+oA2m6ZTGhc00jh1c2szC1KND7WL7bYj7ZykrDwiK5zNGsgHe6CrTSYdes
5/fb6eolLmgt5VkVCABVdXowInGnTDY1JA6qHdDJE4w8mkAaGX6RegR7sTxFCk142QWjWvRPitW+
sxRVXmzYEO7KMJ8K6J/TFSsdUZOK6ss8vuriLFPz02Q4+WFNBwDcCV7/hkO7ccogcfXVV9W3VGNp
RwQIMbNwOm9x9KcCHc2uF81XLg9nTSWbPUNhUmZYbYjOxluP1dAG0XaQjebuROFc897+6jb6a+OW
T23TMNNvxvdhdltvqs9pTS6RaWvDIWuRTTJD0DnoWVZWcJAepR4HrfowuPJOW0Zi1Wuh0Z9F/1Zp
DWKr7ioW1ThaRfW8KgEl2eNoKfmh7nuFNuv4WhoJyeQbBJ9kOMJUh1ORInlvjT25J6idLUIOnXbF
OlbkjB6Nq2noF8DW0ClGswkn12BWOCTDThVjE+r/vjGqqgmN7UduX2N60THenSusGVEdTnOJtcFR
3psSnBoilfuOQ+lwexS15aeudL6nI10TxsLdDp8WEaXbyWJjsQtN1SESuOt8h+inEFG5EfahOssm
rNyJrszk7KBkvBqFyutb3ZKL3vZNOMDLrjNtVqrtZSnzOh3Slb3fKrSVRghf68elKNgUJQxhYwPm
YP5Wm+sjIGt+meVALNxuyjyueVP+/Vjjg4LwlJxuL/F2s1Qz79uv85mcLNrpyBzjc29k7r6Nd1Kf
6y2RBRDaONtiLyN5F3d6tvrp1sxht0ngnPPldjIS/rXDViKP+PFqXiHvAuGr//rXt9+Ni54GaeyU
w7nllxRKVR5uf7ElBkT6t/fh9rhKXNzK+vJkGcN3d9TPQ0L7ZCIn+2ANqEiSNi251s4TCQwm5RT7
Mby0vCI2Y/EUmm5/mnDnHRSiE5li80pvq8jtIUqn1QfoGPtye4m3ly6N4rXlasUlZuhCl6hNguRM
lFFmf6yiOnAEy2+C1ICd+fDYd5G5n61sy00oy7jw5oUFV3Hdat9W7hOTiiocF5NxcT0eqMFYE0rX
bY74EWlLWWW4lLNyMOxOTj7DyrMKBeCsyYEd2ZxMgUs0RajGSLZ6KUiaXheAOwk2ivD2e9ZYspch
JYiFI+9DgVYvtBTQ50qnI0o1bdWnubg0x63CuK2/eaL3oVt1gC5vH2FDy791qUbzhMFvxs3t3u3m
dsRB7PlYQVEigCIZgM4KDWZHLY6/TpXb+bLd6PbCgtkI4S9dX4dD46Ro5bbF3uXJAM86sWvSbODI
NyLk6ZByssHYJNvE/NUncGuEqTXWzzIe9LAsrKtDp2CP7WAMbzeEdNSB1XPKC1DmodG0Dse8MQs/
Q+PEpbeL6Xez2vRrmHaU6myuan8ookM+Z+l55sK203p2PbeT8XbTbMfz7V6CruHYwzJUZEU4meWm
BEq3dv3rZt0OjXeG/1xltaFG8d7MRjjYn9QK+fztc9ALp/r9idDNcXTlXRkttoJ2+r0l3vXCVm+9
dCa0BAvkyiFW10+zbomdlZakWjvGHShT465NSatU9IVoweSzarGlm1Fp//qeJpWDldnOScy1dSlI
n/eISA+chg1TSUfiAvvh81qk9uH2A4ATu7MOWv72Pa2cLp0dfUxmz5rRKgfszssBoTwI4CkeTQ9n
zXgwONHwtVfldTQNAORud+zohmojnFMPM2Jy11r0IKx5gOOTb39V3ezoXj3TW6CDu5Ei9O1Fq5IZ
V6Oso19SaNwlM9tSZeShYq7fXUSKbWYMl16Y57GrjjkeDzx9tC8qrUJ2/1EPWnKxcbkA0aLuWJMl
P6UyO8LMI6GrZ/c8TQtMGg5xDblOq9+NchA7oNupZ+bFJcnb9Ti0GGKJ7dj3bLE84Shf25g83iGj
y1mXZyeqnJpQlajdNbP1qLodaIe5fGsWuj2WWrwO7ToFVsPBAFX7PZUldIctvZXU+cOAWMhXL6nT
gOiy0wsBYc15AFzs6WCqd7bWZWxPkpi5JqNqH21tef7zRsCY8AwHxH0VXdCfb0Yl95HGLfIQ/BXF
udRAchK9Rg0Sj/6QcqnbJKfWomMd6xSdUoh7JqodRdPto6oWJSAYp/h1IxyanK5FcTaIn/Mi0l1i
oduBpefVS6yHKOE1tB3ca7eb270/v5F0jR7OUYVKiImpf/uGCoYUXbpV7v78udu/cvthU0s/d/TX
962q2OGI7j/U0aYSHL/dheKvHBeTFFPFmkKp+rev/nkjp1r8elIlsffWcN58bTQo0WYRVn2vAiDb
riT0ycM4Up0QyFu+J63pKCFyFVSECzZWyAnYJUfZf6e5YvIPEKWJnsWdInKlFs4YtzECLgV8LiyP
saGEKhfOU8OqOi0sm6ViFjTlJ9sXcT6dNVS+ZjbBOS4pJrVoOm3ycb9X8npvsQp4WBzerYQEabv7
kvbFT7orfm33r0bdcno5PY7U7iWFukeb1v0y5U7kFwbcFs4q2q3gR6LkR9FA/ZlFQdbf1DB6k4He
lfathxkaefGmTXcZoAQrp5M2YmzdKXrxPqttGxi8ZYXs3l3BzNvpQVIYL5n7ai40xlPLzJCvL5+4
ZOuecHvdXyY6XbV8FjDjPIxWdE569tmlKBHuHAAIvCRqsfo0Myyf7VEw1+WXosuAp6MXrIyBiywr
noWyqesa3gWLdluVPTgd0toi2SZsyctYvqXl6LCu3RsLAdSOWt7XuqLumjKCDbmd7HWgmkXAOtic
tGqmO9RSLKyJr2UCriq46KuzCQ2lzVm/ofv0AnYIdcFW9RtG8yGUhuGXONpt9mAs4Gh1aKbMVPrv
XBmmvaPfF8ocMsd/QLlymLLktV2YsbnFS8/glAOLM8b25FS9SAF3OEpz8r5qjgBWyoPrwlpl64AN
n0BpvDT3I93Fapa8R9h8u6amY1wg9g5UQtEFiyJ6SEvf/NwNNKRcZ7D/0vWp3I2G/rCyAHIGR4Fk
g+vrLSne6qreoeX+2gOyztI2qNvyNKON3MAD0AA8USb7umqvRc00R3lQ9AZ7KSNvt3hso10/wDHt
o+pqa66noahLZvfHKKprG2WMFMb0G8KNYB6CoTFGrmjgo53czzsjwIaLgk4zzoorfWWJsXXXQDh2
dCN2gzMeNFp+daZ4ptsElqlfaASiC3LUuykaD8NE+WmoAVOIC+1zbEjX4gNG3xFT6afIku9A++4c
fPT5FJ8JYfosbbSy9iUS1g9IODm+AI/+3/OMyp3NTX5qZzc7L4o97ywbu/w6Ghp2Y25u9243eGL0
8+KwlpZJ9tasGuo+QcmWm2uyR4TwRbei2ss2bfzsJgmT9cQrtyWAmUPLOT6oB6cDOt4eXYfqbV5c
GWJc6UKwLHgMbo+7Tqy7tKbqnvTe9fJ5mP2MDuMwmRvzlZV3inPja0Lt4RX9wkpJrQYBazjSq+DD
7OmWhnK70RM05UmzZJydncTGTxavku1SQ29DoIMy1Fz2saldEeO7lYW3G3Ssjx1IqH3T0zr20q2Y
WxyjWf1u/g66goiTkk2M2HYc49gcnUgsh6QB8LW4AJMgsVH4bN+c77OuLEI6rk2obTeYwanQSnXs
/ZJWs1+2xHPqaYVDlXOlSnQw2MBNPVFxDueaRP9qq3zwDOg8VA7+WJEyzhLs+mNiTTp9MKgI0Ncq
Jrr2FMbbTcmWJ1TfjK3e7lfl2an4Syplu+TdfkiWDAwSu/ITPZNhB3UhZLPWAYPf7oLuQA8mAy0v
ogD5KrxTQgwZ1EqqRev2R/2qHhkGmQOqDHJxjeE8Y83w9KGkFb9VqEaHD5E0N/Yzfz6uNOukTnF/
cEk/Lrw/f322vRAGe0y6WVvIWWcrhG7QbtHJuYoqw9vXbvduN4oO749Tn/rInUNKFXGcBX6KYv1q
mF3PzrX6TDhleuZaoNGCo8lUoxQNq9rAujYMOJNTWsLjNiyk/LURBIe0AkmuFLBKl9RiCASRL7zd
xCsnbKzMh4recHi7sZIN06Rkx/72F3ZrXe0KSh46AZnu97FCG0vL0n3aGJ+IKm+0YC5mAvtELXeN
VFmnh1HhAKDWZu/FdiO146ADsrm9z3yxgBwVTr37fJOg/f+qsRPI2P4rjR3U8+rne59i6furzO7X
037L7IT2h3CwPcAPMmwDI7Hxb5mdMP4QFPCqagjH1IRrI9f/LbMz9T/Y2GmGYI2jbjBMFHi/ZXam
+gcKO9uCRIQyTifa7J/I7G4yv79QeS3ToVXnYt5C0icsau3/cLjhtEIJiFDnKAuVASuZlkPcXsxU
pJsUEy1p37/2ygfcsidHxTXbYF4JKno4fo6BFylSYSINgigwOtWXpt5Y4s6LMzp5iAIbRXz7MQ/F
ZXTMzhMKcT51QZs2RblG2onIGP0tAwwON3Z5OEaM4ag4YIJA5SF6m7Emc/MBEYu2XrVEeQRHk/pM
+L51c/5JIPcpNHQgajzdmQpXYvGgBlY0MVvbhtGtAO6BW8RDH3aZtsAX7VumVQ2iCPQe8ya8RwWS
mo/u8sRW5kVOmJZWrv5r8pGAQ7Kt7DtGzvvOTu4mSd5jz0VGRd2usVGhMly9gWxkvxnl65o0L0lU
P42wq7pCHhZ1DjouaIhCxGfTSB4GkX+gTUBeZTWvRZ1+ILpHrl3zNgtbf7Qb6ywt7aJXvE95zGuO
hXw166Bhv2eUOq5DwnBgt/cuBYZm0nAzr6ObMU6kgaWxEOdrpwID+WGgnpPSIUiSty3q6swzeEoW
Wcjg3CigTWCAsgTybi93eq4gUIekwqboiNABtzk5FWrLayi2ECXAlEeV/jmCoU3t4wSN6pzM2X6L
RP8eSZ6XjpjCiwx63lSeYQ8j+iOBywNizZGidGj81jeIAUxCZMMAjJZiPsMhae0U4YL5uArKygbJ
1/YPZyZt09unHXXKD7NBdsn70BRGH7Sz8yUbuDZ12ezsaFI9gm4PrXZm/5j56Sb7y3FXnayp3U3j
7HVmx7Wmm67Qwmgj0WkdbrqgxuaDX+NPeYfmKRKDs6P6+egMjLRkOx5rqEKp4NDhf9runcUwj+in
vhZfZO+MZ7eI36OCgXov3ZdMSJS78V0MArkr0L/R7/E6NctQembrplt3WHCXB2XU3nX5DihOedIR
BGiFm3gxZoydkexa1458KwrNFRClFCI9cj3BlmB4RsdrnSxxGiOKOVRgt5Mlogz1VViGa6uZ/qp+
NGJUd9piPFJbp8xaXVCb8Zd0La7wHvScBj+REI9jKnVQnfFji/1wn2Ml3Jmbdryt+DObPfSXxF82
7ui2gRgjv2mYK9qV/uT2vfTiJ3Wi76y64kr2OdxxpAZD4f6M+gDm2FOjGwEBlAcgqR8MxGZvRR3h
oeg6FaRIIvKwrojDPmaXYRyxf47HJe+LNYH9rRlT55wJ6heNRgrH6OyNGiIuIu7NiUNEjEwry5LP
Kq4k6qgpftXqztn1tT1ymHYMlztJCJGtecqpjB12lAWnmMJJx/7iQNYjebEcDqnxgoMWxz8eP/gx
4Zp/z9t4j5CT0pv3euBVqFr8YUptN0x7c01f0nXea7n2QGuAdCUC7z054uZISjZsdXlqzVnhQUTj
U+SQlvi+7WTfEVJinZ+JXJja6LWSyXIc+Ahxk73o0L19sC7oeOA1oElzvbTFtF/YrKcGqho/3sYR
pL5CieleRc7vtQVqZdbaQ9JBZmL1zG2BbrJ5qIiO9svO0faYMhAC5eV3hYXMz/r2hPyLJ4nS9evE
L/TOIuyuVRlRGl6jIgOQhfY0ONCNcCOhmKDp5eNghUMnF8aa+nbODg1zkVRc54zFspbym167H/pc
5L4CuqVLQJRH7QJYqYkOtamcaTnMByTRD3myhjIx9ABuFTa85HPXsRxBFtn2mMYlnRimVOx8d21H
95K8lz0CqIqLQX5n8EZQWDp3MbrSlGm4mxrPEJSQAkMMccBumZvkUs3yDwNrqJ8oVb2nBr1OCp/g
aFqdX8U2spWqgvCyOJ/UAfe4o7F9RJt7p5aSGmxA9KiW0Atc9CjcmyxPxEMQo0E7TPA8/Tkfg1HD
czzmDrsg033Awrs3jXul5KNQouqiA1yBZ0USuZbvkiZjAFk8GxOfVm69Tv1EzoXI133dSPfQLs33
BlM8E2+o8lx8fdugeWQWDq0pHd2JyeGyrSW0yB8XmWe72O2f2PA/q3L4wZ7jk7QZijg0OehvxA8i
/3E7ymcXpjwFeSZH1AqHyQSEU3ZL6jWivk/BpTFfZbklIuzUGlS0twsWg4rUXxVeKJ3fyB87NIhE
PzIBtNLvxtjcz0v/jb76R8LAF8THV4CoLaqZ4gddG4ZDhAL7sV4eSlO3AmRlp4gMESwriuUVKlCK
zMVZ1NFwny304OBLouGkxJCuIt2+rpO4myZ1k8OzAkej7rdJFAwp9DKBGCVa1Z8qU02HrBX0b8vj
ahBIvFbt13QgFbGJuRgpGvouUkkgMducy+soJRen4qog5PXXihmVyMpvyMS+yEYNtbXy0pnrZM7J
pqo/IXYCKIzmtz4CHpabRezb8TeooKM/Nhdr+kowRLGT0uq8SGs3cVyv+pPNYoNH8OQOPFv0fbUn
v+8Yl1i4JblOCrYW+kEkb9HLBvArlJduJFJPOtgDokF/HAfpt8M879mkLgd73mLdOq7E2B4KH/VK
O0deGzNzjUb+iGnA9ZolSNgWU2AnuBqCz7VQ+30pCrw62+WQk8fYlLCvxVZ9kQTizYp2GFMWRPiO
L+vSv875moczSgO/kiy2lvmoom9NNTXZuwNXysS4s3rkPXlG2aBYzbMy8bck7p0BJpbVrVB3SatW
l04L4lpJrlvpkjb6nejo7Apduy6r+no7clyjppFD28BR4AoQtRuIWaFnyiUO6aado3fCYYa2434a
oy9pViKssFovvrrCyDmQTDzWs+jJ/WHMu07IOjKxKZcjL0OSGtQohGRa/XQmrSWo2kZ3p0bf+sHC
jD0mzFcihJJe3YrPJf6yIFcos+x8j6ecYWGfEZk6Zvue0C7e8uqo23Z/7vX590271P1ZQkf3rEWi
V5IBhiM3NLTu4PRI56nAvyYtBrScnn/X0U6kOKY/KV0N1XbxpVDnXaJ027/2xHbsWyysbO80DSaI
SK5aGHfc/Hqs0iLfVSO9JZ2IxTCpi3sk0DNiU/XZ2VoQzWJ0oba1IGpBNzrOApIkycMz5RBa27bw
NhW5PbzdMFgfwmi/xN0Q2ub36d9zHUSeUPOXic4uXJczyK17k+SFfb7t51yHIYjMNOhPBql8ukTq
1e8JEtGPQItQ6JpX6P7aQcVhBSOLaGvkSXCfgQO5h1KvDgwnUKJU2wYRsk0fzmXxyZJusW9v32hz
DjkaXAqVd9yHa6/FwI2DtMUAkjHZ40yCm53itHSAz56T6kpjVQ0qPWbismgx/IIeN2My+LKIWor2
Lr7QS7kota4yeDBsFD+MRV3ToKVuzsyuek9W1XNk/bTnKnruVoMCzB3f61qOl0So42V9LBL72rRG
zrDQsUJ+yyeCyBvmBKFBqhZQxeJU0F4IWskB43TqzCAyUjT/djcXOiWOjXRo+0baFIgrBrF62po9
I/CawmxrkNzuFeSXVSI+A5IFuQLIAgKZ+FopK400DlZ/HWykpTjXa10zwilhtGurBtOiPx/rMxJt
Ig9+lFtDCQkK7ddfd02sIYvA94KSTAC/pAGvKZAQoRq5AEi7dEeZQxNpdlawCfoF4rICQIm5b2zR
fd0e6WTgSrZZdF1mZ2x2I8bN8+2m27796+HUfEa7EO3tuhcBGxWaomU/ndF4aJAbSOtThQ3xVB3Z
G6IABA2UThc7SoRn6BZ4WwmUc1Ut0BaudW7Lyv51LzKl2Jm9YmCA4Wu3HxkAW1bdGmo2ZoDbV4zt
SXYFBlhItFlDp95pBr6/KRvpnitnwlvk11xG1c6xVPs6RYgERncYz1M72XeLolyylSocBP5zirTp
2pfWuZpoULdEtZ9bMWjgPkni1Gs7PtweYie5Gti4AzFRmzWTqr8gEdAuHbF+3jRCnFi0EsKU68Q7
AKQTvcaY0ZnIH3NLz9FSzF/LQZSfm8G1AvLUtoGiRXlu07AfeLcTYb/8pb/w2yX3P6qhfKjTqu9w
+f3dOWptu/Ut6QFRJwcLRrv/sK8XrqKvZi2HY1921UHf+sfJR5pj4jQq5wX9GBsHlW3JCDfdTLl6
/b/8flPDUm47qmBK/neCAH40fXH7Zjh2Yv5krQR4CIpJNntGmv+g2Nc7pmSDTd9fW/8v0IXNFPtn
fNDvPx3jLK5EJJzgWv7+qyn+FcAc1XAsFvaJ24axG9yXuVg0j2RdfzXVowo+8hdX4x+1rF7qkv/+
7gL9u5H0f96l77Lu6o/+v/yp/0b+UodY6r8cG/+bv3T3s/g2fZM//9r4+vWcfzW+rD9UE5MoVE+L
hYy0wj8bXxY9McEFFDO4qdo6HtJ/2UvdPzi2aYq5YIQEikWe9LvvZTh/mCZOUJV/D5gX25V/0vfC
5/ofh5OrWjZ2VfA/Dv00XJN/P5zybEwybXXb45hvyWy0xldtbPcgwMPpxuKFnRBwYKUeEtJt2K+M
doDxoTpqI3O/EksVVm343cjgIdopSKQy0/KIRgH9AzSKfPqh8PaIufoAqE18Hit8Tk5NPEw+6kQS
6f25AweOVP4CK04hWvjNsZsOXX2PdNiGI5A6MXsEheJfa5NvKprlQydY+SDcnCjI6HuYZCzZuypR
TTrjThykS/2T7el6MMmg3Dv8iX4+4pOpuldSm691E6alRn06FG/0y5xdZA6HeW773bLYDvs1QSwS
PEeAUlfHkEqAHCYPJFgZwqnYOKyRyozAOkTs6Z/rrDirMbsqZbB6f4yS9WwvMU1qVHwibe+kZkXB
4nC1L+cTQRsrHoa+3Ztd/qDH8ZsdFdozAo7Np3KJspKW+7povrq8DAQ/4nxgltYnSFuZg5MklDFd
ndut7o/Vr6vaeWQ4uf6qW8/TpDfBbOb5cxSLr2nDBvfOkHZzmvouCaSp/VwrMfmZaK4YlTTfXVzC
sDe8KiwqGubp21AzllGAWuQw8etSm/0l7fvAnoKStW5flqWK5HLPMfSRT1S8RkOjQmb9821fYmt8
9ntV7z8TeYJ4bWbVJfz4nNg2PdH4B6K0xKuiMvG0RH+Uo/5o5RDCXTdPMAwkIz202tvfY6S4IuSZ
dmqcfyxmtitEuIJaoY9Zo35IM6807ZcogkUqOrv1O7kQB5GuoJdasFsWw0ammSQx2AQnZuVDwi9C
oYk8m3RFqA90OXT9sVJibwE3iK3+Dh5LBYK5eh7Zbvspo3MfLabPKC7DKVSNHvXlKXfiR90pL/VS
Xiz1u2zKBzT+IdJaVIYR3s8s40PJl/iNTtZpaai2FIam9H4M4zFf8rfW4uog6vp5yMsAdGfxOafB
RJOo7BFgG0myi+ipok9RjjivRz9lFtVE9/HQ3s9GFESCshnq8wuvmM6ExbSa7A4oz5q2L0e9RmJJ
B3JQ4wETz9GIlSYoZ92XA52jsceCVHKOe804H+tpMvd2KwgYlK7vKtN8ImgESzltEm0GL25UWK5F
K7cNI0krhIWSgcZ8GyL65qb8yBzaYckZgynDWVe7j0wFH3ikoBERFCDO8yC76d6WcC/JehNr82wr
C6LMqNi7uJ0rTSafjYYB95R+4LuMiMU9FZN1pA3tILrrWxrN7jFbnhF8d0Exs60k0eRlSIAWI03F
vOUzc0oPfdHQQneb2u/KjPILaGhs5MSelypdwrZ1d3aHMD5nqcnlmJ6a7xJb+YN1NYqEXYChXOn/
kki1rW0KOkGEUXEG8+zLMs01oTfjU5kKBbEMGj621CTg6I7XhwimfE1IuSOrpNmZytRhvm8f26WY
L5hG0XNTJ+KGXeIgMSoZVGljHkpwZLjCNpND8QTTwjyydwbgj6MqyinXxdDTKk3Ue3dc3T3xh1ML
pixKk+c6aVcaa9UW3dLCfCk/cGDjv1zjCuG89i5SEJhssabnCHvUiLZdRX6Kfjt2tQfRasUOrNR1
XB51Izv36IY8w0iAnJfRjoATMjTHdFfq1udVr57TGMfMCA3Bt4gpPyMZF2cy2YD72UtApnS8R841
eAWb6nOjr+V+4gUYbS/P0FkktXWGuVpZf4w5e8Jo2RvL/DmDRunZGsaM0XIORtz3aMXTRzF3aAk0
bAZ1BO2CJrJ91nUrPjVDvKOWxJQ+nHVCy8+qNmOQKAiXRyLVH1f4MGYK+S2PNsJH3+aEURU+7I7k
VDCmr/PJOgzONLPosI4ubrpuzW3pV5sOrDS6D13QFAfOoZyZjSrntOgshKD6g1JZVMpjSgdL2fyY
RVueAW2qNAj4dQotx2M1rVcigKojjHP0VIuKzaZEX7GWO5hrwOVaN7/ge/niDmt2oK3lnpexbY6G
a9/hobPQji/QE6Rp79LetH+9Crm9lNvraUGki0yQGspX2HHMcNrkr1dZJUQB58OmsKCVvLLzQQBl
sTG63W1TbIPA+dx6DWPbeKlVQ98pQ3KE96vvpak/zgZqcEZO423HJTojvN2rtl2YCdrJ6zPQSPU6
fpQk4uzrpW09PXsdC74a2cWGd159iQnZUxfzIa7MPFjc9e4284/RN540OklsCtGTKOtdO9NlvZVV
/6gA/W9UN24wRUqt/zOY5FRP3/5aNP5+wu+q0VX/0CwBUc0B0vUXIokNrETfan+BHEK3txCWf41K
DYgkLMTA6hmL8ry/jUoNG04bZEfHMSk47X9SMjKR5Z/66xZE3ZgnJvWpYboqUFiD6rT5Sz4gwqx+
rMTmjjPyL3O/zYESK+g4aYbWrX01yj47+pLSqu8uXbrCKmkwUIpF/6ZkRhoorJUH0Jx3dPwII3Xe
khajmrHLujz9lKKrGJriY2GVOC6L+2MWbz3mzbMJNWBYRuUIfFp/MdQ1mBvHODeqvLDNU68DBDGp
5qey2nDbU/GiM3F+XMjQANIWLs2EojlOGTxWynSwKyBsOYgEsyHAUvYCkx6a6pjQ9FgKOlfjfELS
GO+NAWaDFZn9Hh9YQAhPiUYI6EqVi25XFPaXxAVYXOul7uErC5osXq/Mq3eZHU1e1JjGY1vZP4Vd
uH6XjD9Tqy+CVVqX1O3nk+l0n9p5jfeCTHpwcNRGZm0oZ9NkXjL1X6eUi1SK/mic8FSRkg4HUJs/
5UAjGsO8082BwHbXPtcb46Vel0fkiOpJG/oTc43WB8u+EtugZ4docUKtH9V9PApES4xinLYpUBpG
qqc199PKVQo1HASElI7Ihqy10rNs0P7QFYPt2CzrGV7E0SxOSx/v5pbu4GwdKZS7wEgT+HFNunOS
5TuGcswDgwubZcoBaszV1RwH7TDbIMpk9WbK7tOip8ivIvMASaE8aJH1o63Kwe8KuwujhgzASV+E
546iPCwTTec6h8csdVTE8Km1lTQ92qBYPjN7gasJaPZQpOJsJIGu49Jw58kJBCp6zNjmh2FUZ0z7
/blSwIzPinuJJmdvf877Kj6QsH1XzHjH1yL5bk7tiGxfDc0x16lnrKtp1eW+stL5mNY/GfjYKAKY
TuZzSWBTNnylmp526bqUwdiDEawi66TrsNnoGZ86ERdBZki6TEkBHdkCH0o70Qc99qOqgWgIk1my
Gkc/NDudjkbemdj1nJRQEmKyMAf2fqOIR2yN4OAnLOtWbGlsysa3Sk1m2sf9XR6v9ZmkE8+op/5U
KvXJErF7XollWxbPIcsXRu59E3fxo50djdHdaYlEt88BdmBourMa5xX9O4waNkCjokenUm8eJYjs
OwyzpKLDuZJzgcYOeZ7F3sqXEBF3ZL4wXjHlGV0OcfCS9m8m1XNpNsMJOlm16/v0ywBhnIQzwu4T
UdoXtX5X5k4e3LH8Gi895Y5TAHORaNqZXUL7ta6qHl2k0jD5SVHxOdPy1XBKh/Ay9MOKpdxPJXGG
RPWBY2WDmain0sFHP5rPVWFWdyV7TwSbNrACuCR2w+DeWqrcNx3Mbloc+W4O16OHYHikYtijJf1e
YVQ4FANXrXQq4gPYmdceCUckxms8W1TRb2mRuvsOvK2bOE9yYuHS2B6Cr2OI6CBpgq7vtRFHTVa9
aasF5gB4C8NQg3pKxxJdd4+Fvn6YAPWdvIR2MgaDy9g+tdSfDrxFu1aIfoBhvosIUJ+z8p3XzVQ/
F6emZl5UtejkHOT5FtuG82qtiAsIN62HLjn0BJ/b9NlQCAQdI298iKga1eRTyaJNFxmgiFUg9St6
mpeyaxb/SdaYbFewJCgK5/yqPMVtvxdVlZ70prgnhHPcD5b9PhLI4hcaBOWIGFgibhvLw3alnxCb
4WIrwKTb2YPs7DFAid4EJmOaCvvyroQ6DlDCOWaE4bjIOrOcoePIVJucgzwLFoW5Cz4jvy9fm1Xm
ey5ULbIF0gfUefTMFtW/DqygwH8fKMsPK2bwP+f0uNgm70uT3t5iyzd75vgxZ/7KFguW363iS/lz
RrAIB0euJ9kTyU7eU5LWwGxpVkJcqEhQcVGlivyaDzAR/hd359Uct5Jm21+EDpiEe61CWRatSEri
C4KUKHgPJMyvn5Xg6UO1umciZt7uPREHgTJUOQCZ+X17r90bvRborNTpTREXxluuJEhD0q78UwkU
ftOYdr0ftHc4Os4+wSS4qSi6Btb4nrkjSp3J76ARWNEzY+6+n8BFtUB08PS2QTrPl5RQqENeFm+w
Fp80PbwyRnJhIjT/TmSCj9Dk1wYFqqbTtzfSEIWyQd6BDxAq76IvfiEfGlna+2Wy2h31ISgcA26t
Cdv0xpvcL3Ood3uvQjzpdrp5m9FAo1zhhech7d1th+gABaVTb7ramA9hR1Cm7vbk2aJL34mu07eR
W3Y7bE93YQZhxh+aixF2HD7Ur+DkI9UA5FtxsOOXSUh/7OGeEehCxJknsA9RHMAQVttWYPo5AKCG
LoHwG/MQm/1RLDXqERqec1QEFC+BBnRQFokrbrcYB/qzxAPtECx+Yzl1E0inMIEWUOIJR8YEb6r3
vpY/ebOXE+faPOn6rLxu1C9cOTWbbsagPqDhApkFialf+N7oMWG1l1V+I6qZi2/Y74EeXCdDfSkc
dMFWCzElMrsLRkcKElOV3o55f3BIFFtqfzybGskDcZJdlUkREQNwRGeCT1+j1D/5mKsY2dFijuVB
1FPLiE6FyjMgLqRI4Ilv7rcOtHM8mCXOsxIsA0xKty+gViVohRJ4YV7r+oiHE8IY0GT4pcGRm9b9
Cd8dqvyi2oLh4EDwRiKlTO96qIV5JGk4qbVjjJobAQL5WC7AGkb45uCENYaueKqOYIwZcrNNTn3v
YofUIeI0BXFZ41HpaBHWGsQbG6VRLu3TkFU2hZwWu7Qoi9suYRrgZ8i8mkMU5UhTkzjCVenRVdEw
nTvDklONmw+kJUWBnc/6tpkalwuQUZzjNCxoQeXp8KVfOACi2jxGi7LYybxFJRPNNlQJpwMhRaxS
K2oEvq330+xnLZDmabVLrfeue0IJVF2cY4Dly13eyS+TGy5nbwBF0VTuyFGGWaI2HROcY4pZgcPs
7NTWS5rNLespZC0WXfGWi9hR7/WjrQ/zed0s+WCg1PZfM1pDu8iWP7QFquuHE1fHgLYzcx0fjHLd
FfYyHENbI87BYFEfR/nWTXzMWENWXqWmVx/6VRX60eHLXMaBzKb9o2XogSINflDfv/XMwaE2gMBZ
3+RUjrB6MBZtqzAR52mw4+0kKVBY3VNbkMMSEXwUae1TmPXZnipp8+E+NPzukuIfQduGFzGqvYu5
SG0PEayBUDc06GzZM1vtr7315rop8ElYdeIfB6W4Xjfd33uzaWknSIGQw5Or2MPPVfkPVqin5GiE
2UlyPSkH0Mx2maXbMkUIW9k6Xjrmr3tD1Hfr2x1dyzvEWXSEe1adV4PyuoGUjjb58zaJFFRjQufr
avlC6IGzr45AaobqtJ9I69u0rGUYW1sJm6VsDx2VNOZeLfetu53g680A52zX4003vuJVAXeiXM0S
ddSMe1gtaW1CEJqlQQz1tyvRswfE4h/b1aZoiOpucZAa0K79vprVOD7/cqx9etcsVd1ejZtCJ4kT
VNZmWcZ5u9pbMcHU59Xkt94EDvSu19A5P+/Kaqqmwic1yFAmv/W7sNevZf2uOtO+2GYS7s1HuF7L
ObZbcSbTwMG2k+K/VH3qddOpvc771QwldJKRLOhMZ9mdIYmGE9XI8ySnrcdk50g+rUSR/c/Nh/8x
d6t95i9PhVZrZ9TqGqt+dcwlnJ8NFdpFOTXXjSddNJRO957rC5KUZWwWBFbuUWPeQUCHUnurjfe5
VwpK+fpiCvye/fdeqdTXjYtHnbgiGCZMHLn2DcCL6soHuqsshk4yAHHD/DuJZUAV0LUPvjvO+/VB
qU52q5li2MPUKwXofyWqm/qNXoGeXK8TjrpEtOrV1j0DoC0+GHWbyuYziRfRfv1R1t9i/aFkZhV7
pySawkpxB69ezcbx925iOES3KKn5vx6/3TiypkJVqYB+fx3Y0FfwiPgnc2ggc60H8odtVcxNd2yZ
EHjrF8I4/vv35U81FI6CfOYTy4mPr2D9lOvnFYm5nD8/OZftcu+18amYZYCAFoyFbv2sKGSpirQ4
ur1xb7AiBmheBLbZMve2fEJ4FvG9oynimTRj+j7dz3P1pJVY6oHlKPDdgpTY6991fhWv6wDEjfO3
Nsu4wHqRvymBHTOO+1bQzn12/bmZ/NYA6ZdcdTa2I0HsubMoHlZ11F1ynszEfpCxFweDf91oDbzG
8K51WLtpMQO9QLafgjXRYKWITjxUffWlEXtGTOrUYsFjlTF5N4psv/jl9SSv07L8YbjGsx4h8iCV
k5XfmHwt9Oc0zuZN7tXfIll+M90QOovFKWAU6Q0Eo/xYiekegKVdNSlAquKSRCgGC3yDTC2sr0PH
yhOTBJd2yDODi4ZOX+xsHwFGIt+BqY8rH9MaI2LU0hKwRgCHefzUGLQN1ESV/Gz6L6RDnpAKqRwx
iEeeWx5QwG2NebrzC+8xtfDsU4i48t5QDlELg7w5U3V8sNHSwhKW506I6xzfj3nvLQ91nif7EKke
nf/sQjT0GwuSgvAh7UYbomxjigLmj2C17nkNlQjCsZzQpdxK7yn32i9pZN+W+d3sZT+JUSarkMgz
2OHRazcwWdFQWYNdyC6ePXnbyZVHO60fiIygxn1ozLDcktZOunfV32UuDPB4wlwhinwXjnRUKmiJ
Syqv9emZtMYeTANFfCYZfdtyShgUx2H6xcyZA3A3T17OWGdhrNZT5lVelpyWvioC+Hgie+1s+dg5
3ovkS1hiKojDCOsVEf+XNs/OXqE/NDlNBGu2MFgvyAdZU8uU7ks6dvcidDEroQxrc/x4UZ48DxNE
bmk+zXDPKWdjlCzs97a18GNZDdhb9BZzN9wVtdzF1X4REwqN9MAJ/6tL4BP6vR8HNTJyc7IvDdqW
zq7wmsW4HpvE3aVga+lwdA9FrYGOOmLOj7Ygid8WM3tI/RnQX+Zc5zO0LMRzKsX3aJXzGTzIVSaG
fSYhHEoxAeg2bpDDPi2t+yUz/O8+4NCtyXm0VAs2GyurgDR4d3ldHEo9vxnpbW2Ykx5aZ/hWVcUD
7xKwhg+mDNLVoYxZeImcjHcL3umMBIxKybApKlbuLqVsjZ8hGu+mXDBxzHY6XdiFeo3EoJ6ggLWE
nLc2PWU4wf5dMsFcm8Oza4cA7bruW0tQ1GYE8tGbTke4oEdicQtCq0fveWUmTULbUvuOsZu4T6Ni
KDgNLHrcCloQ+a8sbhv5qpsEPOjaAFYFQXK/cDnA3IPqMO/vhs7ztqEWxJmyFaGa25NAhpjFeOy8
EpFkM+ZweoogRXQFj0m2vLxLEBxlubaQ4xXMhznw+uhI6lqMep3WWDvqcHIkrv20/JU3sM+lU3/z
hAkWmJZuZRjvPezYIK7kTc0Ua7MQ8rvJcz/fDrWPPhVS1SgA1GbJwwxi/GooZLKJsHCjwKd/FsPY
Awa+cV3tnI6NdtHN6IIOFm36qKd3IOjmrd9ah852H3xYj9tKmjIgjXMjcvJj0tn5xcwi2lmDbLac
o65KgpqK57lL7lkXLxdDJJfKL5hZO8Mva4Cy7zcUJFrrdbJb/bC0+nekZNVuWcTVgKxwmzbaZvLi
jqP8p8hbd7cg6Nl5EXDXrN5OhOQmlndt18B4Q7wXYqHEL1JylFGebmu9RJwYlk9JMt8h86m2RUY4
md4LVHhm/syogXgypBA4o2zEBHjSXBJDB/2BJKo3pFjltQlqYbsok0qf27ekLiZcnJsEz5qNH1Yi
FCC2qMDkSpUBeWfo/Uohs+1YhtjbTkuGAPEimbG2sYvt+huQJHHhshaQ9gmxL2p/UfaY9+1UB5bI
6qMehl8AYyKl85tfMWza3gL6UxTte0wVZQOVxkvnKtDKCySFHiVCfp/EMgsySbCSXeiXvh1uRZP/
ZIhBsZSCMV4xIv23QXrvDOlyS6MmxuctzkYBrSyFaUo7a1wGNFsjY2PKnGwQ1tbsPFQH/T7tBFNZ
hjROpM7ZadlEwQvvZFaRm+hLLTrTO6s8JNEQbgMbjBUdEsoslo6OtBceKNxFe3MHQl9rzIrooAau
B8lDm9nFDdh5uXEK3A7DMLpbXsnI3buchfUWB0IdaGK0ArBg7XBN+39rCPHSTm7JPHMY0bTZACHf
W49TvjD8vY8LYWMZwF093loF3GRjUj8H+DEArou/Vzqwt6UP/AY/iiTHwVq6+T60cfOh3V121hTp
uwW53AZltxgWmn+NywdGu1npBnnrpvOALp4IJi8DVWQfLasZL5rjvcW+fa2xCgscUZDLJB7LDHJi
mWYuxdLV1yHviH7eDm19RHGHvaiYbmbwCdcWR3UCmGVJ4ewLC+W5NpvDPj5nRd4GU5dfJVwlaLdV
6AtzoGZLhY/D3hU9dmIK3sBdgRLbxkPEoU8wlJW7e9sdf2RW9lgN113p2RtJJyHIyb/YysFkzUQw
+1QsVOAcE6NWf0hCLbmb5WEyFv1MmQy/BH1kWLLESyWtc58k5l1cEOOZi68Z9e1Np9YW68YFFdeQ
MH3EP/UouLCNwegiMnN7k4oXxSH6l9WOWnBySFt0H0nG4B/9KqawvoKbrB9c1YbsBkddDKejZuVk
qxA6Gg/+TQL8i+Zq+SWVb8Q/hGZj73qmRNhwQht0m/WEHZ0bM751N3v1QwQT9CLa45zL74sxvTFv
Itcuf9Ez/LpZ7t2HACQtfNbbNrm3ct5P544/p1icqFRetMJDcohDG/fJq23P0HFIBmehfFp0llfK
rT8I96FqkED0XR/YVvpWm+JtoeIR1L2GREKw1Bw46jxPuzbB+ez6KoQ1Rsr0lt+Ey3BWFhQImL1r
g8PPCdBJi/ATzPjsKZk+WE2Tbtum2NmFtesN/0RPfdybedrsl0WVkkY6wYZZ7fAf4a/qrZNjQeDK
7eFqnkqHhGFx6xpxs4NtR/++8J0AQ2l92+fZXs9QMLAa6DcAvJmhtFlziR08zHpRBxRUOrLWXgmN
LgNd/9HUcDh8fseiJkFpcMhkq3X/daxLhB3AkootVSfc9Tq+Bk8VzAdjvrjNzbhQtPDb6rHIXSTu
xIptYwMRM3g2PVd6/f683taVEthUS6/n1VParkrhT4/peue6Idedy4XNlV4rXUzZBuk6xojWncJ/
MKt/QdN5AaLBWbN5HG9xkpKaxAuVU3lPT2TaM+HpP+5a7183ckQMHeIxgHSHbjmd7Lw7SqWf1tPr
dCm+e5QydnXuD2fPBRqDMkhClSgrvP0eDHt0AowrVRZREYjgQwx0Hc6j2vAGLosR4aBS9+vO99QU
yEaULHh1PnvEtJDcYhMDpGzeE5YXGm50RtabaJ39rVbVjiqWoW5XpY1YbwoS0JjORATGn2h3dZuk
XMbAVQURW22o3Py+yXs9CRZzwf+kFvarTm0KrQejz5mpJfkjFu12b08I19cNEWQTqqKMj+VoR7Jc
kDCn/Uhpi82693lfpY93/Shom7kIOEq1Ao/CWZ59CAOowNXtzzuxOgWVnRtHPR2xD2NpajOnPmo2
i6NlqmNG95BmUYsobkPSRH/OVTmrKT1zE0IRo9SWkiqEDm6npfydoyBFdbPgyVd7Qm3WPfWMxvR6
lAWuCLoee0Ef35E4lgKwG8g8s4bUO+smdI/UaUEH65p5LhzTPNdqT0IaO7l0PiXeqXOYjQIz++hr
e7fNbtf7UsUWWveMSZgABR0KnOXwbljWtCvthtmEFhtnEaIOyZq39cZ6t+jL/pTxi/V6qZ/XTfv3
3h83mfB2u6xG27W+PxBuFsdtYHR8YF3Rg9bNevfc97jhq/sBPjRQNCfODnWe3hgCZAt1J97s+o4z
JgkYSS1jW6v3KGaUMY7arDfXjdP0adC0D1nNSAynbji75cfr//Ym1JfkeDbK81m9j/WRmQMBoh1n
+JjZgJ0eRdOi1yGvbYjriDUXFgz9axGxWFlcrIEJ3llSK1h4za5Dj8MK4fJsrLYWN0tBPFBRUdLW
kNtsurC/GKadIklPX7Mpf2MOBAZlHjdgHJzAqJJ32y6fKpBMYTbDC6iMZrtk+kCnB27dkvF1AR6/
YprPWgKu4FYmXbEzKFSgwRFYM7KHfkKwmEn+uVaLg196MLHePCwhAfBmG11R9CXUQZzaxHiqDPkO
+p4quMRNFKUa34ILhZaZYtBKlwhE+DP4Lb9oGpTSBsTw/0Fs/P+S1sNZQ1v+e63H1b9H0Hz8yT/V
HuIftue7+M6xK6sUGhzwf2XQkAiIBV6YSDdwppMZidbin4oP/R+6+s91yET1eQSh8j9Fws4/fJ98
Go+ah+MZjvhfmeMNXf93xYdv6S5aaMe2PBxCf6iE6ap4OXMGjAxheLLSXL+McBouLhql88J1JMIs
g129Phjz0EjkYBSzRTdBnViv2YMLOI6ZJg5hJ8lP632kllH4VxdzUNrN+fMmYoqt7Fv7uD5ITByY
N1SsCgpiqELyuoeNpTy3w2CdZHP8vPvzsfU+gICUKj4f7quO64aVXbUuAM1tzBxsnwiYyk0O4jT5
LovKwOewwb6uQf+GhJPpVPgtxIw4YWL+LdCnJa4fCWonreLd4qDuan091/EXP8JyR7IlNNDQWnyV
m4qe6ji/ZD80B9eQsbhg5jni+hHBUtj6ed10IdcfGl5fWZ3gHbEmTi44vB6BDhDg1XcUlnsNfvLB
UJDDdeTj9erzHzcneiJLx4Qe28atm0cosuM+3uTLcL1OLIwuPNcOwo118Fs3uc1isqTPvhGiB5Tm
YgMl7nG7YkDWjbYwhG7WXXoqAIH5zFUR0duRZJp8vo31vSzq/a1764b30e87fbz31ZjcKILc52a9
DzluMNGNO5ZpEx6pFW+gVWOApvjoVDnFfigBebwTGt1ey/OYqa6D37ohrJwLYyqPE00o4PZ1tAPF
q+0XGX+Z/GQ6V5OdkGm+T5Q3yUmoFlMcmMeYknmYtBuzqTE5L2h2JoVuEbbMDuScXdaBOymsPa2O
6jjdrgGM9K2xdhiphPhg4fKpEELoKron00HoARw3kIoCaYBLImpTDQR+ySKArs9ooCWoG+ONQMtL
6imiomIrrhsoLXg1PLldbxEwSeAOKteU8i9lR9VlWzcwp//aq2ZbIrR7oG3w1QXRGTicVVBnKas2
huOdLOfEBG7v4XA9li5Hpp+C+A4rDJJOPn/MHomQQ2peCcJT1DyS2KZ215v+L78hHo0UBlbuixov
P55NcDGEr/WZonufuu9I0pMO3KiEUsC3O9wL6lN74mRJ1JbmD62zZg7RFpmC4cJvUvOpRhFcBlTt
AXZ6VJw1eEEyLuENq6+DrF7OpUYtsNavwc6Meq/X9cMfn71UrceIeTs82xZzpUJ19apnRB+sPK97
67lpFyMV63WXfh4Tl9I+DtDiVSVfJNrPVjYxOVW0gxcQqj0z6LGD5dfEsJO7ZmIxNAPxWUJ0J+Bq
8INK1DfOENPTHOpHZ0pnDjGXeJFWgpRx5j2uwHgfl80hy5JjW00Y3sLi2PWjfh5VcwPxZKc3zslU
XaEVQORoElieGeEG9+YuVwe5uSVYod96JRyocA7bXThQYUrSuMU2ByPApSO1YpSEMLVtXnKlWNFK
dQHIeSZAqPh7zm8qJ6I2RW8R0lMssj7y4d6hr514x0wmrJBsJBca/lsU1NMBWCKUILVZ597r3nof
blO5y5z0x3r2e6op1DQZVwMW5EieiOHbxLWk9oEskWOCOWdjGSuUA6pjiyHk4y1l+XRsJPEkynq5
3oXppd8IDbGEzF8NBUda1wk0B+SZQHORFsu2rLvq6DY2DoKSn3M9Fj52hWpDQxk9+qr9hxX+xS8T
a5dZYU+2990MqY/S8ELpCFGICHobWby50okieRNjoIOeToc4iwzYU96db9QmK88R7BEKZWxdV2Oy
4A2wMUia90uh7ZKKZkRPnTDQ85YCy9+XXiRRYNec9OO67MUsiDGEMOLh1T3qRq0dsmi815BMYHMs
N6Kur5PK6LZ1gj+0gKq2ZUowUwZVFJaF/BMKPU1gp+2FDgoSxTAZWOuxQlv3rBTWoav1x2Lwa2SC
/BzYw8jWoRB/Xm+CWP3Z6NWwA9Wg2C68FFn1XPZc633OLGNHsGdOQLOeXZFCT5kCvh8D75Sqqd66
u24AAfA3auOaXYoKiMtmG1U2CHEIYPGM/ZNyUbiNKEGfSNktrhaFVZyNobgaRgettlZRqe/tERNn
H0GL5zIzEcx0ImQc56W6oPTkW5zJNMDe7p91Hb9xxFG0F1lBeChO0d5ieeN593TQj+2Sm+jnWStZ
aVedQJpufFONBet9CF3MwM91+j8j13mqjfPB0O2TS/zH2W6kD7aEM/5A0BcdlFGlvebXctKn4zhO
y3nQsBfPFE+BIYYIUGcs6JYd7bzMOHnQDZgfY5LkWVc0jACfkEZJiEfmmwGqdAyilLh1soz4pYoW
f/K6t25iJkIHy51Yi4JKp97VRcPDhM46dcRNn8joODSKwNtjJT5Tvs4bzoN1U3o1aRJ1+QyNozon
atqTq8nOuinVnlcX6ckmEMMNcbRT6+Y+dG9cFtBW5e/k2dwWbj1CqEu4fvXRNjNNwrpb4yGtRnND
g+jVpLHVDqT/1Ln8mkTV69wxeSNpGmSXNuAhICt6EnQPZ/dLUfvGgRIEwXkz2bYEhoTT+JzD2N+E
zoCzavw6Z3m3wzOgJHwYu2J0a+gwz2B1DkZsacfWbr4W0nnMwgkkr9YBykYsauf1rqOMTTKUQYUg
ue5DQLAmQLuB+v4hrxN6fIn/XAD67sdlPjqWtccj/gtRxU01010ZQnM3Sa9SisnlufUjvGhC7q0F
VZXbNs+OTIjKyp/dfipuaHgVIBcxbuNfttPYQjzv3nSZftGTSu4JynzBLk+tIvV3FvOnnVwy4CRl
cUzdBQwMcDc1YzzmDc3lHApCUE15gBtSjQOvdYXnUqsb+9RXmGL7Zmccp6w375rYeSpoHPHKblzU
t2FCYczu1ejjM7QskkDkcKKWI5AuMl0ddm4muwBxKdFionhMTD8LCGha9tMyGc8dY5InIcwIav9+
rv3odcvZS4J66dc5ECQcgBEYWTaT85N4Y9BEfv8IvaLZUBeIDhg4Nn0pESgvTDL8aXFwHSe7qiJj
VHacdEZ0NdUnYIlqWU1fJNGLl6mzvs3zaNzLuIi3tQnaxavRYOURZTicTVV8Zdq0G2ciHIG2VCgW
3Vuzs8qTGGe+Xj989Sr7LHqq6K6KLq4KMiatO1rH6UOWFN3GtHIUd4V7srwZpbCtwztxIBfgHamn
9Hpy6I+iDa73mg02Ag3yk9k0CtO65NuupDnRe+mJUXVfCpgaVelY+3wSQYyhn7TlkggYbZ8kKUNe
Gu9KtzWo5th5UMDzxMIjX7wBBosf68+jrWQLzsNIfwWst/c9m4uBRYy4ga1NPsW1Y8phKyz6xMCD
x+sB5WOJEouqrAHOAqApZsrvuTdea75CTT0O0X3mILhxIBJwpaOFErfw3ef4iYzybV53+nGh67hJ
kuqut6jXkEU5b4jho783wSS0k+7F5f8Rzdh2bncQCDGNpe4TQgUCf5b00tuY4a2upiiLMNwareVY
mfJ+jmIUgjPN1da0yd/zf3ZRy4VQoHQQlZsdHBnqB02fCG4Yj1Po3EqVgWLTl9jkBdQ/shoAyNMT
rIeJnpGfESlA2C45U6xP3DmI6f6rnJoU7eRYyC90J37C2DvUhiJ7dB6l+XQX+dXXaCrfopi0o4Vc
hi3NEX8DzQSjlBu/VS7WPFcO3w0YJm9G77zKhowvlsvI7IZvUCZYQ4GUIGEalUNkuwFVt3iuyb5C
2L7xi6mgQOawZprVck1OaQpyY2xZYtk1Fv71CZ+b9UmfN0lS4i9XVdt65x8P/x/vA9F47Ws1UYCo
WixmR5Fa1VhqxDUmpUBbb6+bRD3yeXMkSu+vhx3mjHuk0dc4/UnlWJihrHu9o9enCIYvhcVrrWDN
sN69bgr1rM+nft637jlOx+ztv334859JiZz5eDGi1CTT7s9/SNewaM0xflH1rj6f+NsLfP47MlMI
UCROGavjvz9Axcz5EOb9iV6dv1vq5muqxrhETeOHEIZD1gpEi+tqe71z3Xw+5/O+itx1aA/qD//T
c8DokbGDUCknvfy3p/3xXNSBzDD/+Pdj9ZY+7yuHGnT/xzP/4zsbfAu1mldOfz1p/VOi/fp9Nqb3
tYCdv6tG986gjbsnbRLpUsfS/nPjqAnXerOZZ2IhQnSyWAGYa4Hboozy+fjH7f/8GJHyf/0r6/Oz
NqatiJlxpEgcMifn3Tk4YaVOWX9dChNEmY236+4iXBYVU6NtJ8UV/SSMrjfXTaKUU583dbTvORfT
4+dd6x7mWoJRu4nos3/9g/Xv/9N9H1DTz3/+8zm679/XsBb3ugaMOy4km7Z815xi3g215n3AFf5/
dZmZOiSM/8lldv3azvlr+fN3p9lff/Q7n4DlOTU9gSEKAsDftUfX/wcGL9vybZvaHwXov0uPlg+y
0zIM1wNBoOgFv5Ue3X8QIGUZqPfBuenAC/53ZrN/tZrx+lQ+dfIyQV2gtleutt+tZqU+MBOJs+VY
068PBrmMm0F059nFljlrxKZOJlqAnP4ohl/8NdOInj5zMRI3LFBn56cfFxdRgoKjN7L77av8TxQS
PuXvPjj15ly4XLpt8jE94fyRX99DMMTu6sxHjYa76QKOtICmYUrllOpZgYqifQZhdRAF+OjCjTe1
Y3Ufvsh/iWv/HYWifoU/3wS1Y2wdwqbOa5p/lGZ7G/xYY2MKmnvGah0r3KapR1wyqmnsho81S9IC
tXvYOu9vaVUCMZYWKQNfdfRXmxybmvCNL5XLJCyF/KZ7SBFqPX/J+xeh1ShVOt6zRo3po8j/P7xx
+9/fuuHopu9ZwjP5Mv0/KC7DQO1Hzm5/tC2kd/7wVbosCUzLOuZhVGzTCceUVyRXbpzC9NQRVLDO
k87yPWF9QvUnvxunUW7X73rJJADUlMKe0+cII8UxsytwMGPxJA39cTLj9pz4Di2v8DtfknVMi/7K
LXmZPk7ue1+Ox1oidZmaDDY7HvsCzubWbLzkmMBY2CzKiys2xTSYO91K581cpZAEcxh3Xv1gEpqz
DSHz7Z2FS22cjruZxfrWh4SAVZFuDey+MrtG+bwL4e0FfqhhWpbkV3gmLfA5JI7YZr481F+iCKr5
FNW7peI5eQHfzMSwkWcYbNzEPGYtHz5HUoOss35xyXzsJ5s4PgmurqDr3CN2DGysDVStmoDVLN+k
ejZKTWXdIYMIwdeCISHVWC8hW0a2IxCIGVl0VbvWzkDQGsTo+FgFfYvweR7jGB1JDr4Ic3j0y48q
giULiTjes2PgO8NLNIpvlYfEs1EHeKgs83lSktupuHp+WhOrRkZdkYGFqn8QppYFVkoKJ4maVBTs
W/583sSUYLeN2dDmLeYtRVmVeV4v+yR9FqB4A7z4x9CneIBF8uKmJjrxpb5rnNgn3gJIhpfSgSCS
GJhfnW67F4P84xjul8Cl1WBl6Mda3/gj8bq1wTSop5Pd1ea742qqkIjmiP4L8M9R/zhLNdZYGkuV
zuNFOB0iz35sBIVHzx2/dk76giXupoZWrvnZSwsB0GoslwKQ/0jlrqOeSFytiw+tpXM8R/px5h9R
ZKirUeIp6tJpM1np18nOXtZHCoOfiSY9+Tjiy9zwm/toXbBhYHHKFnOXeSAdY0lL3NHw04zdk9AJ
/oS18sxou2vAiJAXKo+ZKCvsZlQCGr47t+a0bkAjAXK9UOh5MgVmfA0jQjyoSYVHB7siBpnshd1i
moj4+ttcxcYC/rcRjWionuLmJjQ4EMsRmqfBcqcXEQsXjKZEgk0EWFFGl7UXrJ8gStwIqcL8RYww
aSOfIzVtbU5MmdwhY8+CRYpfI9U70Y4XKx0fx4UAbM1gxhPx05GMSVo9UtuayxK8vOxhJIIynIJJ
i91TOYLjDx0Y6hZdTzDwdxRszZ3rAie0w2t6MnzDHi4ckTW7oVIHhiQw00cZCt6yIMK1hW2Iaed7
Kol2Awat7JnydiGSeNNNPD/aDTMmG9PF/xU2hA742nxLxvFzahv22RytN9Mw0XfNM3LionpqW2fL
leM9QueEeEKzTuk4PpczEM5asw3I0dgz9aqGO0zZiuhXusI+Hje8Rk99gcwpyflDqgPHViPwC5Ir
P6nCyq6X8UqHwtgVpHjoIsy3/VhdYN+ghSDkbMPP7MYRHWI10DQ+xBAtNOlWPAvd+zHYgjNQeJe2
kdtYabr7fG/7w/NgcGXzUvB1629To6vZVH7+MqOaJE39UFnpoelMcsWAF27GJPWpAvACsaNA0rVx
DXP5rS0YIgiaN3ce584wEwOfTpzO6a10R1RQPcOvyDi1119k6LkwU8zYLRPJ9VP80E5cI2YY+p7g
XU95ihD66Bn1sM0jPl0ZUv41iduZcv51eu2HAr1dXPIbseL7VdXrYepwHPd8KXVVIIlCOFY9AU78
KWaCLsbsxbBIzF1fiFkKZzS1wAEca8PBfsD089x5za2VMryshwljg0kgQvSwmCQblgunBuXxjeG/
pmN8rpro23qILCNXs1yPfnWVB4+SVRClYpapCuySPMQj79CtyxdcceSuGNkvU2cAqjsGjyGdpo1h
IvmWRn5LL7+iQ49jPsqMzaR+QMshBZQ418q/DTMpt4JuGYr2wFdjhVbMFLjMHxEcss2SMKdXxz52
cS4EAjobCgU4QDoL6aVn8T6Kr11uUOaZSItUBybub440cDoE/eqBFpcE8U7Zvlq6t55yHuVU1WUY
vqxHkeVzWcGG8WrFJJC3eKlDRglEsVQ+1QHeZXa+FUtxmU2gykNDIdEhs88bFgL0Wo7tNuVKhnzv
xVQa3CmC5yyd7yU/nW9yUSnUJZqo8aAoHIM6I6XLhirP+lhd1BTmmx9ljPcCxTZBQ+RnnMdm5xVc
iolsAr7Md6pRKNwWskF5mDzjVdMZjGuaPtltYZUvNcMq9dx5k8rwEWGfh0wUE3+FmYOxgUuyTpAl
F3nOd3g0+z5fFkxrjDtpkwaGttwaAtxvglBUhDxH1s1Tx3dLwBJmtwHLa2Nzs0cmXDH0OTjzWpEh
85ywVia+SxwwV29a+VlAZ+g9RWjW0ZTC15qkW3Ru5LzaT5JPj9O+eFnnAdrEcT/pDJP8JhCBTK73
UCGjihRPdw27+9pjud+kChUzd9mvrB6+18K9K2xNyfovcwW+VmXxLGCBy+nRrIjunZrwRZs4uGAg
qKnzRVZTtWOoZRh0DkUEc3WouZBBLzmVJJ7HzFoC9Z2BvnqFlH1cPwggoey/CDuzpcaVLm3fUCtC
83Dq2diAAUMVPlEUVKHUPCslXX0/KXb/u2Pv+L8+qCoKjC3LUuZa73oHeG0Mw9iFZp1Cum78T8Ap
xar867bgnMamuQdxBfyFAv5XCWLEjFTqfFMErGNVy2XR+c1mqtxg6yWPlRXuXdPaCQS4cK3rF6Sh
b4ELdxr/9ch+sFCrxBWzcVv3KGRHYoAHbMpsV2zatvOBO7mQ+hBzLlSohJ3ek6OCn8tvmhI8oTNu
lT7s0n3mm6fKZuaJvf6PKIO6V6ll1RB8SGnF2WnK6hZErHa1xS+aDy75zCtLzKxnnIu2xxsJsxwW
HwMaKxQYqLPUV5bDISTjnQBNXy+3rClD5lRImjuV6KtFPJntTb8jX9F0bBZSiP75mkLMIRhI+xMw
7Fil/XhIlXhtYMyy9td4sjMYNGBTR7b2Vsrsy/PZWp2A66eMyUfVgi/6jZ1TQTpu2IKnwvzZNQdv
QiOke9FTK9oUMkYz7WdVx492u8u77FppGSmpE2+yKKOD6Kdji1fCSnPIyUv1cteRuhfknE8I8moM
Fkdca9Fj6eLZvNiDFW3+2fb9s1ljuF3H3OaWx3lNnB8a5cZgzQ9m/96qhT1JDAzbSqjNYz+Ri/OW
9pa7qoevUKnFZ7uGAoWrD7dgRu5J99hR6K0IDPry1evnA5B7SvqtLuU2c/NL32S3JCkulfaRjXGN
Xj54LJNlHwUvxbD6gJfWCojphpbf3xQl+5DWMGlMiF9OSt3c5r19wsR7rdsj/hcG12qLeIfgW0pE
pofL5ReQkLJptU1eDiie6l/5HG25Ke/RpHIZqXquHPPLUgbF5nsmiZFfFuPE8K9LDbIs4knL5mok
+lNokcbVpwZ1T9rcUEmB/WRffd++BhBAcMDiFlE+lUQaXcaivSUAxa65H7zxYRSvFsSEaKbMCCJ2
Z8ysSDFv08+l9oUuaW5DjT0cm5B8oAav7Lo8sB5UK1IEv/SK614V3Fmbvge0NytjoIR09fAu7uOv
2EhvAs8GGuOctCR7LZN2XUKMn5oLsZ1MBSf2P59Om0RTLJXJRAc5Tm+zWv7nFNf4GuNU9iOqDRK1
Rs94x7GZ1qIZDqJ1bmnORmpP7ksWpE9Fwrkm5f3mtbZcEQpr4b1mkyOgS9y84uA6FhZrZOeeusm5
LbvjrNG4mm7/QC7yXU0JTkMRd5vEudh2dosVMb/05t8UKADuXM1ZHl7NiLes3vsoxTmIhgve9+wn
OY7WUctNVSZfVIm0Iex7jo0H3cQbwjaEx6QlXm4sLijgG5j+0EN1sFrnl1n86WMWibl0T0VmXuAM
aemf5donLJmJQohr/fKILN7Y1MrwzKliir59yevm3iM6GnfDmaIl/qnqBUTI18yn6R5i6mELX4Nc
nRtfzvexhjOrMw4fZXdLazbM5WOexVPaozEOsJPZNY64RIZ/0OzsLMmzJJGquBEaDQiLtUtsVd6+
JbRuV7WfyIUQbBks1smXapE2YCosaC9yZrVbrmO1D9e2fdAnDitHp5Wn+WWQ/pnpDjKymOKQEglG
/h9KzZvtuv2uHawdc+2vzsLAeBim7dSoPleiUImjATsIRUfWxmem3DZmg+dKz+P7qkpPKFApBEGo
a5cUVk2r363Yee10/xdkC8zXykvGUI2FlUD3zM1+F4437BOu3N0jZvGSmuQazxgZpEIOe/uoqeZP
V11KjBPyOpRIVjemw6RoDtQwAduzIFy7GApulqJSYQBGS7teEsO4to3ou+kso53LNJ8yj4LQqOK3
1Al/erhF9FaFop7wxrXphq8uG+Qq8LSR/otNciasoMzLeF+jFClrc9pXsXFGYUQubmgLlZgdHERk
MWQOvrAQmFZkDm+SFN1h8GGWdbcPB+6aPgp346DHcOSLM5v1OfKpxPDFPpqRVExyNBih4wJXFwS/
lcb0CwKAT0kRXj1vONZD4q10lyBSP+9eFunyEsCJEwZpVmNWIkzBGAILuBzrgnH2yk2CYo/3obgV
FkwBeSkyURJUlhOagLL+wVUTiL//qhRNS1/CbaXiU1dRibOP0sQSGLW2c48wgbgQO7seXhfB9Lec
2qRYIcKJ312+yVxWcKca8dZUnLBsiB9h+Li7JZ50oBCD+Ncxq1XRt+nC0esX+F/9pRvmNs58cfj7
W98PwcwfoH6JD11+pC0jAhLZ6YDxyU5JkVj9/TvLV38/+O8fDAraX9S8y/eW/y5f/f294Jvqp45m
+ebfj/n7gf/43j+eNc4LkCqQmr/eHuwnRhXDd/atOoDliZbDaz2P2LouZWL7/44s1DO46FMJaqg1
7Wl58rQL7Px/n5TgdwnP7UiS4nRnkIgpLEKn27We28nWaJAPfgf1WoMM29N3XK9iWUWe+9RXfr1b
on2DsDX3Eh4QiShoAcSt7zyGFoqNEPYRcrMWFVImMveu92x4Ha7fuRC88BBfvrn8VdeZ2FjwhGGR
EBgJCgbrI0xnkrSIpowymOjLVyyn8AcqfQ1XyTg4RnvpKshjWB2Yd4uZ95KSCbf+CXPlYQe5yty2
Tf2Zsv9WIQ3HMSInqR17ui8v37pGzpA9y+GC6cme+xYumE4rkmsSlblLjE0wHEJhzbh9pemaPHYY
E4GtpvXB737aJhPE7maqNxE09HUUDmvDrJCioM7a2kmsXJDeimPgzMzm9TBFSYsVaIi+xQw1fEqw
w+3EAy5AgCkFnt6cSAipPjZmaUwB0dJ1Ds41SYenaii9FYEJD5qfkc7RBA+hXm69+JUx3h30R40o
RXgUOFPlm9aYw4Plazvscu5TV57jNkbL5LmfbZhecP1CRsNgFFLLTEuTAXemUbHucb1VU//HUUfo
00eXWcNBVyv7w9ybL72fpieZEXba136xsyz/jznZn37h2Wutxv9qkPnvoCXCr627zzrfD1gMbMca
OyTNqfZl3F3QKzy0lUrHzMdzJOCxwAbiIY7cVL3tHxkT3BcIG4a2pCm1JBY0/e+MvPLntiVb0bJD
jMVzb1sLDtnlgvAz71CGRnYcHWmtO/JQmswqH8fcw+TWoAKcIu+Qw0ZfEUKQHvIk2HcuCmAH0wiw
HexWzEY8j7nrUrSk9kl3yHiYshxpp40vqmgTBCb+i9OlJrXA9NMUAxv0YFXMCaJV7Le4+AYWITIR
kZdjPj0MuWYcvGRqN7ImTqYnv8juMLP3o/caGtHWbqH/BEzly8GajjidbFplPwp6C2NouBl2E4LA
DBsZvJgxMLSkPjblYIDbynPVWf62q3zc1or6UGFttcpdmswq7H5zBPQrmNDuU6s6OWlERALSxjoO
Z6AM4aOP29s6+jgI35tINB2HkWzzOD0SEtIRZ2qWD+nsneHYFSHzwiItf4HHkVdv+9tB75xjUHuo
wDokh231SWt4wLHlZrM17nHAuxa11LFjQ3AUwp8YkoaXquMtcCq0xsg4Cd33H/A/vucCQl3Q6DWn
MN6ZOjJzEq08Wdo7p4U30zvGzXcyJtMR6Wcy3BUtyQRGa8BysuSbi0AFGOHVDf19b7FYuKK+lG6A
eZen/HxLPHCIrDbix1aTEx71+geNK5CKm5x6rfxhiB4Vp9dfqnYEy1L8TLxukDMN/hHt6Ecmk4Mh
0R7Ok9WvgFAfPOTgsJPga3QNkWYR9suD9QE09CHm5H4wiPrM0D3EhIU+EIvS75qIOYkhccSKqr3f
hmctK1lnYsxvR40gyhS6ItS6to24bLFacY2HYoxU9gxwVaTStwpdsjUPw6GpvR8TPmOPJhZRCp0r
3Lk9InT9kwewJ1XPO5vTOS1AEXLkvWEQ4+4Kg3ozh+6lsarmUPcWMZ7i2lX5fZCMhL/1CnvEcVcO
w/2kBEYzCzeO85ibBjM3ahbCa/KPfgsXOlQ0HQm1p8eKrR0IyQJbOAqn3eMzrJ+LLBH3ppyOyajF
xy5PL7JLK9ZOo9+WrmhOT0jnnBcNG2LoMAPmBeFF75ATY62SbbvJfUNl/joWaz+keynbYav11boz
5RuejRcquU0wuPBC0RXCMN/PcfsrnO+dPLnWBNux1F1jKdcDYtUYozqP4d7ac8wfcPXWAqFp51p3
wYAvjzmurQHCCG5JsJYjfIqt+qVC9loxCgqnQxeXu1zFdob0iDmzPhGT8FUNV9t3UYR5F8woW7xi
sUxxxidm959I5LdxWD5MuC36/QRTZQXvLl8rq9zUiNe1n+0l3Avd7j8TMYJN1BB1uzw497XzYSss
QwNhBFpnUqJtunTLlOxhbs37qqyunWvc8BB7ZLblrtruGA75R8CE0FGXtBElOyIANYGnFmaShKBJ
vOmaIT93Vclu+U6uxXb0tEtcNY++bd2LOr2SeU5LV5b3ybCB3PRBNCk9Ut0cCt14k5H55OG7EnV8
9FY0AWs59cpGa0CIaPwwtvUpTfCXJKnAHro7dc5z3Dzi2fwJgfGCaevZjOWj6YIfOFgcbOaSoGu7
28RZ/uTp2bmJqNU6tthkHSUp5DgDVxrirdqVTdJrm3nPFj0XBsn9JZvhhotxizHEG4zxUw4eUdj2
m/po1FPFnjzUrGw+yJjZ3Cf+TxtiCB17tYqb4R2DgU88pq7tBhMd1uTRe834OPqxep+4hySucL7x
6oTiw2ldImujTZg5TLxEjMDDO0YzLlFafhcY/YbIVKJUbDhYDjJ9G+NEIPB+7I7aeBunAU0s0GmG
fXUqoo09Rr/AU56n5ynK6Bl1SFcgnjbMT6yzor2Yg2cNy0lsiWS3z7KaVvU0a7gzSE78lLGyxd5T
6+e/ijm668qLD6iTtc3RSeqblvQzYJL2q2Ul6xKQJYxcUH8YCKeY3N9bmrNv7rvRPEsNjnCTYF1n
1Onz6Ex/wMR+UKps6qr6bHAaSbgMC7arNfjBEXpvurXzE440BzJNwUXb0zzXUFKNdKCz9Z8mAA4P
C386bHlAcmJtMXaqsfbzLvZUYMpHKwkoSjScBzFEtx0ilJHS4GWjcTNLVGOJjy1d9kBdHW3IXJrh
ooU3fMD+VGO7djsVO2dE7gaTmTrXnBN2yIekKlgNik5NmapN548fbVp/uERBAlVzEeopI1YHUBl3
NphdBig3TFDMG7zz2MovMSiXDANvc8cMV2FR0UY50bvUuNYkMfBErIBrBnIrtSHa5L4zb/S+a9Y9
ct4VHwdmBsmrNdEf1WRF5qNNeyEKVPUjLVXeZG+o6z2cK0GOE+0ZhPvJ1SxkDyq1xh3BaE287exJ
3hmJ8TxRJCnkJd3AfwBQph0UcM+nXh4STccYO7X3rH6fhhG+OZGGIXk1vPeFhWlsju1JM/a3kgGq
GPlI40tZzu+I9CTsS/b0ahqI9sv3jsaObdt7rSx/DCbXiEzyH30AcJparrMjVyZeucBtbK735mRx
zcv+fRJi1+OMhR4X6ckM8WFdxNorhGzOSVa/asN078Z4QeqYhZjeuJpmfNk62eNk5uwlTmr5hG9g
CG7i6VHFCA8CqKCHtrF/DgJwFayGJJJjX1xrJ7jI3H8liMu10g97pr6m1nM9UKkppxdO8/gpGWti
4+yDbVbvQ/9odGvHNz7qmckrfyZ4EdTr6x57hJT8cdcZXnSm7yu/kjvMC1bMeEHFaqUNcTDHQ+xD
etlW/ZrP3m3+9bNY2UNR3jcZMHrC3MnP1xhb4u1DKcHTq2eL4Sai69kP4lczYN3+16+aomI1giyi
HhIwuxrz5eVKJziop+hx+0jDkGyhfjvxdFTy6r+mVWys+HWeL+p5oxryP/+qB4e8Ri9wywuNlJWQ
o8Ku5W3GYzROr9CRmxJgDuwsKNKdwYZUCXdT8bWlJdvla/Uz/mCYSq5yvLcqLJLUYyhSjbrfNgmA
hf4h0ZNoyq99+ZcsygNdBXScfaNxMRJhEPD76iGV4e3U1+p2DHiepAjum6E9WCU5EyfTfmQdwgSI
+X1HVCYvXHRTyogSmDeWTxVZyZY17Dp+w0hOAf8d8gAIp+DG2VekeahHqNerREVsV7FRx+q0iObm
PLxZGM6pF6+afru8AQbXmKscmSWPdbFRT6eOS72spt5OkX+/d56jxnmdbkv9tvD1x4ZJtvKHUqem
kcRv/vX21Cn8n7cacFTmSDUHblaj/HJRD8cM1srR3rJ+78jxxuU9WrVMwCYv36iv1WMQrYCcfOi0
LWRF3+k8tE2/Hx5HOmFf4Trk6VJC03ysHAxwLBCKWni4qQHs82MSNw/qIVWH1rynQ9EbdtrsUz2V
DpU+NzgaQPepaT5kWVzUU6rHBOVDNj+qR6hjKso/4uF/Dirim+qAkVcc1UvxEvcSGwXcNLZJaywv
p57Olf2Bp7FwmKNFeQ7mgxQYEeAu6RblOW9+6pimrvyiuIwmwGITzXedxVSvSBJyJhuMNpWXSmTF
Xx7FtsVdlUjiW2csPPYi0jW2++myDPCrLvliu71qI5crVvC7WeTXKDGDk45YrWdibiIhEG6icy2B
RWM3M7KEd/dJGI576AhfVdAexpFp9lzq8a6AROxKpz44+DjwXs919CsB0GOzMZ/oFj7yYcwZuHuP
Cw2CoLWei++BTRKwTA1F7PqKumVkDIHhdtNOJY18WxyL+SDMXBytqHhBUHcNZx+2TmfQN0nywtsM
h+jhSf3J8SbdVoompqhgLaQhM2nn3YBoDSeCmU0EP03xRRhjuYu9Ty3o6nXjTD+QmWGC5QBR6zHI
90zF5ljQDazGe0Vg8G4VnkpGJ7mGhoEgBAaFt8npXtKIemjG2geCPNMma2LPsAfaOP3oocE+TmrD
ahKy5aMa0NitqD39SL8ucDciAB5ZxqS3bxrSmjU1rzRUQAuAXbZu0GuasXWYiIA6YDshUByw+lmA
wlM+XboeXVmSYayeUdi6amSmdzAoMDH+tJsY57OI7tGUHH/xp/RLhrVW9g5/YqtraMtdhvtH2RgH
QkKnvRnrKVbu27qrfhSVUaD4JZgzVH7Clk2QI4OWziekwu71lyoD02aYdgtLHAJn/AxWakhRRggR
a4teZxlOUjsjSwQ7gEqfoTqnAO9CCw06uqIgYxsOAFUmOe0ttyx25jic9CqzjxX20mja0Mbih76W
apjpkDu/QPjZMS85zIV5VUIVW+kVMhrua6yvQEpDsGxCGDGWw65lm5UvUUiRulzovifGTV+428Yg
tcwew36X08lM3oAJVsvQr8irlgqLuXOvLnnsuPF+lsQJOfXZnRzrOGl8qpgMrbFaUfMQ/1A4k7z3
qJYYq+Cc5N0FpfY2h+Nn7M8INYNkt7x0PcK/cFONrEGzwCLZjoqjTn3tFPUaOgMkktEqH37TCqq+
0oPHyM0KzU3RwYoCt45YbtrIP+Ux14XU3bds9Bty2wBO+8zZ4SVmQxN4DMty2scTv+klztrBYVvp
GK+WYmZI1ugk3nWEZi5Mhj3eDdcc/8+NIL1zZWIaRiJ7tpHDkaxBUjN/OGHp48YUvLhjM0NhFiTF
jp9UnOV2SiZzD6fh1LXIp0bzp24wnBAyO9MHOtglz+mul8XFEuUn826xgnkTbAWGmn1Y4xkmzqTf
ffnZfYDTNiwD/ComDdRZ3Qthz7Wt5eMrXBeEtLjKMnwgQHKgiTD07hwYR6I/UAEJ2Ft54axcRen7
HqeqgeLCkspLjociD7fo+OZK696g3vcyKCKdpDwi8ZDcKi4lYBuBCGSVqumx7UpGXQOFXhbf9Rin
qHHRMjRoMuZylB+3lIJpHSpWg/qfjsuog6lNDoOQYQ+DG27gvjIfut56cxIauALjeEaO6VCeB7fe
sh3sdJS5IH99ukMGfp7Lvlh1GHiGl1FXgRv+sJlneHGFRVWmXkQyiS7IqMmq8tZmzksq4AEplhdb
B9Ujw7K5K0CHuIFzl8ss87NdmOt/1PxsIebMA+swL3pyLHgTYMX30RQyp6VHs0W68eMzvQcokupz
xwj8zRp8Qm3Tm2nkF0sFhxeBeNekQFHGUNvsE2+Hro77edyKrtc3TsiG381Bf247OlB9/CGi9l0o
GMgZYPLEOJ/i4g5HBhLK1ZjBiAreIYZghB0KC8MSEbFlRxArgyj+DUHMYqhKbk0ERKZFBLxSgfsb
t5EH2Wc5xuFZcM41f1c55tlOh+eZ0TfQIRcIRtMMi9SHZIfYohl5sy3rst36pfVStYEyHZg2cYky
xTVgepSJkx3J1ni0SueWuOZn1bcfesIM2ZqpAQq9W8cDH0Fg019Ea0TP32PGOhd3xL03kOoGiX87
9W+UNrgDYkaCKJwxU9/QPdi9v/OYSeUM55qofUvHYJ84nLnGY6btdV9F4l+/yVOy/VVUX5p8issj
HqOnNFO8WDXyy2L3fjaNO13ROvFCgfwsPFIZMQRBjQuhpm0gjUTFTU3siAOBgcPwhkSA+EsNBV2/
emtNqYwKAWvoN4aJqxcgmOCryn3iunkuCC7VNZvCVc3OelgiWLn+bOT8U44sQGXC7LMOBIuwgUPB
kCXfFPz/Ly/YgnD+D0KzQcIJjYnFzmPBO+fnn7+e4yJSSZD/1aB3K+HAdoewgkMx9ctQlMmv7+OT
yw76MkMOJbAbGNHGBTyZSbFSt3rSc5IKjam7okfpHQvfyMauuEp1zNVQNuVFU0xGL6IsCgPvuPzP
CRF9F3DgOCd4D0WuUiBigWnR4eCykGQ9/dvAOBKrF7gPCCxoQJ/niPP2n+nkzr/p5N9vm8QXg/ce
qBPzv944NK4ScXzdHWjTDhkLxzgb94EHeVRja17NzX1afZUTEQKmQc5Z7RtkA+A2tUrKhBuCTg5W
AOVKCf9uUjQfsklY4tLkiyLkV92qAmwOPvxa5QX4uP1z9pZdFIBtnUIoIO3HOpoifxmakBsBCjJG
aV+qbBLqOkU8wppg8Xl8c+0VwaEogIIIQb9QZb3LhhVbrXA4DdESieHo63V8SMWp+lPH82OjZfb/
cdIsrFH+dbXwRk0LO56A4e4/Tprv+ak3aFZ70GILAlwVXmdmlJ4qiZZZ7ti8YH8Dy0GxfhZ6BFOX
Y2kDx6mthYbl7JUBGkxHex0K7SGqzd1CjpklpRcuZGyf7lTSxmWnFBNwPOu5hIQunoBJ37/ZbLb1
OpjMcWdaJEVuiGR8mNPmqRtGNlV8gIkTE4DS6g78z9eM9+9rxnJYNFBh+DAZ/yVBQO+TmkEctQdd
b80dqkotJE7LE2wTOU6FEDNimNusFbqJ+LIlt2Ih6WkWH2WcKxK4YpNjOfDoVPPZwv6Pxe8wY1oe
58OxraBYLgXDWE9PI0yDUm0qkZ3fJp8zUwTBtcjIffQM4BY4EKw/2inMJTMidJQLdQilLZQ52oqs
QrWWq7g0DxVR5MOkSkYYHhgEeHpxSOZp4SEl0kZ/3lZH16/hFqq9zRZGsHdi+0jgvb/yo6FaGxlj
IAv4KKYF3wfYr4LJ6iHco2h6TaEmzF6L6ZLaXRlXVRTkaQ2fnE/cTAIknyUAmH2sYWJt/vMnQujj
vxcwzzIRrVg6ybQE1P5DFuL0GvF2E9L1BKuUzUCxukeeOm5MG85OIR/c2bUQfntspfheum5tYqsk
vtiTqx5is4m6dVIXX6V4VkVdnESQ3/vkYWCUxi9pcfGjIbw9KJhffS9KrXG03X6FI0my1Qzzly7n
315MkKbe74hFvpoB2c0pC0euvYCzsKE2JjMUWGVp4+rrtvTuE7u/zXlVbSesWJALvdeKx2mHYEPa
IOKtmJBPe9pr2IkZD49ePgbeuO3m7qTVnY4drrnxm4IANUM6Jwe6a4oHN8LvkFgCuz8P+XgXBgNy
fqcwjqE0N3FO0B9Y3cEas5TCS4Wul60Omxzu7KaSwI2Znm9Z2hBvlDfFwfdqF7CTBU8xwxY6m9XB
QHes32rFbzJqJFWkuU32lQXRrvNZmxybrWFhUi0/Nynk8Lh40ofoq8ixNkmsVWG2v5eCMsqri6sx
wWyKPsIgmztDEbeQCl/nsDmrvjiq4p9e0hyDMnxlpbyp1lQZYa4nhQ2JrPspA+dnqFeb1Omh9A7K
DSxo9sCQ53qm4go0aoSZTELie94VMYiKf21rgjLNSb/sYXyq8/xk6sKlSYRDH1tU4XPweyqit6jJ
DgtTtRO/yqj/0Ez1XIIeIrDXXoEkwsnzkXZT2w4pV8osmNjhoYalJ50oma3nxvWuqQaDV7G6VMXZ
Zq2pyCDZGlL52c/E0Y+cVUhIiEUN3Ku+oxi46fS8V1mb9SGGQ+oDIngCqEMR6GzB2ClVQQoFh2u2
+bxj9gT33q6uPSHrMwkga1+1wlSy2xZi5K7trSc/LH+GahXyZl5c7+q3uDZ/Lje4aNAyO8X4JJIB
BgARRsw7zEuVjOEdpnkGcxVF13Y2sd/8QFB5cSyNxUZ5KDsy2Tv05L7WUMoRXQuJm7bI8PTnsS6f
K0TWk9JNdIySO9rjoGXz18OMICc7vGqA5xgfG+vGwuhhabs7DeBkMIACyJu+GIr+iH8tfojjURD6
3WPB3Rw1bblshTgZRsPuwcwos/xT5cLwTzorPjWcZKJRIEkUxU+Zz+jsEbKlksE1k/FX0jmMUw89
zdEwx5RpfElMeZwmXx5Kk2x038vdlZyHcIcgDciiT5/LYmA/wZx3b8/igktCctRSN9tUxJcefV+e
ccL6cNLJfElnsOR0OGsCLdiMiKXzXn1Rsxw1ysO8A3GK4XvqAocZr+qAtwoA2S62d4Vo8aUxrWFL
h+6Tcr5htJ7t3U5DT+72+aYMRoWSdnSqNoO7ThF7IGkWB691tgsxiEwTFa+ZqBDhUcUJwyq7s9Kq
3pGxeDfP2NE0KitwJDTQBDXfC2wmhcoTXBLfZyIGhcoaRAJz0XqDXB+7mhETp/vZnnUIXT8rlVRI
9xrtpNN+jSbfdVSe4d958p5H2iHkNOuOsaGRYqakmfrTbGCbDH3tUOlkJQrXuroqPTHo3qRKUyzm
yryTk4pYXL7EyCTrSV8sVQ5jB8/4ZBLNCOUBdxuV1hh7iXfXzF/Lf1r1neUrFHUMQRvyHlOV/Mg+
TgYk7s0z5PWDrfIhQ5UU6RMZGavsyFGlSFrESeJu4zCaImEyasv7nv4HM9T5IcI+4ZCpPMpYJVPG
KqMyU2mV5RBXa2BE5yQG8wKJDqsDdZTLUVgeiZcF0ZelMp8NVRomlDlGKiohM6QNXZfScvY58Zlm
RI6mS6Cmq5I1syVjU6Vt6sRuFrreHSqVxGkwPNxaKp2zhSF48vO3mthOy0Qcnqokz0oVITiIw6dT
OZ+IzZ5slfyJrh8jNCCVlLqTQcv4Rnrebo6nzWiavy1JfmjSkyRqq0zRkXDRGnL6Lld5o6IieRSG
DNmUuDenKpXUU/mkuK27J2mSWYoBZKzWYvKP/bdU5ZoGBJzWtJwztofr/jv7NDnJ6cnppoei5XYR
hKSaGq0FiAn8QY0I1fElKjDA8jEP4wB6lbOaq8RVSE7DvjWyu6ifur2eu3TJtbLmdJQrZx9aK5zY
AxIYJuNCzkh3B8E+OSZkv6iAuRiM0Eg77C1XKSITkl5yPhIz8TbLc0RQeQ8SWcbaVHkFWSxwA1Zz
UqVRoRlDyE5pVrTG3cIATluUKHh2wMzSinXTRsDqnjgsEi6cckCA0+ErIi1SEeLOy6pVKG0G9Orf
GX4keIe8LtVFPuCtzZxsL03GeVHX/hwi2I4+4z6Y3NnNx4Myxcdtoys9g1MCtCc2Pm3hdqFGZ+MY
7wWCqslBZN6kH1MUnRZ6dqG8/T0KacZ1WFObiNakqz3Aj9otR7kQphVENIf5ZRQbSI13hjAw9MT4
naHKeu4Dxl/tdamTGmW5K6N8TxaMoJ4NmjWhEks1bwB4k1kzY2udfnPIEb/A6m9Y+3kXCSjF8xyC
/uZtepOKGqxDO6dMb65znd8UH1axz10LBjrCJkaJ46ZFEhAjggxLMmAUai6jacOuTynt8kyVhJpT
ZueWYFSQDqQ4KXO4ql6ndXaXgCuu+p7X6aA+p/jsEQxe01rxnUUkM0eVvrot3H7cs7rYi4l/BCPI
U0lMlLzOuAMdizzF2cAS900my53K+1KarYUgPDbICBqdXhRHL2hkNcoyiJRfVhXBKWnBOXOL/pZc
SX8Vu/md0aF8TciO4p43DwRWPzR6cCWNjFmleaG7RRviyqsDczfP4q+5zrhXGUH12jUdQRxcF+1A
M90GH4ZKp9dbc6ovtWcfislFaEKinmqgPcU27lvvEbbEo8yJOxxaWFyd1xyzBU1TesBAOzZhc9Ez
8BuM5ZBE4L7R46wdVJs5s14yBWhWSl2jJeAxeh1gV9VTtFhnx4Q3Rac/tChf+DeWYJWTV4SYEI7r
RK/TXU22HajxnRVaKQMZVFRR+GcQkrpYXRGzsMAiKSOxM6weKKLlagFbxpD+BIvoH17Q7ZO4+Yk0
7RgxX0FXnBJDnkiURBx0e8x76Cr2SPVURNRFLoIBq59Jy8vzW6tpuzbTfiwvEJH4vvC4rYIgm8Rp
r0q0Y7M+sNrWP1TtueAHeLFsutqJNqo+b+vmJWV0jUiG2jcHtEkS2nqhlecYW6W1L73nbLIeaq27
jz1Y0GED07ltgqsexaQrMb91A05doGNaHScPjun6EOTBJXvnKvFRXEfjD90A0zE9Tkcn+XgiJzbh
IfBA4ukKQue934Bb8PmlEoHlpfqE3D/+EJQYvsXBuVNS1FhJkULd4tBs5nRLi4gnPCRjce8P0W8t
uscCeQVa/apb4VelzZizwJ/Eig67R8IkqNLmiyw41nDCXNsXXre2h/IxY97K6oPUZcy2sRZ9GAVr
rKpS2bC37uTdZlnfDuUUvBPf9WWYiAXUfdsZ4sn188PQVX9SoqxIrqD7BflF16sf06n5PYCcWuoY
R+rfyuuTTRLMHYcYwBwiLxYnqBI7w6Y65hZRZJ1r6zQaB6lx6wShTU6aJjdisBA3Ytu1dwRsXWtM
vhZExIfpEGlhSxReLjY2Q/fl25qYVrgjv/ip/8sfgwcwqK2ql8TQb/XBDxXXijOg1H5ldCscG4Vk
nw6AeqdUNeyLHqaN+KBlmdyCMf3lR+JPIVzi1PwKJXVfYGOON+ho7CZBJw9JHH5hi25iYhpqSYpq
a1+VPQ2O0ty1GpTGoSayAtGK6sdVS4I1MUpjJSqVqcC/PL+bSoIWF319Yv2K0wnBoFJ4LP1RJdi1
I0G0YImxizcE10U4tSgwDHVR1ZP2WphQk5BTLwDcglubqmrGwB1LAYn6BkMFeKURkl8Kv1zhzLYk
q9PiRk0BIg/9iDfymIrvAcCizyHSnAsB9pfhEYK4dB226a//m7sz621c2bL0X2nUOy84BMngQ71o
li3ZTtvp6YXITNuc5zl+fX3BU1333ItGA/3awDkJD7IsS1RE7L3X+lbSHSbz3MJPBJBVPZAKJvA+
//CCu0H1x6KCemahPTknnYUYy5NMcZIcpFpcsrX8HITHi+HepiI6W8J2t07n5wciaKjHEP5j0jXu
RuU99nUZgrOnF2kQe4x76M+iV9mMGnTq23BjtAjPqdfwk3k1b6LyJOZDHSNpBYrr7yFt2j2v4uqI
NZOFnagM9thp5xxCn1VS6BcT1d76EETKijuFzbuITfzpvLmNWdx3c8nuyoqUFhSLDUh7nijWuI7D
AezufRMuD9ZiIcDAdTGQrnR2atOHjoWRCLPGzWoQnaKTcIlhlP0Oq6dR3q8DzrXItUd8e45/GQyY
hBD6Nm1RvTu9cSBy8K6beKOurtvQZ17pEl15cH6TZPocEKy86wUGtWQuyRQg/4Jn5bPCBnHoC/9S
lwhoF59Gfr2YzrkKf4sqpvdg2jh9w9OK6VgGYyHI+CUHALgtphFjie74uJHA80dozIXe9I0f4D2Y
WULbZfquMgP9p5/pQMR0m+cPaYJKSHJqqrTFcPUsr86TWDVnVrTnQDTv68htIQSadJnlXQXWJTXV
j7EA64oUnsZYkGmVQrlrgvR9bVvhFGVfjYffMDzvZ3TbU+U/k1H2IvISQpv3PIXjta3co9T160Cr
AtUYni3NdQgjo9oX2uWlx81eg1mWB7/Wk4YJr2Ey4LLFVUbLJ6kQnJPd0rHfrTtfWrcP3cD0mGnm
QTsQ13dX5iwH0XS3srSRLmU/RcSfUqXNORjQ0IX9JtfHOwi69n59yxV6IrMONfSgaBh/+55V0QEn
SydfXv6KG+HictIH0mg/y4H3pUE+KzFCrOMFtAPdOZY+WlczQPaht2SZRb+NlDwZTSr4ayRtaYir
v/W0J2pQxiU03Kd10ru+hkgtmNWnNJ1bhvlt3Z4Hn9lE5z8zaGJn0WekymRlGiR2OfTX53kG86aH
8YZpfI1ifOvD6QftMAYOWUQ02inxeHvUNDDWq8Fok3q/vi/WHoLBgIWRD3dIf/K4mP6jPjMj2sx2
6+RiHWD17q9Q9k+rlyjA2rwxEDW6Ku12s4wWGonqJZ4NJA1hfCg5D9N75LEKmoZwFt0to0buPqMF
1eQQLcw4xD3Ak0MjEYyBbmfM6hLpC7IeqJ31WXpw4ClQg56NtnwIpPb2svBaOYtvx5kpiQwUD6i9
OQitCVMMOpB8YuXOH/R5zKnmXQG6RvsFYUPo3pc+aVkcPddnOY3F68S5U840fFaLl/XTV7Dzosxk
LtkZ7GIAVDntWCGpGSL61rM+mHgPYEnu6jE9rvfl6qmuqpmkpm3zTOH/XRpYomG+30he+e1qLC70
Os6qT9vumHfJce0BzahO1n7zHFkITplJ6KkL+jNva3LaY4JbE26ZfDdTrw56hInUjJmX5GUp2gfs
zW8dxa1qgp9YHxhc0MtAUW9fszx+W99DjWVNB39uMaz41T6qlr3scZhoRo22xHlzxeUvo4fVSCu1
AV+7eX3jM6dJsZns4NjWtEulfmfKMf+gcUSGIdxPTTcYGGgT6rYnc+1jTm39ZLysIw5VACWovSdA
fcOXu1QEVAj2ntC/w5fzUVJSk13JK98x5G3K/Nvxy4+kICEgWLBbRtY6/xb+oXHQHq/+SUNyurVr
ds6iKy+LhgkUflYe6vlI/EJBqN1mvViXhLN9r7tT+tjCjCzZLZ2OamY90ee5RKMQnAL7q/YorrIR
VxMpRUrLuGGojXwKt6Zxcvxq6+EKItw9pG2cctXqNxZjH1IwxA87Yl5mGst0EJidp1qcnKj6XgUD
SOyZmZb9bnKifvfRtgb0dgq1RA0cUCLvAy/MST9lrHRvZrAcdDmTaG+t6IqH2Od0rIffetVL62GP
2r+kOIqczTTnn7oHOQ2cIVcHN/vHSwRLB5ID17XMsAabeH30Ob2m9TvgE1Ukq0+eJG1V/wkxjD9i
dBXpsLGHLvxpnWCU+tqcZfi8ci1IjZbskah/yRKrYAJktTlsM9f+CBbKJdL4vpOKfrqM1ONsMDhr
CL3i+7AFKENqG79q1BkeYmA8LQK3OSVEQ0Bb87jkXkPFS/FH9tMS1PhjBwKHDIzEXBbrYQUn1ENZ
Sny08bd+RvVvi52Wikw7Ojrb/KsnXQh7x/Ss3rhudinpICu3zA9rm9+kMLV2ZVt8Dnly1ScnlXFE
42x7yNMEV3HJtcNY5QXK8N4J8YgWFqlytnptBgy4xHHisWGldG1hwe9Qt+ua0WlfepoiaMrwT0KG
dohvnw+0xfc8XAo9hul/2eI52cyDT+ks6eVaEJZajxKvmtWy5bSRYamg2iXgWZMvaBMx3tEOh6Il
cJKBhwHGZGuPLCTFN9JRmruhfx6sgH4KFZjQhlu3J8fZRklOjodCjTH+8dL0qC/3dU3M0oRfN6SH
dR4CCfEkcp+REkew9ZhpxhIpv/tHVlgghuKSijjeSlkSge0a26kxQFrSA1+RBTJxD9RRdyuqwNKm
+Hihy1u5mKUKzpDr+yd2fAwctHkJBCGJqFXRRZ+9hM88tI7U3Txl4bZLWlR8/k/SPwEwy59rM2Ht
YxjdEqEEsp9WOEabL6htsw61J36gMWMZlUFMDe34N3Fe/XBirhzFZuPZMjp0zwpeJdFuOLMKSQh2
/b0IAEiZgfW0cd2nmAk4GEMF6J5roCzZ2M1gtA5Vdho05qXwq6sxCBgk3vJLTl+rSz1sMuQlAc/5
QK9GUqS6dXKJcepKObIVKHxdwWQ3Wy0M6KmIaMPXBInzJqpC2pAxq7MTNmzXSc9QgRCjgTlaudPT
d9On+zjqrW6qX3qWZN1ZKSr6MVZ9aqiM/ADRH+Lh77WA7lX35DjDywjhnGAjY5tlOUxRXMPY/vs3
g6ntNBD0OJEBS8dy000UGL6XfWV1dV5ykyOgR9QXgNW/GvWoy96XpABhzBLBdI44bGWy1iHZsn3E
GQYmnaTZixoh15R7RIubC5I68aPQio98Gu+a1lbMa5I7IdFgtQodXKHFU3XE4d3lXUlzdj+ytUSL
JwhQoPvW0CXdmUG4WyUXvSepPN3o4nFI2TYB63GovnwOtmhzcL2UPnDmv6auqngrGtwYbgsFqPW5
vzl1dzowlzhUb7+Kh2IPLd0SUZ52IYsS6Y9vs+usKobOGn+lfbclGVht/fbDsRnIukhyt3on1zOx
lbxDihHrocudGsL4NoRJfBAHSl7qhlPJ6wpXSbLmalTjk943GzToNO6HWwhV2Mh1CZ8yHfIt3uZd
lP+phtd1CV3XszL9SDyKAqdGSyle8yA5hgn9AU9Hss9te/WZvR4o8z+M2N1bRf0jbr5GOfyqG+bq
MmW4ktsc2cgNyEgnxYDpZJdOaHESC81KK+MwXm+g+dF//dDVXRkFJ5lMmxGhjlN6NHmgcKuLPcYa
D9DRr0G/fBB1cGsY4bGwst8rlKMwWOEK3ZrGQ0AELC3LiJyeoOcEFjqcwKTOXqL75QMFWDUdk4pv
Jpm8oTikuTdv1jZnzahni5/wGIx+clrBUKvSayK6NGIfWIUDeviXeYhoZZR9IXniZBQO4UY02dcK
FnI9dpSgIiEvdl6HVHylXf5TA4z0tmkSXIEuuP2UVXdFRPm5jutQ+x2Xrn5VknMQ1J0atovmNjCI
05ohYkSqbcdkN9ZvvravnrFontcBsAUJfEuDZiOC4AEW4D1QfjqKelDlAhxN+vBJl0/zzPG+AsjE
SJJm3uhrghWnw0JL/AZRXD3I5ltVGl9rc9j2tJ14HmlPEXrkgTerXF53q0MJX7ZkGVEcoCCK0Mkw
n8NUNBxGxG/b9SJlMDpu3dHbFp1V6UH84xCjntXPPhc3uh4GkEVfX2gT6pj6b9wLpH7yJ6y1W2Xc
JUW4V5KZZu4lLp4RH/9Xi/ARYbYDoAmJbgKiPIPo7L1aNksyatPfsZbUxla7DzqbESnnEKeVj5Ka
9iYZ69feIl6X8c428Po7tGYI4TVKTFdps0Yi4fcTBMK/657vWOSgAwyan7q9XnXPnea1r+VNr0lj
6xh1GOxPQlTI73Y/c3fGUahxErqy0d3RhB2w7OAxOLOPLZGSLefbvrbPaimIQBqSjvKeDKdrXCmk
Ag71mXAbUtQ4wPul/0u/IdICaZqNr0afolcBXNZx0vJV8t7cA3fmhdZ/aKxPAP1wb5y8tihhtEso
IVb3Y+V3ZYrtOpEHdPOSCpCAR9ZIe+8hDe8qJ+a9HBqHcsE4bTOy2tYDxk3be9bdcVX5n6XR/tJE
q55NkcHHTzwtpyZvHjRTpErci6LpQROZMyPQ+G0bPIEtfcNFiA+TlZzljnXloVDm88o+zPXDD4zL
bBrmvsnwEHeaRgdJpDiGDjLd7pYmJkh6uizWzMoRd4pCtP1Z0efHeJogA0ycnX4KF5UR75COj1KL
eaoqJMbTRwRDqeXk5UturlP1VUKpC8/1nas0XU/XYGvviR7FjcPpJRfFH0f3T/WzLGt1LWp549eM
65T3p5gabDJIdM3ie9G0OF98ku7zQ788jutlh5jxJmUxwwCP65BXw6DJxMymITZr4DUVzSMWPjZ0
xnj62zZHtBmXxqbRJyv9NK8nYt1OX+vr2edNv9KK9K0X6HCoxTkyrxVgD14B53F2u+iFQu/geI6y
HvLeMKeIJOoUKBtZ0zh4WQqNvVtQD1M1fOBLfnc7Fl6j9Thww6nhmVD6qC11+x7W5b0341fTKk81
oLhuG/m47iQjKh9wRyZHeeb7ac1JhEv03QNYWKiCGDiik/kjxuGalcO7XmvWvd8N1Z2D8GiPTlQs
B41iG5DjkH2SfIdwMDaumdxaNWzDpKzfyAtfHPd5JUjpQ6/nqI+8DG5x4Gn8oJNsVBS99ndmF7/X
hvNZ/xCHTFTurtUpz/pUsW42hsQNuiwHJJEy1EdV3b2w7zpgCRsxjue0nM7YpO6R6L90ExnGuOuf
y+kxLpgkY4l4bmzbYZCYsnRlH+v51iiFQWTHJuncn1VLaNTadbAsmgGui7PRjpz/z0HEFhvK34RS
u1/9r//1BbeeQeqv4us//+OadJ3+r66Tf2ER//Vz/80ilvIfYN4tCyCsjxQSOd//sIgD6x+eEK5j
/Z1C7P7DRGXlgxrmtwd2AAr5fwegmf+w/MDnhGuTpwYgXv6/UIht29KarSqHWlKeP//zP9DhkP0a
6EfmOWStQfz9V20mUzr6SHWXnfOxwnox9R+0j++CgvRKdC/hDTJWYJGjwnSYyVOalOdoxmLl9hCq
WKKdjagZyvnLQ9Y62sGv7oOwr864JH/lcwWzyxq+5iJkpUcXdJNB5YGIOX2PLPwXojnuc5/Wm69F
0V2ZmhuUXwsVxOLjuYqN8Q4hhIlIkaCPaqdmVIpm62NjjqkPeue7JewMsGh0i+UQ4ffDEC1qb9bd
R9FEk16g/MOScgZHkxIPf5Aqwq2X4snTgp71FOVESMNDldNuD9Wp4JwyDzWyO7MF8yITthwLciGs
C1odRlkeUnrVAUzVOzbJ7GF2Mdqgwu6OyZwgxctNgCVF9MfAenEjit5hyOskp74J32MnTe6Caozv
6M0lu94i19Ofw+VCBMeEmoolA/jkWRSOSBiHk93TpoaxZ4DoMH9CKZvN5Me0CfEGQdPFOHbik2Qu
uEmWvL8CYLwuAcdpNxuvJC+1pyqrj0TxTA95rJ4kLFg2kyx7kubveazOY1yOXy1jE9WF7zrwTtML
Z3Cl4YDVqbF2lHZNkqjDREL6hhzlYpd59ksZSoFEd3m26pKWIgKhMa4aOjXaChSO5My4462cpvlB
rc1xJ16O1ZxVZ9UQ3q6MHFdDo7msMNuk4ZBA1EJjrMjk5uVfNHSkUsHtnDwWYX4rQ+SS65nJ5A7T
gqhnaTIYnDij06CAfO/UoImWNkN/Z7c4E/gjTce6oZMR3/oyQjjTJ3/G2E1ve/2PGU///Q8O8uxv
n67fXW+33uT/9On6jVCkhMe44rJ+ZngMKTB5gXdIhwFW8b/+jvX+6vU764eqEMGhibzHf3sYIpW4
0NXw2jgdMQ//eifrfbpc1Zuwb5zd//3hrT+7/gTURhJuTPKd15/45zfWT6M0Il95/fBvj++vWxrq
xfVyLAlRtqBi/Z8b/u3D9Ybrr1HUK9BpYOnYRbWNZWVe1n86yyYWS8l+6+mUlCnCuC0wXu7GBaGI
G4COcqL5uSSrLBuzv/1jLCK7EGDI14ym0kFMLdnFfG2e8LqDVfSb6X39mfWrg1TLxpG22o+RuHGn
7rU1c/KVbDtqUVA13Qkzcmw0V6R95T4OOLxaZkE3v5+My/qRExeS/h9exh5hy21OrNEUTOrcIlPb
9w0q8AzDq2mdvEI5l0BK54Idio8YL18E03LbqTnj5a9M0Zzj+n1GYh4ysRH3ubHclobLU+3Z0WGs
J3GJIk9c1o/6nAl/t2B5pF6i7YytjAtL2al7iUoD843Jc/jPr/kxzcaBVKxZ32Jpwz8tlqJdnjkn
bIHokorSu42nmtT1OMMbq593NccOmKxatvRHGJWmB8JvMD10rkK3I0182txq/cf0cuuvjxwZp8d6
yt5sD4/tkua/GNoVR6eAUMXkH2mbP5xsGbi3nc3/Cy2sIkY+YTEaC0X5B3sxkEmKlQMUh/pKH/il
rHvvyNmiOHSkB0I0LXBXDvBEHFXNF9/z58uSxhSlBWnT5TJfwCzPQJ0ZLdZWS3CLvoXdPkyjgr3A
Sn+D+f8ufkgm1GdGiGzSHLGZzlhK4qWML6n+h16qc9Mx+jVnF1SNY+xk56Cn87lDEKDor5OsutJA
9RzkoSo8mhNYhLZz28NET+piLJa6YLNTly4tINLU4U2s+NL6dTUx5CXBID2sn6b6yl8/+t2IGyeQ
1WXJz5MhY7KXyL1zGl6CMpioPQBz3pfCHM91j3LLlC3y+xGn3Njml5C0zUukjPQ00m7BcDnCJc9Y
Ny4YzazzUkzk9vReDTUzg3lQI99wjMg91o77sl5YrcMA0YvpdgKcya+NqIqr6kYm02JpD+unwui6
wyKYXozmUlx7rJY7VOsDB2fIB3RpNkkaUVkVD+2Q93v0BoDXmOQDLu2IC03r/DxkS7edjY4RAyf+
e98tgCs7+WtilPnJCVOYG7F1snV217xiwWi5IYvXCDChv7iE6bSN2mk8KMDlCOhpPSAl4TaTjudY
P/rri//8fP3B1Kzokqzf/7ebr5/avDzAq4b79Vf7NiPaOqEi/rcf+Ntd//UhYumfHVi3Q/XPR7L+
vvXXq6Lg4eHZRoTogen824P42+1bBGxbOyojCimdK0qnGNqE/kcSdPfXR+unmQ2q7t++tn5jGEVM
NRWTeXa0Ubpv25DcuDLy75yh2RsL5NQqTHnDeb+bMvrdh4DjzaL57Sn/g1DSESVlij4DKuUxVW8u
jbKZ5/XMpIg3EERWJv80AOdUHIVtQfEJM39Xz6g3R7ti/C/WtNAapU++nIvaejWC9uzBukugYwg8
sRs7tiLEAvXjCIAsLpdHsgXnDWUIf7MR3xtUtOCqEIc7ya6urAF7XbGhqCcsLyqsrZBVwiqhUioU
9wJvoz8B9ut88kYt6yZIab+oSTbnHH+kKUbCHHvuvvLwPVL37d3IfpvKtALyjC0P3lbRFubVtyFE
NH33bEHWLcNXFChatO71Jw8k+Q6/BfMvJe/Sqj1keLO3cWF8FHUxasYlqsBZnsA82wRHWmh+8VDu
JJG9l6Fgq2Uh3JimF5HFSqGamkw5qebKsQvOSJQ7gE0q0W2sc9bHSO8mN9mHjdZOO9HWTuJ8Z4Ou
3zIysTlIOvCJYDeTUwIapOnouqBG28iux+ofzEQAdNNrbnECg/xC0o7j/zB4HTA2pydUQgkBAxH1
u9tleojMkzDlv+qxQwHkHik7qRGdz4SwskNhMvSb010k6utCA/oIKOLNi+DxeKGmA8HAzRaa52Fe
tNiPs3yXGFikiO18ruFpYKkjiaxX3kekxghAVosOhcuTs5j3sLgMJJAUfZQv/pDDIMrr42RU3bYw
h7fOYxAXzP7vyTdb2Ii4BHosyrU3b+Bu4+CfGAXYGsAfzdGRljYtHAph20zjXXD15fRQ+zXaMjxx
Z2uhVTdlp3EC3UVsPAET/atS4Vc8BCdUViRC0A0xk8E7B4pEDbpT15aE4o15a6kxv/Zcjn0SmLtp
Ciga8lkzEqpN7tY3oqLZArca30mEHfXbF4BeGOSat0vMzctfFdm2u84E+ejSeFoKfLipdzFr0mtL
M2eKzjPoeDOhXQj8goQpiNMGtw7CRgFqCFim88EwafmhhwBtnLXXZOJakh7Ok4BuodtzgcoaIIQx
PhUEtI/4UAM2uG2FsX7jhjTiPaHX5OBnEBvDvhEzkvwUdEPo5McEcLjjcEPTlWAR0wItD4vOLovm
Szb5Do2R4BjTYU8DebBAklmN/yKQd4LyjE5jS7wtrBIwyV5y41cQtksfk2zZQGO/ae0+31dWde8v
PEYXIkfpRhtLCnEoonQ4Dc50gswzOCGnbAj8O8c8jbQjXgK3/+k5ya8Z+xjSH0zimOScYz7cATzx
Nkaf1Ac3yTiBSKBEiC6N3bK4PgPa4Cf5ey9p1vW7sc6DfdRiMIaK6qGjDhRabk5h2K/h2IQFNWAX
ReI2ze497ZNuYhr9iQkLskYkzgQbNkkCECuI3kI0K+epm98mqGR7OdEQTXx50bwl2Zf3rinNfZ/3
8c6aevvkzQxW5rglYY+JUKhSe1csPO607hw0QUWyLwLYUmlsHtwoeyGSztjbMU11u46NrR3w/AwL
6FgnNY4A8hOcDIDTExkhWAm7qz7i5NG0RcqVHxlxoc3rO+8m8WLEcRF2FXNRO/KergrXR8iynxkA
HPoK/hbY/tAL5G01jPs6ZxwUI/Tbjotr7jwEA5sykg8GJ/kSgcR2RkTHbMYzZHByWUOM1E44SEGN
s0yO8qhrbmp0lfgWv23EdafELyCWRxGIacS9h3JI762RLAXsI01sW5AC8uIApg5SCq9G6qJTcpL6
M3Ivaf9b6j61IM8bKdn8QcUKsWe0UsizrFUyrvBWIzs8KaSb2mjFFewgKfLTrZ0W0BuFx72StXwl
WRUbizee+wAD0ZTRqlL+ezkS3JIIBt2YK8gp0WzPvknfrLLt93mIIoTzk4roxwONiveG6OmMFxow
LCFZtNI/jIb4jIYb6K7hU8eTvokeoBKGt+ES0VaMxHdMC4OecjKcHLAciNQIEIeyvAnenbY9t3lM
mW6ID9to05vF2lMgI3DNm3e0SLTa+v67TqJhW/BEb1hXcVnocjS2pyvx6Bjb8+S5xX8CRAY31zgR
VWkWf3ANoKJiKGhhwmKmVaSnqWQqKYFGpe6PCA2xkzk7kU/tcRkHPChWQruzLenWMQS1SvOOq+Di
yOLeTORjOWXXyHwEHnA1wQI3qLHjaBNBUSzhAVSmeCfe4mVyeRk8mFzBnOzSPHpxieU8lnS0j2P5
WFN5Nq4Ok3PrCqUhsNBMIqO04Gf7YbpfSu9DFEOPCSM4pdimAUX9sdOqYqZCHkbQJLcwtlAG0oLc
jdW2IS1gGryHroNxYjgx2C+mG2Ih+Pqhxpu+l433xET+R1by9jNivNZZ2X3mZXSaklwc+9n946nY
fBTGF7DB09BFAfYmyFqKagjsx9FprFPtjm9tysFCLg+THXHyJya6ZKxPsCOc/iKOOCKrbdXTQK+J
8AakuFnwBO1UnXxNjXj3wImgtWQZT+sw26uUm4fhbV7R12KowIto+HDYMBGzMZaMEFh2a7f61RcS
Q4k3JHjF43cfnjZWamiJM40tkErPcLjJiPhZF0yyVI23RyzDYfDkm/Jq61TFxPzY6r6qeF3hT24j
yoZt4s4fPaJ44FNLeup62gjzY9LA6YnKPx4sthYTTVNzr8aJ/G66thih3d5gTYQiSN/7bpRpcu7i
EWl1BsyqEYu6G+GDrH7lkh5NaWaPy1R+gDxNT0lPAPq4tMd+aV06cdFPmTKUX49cdiahDrRs0FZK
dZrr2le5QQNaiolBEx2FJQ/l5F6dYDSPeWNUh8CFNITRUxMNDkzHWT/Mlulgxvi5U6+VloGMIMqc
2ey2eV8H94tc0Jy4zu3oZ6fEyRgLTzAImjZQx3kMySpvw4cgn8nu+3ZxYB3mAo0NDEdxkAoXaFHE
r8MQCfDk4qkczJclbh1Sdynh0+Fq5ZVzGzk3rmNO548sI4w28Fqe5pbJspC39jyVt7PtFvjIm7fA
Z1MtXP/L6KuvyGbZDD0MfnXMZCvuqnQfF3Z1yMO7KhDT/VLQ6jA0ibsSVJ+xTM4AYlGJyhOjUo4R
MiVvw5v6S/sDEI+5I5fV2uWyUg+DIhu5QYvoN3LZVbXybps6/nkiQuej9vYkBDlnY0KzKCJrbxbB
jOZEl+y+e6w09KSAALBlnww5X4cn2xfR/eQ4uwxMaFe03lMyiG+7MMfNnGBytPtlxvWT4EtIze7C
ua7KrN8xh6aBmOJ97bcoRxof0RVF6QGOxKyuAxqmhnf/DRAi+g786Us6H6fBZ14ecLq2C4QtquM8
7SDxQ+EmXfemUu28L0HanzGyX00j+llWDdZ9BZALsE28873i3XCXJwBcCTttY+7dgEmNY3lnr8NB
eBCZ/WegM7NzbQWt07FfsKbdtmoJdlbrEGll3ucaUrdYJbvuAMJrYFNEiN9H9d3YjTo5nOxy4VZi
79TNxZbuaUixpkYq2C0zENQJrt3GzVKuw+ZhtONHMxDFTpL9vsXDgMXg4lnleCM6NWy7We0LG9dY
ocf6fgD0IyoCihcMxqHBQIVW6WsXdnurn/RLQYUD0/wOQzaopTq99wrEyQpJbRa5D7Teb92iv1ox
D4dD1ZXniUSf8N6OhX3weglGtXPJ9+leargLWS1eGgfUaN4H4640ssfcGrAF1ou7z/dWQghH/JFP
McZZPx93EA+xrAchrY3jMk+PCUlopxq0sikb/1YNqbcjQaFIb6BJLJl9MB3YUoNvTwfHoo7xWrhc
qJzuhqG8y7t53mu6QV0vVHPYTE4dXf74MI32WwDMCY5LEe9rB3AD6eObUVsORRXJfWDYn7Vn+AAE
YsCSNP/rllOyclHT1ud25u78uL41EAGdipARYuQGLyO961cv7uub2ZEKBQgioLL8dPKnocmWnRMx
ye1l9pjYdbJfWiBOhCqLXR19aXc2nC2igMphO6T1vDP9wt2TJELx1ebJHhpSyatYFoeqTE5zwabo
pdhHDN3C6k8M3Ys9VY8Hri/BBgIArvGCHhZIdQo7mgseS0fYjNl2jNE9iPA+8sU1S+V44Ep2z8SD
PzOTfWhlJ7fhQihxHhjPfhB1O8+sKKa7s6axBWiTBFBOkIcnFS+3sor7zSjCgq3Vvqjc8/HjiWG7
dMQ14xh3OebTIo2k8o+UlWfRR9+hOeanpCQ9sE0S0HIDnn+f44ZQwU0zAGsTHmvwyF64RynN/DXA
vDZUYJM7IH9dTNFTpLZ1W4ztmVkDYwrToC704Xn3w6FZ0mfLc0q28P5xxlC/j4ho23SDRy8OocuG
xzqSP7LrQrb3wb8Zh648+LiYDm6JPiLngrKc+uTb0OCjwF2Afotiv0w4dFpIH4ggiI4IlI1kAPAs
Rikm9u6XD9P+tp6i9yQ9IXVFKh2L9BAP7kcP2wuQ3EiJgZYw8f1fS1Sjas0HzsHgVYd2uQvoN5N8
kQJRQlVJqnKw5RmjtCGGZVHTaZy9ZzJ6jZ01ICWrexMSAEt/bRbvUTRzVCnlSxS2A89xSbcmMJqt
M1A8myVUxKFujlEX/6gtdeb8xvDINDGWNR8OLWure2lzZqhiwLKqEmPhJXrLFua9UWv8xqbBIXt2
Lp3VNHsqEjLpDrJo/Ecjh0RK9/2mL+eaNuAS0oYQX4GKXhC+gvCLZ3wJBvBj25l+VXVXHGIzfUG+
HKV9dG3jsnog0x1WHWfzfdm+lIy42U9o5PhGfuhFc3Bzk/1jLq1NVmCqaog7O45T8exE4bCfAbOi
JCtfO4cesEKlojL1SSmoXHxHJUOjesl/4EonWMFK2ecfCNneu71JD2LGrzsE3g/RoOzBqjEW43Nr
TP7eR5cMRbAmxhdlLgXXuHd+AdMvjkbjwWwDd7NTDqko+KOfySofz5YIHgdl35T+fEykfW1BFx+1
8IOTPLWqDqpA5stw8oWuaLURon/s9ZuUfiR41tzYlrm4mfoouZ3QyvxWY6svNfDm1rQwpnPCAD4I
Qq/BwOUYiyOe65PE7oRLyl80c7EAxOhbR9Nnvp2Kl8mLkJmh+EFErL7V5HT73hC88WGLN3/CaDw6
8fSExoyZ/vzpqgH39mLctLJ5C2cchGWFmS0GF4OsLfguMFYe6sb9UE5undg2cdLk3YJrd7znsuj3
xYIBVzroXJIiAlmtd0eU8A8mg9mN5nt30aWVNfRCsIJJCHdhqIlx77IfpimeiTDg8uq6gp69/9rY
6KpTUQIrtXCqRtTA6rclKgtkfXsbkyrOiY1SMWqFjZWt3OfCSy+4qKCtkRUyTdV9rRPxeOA+fL8o
pnucv7WOU+/j2iL9UEudLRvpFD0WA1VHEJyKAV+nWYQELCxnp/U5Wpu7NBKf+IOf23y4zw1y2Kts
/lUiUt9Y5PztPQc2W0+oPG9QI+rykwF7p/udNgASG8dBIFWCLmT2aiUDvnCzM8/e/MkZM33yPaaN
7jDeKlmdh7GlC1gHFOUTcPF0n7kuRVsycHzWkTp9PgJOS/wvNSq0lcK9s31O5E3X0XkpH+yAwXMs
DEC87cRDY8Wu5SjvAqeyTm7Kn5+bzmcWDeXBavPPPmMEHjdDuPNdgGzLEDK44ngJTZbskdkgSCBn
QSOmDVCAh6kGiWVxQIJ0Nb2lPVct50NrksdaRkfeQNC9puEm0BZpsukOMsEDhpiDS6NZfi59B2KA
SKwDFuBznzTpjRjTHfE+zKAqiRYbO8Omgru2GUsruQjj2qUjU5W2uBdpd1nK/+LuTJYbx7Yr+isO
z1EG7kUbYb8BO5CgqDZTKeUEoUyp0PfARfP1XmCWK6vKFc/21BMEqYaCSDTnnrP32jQPWyerfIfW
cSDViuGUX6pwtPawpJg/2O1tQvkKuP5sDpq57bXxXksM4gkkFUnZZw/ekHLPHNt2P4z9sOsKDcqo
QW6uxDFaGd59n+uvtrWqk+PqoFTl3Uj7c44TYJN36/IodeF+6gPYZ+WT5/TGyuqy6CexaO7d2Hi3
E1m9tAW1r31NL0zRKfBnt5BbmXcXzY7xPnlps58tOOxVDAnKKgHyvyczLEZrPImO+2YnPawZeE6U
Z35PVjhDXD1JAnKHWadJrlHPoijcQzF09qhZQqTFM3g7ugya9ujK44i6bdMaHYKWrNjRBKJvrt+7
dEv9EpckB9RIUZ/LS2LaRNG0vuX2gw/CugWhtDhkguXgQWN6A9ONHdLuVIMFZ7s2Hkp3PlspITQ1
UWmnJJ8uwgULWxMIDFC62up6TTcaF2Q3JXuZlA9LJt6YTYmNcxLQrg6g3CrWoQldaGysNAm+tbEX
PXJt/hXfCU0UzFPo2oU65CyU4DmeEtfJ75OiuqmQgWZ9hIR4iIIu1IqTAZfpCNLinsk/BKQUGC2J
ZVQNoU0jhwCdk2rwSkQAdFE+fokb3rSlz3iDs4E4hX6y6aTHz1Qi2Po4qIWuA6zPk9PS0VKdNaAq
3SHsTPXizLav6QpHCLFVW9PGTjcTT7KdEExuw9YZfCTSS4AXjDaCigafuzjtz256czgSGEgce51w
0rHp0DuYebS1xY0lR2ODW+IzMaVl0F8zc7qkDKxrNM7P59dH7frtn1+7/oobaS6W6/V3rs+vj/7y
MwlTbMwIic6pwCuQxZmsyI00P2guYSLrX/7xMj/+6t++pIuXd6PPndj9+KHr3+FuyBD65x//8ZtO
Wp77Cm4LA1/WlGF4VBm+jO1f9u/H65S9caN7unf4w8u27XBmzYQF7fd/6w/79OMHr/9J51pvMba9
/fWlY1pPvBXrv/PjF9ffvv7c9Y27fi2G3gVYJ5wxUvHdn++obhkl0VvgplqQSArtIXCymNBITK6i
1Xaxblc7xDUtzTvU37j/Wbko7piTEKwkM266wjDgMbAopmZ+uLWlrQPLEN4plalv6ybWzZ5O2LwM
n3OucGkvdkRYfWfJH2EdTFFeU+DvU6IFZALHaPQY38M10EiS2U1zRzVflp+9oTnOEj2LlT7m6psi
tReBSQGfe8hu9TVZrsCfuZk1p0THfIPf+gxC6vs6wmhn7FLpUF9qubxlHXFSmJNuAG34HloS4k02
jnWAPHIri4nr/QLPVqYRUk7VYzPmfjIWJEZILqipg0JAWglH/YgNa6nhcMYUgN6djVmHWREU3sqC
MekFbRMX+0SaGAdtf2AWvyGtitBsbAm2Dcy7LsR57ItvS8vbWzHiIvxsH4FVp2PYfe6xHmN7Y1wD
C0ltZD6duLEdtdr1aaThyMIgIenlzaP2gk5H28KQvkGaA/waWZKC1ri1ktavs27cx7E8WN38iiyH
lUN/CAnVQOCVHkwSkfYJ+j9K6/q5yPG7jnLaqWZ+H52iZ4EIFF1KAE8rj4QiuyfuY3mJI/Gpyilv
SbOhCahq1KpfBp0u6LQQoWbsBbrWbasl1nHMhnBfGpjT3JYBeprgzCg812/0mtfLzmGYGDtM+93W
lCXW056rqcIAtxkcwzj149X8Nbw0IyYfbMIYVakrbDKxGfa8LiQj0EhzGEe13+ZdNOTfZm5qew2J
x6FfIZl4LG+cFj6XaT01tDibqY0OwmEqXywkpfTa6mKHNNVrBCwWFjvfeIG+hA91BxIRCVy1nzr7
eZRkhLqlvS21nJBVgs5DbgigsBaSrStiH73nbqkDK+vfiim5X2amlmY8wMgf7L1lID4Ne8c5XDVP
V6PjH9SH9z+Ue/9SDsU9aWQ93EixCvb+LOizhSWl6ZqSUgld358FfXFoznky0JwiyxkbOgjEwMmY
LCRGfp/rqDtWIJRVN+R0FKVgPhOHB8hzNpi7ysBUcepa4TNDIVgiioYzQV3egzmt1EOnuMs4ECqn
e+JSEG3++Y4b+t/suE3MHaNVS9r0/f+848RltvZMj/bEIDg7aWveR0k7bw1jXIOGe1qDKQEDSR7f
gd5LglkSfvo/7MPfvHn0P2xprFJIlyrvz/uQNElqT3EB02bo57s6F6fMSOMTlZ+x9RaC2isQH4eQ
1YHWUDIMemDfwSmrX//5fkjrv78XSEVNzzSE7hq2/RfSXlbNs9lmTnQa6nA+xG5rnoae8bzORXDs
0he1RJVf5fYnw42ai5sZ0zGh2aJqqNJhp10UsO8bCnqAb+54ASkGd4zoWBwE8bg3Iy7TKEKNS+hE
ZygQAfaR7lJrULFqh3k4FP5mV+aQOqrEeLNdYn+mqvEzjzSL64ZURueGfOGXf/5v/82x6whPmgBm
DVd3HWf9eP4ICtV7N+5VHJ1sQ+B47wiPSb1s3huRc4CCu43Npb1RzcjaUi1HS4C1mErm+znQ9Ga6
KYtIHQt9JB7RKtQpNIlQUQAbVyOQ8vMlFoDex6chrOThuuf/9ie4a/ePf+f596qeWxKh+r88/Yf/
Ua2S4O7f19/6/af+8een/NJvL7oqif/0ZH9VFT8MH+38+IForL/+ueijWn/yf/vN37TJn+YabfLb
OwlBiAcYtX/v/6JOXumz//bHv/DfVM3V0P5V0rz+0n9Jmr1fgLB5piNsiwvOTz2z9QuEVwFaw+GL
Jdi6+D/+1dR/sQ3D4Ox2WHgjwpQ/Bc02WmdzhU0ahu4ijjL/b4Jm8ZfLiO5x2BicvQSdSmiof4VU
tiC3m6GJ4gDPCEnsES2dsvezSFQk+4k+mDPSdaws9K/PrhsES/h39PSoz1l9Usa7tWZHXjduNePR
uD7UWaSDHllus6TYcWzRp+pz+4j662uvQ2/yorK9wYC4i2XxQdjyNuKKdtEbqnFFn31e2/otUkN+
Pb2hkUBul9gpezDuwqIhONOOmhudDI6yHWsApGQgzAb3I9hKTwpnp18vy3kYWPTame2dQk1fSbmQ
LuEfoAgmxsc2cAx4q/wLZutdlu3t0QnWwcoXfSKMfB63yCtuqoxfLsNvXW3bkCbCm8VjkZUMB7uj
I0dIMFIYxvVb4c7lDvW3vZEDoYkCGtImDGu1nzQCX2EXyGN8Ui1wy5Urt3UxDwgNm5PEDEe4eX8g
KpfiI5p8Q4R3UxS/EZvNhbwlwG6q9Q8pPnmdMR+Q68FC1GZ8nRhrNtzbtM3iMqGrzCba52sPtVaf
6eKh3Q6tdu+K+TBU51qi004jyM+p85ih+Tzhnd8lCqZeLx1kz9G9W8+n3oBPujK4ogxF6UqaMMSg
YFvs8QDHdxFN42SvO9U69a/OTZnUO3sew8sYUobEa8Ixk5J7R3MMVsw9vd2sQ7zB5Dsx6JqpjD12
Ft4PLMyfljLF74GtOGClERTVY2oMyxv02qkZPyYvCU+AbFjx2djP5zYnZEqnt1/lT9bo7aB16Nuq
7ExgF7REPEzBZHZU035xoGC4bRoSeN2qTaKNqIy0PFimh9ktY3jKiAoyx/zkFW0bhL12MpV7Kdpa
O/HWnJ0GBGNkyQ8iyWhoIZfcYXiSW80ijUuxmxT8jFf8See/a3NasA6RwQdvcOhIZwoBkkkmYVQz
v4MYN5+YpyT7rDUelsVgzpyS4+ZqENzmstuKRiJoynUqqr7X7nTSjO0si050EF6nwaK3r6NgyNem
gWGX+3FGEtSB0qPc25AYUvmqmeKg7GgB5A9znHsr62G+A1iMTU+zPtOAYO+FFcCuIhiFOPedos+u
CWPbS9k+2lEq+dAghvecZy6qvRMz+vmxBtgxuOZ7TjLo17g7dY11xhUYmDOjEAMJsmksrMqBoC7l
q1EO5DEliXmMSSo8dNVjVM/JoTK7oydLiBgaKeMCv6sAFkEdUhygJkm/cHaeO/LpxUA2eh0CmhdX
tEhmcSDg76yScN4keX1bQQLpG+wF/dxp/lhtVQtiJLqXk30Qln2wTfD4BS0dqtl1PoEb2O/RCtQO
iXFNRTFQgypDfsRQlPq1zgkFGMxlK6R3goWVXQRBgwiwqr25TRI53hbz577TFt+qW3yo7lGAT36S
/PgldVPWSu6rQ9BgNw7NztAcQvvMe2glw6YoPHWuhfVNZzyXLFXt2x2f8U0CWoNVDEIR19K9U5R8
TkaUAUPWxoeo6B5Ccsp6e9lGEaUGOpAe77Eqt/mg5X5Y0HAorHvu3sud6roXCLxfUhNXdUfW0H7p
mgqQmntAP7hj4v6NMT+tdTs/oFfei2iZ91EJ+kLz9LeIPhUd/LAAG2Cy/trTUP81Jg148Or3MJvD
W4H+YzMyyaHzQzXfTo69recl3gkdJXiIyGfbtATydNVGDSRUmCYTkh659DZ3RlRkyRF8inMwc4MA
MvtOJiFJhDYg4Qx6vlkw/a487yNpzJehAZwrSvT2zKzujFkm23haml0s9NqXY7v2tNNdyaVtN4Pg
jOlUH+Z5foNlTp+0Xo6hcgBdryHtiPYvMpJnGieSOxFi6ITeV1OO/cHNikC0CLPyRNxDQ2hleEwd
vfJrhqFoyVnM1NF8y8KqX56dibVm2BFhBsbnfcQHWAluERg8buKxAXMXNVCc8/dGJd/T0k3PoaJJ
XGmlOsTzF6fP3H07uygj3IkHhPCZ1vLWJhgfjZbuAtwpz6/pAm1qkVk4kvPxmOnjr/NUVXsjMy9j
Bzwj6fVdTobWVpWLti+ntjlxa3nQzaemqqx3ZyRhLn+BF509jYlnoYTjrmkiStjm+vjRe4Uia109
MmN1IQ2wBimld+4WFrimoX9N2hsWCoRPhIEOS2ZiAdxOBWqq0AgMO4LamterWd3Dponsxqt5l3ql
vhfWl6iIoic9xrPYdVxVitvZQ7KmL1BDJ09/lt3DINucgMyw2CQeuOMJY9HG+2a4C4Il3C6Ri4Jm
TuSTXhXZrYhjLsxNduxpBR5WXhjZex2nX2OAdWm+ajO2JJkL7Lke8aE6i2RYj+hhYnv6zAzihQhf
suwTVsEj6j6Oj6+VK+S+0vtXLPnudrEjG/WsM277PD3gOz44EnQW6TQQpYyFyIYYEOpMJbhFNfQi
HZGeLVt7p5eJDMXSu32bSoS8LqMBBB3NbcLwEvVHmFxGL99bI0B77Er3lTEWp6jkY3UaZnfl2gRP
we/Y+JHwTKvAMpd07yhmHFltsWSk2MibdXbZMXfiXntnNXHg1i3gGtTagS5y1k4S3E7k1TcIDxqC
M7tj0xLtmyEiPTiV/kyz4EUmzKPwxe51yawQRhpu00x+j2dFHoZ1q3XwSJje+uT1EMiBwhfZn3Ny
Bu2R1cn9yGG0tbozelVO46TTvpOPKs1R++Tp6V0kVYQOHnslrhS43oGXJPM+TiDVdfPyktWcvCaQ
ZQjUKc3csntZCUOYhttwN7nczBwLs0Krk5/WQ/wbJDQNLpvRXYVBvCPgjM5oGWgtcxq9MoKyz0co
jWUHdGqdgXdfwwW5YDs7SdBaxkfSU2eEC1x4rUl9y4kg6bDwnjtXP5F9seBqhcnTuOTGOlgK742V
JKVZ+eeJwezaNjC2jtDDWwYayx58MSN2Z8lushRhUEGtsI1fNEO+sJfztvMWrtWGFj13VsuQ1vPN
yJH+oCgi26pktafHEIKsNOD0WjvQ+KTxYJ103ClbNDTIsAsm56Mrb0zcZKCyEu6CdaQxtc+oSEeR
PUBQo9lBo0q3vUNWGPhmSaRvPRudGaP1zrCOnZIGSzLjNvUScdanEPK3Zb63rlcdbdSfi0XFAsyR
4xNn+qiTCGtDvcC/EGggvMGnDcaJmzdHhux3jaB17XpuSWl2ZGgWnz3AwmhkGgoYTXysFCsgZUjX
GJDuphYCVpmNpyaadlGp8D2POHZrXDLcc2JAUJG1mn+7fcL7SbYkQ7/10pk7OPb17k7W5tdJcKwk
ZntevCJFZmV9LV3cESAG1Sd62fpODNwer08bhjUblXI2Yh/iDgK2IB0oTmfLOvWcHLshHUAzktik
k3mFkj1ZbsY1q7DLPXdbA/fwHbslkH6sHhuYykQ85DDoVfNcRF0w2bW1t5p+pjjuMLPp5SXtKdgt
K+5gjOya5kHTx3qXl058sLJFklu6sDBo0rNdOvcGa4xtCF1sL/nISYCyAN4nIQdh9ayaggCWMLmT
xfKl1syOm7Bmng1yXwQG6q46uiOmKMcGdOKkmd+FiDeBxaeYlrJvU7qEMHuRitrTWOxyT5xNo7dv
KETuvFihmPEKe2eDkJIDLKBkaAhyRAzXNTfRRGIQ3F+fbgjrDwf5KySML+i2qapxdc4exp5Wr55A
P4Z7I5Zo5BBx9UZl34wgfPdd1vqmw4szbBeueJzE8NolHnkfzutcESWmZzHSpwpddCUiAuK4jE7E
xICCA+YKkX2RScyeXlqAnre6wT/iwkO1ooXDrOv2S/QVFc4ctEAyQ1YwLBxeWtdM/U5wWxW98rk0
fgeJYD7kRnFuC7q71Esn2U/wbOvSDkyrPkZBjNuBUDr13XJc94IsEQhNTEITdpwnLVXvudc1mFlJ
Okq0R4WS8zkmst1P4vdOm/TD0LTTzbKkYLHFWczBYkIpyYZXj1YHPag7HfTFBYMcYk0Nu2sSkrra
EuLVLC+KT+1tTlF4TVn5a7TXU3XhM195XgZyiAbZTu9wTseQFQSJeoecIBpamgca8RxK1snRRwT0
rYhgUiZHbO3Rng+c4VLkfhc2k8BRE/Q1ba6Mjeo+RzXGBQuOocFJGpMLvxMzx9FCNlU83JSRBjgd
wPQRDRqBJQYx4G73qOkYgb3JM9+K1CIdoYL1qpXvIk22tiJjqQUBRoVLMPNScCazBgaVnzFiJLc9
Su7aXuSfelxdG1BJzFsMrQ3kpIDXiRBXibT2balTK/O+kHOfO7uFrjNiLaPyMwed2dzdgbV/GhIU
Viz3I1/X8fBlE1qogtvqXBH6OC6vsi5IsBLkPqD7PSSip57tzG1elWth1ZUktpWcjsZC9x5ZdNzN
D0KBLMU98Fw4rXmwWdxPmAUOcD7QdDA5nFRtH2hKT/5QRNhlbNKiyb7ex+E4nrRcjBvP+E4IVs55
WvxKVvEhbtPkYih1J1hsU2VmGv1R0Z1UqD55mWGfW1DWuzhbh9bS2UXUBTelGCnGiobYEwReJ1VF
l7ruPlBv2WSk9nuE7cgIebNTqeX7zDX03VzTAfDKurk0abydxva5daJkD15pPEymLQ+GrowLaoa2
Z1ioGkK0abRvp9wBCAsRIemSL60NXHrREDBrungif2gVdDsBgxkMP45DraNRYjlat4nYNz429QFX
5HM3ReYJ7oNso7MeEuLUg+Hx9T1oFi3e5WDPd7U34H4R2aM5mySBzs1hTLpiTw8C32mIMMSYSG7T
sy5AfIeAIdNZnFewE7SMAXG9xgJa5WdRJR+L4OUKObM8lpz8E5MDN30TwkrpOPQ3EbMh0i0521Bm
Ervc1uYt7EiDy9ERdi9UJIq3xrkqtPgXyojpet3oXyCdqLiOKO5ngDdNe6et2eCZtUeqh/jLGO5L
W4ig0TUBnLZywKavzxegpsH10XVTozEcSsTsdoeMWXto2gqVgBZjmlo3jdUYQbVurk+5eIO0hx+8
xdYmgnrdxPkIhq9v41sbtIUvzBj5a+7dY9kJT9e/1q27cN3USCcCBdf9953Qe8JtrFzAAQEYyvfY
XB/93dNuBIleat3JWfdNLyw96Jy3SicZ5frk+uVJIDfMVPuhtwbjckRhyCMB01/3+PpIquQup8w/
ENIlix/f1ZjVcthHJ5BvIiiiAT3R+kimpbk1hJFtzSF1AxQIoGw96aTBEN/3PRZKpxfmbtZA/A9t
ub9S6asVb3995NGf+/Go5WO6/kRPAQBLusUJZI/IaKhm+4CeSR/ILhowToLVYiCAgntZ9R1y/b1p
6liA8jEhgoSLQIZzVTYqWNBr/thMyN1Av/3+RcUdhaOEyQZr3XutzcYgBPlFGckjb938/FpJtX4s
0VrZUzgGvW38tsk1ha/NTT5N9tpuc4zHqLErnDxThZGcgXo9kBUgprYOfm6MnOwviuw6QDIIwE2P
Vg6znZwICSO+Vsvq48ztOciHvAkcanQOaOROZqs1fELIKym8UBOuT7WMdBAmsaswjg5hWthjkHEm
ngz7ldnRGOiI2P0mJnlPVmOg1s31626VIZMkyQAjnLtYSPXLtQKeBxV4iFsDgu/QzWhZj3uveDXS
y2i2Q5ABKO+OdZIOgeaQdjOOI/ScqO6Dn5scG3eQ2Ygrqql8uH6dv58GnoeFbxlJfyFWLFi0oQvq
Uo/p4o0kc2JQ8KMKXA4kDDwBMdaOzu6Dn5ty/aOd2SO/u37xXq6vYKChCJL1BZt1LwaYbtTQ6/NW
mwdUa06LHqL6VFkcd6lJ3omGCyMCXtk7xF9LnWVSWeqgxKKpOsT9s4eImGEmwdyxYX5VUwNjPRvp
i0DqEQ3dWSeVpzHTLiHmP7d1Yqbiq9Q768uNpWULKN8GgYoVvrpO9RDFra90ZR0I2XhqpPdlJqNp
j7JTS9LYrxrk5jNcC9No+kvcmzAgbPs91Z7gjjT7qYi9rW25zzM0OJma+WGgWsf/MXqHYmbuMOW+
y3lcKLp0qchvc81EVU7cyupqwRjEouGYmqHYkYuiiSLdVzJ/jlwm2mZPFxV3UT94q+aIUFmzzZ+q
2pWorftfKemG02BRlWrZc5KZDchHrpeIXfOZ5BCLQ9Be2+UMEje4jNTBc53hLq14WVdzgUlE+Lon
PANFA70tbUt7AxsPajeg00G+93LcILFmPWF7GJuE9mrqHBfVbDucWuUWqmm4UyMydtuz37T8uSsc
EptaW9t4OQsu4dYbqGLaoRqdU+elDM9SZLxZ3toXp2xPWaqevVJdVFvNQVOxPMMhINFLNcN9NyD/
0+TnBscFFEhMH6P2BYon+KZq8RnCscoslW8AVQCYgBnNKvfVK/SonhQM0iiDomy/JFY+YFey6W1o
4sRk/HWQ3FUdWzj7qpwEiP/ntB/bT3SyNrYYGdshbfeIW2DZmT9MkeXsQK1Amub+1niE1TvG8KIs
l3KvoQHV228MbPJvthpeUWziV3Lib/3iJJt60Tw0BnwYWjQgbRrLb7zhX0Se7t2cnO4ehLMjKz9S
4h256FOCKmI1qEVReL+EDlkoA31PzyDBxaMBQlsCbD05Gy2SvawwXa7gSLuHtPL2tN/vyvEY6liU
LRXqviQgzMeFkW7bqEW2N0UfeEesjaQgZ7awdtfUw9Kg/DREhm53YGWn187GIM5iNtNmJzsslVY2
bWDiVmNPjZB0X+kVfB2n1NxFFqJWzEQsliS3kjghTolxHV2ODgSjyzQEXK5qmZd3uCfQgtUQ68r4
XBj37SO5H7gWmbNSgr8u0u0Pdj2Deh8UjdAG31I1XqTM0r0lkIS0F04tji7LBLhbDEjirVcT9sux
HB6rAhMpwDb4p4VJiE//NdQGqF+WnrO25zDrQE5xPaPwqbRDHJevER8M63BrV0WxeUgRPW/JSj50
bnpqywZp/bzkW3TJaygeCYIzexpiHiUjGmqPYcUXTq7NOsrIEULsTXcmL6twThj6a1RnKFMc0u8e
zfsaDf5OwulZW1sxvRgZ6I37tnqYbkJyqlmeW3e1gAFupSHuL1p9Mz4NxC9fZ2iUQVhbpE0Sch8l
qIni3HgwQv0Fp+dXGtslUEC8RmN9ql0jOnNtRWPb+xRx+7jt7b02sbSLMVHtCMshg0RFvoVicnV1
fYoZrLA0ecfHnGzCGJKGgqy24e6Fj1faBzfXvlvEwuBQ1H9tR3Dny2Q8V8m4HGKx4mTM4hO0L9Qe
GVJSBCDD3jE9+1CEk76dFf1nNPJcs1YnEY1uwK5FfTdpeGfmoI7tz2PWi3v92JF6W3HkhSiBTxXA
djin9lvZVZ/LKd9lTo85v0HlHLnNsQGsty0zS+2SGbzcwoVd5BHh6DgqZMTtFLPHqzvE6uD2842Q
1i0XLLJtExY3Qg78bVqTLC5v4/zZUom1tdvmWSxpGGiE3TdehKjPSJbnUbnVrg8xos6LdWqFfVvN
khatONSynY/5qipNvOesTtoViyR8A70l/RAY43NyUVmECpny04SmDNrvW6R1i5/iINrkCpaYRd5H
LDXaWJPveNz/q7hFRwiDkdzES5K03V73vgwkYQCLyrE5T+NzHMIKnZ1AHyWLkdozfGd2noC77JdZ
900xIwdnHsOCD4xrHFVvVa5A/yJtBWuCNEu9JdUIALM1HvHqkHRGxFHRhO22qKLxRunDXVfkHzQD
TfiM8aqAUyZ9MeaWZA4QWHRK169dv3HdJKsOsFipFGmUP9PXxI0ANRXUB5umoTgduOi6BXxEVKUR
mHbzdgRyqHvtY1F0o4+QHLJJkCtsBXZFzXDdAJQh/nB9Ooc9AMvYSHDGhQbEBSyQ3iapBaOVQVPn
OTQjH6Hc1sV3MCR6tE/oSTKmM8Md48+GLBSaqyb5XQBNp2MeZpeCUOKT59V38cRt3CP0woAh107B
Gime6fpMhZ9Ma5YrUjoat7uc4KSAmyRZTjNFrI0flqD46nT9eoNuyi+IdMTG9tDQvierg/Fkkj2O
YW9jGyq8QOJCDmwo1L2VBLUY6BQWELU8Rlknx6UQsrsGT0hvjaTUVgS5o3zdz3penCURAucFm+/Z
jEY6IiyvojmBUjPaPYhAYr0AVq5KK9GRIRZRdtrr5vrouhnTnCXV9SFK1ypAhRzr2blEGXieVspR
nhof9WDWAZlyOAxNCrgZTTnkyO490oFt9Bq5IlYFiuP6lKVevbHJ4G3JY8fJx2fkhMlvn5ajltHH
L3/TTE6zc7GIbJc2Bd7tODMN+wSzBou/bbL+KXMq6Z1H5Wbh7UAf+KAXieZL0y6OaWgh+qcM/LmR
IPeDTiS0cq8Pr9+Z8U2GgvUCbIriHPdoQ1WZ3JZx/ZpdSSn61CzbLGkvWjk6hz98rbe7iwKmwYnK
ys9e+ugwAaYe16PbWH/1+oh5dH8ayucxtWXAlZOcOBVxJmQbbdU3mF4CEWHdABCpyawzs3wTh/3O
kwW9mXUV4dWsJ66PrhsrnQSmiwrm0dglZ6E0Py3pU2NDlRtJPy/QOh/XO0xSr6WXBx0Um3zj0m1e
y3oTaslGOC3H2FrqXzdOQhyWAHMCNEAEfeJ+VDNdUm7rJ4fR/CBjynBKuDLh2KnWMtyJOodly0Tb
YNV0MLCDqT11oGOG2nG2hj2Tol5iLvm58VBAHo2IJWwJYGUz88t7bDy/mooDBwwkS5l14/3+SDYe
qSkOxyicO/cwJcNtJsP+h4DEBsiSk4hy3M3Y1fXtiOzl2NvmVq1rRGDhnG1YHOHY0ce9fhDRSrfJ
F7KCNl3r2LgP6bPHFGkM8SnJ6wqvzTVjtEF42zMCokFZTJq/WBCqo3Shn+rVxx+63qiulD/MJuZo
hLtFHT6GnkeKyvrRj1dYzXil7nRdaB5COT4QFso4xxmo1RF0Scvs2VllYobDD3JdCGnQGFRWvVyd
9ihGq0BPLOpWvGjbFONKsN7gg2b14V+fmhjxfSwCp35d5Cl+YheuoZrjYnKhlOta0IubhDvHwAqk
A67UxwyeXEVTWA7fbDE/pgRTHMS6CoVwWAdQIyAKXJ9PkaLn2SbnRirS8QizT041bYWrBGcqpxgh
/7qL1Xp8thibMDMpxLnsXNy8YBdqT9c9RajHgkiKHsw8H6GCvMMY5Xo85zuGs94h4o9U+gybxT5e
X3IeEg6l68PrRs9wbqx/m1HVGqnORnQTO/rzuVKy25bm8qAN2VfiYXx7hGTVqZnDTKxHF0eIsWxj
QgvCab24rF9rTYJRHKYQu+t/bDoDIuTr+5Bq3cuCyxoiKTiT9e2Jb0rEOIGTD3bQd6Q9jyC/fpyM
67ug5gYzJ+D2HVoQasvC/Raios/X9kjXzJFvr62U9Vk4J+9qKtTeITY9CBkfbs04JKfHUZwq625d
z5fr0+tmWb8xDvGwUx499+ueT7PWHKQUN15n3UZmjrqETzd1rPVTmYmKk4cMgNRGjcNJFUUW2ED8
KYSZh9fzC3cwDURJkaNEbiHcHPKmfpIk5x29bLg1SoPlQ0QcPWua3USvZQOe6qIS/Z4KgmYkVy6R
9zmRwkh9kwYoHirSwW+MmHNQC0TFuyog7tf0NTeVVzy6tXhJe/vVzt3bpjY88jMzVN41dizHsm7y
dFl84JXczvU+gIBw7pz61RpIzWws/REeGwFGSLy3c4zGoCvIjoFVPihR7PM62ZZxyMSVzqKSbuYT
gvV5mM+yCS8VOstKAP9NxHCbjjlRujnXWfMyjBhScex8px3fPSp6lQoydzvF82Me6seeegw1JxLx
uTw5pKHtCJQKd21uX2jT37tpiBHpASL2tK9NmB6TnZDfQ2WckGwKDAEHtGBhTJFKodKP8H2q75yR
ZBoS77QRCUhdoeMu61JBWFKH/IFpQXkmCpQMVlmeAMEM3yr93nJC83scYqtmfcJdvqJGVcQfuKP+
HJnanUfjYp8aWXbC6/6r4VHXN7F6mBqAKR3JY4fryUjTeTgS9MbwrdX90Xb961XEa0W6bK8PsykS
p2YmSTJHUTD3xp2RL9rBi0svmApHP/0/l2g6LpTYfyLRrMr+rXz7s6zz+ju/KTQN3fxFF9IGPgyw
V+omFNnxo+v/4181pJi/4OQgHViaxAQbOn/pv6Sa6Dp1nCa6sF3LMlEX/C7VNM1fJBY6z0HCaVm2
bRr/J6mmNNiBP0rVdcvWbYOTFGaRK1wT6eef5L71f3J3XsuNK1kW/SJMwJtXeoqUL6kkvSBkSrAJ
779+Vqb6XlVX3OmIfp0XBgiRIEW4zHP2XnspMzNklnftzlI3xCACF3pxKOplAgyvH5eiJNUtt06i
99NtPiQvGK8pw06ugTwgpqgen3oqJjskEOmmL8BbM5GtOufZ9Ls7u2pSrGOkaM5Ele8MbB/c0TmY
gSK1TnkrRofeJAE63Jx9/Uc2d2/LAgPJSxf89jFRR431HGfTe2EWexec63VOatytpBUg01tlWgZB
Iez9leNSdcjtidmPTRIM01QruyET+1FzxE9r1gjX/WT4y/Cs2Te+7Ez0tH7jJlvIXp3InwjzfcTb
ZEgJ7ekkekKG1+Pznz8mmw4hv94aBXh0WAZIYzZWtjmYL6LhdVr07FZ05bYPiF9tGatCz/ROiKoY
HpANiltxxow7YjNLguSj7v1TMeSS2kEG27ABLq/vdR8h+UR9FJ3LVtgt3ve8nPZmBZPDydwLPSYc
OA64gtiGjRyI/9ye+v6Mrb6KpF5NQ0IZVcIn3jzbmvjqNqk53xD7XeBcva4LsTGrzNl0tjSrWsG9
liQMmhv9phtgx/Za0a2XLC5X5NsyRWq2muGQeW3nT0YDbqI2c2Iv0HzRo40AkTi0NivUZeTg7Ky0
fQ5SbgbuYpVbWCAXZlCO56qOd3CruETRQBJ5U+4Sl+lZxC+QQ9QZaWS8GPlw5y6wmyAS6dzAuZkw
PKHNtxBlWfrzdT3GzSnxc/ptmraaBOBbCttxF9hARdkGbrtH6EjIDjzApnFuvjKZIeYKPz7TsuGY
w2HfQCMlDc6p5Y6drjSrBiS3IIYhtYhpgNSYTL6xB8W040y5FAsCI1BbtJO9l2LpijWBc7g/5w69
yRWGPUreVvUqOrRkGld81AnpVW00Up6zuDsM6JbpXhD6w9SsSceVz9BpnZufAUCqYyz6Jz2hgNlM
zNUwYGynMk02VoO1qnOjU+ce2vI90zpxkcq8dTcui71tOfNZ1z1ZsTFvoboU+GjhBsXxY0jW1Qk5
LcrLhFsdLhJAUcLAgWcgAZ1W6ZTcTYQsuHh2a/vdqfdFjMVUb6496oa7CDY6gia4TZzfnrGhJU63
H9Be3NjZcaaqyCQkXlUySyuBJdAEBeZF23sVTfhBt1Ff64uhIaqhB8ucqp2nZGXPEAaK6dLSC7ad
jpRX674HiTJyqAPyWQ/kca1l/2BnOAAZgqo6gJndzIzoIrKfG4NZkpE+1Wjejh7usBuE2NSMSYtq
BqTINqzYJqEDGMZls10K0W/6/MBeE9IBSsO4bloClxGm0cIvMZ7NZAJzBV6HnvPBL05yCt64UzbS
lkLRYPjs2w65A8Hxayzix4ljtolAaLrgP/XSPGXJ+Eq3a1e2/XRw+iRdLS4+cFe3kFEnghLqUI5H
FLhPVRBf6aXfbGKp8IKGSg0pq3RgUsCvfShCQWkTL0xPHdtxtNPtYtpXAXLQPhx3gRYwXsqfohKE
F+ml1h4H9DXWthgMTN+085HcSiu3abPpQ7czbe3Vt8QdMWavTpFcF8JyrjVPWudCtDyMy27Tfr6M
H5Jkm+fGvDFSqq0TvXcKU3sgOMT+uom/NzGudVisD41N+hIsD02W/fPmOgbZTymeyVfRDz0NVdoU
RKosY3OR0Eq5yIO4BQErQSORfvpepV4hA1xNOlXqPV9/k2/87TliPchnC4XE1NeGi0yWetQSraAb
KPkfFt6ANLaMvRqdq7kxZgPGx3I8rh6yxhUgKe3PjoLBQu+3ncg3Ca6xJWBJz0pGi1Bnif8bo+t2
aQFpIpEbwhFYZQzklws14SmeufZNT7uKKbrpCx7rhAE98j2BC5UuAwg8uageWlCN64V/CfcqM0L1
UIyGuIBLD5H373VGN5GuBQZ4rU0LQ0VuoyPTZbpJXAnTpbmzkpKeMD2TyFx+lH4hy+ckSDnYZ9ok
P8x2f61rILTVQwV0k1JMfOxbgZarMTK6zSeOq+wCYcoNyTk/u1Dc0qrvUHowtEdS4Hd+cCSyCJdC
U0Xi0GTmtjPknnOMetd00f3klng11Tpk2OxNCjHHsXsQlPQvII74WTsfIjLqXLOgqjH5r8RNczpb
9SkfnU+MUc5W8+ljp157DbcLtKyc+yt/h+5dMfEHoGJpRXlQ8xnPfA8GiV8EIBi50YK6PnYIPAuo
B8mHQPJZe0p5OcEdLBodl8cmKrttbc3eQUMFWncufsOJqOAxE0Bl7ZIr7rfdWDlrrSzLLuxbCC33
ti4GxP8XsetN5FTHqJ4N/YxeBY2lN7zohl7uROcek7EWOx1khCgGE4kbOUzCjnKOkwzRrjoCLL0H
NWkPyVoVddQnfT/8sc6M+oa6DNgLMXZC36rqiGhTyPUVvBT1KzUJ8mWR1L++ayNqSc31/ljHnbHZ
IX28G2TzVT0saNZRMFOSTJeSMF4qlHQoaUtU9uhOAOcDko3k3khkwUM9WGHi0GAyn4psytXhsGic
vpENcaLWzU9zBrQzRz2sinA/+nMSv8V5/K5NsT+va3l4T/Lw9lHiXnw/FdlQiIP6y0SA4rJVfxKQ
yLIVeBCcv94MvezrFepvjWbv7KGN03VL7eR7S0MxiA28yokEEj7HkuecWvrazNdHyL+opd8+Rj3v
Rf/gjzXH6d8vUUtqM19f5/ujvl+j1pVUCW0CMaO9SL2XP/74fz5Vf/hjm19f9evj1N+/Vqjf7Ld/
47dF9SpUKAsjkCmDUNlo5W8/1m8bUYv/+J/8trnf/v7bonrr98MfX9oTNlASv0dfz8C8ttr4NNlp
fCLbd0ISqxt74NvNQf0hpEGPWF++RkTSRFTKRfXcEQ+cJJzysXPvkWW4ixYUAH7uyzjTf1xsK4Z4
SG/NdWHgrDHojG6sSbb2PVkN1sycmp56q3quHgzyEmAmU5YwyNI7VDlZw1U7gXmqTwUN0Z1tA7qr
iEDc6NxGt/ZAJDj5TmLnyirNrMpWNjcitFjVtSfqizjlgC7lNdyXh5x6OiU6R+73c7VSk0e+Wvrj
LSRTdoehY1gkq3PqAd1J+bVkZtie7JRxQCAmVLRyIyWx5/NaLQ5hjPVffbxQa9Xib2tR/D4VDgMS
t53rC5DBsBvL+tk1Fi7GMaWZPtXyYzdUTOZTP9C2U2Y+QDJ/jUyXeZA8b9VDJ5dSBsOSbZtuzTl/
K2aTSiutMH2ZTpld0VIN+oOChBsTJeAhWFd+1YH5iLb4dYoLq/ugTy6OaoNMTElJkFsN2w1NK+/o
JuPHMgY3taDAof6PMHPvQ9n8L9QFQa1TPwPXXu/I+76/nynvmAPqK4L0/voVK1TUcJJl4ZPWj7MJ
HaEsdZTDteBpMHRrWy2oU75eYssd3ADRqSbD2epNjl1wltdAHRMttBPvOIfW3QTGkSEBqdJY5USa
T4dJFmzNvoYXlRgST4yrcaO+ZZB1Vw0oUKQ9fAX1vUI3mY6deb1YRcfozbr9euHfu1Y9Lfr+PbXm
ZIUHg3pKmVL/VJ/Syy7XID9Pa2P+NfU8U+VoQxyqMptzi3RCfWsIBBCz0xXjZa979kFpgHw59hml
JIhj4bOKBbZ/+furPdGqTf/9VP0h8a1f+QCUbw6aDd6ogLPEs9DfSHy7P4T4YriXSu6Q2jPqsI70
Adou04uQnDL136i/qQek0/86Vb735NcBLU8f9eI/nqrXqXX/eVNdMUyMPS7VKaeONfVl1FOhqlLf
z9XS18olofqmR8Rxqc1HWu8edDg96iXqY5lrciarxUmdal+L6vxWX46R318nYKY+6PsrRxURqxPj
RC3ofygQvSLYx1qoLVt1mlA2KfFXzfZL2RTEXcZDhpEljvWtevnXYih/NcgUpIcwfJIXBnWkqqXv
h+91M0EDu1mGRRoJ3ci/rknqf1IP3WBwy1eLKD0Yn6rFr29fLROe/EsCi/PdwHJbzssOsrJgcJzT
anTtN199Ebu5QKKtH9WPTRwOp7H8qO/f/nsdqQTMzCNHW32/WH3k99Pv96ql7934/Yfv7f3x3qR4
6DOUiuq3UBfO3oub4qCeqzOPXzzrTur515dfKuR6+C/1jdqW2qdqv6mHYHmNNI0yqvrhMTzPnErs
g7jvGcqoI+WfF9W7vy5VE25jwpnzDRhami3yQV1L1FO1pNZ9P1XrXDkK/q9ep148hu8jLOLj17eX
1xJq7Ry23+dM6MvD+OtgVmsDs+gX5DN/nXdq6etVavHP5+pNX1v97VV/fsCf79IMNMMdbINFh/Mn
f0N1G1FL6r3/tO77JeqvphoFqsXvB7U/vp+qJfW+/3OrleHzC3y/Rb3wj4/6p3V/bPWPT4rkBZ/M
uUZ2V9Q521FJsIYafYUcOX8/LL5VIeuT95PvlWrpex2UaU5x9bzu/g7T+Lrcqo1/v/RrG985GqgP
hpVB2+DriHaXAk3c94ny2/OvRXVe/bZWPVevV+fZv94JWm5Cg9Fni0FJj8Fx/Y4DzTV1+4bMWWwg
UQdGsgr2WFf0dTA+ZFMB0L/t9QcuJ5NUV3m31IXBpi59/QC25mjXOPgWervPhV0c3NrSHkwjDG5I
r6g3ZjjcA3jFo9tMAeaGLD7C5Jl017krppSOtYU7nyZMdV5meAle1JFCYYsz0inKjdRJkIog2PEH
Ue9Hj2odJMmdpq5xf/7DX5eTBf5eLydV0omABZ8fTd1e1Y31+wF81193299uuWrxn17+xzp161br
vj7hn9739QljFpzdFsNCzNSPU1M9+Orc/X6O/ZxJDKVzqTqU5698PsqT62vlP/79j7e7TjfD9PWI
tO3kRU29XfhekV6rVxIJTVd3qm/VH2Z1Cv7zYhLB/XLy8t1IGneNF4a2FHyCHGIPt01bunTid684
91rFji6RMNgeONQnDEH2LmmbAwU772LELUjwmEMPurMf2yq5MRr37E/BlVUgFfKBVsmYMbMVDn09
5w5J13tlAvNJuDxvE4b+h9FAMtouSGntpBihJi/tpqejCClNa+Eq9C1AOYH6LpVZHdQZ953Wn5oX
N4oddAuMDGvCd/mImyjX0foDqt7mc9ngAELyNZJ+CpsSzxxW3LXhZCeD++yBW7zkNEHQLD1nQ9Lv
o9v3z1E8QW7KBWgxWpATdTaqfANVMArhq9qXFfiQAO7Ag6ftTZNFpWC+ApZClcK1MkqGotyFWbSG
859v54oleploZ8ZlH7VtSoJ9mG8Lu/zQjODahsLPVLnbu5X2KbRpJlTXTLZVzDfPncfctWcYS0zB
q9K7Abz4ihUzOoA6WFMmQOoW/uzd+tbHDgd+vF7nLr/qkJOK8GYFRXfVz90CXBZcbOrsvCZ0t7ko
Pma/OjraQKJtPE2AiEW/nbPipi714Jp537tH5sWFTugQMR8IeWU30xhRNeX4KNaezIspql2Ns6Rd
3HRnhoXAiJvLyNV8y7SNynkbr+qycA95Y6PpGJDxTTqJTuQQpjpNhMBHd2xUBDSA+SoGX4MLQtnC
IGfMwq+30grrHg21f3Lm2ga2BeGxbh+CJbQ2nhcF6COD+3TqCDHX2+Q2dfqnGKBShlbjR4mtFm6F
8QMFFMRCgiFWXKDSU2+El8XSFLs+ciloYwWS7eRT0TjLthgMQnVHe+8H9St4cRj8MAJRidnEFIAF
O3sGGjNXK557/wp77LymAd6iCScgjJreg5iNV2afzCoxqe+KFkxP2IT8uxNF54IyU68BYjaGN3fM
/XVgoxfINfdcW1CgPTzI8uoPrISrHvUmGrXrnGSCbs6Lc9NH+9g2eqhbYPStI91FbatVyTPqz2mX
UWCt++YAibIjZzF36VUERoP2tf2Q2bPb3HB/2BjQFlAOXmXEb7Olv6XVVNw3Q5ZeFE4Jzr80Nhxy
xlU3Uyun34KpYDwFS+Lfj6SReSPXztCu0FlH54mApcPocF8p6bD1Zhnt5/5X5CXFTTZmH74xHpLW
r7ZpQ3BG0blXMxgzEzuX2etvi1uYl1wpMioI6Iu5DT1nE1Bw8NLNtqnrJ5kxs0Wx5K2xRjI5TI+O
1G9kffy6dMjFAiu/CEpUzk1oP5U7s0T+lbntizvSSkjnp2j05tXSmWd3NF80vw+2pYZUM0BM3d7N
1XtRO/FtqotmVVXFtIvahmIT4SEDYRNnz8dXaLjjs+m5HCTUiOckiTikvXcjjF2yLASRJxIP6VrN
1iuNam3p3g9SLASB1SaIpnDC5EZmTtByxYD2S2QAKM1B9hLzStTrqgo+BKU2MY17aFLLOY+LW6/O
TpRjEX97xwwrV2bkP4OEu+Gw8onAxmnUaPc+2coUSQ+lSd2zcJy9bWW3po8npEmuuP25TobEvPaO
EftxO9f3xOuY72jiqqH8OSKQwHFObsqYh+s254fUjPw0pngOGj5uE82PpjP8DEawozkRKlD+2ClF
fyMccRoxzGwtbQGdUIn44NvI942as7a3LYsv7TwOTqlf1CHJQLSPcm+LaO0RnCQih8Ab0c6bJ58I
cIog4a0ZJtuyCdOd33ftZlyqU5PLIrmu8SOUxqXfJwdsXdOVPWkhfLiWO8TMfUlE6O9oAMxnxjM4
G5tPu7Tdg4y972JsbSEAvsEiXCsBJ9fZS3HsGoIXsCsXx9pmRuiaNgQ6g7M8AqcKNnse0UK5u7ke
x8uw6khBosm8q2jaJEHVHJIeJViKDVBe+TkDe7JDcgq7O0xfXF08m6bsZHfAEJ6rjp6p2dAKivSI
9OzuncymBQ7K7TBaCLjLgcyvBvaMnaFnRy1XOHF0aS3mg6NXkNXmLDuR0UFE9GvdVtpVbi4cLnF+
OWoa/h6RDkeacqtSJp2jkJdxD3sKBQhYxADbexDEeTXtyY88xNbU+39yfTy55CoRgcaBWsw2bjou
VqZBNJjlZXdU5jfgnZO9zi+2yawg3VtZ/JIa5RUIJRwU7ZixyXIha868NLXhZunSU9BweetD940Z
876tKdYGySVNcXPtpC5a74y7kRZGl6ZrVuu+9q9CHQq01cAehNlGt8qdbp3EgXOcA5FBSHuwCpKX
L4yKXvDE6XjStYcc+PUqkv7yIETHZyU/9Xb0t/lrGNLV10iM3k0IhBEc9mDWHgd4QusBK16eJXCR
3NtptvY05jIEYDuKRxby+PkcjJzitR9sW7CSa0wtL3S3OUFDNlSCDzmEIPYcYTwAEu9uAZPDPipN
kizGY5/zCwET2jXBlJ4MHcmwFm6b6jxObXAXJdF4bOxVmQALMF1Ylx6gylEQyxIG4yElhDajo5xj
VkjJIZhd0qm60SKfq0bAJoJuPeaMx2F7bgsTTm3ViWkLepFL35Lc9+aMsF64jKZrorbnIpjhJrcR
xkrCvNq6fgiNG28hAXeEA+O9WMGSrWdroLSFbciCMr7V3UkWfhyHXhS5C04yy8NWk03L/uQMJkz2
7GRrT/OYefvIGjnrc63Bmts+Y9EiCsRafqA0gy+Ltb3Au48oHEAT9659YSJIH33nGVsDHqXqNGo5
IuAJ/6g1CYj5w/jot/HB8Ir62KXNtHbJluUmdySoRqOzH/fHwJ2BmkYMmJOYFHPtJu5RkjNuqoJo
YxnVcocvnMpwHms2wdw6UUDhdBWOhJwQuLY1IdKtGoCbM9kvgxN/VMWCwc0Lt/Rr+SUSYxcfSw8r
CcEz14vQN5V1j0rCX7WJo4Ep4Yaau5LnCZmgrpYL7kp0gvuaUzAhB1S0TwPqCywp1bPvDEdITMZK
J/k4COJPMWfPKE2ws1KXODdFd4dmPtjFzuAcpsh/i0X2wxEy1CZK9VXn4UVpc2zokeHcx95PwfyH
djS2gCYnd8SokrNwLj3txYviep/0zB1m7aSNy3hGbP+iz5oLAIlxS9QxFONqWhZZfJcM7ckrF/gb
YUTXHvNwMnNRrs0638yGR9d3hBjd44kSN6Zlpcdx7B/92f9satdYVwI4eDDU3KHmywEZQAYcde1i
ddiT+zTGUlkOjv+YaDeB6RIl4HIv9k0AO57Mw4CdQ4acCxw6gNrqOMwZyPNzwouJXXUgbcXeaU/F
aDJQL4PyZCY004WPxtOx7xOuDp5/5Ir+IBZ/A6NtPunNTTbB3c3F+L4QowIaDZYLEiBEzQSl25cd
WIMNCDKMDkOwq6F5utKQUDoBMKwwJLR9MFdRjeWVYXdCv3NJ+nFfpHWz0UnsWkWJnmyFJa9AXPys
drzpp+kiYBzEqCrfL+2M0C+MOO6DkUF4pu+1CdC41emHKRX2LUQbRC80QuMDFt9nsCRXrRM1V12B
p36KGw19p7GDM0D0Z1VddUyggSsWUOqmnd3JqclIbOXsvwhh0iAkz2BdufDFCZF6iLEnzYwAprC6
Sz3Cmg0biSoay94iwg95aLrJoabmkDEi2pKblBBoFOcf3hLlAJpSJgtemO8qxxLrXKR7pg1PdYlv
qkdzQDJBi9l69NY+6U4rY6kPQdEQsI2SIPDQYs9Q5aAAo5j1Lor0ptctOUKHNuwX4hWU69lLKADB
q0F3P6Oy6A1nIMEHOsqADbjnKBxNcHwQ7+6n3n93fGd8Kv3gZ93kDT6u/CNJNXcT9gZqGw+PrsXx
ldtXTeaYj3nj/WxR9tAgNbZd5MJTK8jxKsjE0LoWgMuELimso4NRpMQS2OKeQEpnA/BmPS2IndJE
eyhSuGAtgJiwnMVWBw3NXG35CcWu3upTDraTfek6KUdO2W6iBghQOPXxzmU80Myo6H2EaeuS2p0R
bwbNuhotQjhqrFf7ah4Ggt1ItyFWazRzYx95wXxwlxRnEx7KxoW+kdgMdDBTj+sIDOLGIzF8O0S3
JvebHf56+jA5t1zcEkwzVjrlTcQq5AMspBGXTogbPoLrhGzTB98zMOSIvWw7UijOZW5MM86HMas6
Tn04CXNH8Tn3z5leA7nqO+enYLqUggoiuRDIhNM0BLAhYVsGrGa+3omDlTj6qqEtNjWYXd0U0Bum
DBsTfXPdpbjiciYfXMlyHPqONzs7MtyIsxEzktdlzFdLvLgr12aWPPjtXgAyzoWYD3Ob3grXK8lz
no6c1BBCQ+S5aeddF6EAZTuRW+C6+tqrmuE2JU/CkanlsWfTOWlQp0G1TOGZdZxwHIHk73L1jwrH
uMCVF+/COX/UU2gRJjctguEI9fNIT279OLxoyrtpbB/95C62OzyWAHT6KCvXZKYNReoe2RtN1Lqr
kCSyIGLn2f5CJsyEwKqvOaEJaLRKWMx+HDzGFaho+t63xDS6exRlxd7D6uoY2E36BvqbsRgIYk2B
nC5kMGM0prmBcjZ78WfOb7kmdB0CV5L9Skb3jf79Xn7FY+r2Lw5VLlgc+UMzjVTD5u7gdBHpyqkg
RbJoNmP/ZIbQibzgnKCCd6wea1rnnD5rssUuwhDUFLeIO5MpyIr80mpnR4LREQFRzsIurYj8Yl6B
q7ONr/rSW1bORHABhWE0eE3PbaB/WMz+SRiRSXCWRxjn0lzpsK7pCJQYNJyiBaGWF7ugse5TX/Zg
XS/aGJ2sQczXfU1aawuxa5PUYKULy4i2Xp/mJ9/oVv+/JcGm7/5HSfDVr7fmtc3+XRP89aZ/aYID
538sw7Zth7hfV0fey/b+0gRLuTCmX9fyfMMjNh3h71+aYAtNsGX6umsFLjJd6zdNsP7faIAN0+MD
/00D7NsOSmQSJTzcmA5f7d81wDl+Rn0O4+FcDHY34SHAznepxE2hrFCqpe+H/35dJBvtgSqG/ufN
cNJh6o6g4tobwxKkpaumuWohq3cONpzPgaCjuRJQCvPbUHqqc+mu9sxxT8j3KpO+63h8LP3SPBbL
iK9GerN9TNqU145sqyJLE/92gZEb/iSm7rSqMVe89ghht8x94P8AXHX7Ya/HOPutYdmPQfUj9BH5
Scd4g3W8w0LeYSUX0lPuSHd5I33mo3Sch1jP83R4ZBJ/zKUnPZD6nE761Ct8g6bV4BsONcQKJf1e
8jMIM4hkzNmjh919lL53WzrgezrBlfTEO9Idn2GTF9IvL6RzHqDbasZKbzAnF1jrCz6HyZ6Z7Zg/
kwaJAT+QTvxMevJDH3e+Ln36XbLoSHWp85CRs04Nws/anSe9/al0+XdV8Wim0aF1nf5oa8PnaMcY
s8fiPoNXhOsXWkAouQFoN2PJEaCD/Bixo7aef5FJ0kApmQOTpA8YBxBDlaOhsB2LKzTPBO0AKyCt
lBDW+SOUFIPBh2dgS7LBAuIA+81jEIlgXTI22g7NjwIYApBbneAsvbucEzKRxjK/aeI63oPNXyRL
oQGqMABXWNzSQQJS7VtP3C6V/4yyGYegJDIUEcmcTT/Q1VC8BsANEwAHH5CDJYkOVmC9D0k9b0dJ
e6CO8ML0ItuEIySI3H3EKAtmUjIibB1aRC+5ETEAiRQOuOZRaSmMq7DRzwzyGZPYC+a+KkCAUK8z
bDjMbxFZBa8DodAExscmtzcgiRU5gob+Xg5DsUmdV80jETnXBam1Lv7+JqvP/pCLjc0JSTxJUzDk
yNh7ZXVdicDdQIvUOKTjeosd9hoHmwtEFqeWRTEciCA2VmSzw+iX28gtH5Hwg1XBBbjrh2EEWQiW
VlhbpnZbuyZazlycu2k2GIPEJeXN2EbujoPPmpqLqoZY6nqYrmei5iF4hTWMCj3d6mZ8JaKFiWmu
HeA992u+Knm+tfeWN+ItrklPtYkCHWzvLu3yX7ouO9cOXkgmPa4zY/qzXwsmsSuPOdl2ULN154jz
9oPqVLi1ult7sExCdMvNhO3y1mAOakb5SxZnW92Y3pZ8eI5JXDrAWAP20xWvfoXPuYUmqlnWg19R
De9H9pVm1vB+upMWvE1GdS+vryucOgE7zcabUFwG9Tgduh4DcGgOIBVsfV8wGj91YfLpZuKOy+N2
CSLysrC/Es9AWLcL/XCMzXIFyb23fphF9aMh/fwAEJqhCJKRrwcPQr+wfyZi7hmtmjdp495mnRYw
nohraInYp43eB2BvYurWkhsvG/Yj7A/uxvppwQ0AacG+mErOCS+dsg0keQdF7mVqZT86gdSEs8vW
FkIC2WPGnVai0e8F0YmGfao1yK/JT2ehabF05H+nNUiiuc1POYL8TXIRMULYEfrCuDQd5zOq+D3/
y8cSDfalJaYrJPIcGmZ96Gt7HXXTTZ1H1Dmi1jt4Aryqlz3MWlWtIq+yNrgCLiPPf8OrNZ4bJsJ+
Bso7bD3MZv5diYp/F+UmdYPa2zr9QraQRYTu5K9oEDCxyfx5qznQzGzmYrdUEIrrsHYgfW8qnfQ7
10yf7QBJZ8UkJwLlyQiWGnw3O+vYRmsvfLzdsKQZsf2qhHOAmzHu28kjsNK2X6pwWrf9JfBFJoTW
BuNWtanmMEf57twQYdYblJ0TKNprc2TW12aOuLKa5M5w+3WNgHxNeR+q96K99bYPr6wyzLVpk4KC
HRm2z0ASR+UHN0W4CQctusiJ5Fx1Ujrv2cwDtdndUvvDV0wk3opSrLnE3caihrqeAUrLU2tayFTM
HXfeZumHKZBmOPZFs5gxRWniieFM/KrH4YkLEmtTaCu9cS7j8qMqx2tuBueGDswKxwPMGju/DXS4
iFFJavpMjWH8TEx0eIVofsVwE1ZdOHKr7D7ncAank8U/0q6tDpQ+NqURLTs03590Vwiv9n20XZ59
TpwKGZqxzTz6yRB5+40rJ08ZAiqqfv7n0gnmXAh6x4wpYdsxSRcwDTXAF0ZAbHCfO9e6p7lXFo3O
9TzF5SVdjbdxMu+aeT7TvOiP8TAX5yHcYWalk2Tmj0ZnA6PKrGHfFSDN0mS+Ydz8UOuEiIRpwLlD
tdBZEObPIVwJl7GwJIZ3tUQDVpzI6AkzB8pIN3ngdn4FSdEywtYYOwCq1hf7FGB33Rb+9NyNTPfD
xnoN6xD6CduOvP4TZb6HA4b8bjjKyMWT21k8+mYE6Cu/8eylXnt6Hm2z2f10coCzvoUCdzCHTRgz
C+sc745NIuLPuOiNenpDTDpHpxmREV9r56GPT3oV0HKBQ3KwceGBRdzzYiZpdU1aZXc3VowysMxv
hopevsiDnDCrkCZkj1c/KQfae0G7qQzjVz0EoN4ovY5u9SRqJ1nDhv0MSMtAT1bvO4Z0aNaZMwYd
AfRtOwP8GcYTLY613tBqt5uhYXTR+FSXKAq3tAX8mtmNy4UNEfgpieCcJFkjbblbJkPB2sqGG8aR
cG+nOIFOh0/L4nK8bZPx0PnTK8CFiYzElhRwa/wVXWhG6ZFlnwWbctGezTRN9lPr9SfGCiB1c7vi
Zh+AXzckWXSyyzV5i28GE5xj43eHENT7WdPFqWz967kzx/UCEWHTRzokTM3Y9MIONjbRxTPoogMl
yP3c6d26ZWdRm6bR49vVRp+pguYWOn9+vxS9ZP2r77lgEKbDrD2hBcy1jEQ/ygBXtQP+fqhx0CBi
T/edJ8rLLsZiaRT0PlydAwh/EZ5T8csjAInGRM+16KCPyUfBnqwXE1n2LMajhzeVzksAFWkKZ8p5
9Bl8J6Icq5mcRppJv2Z29uPCnbWKPHLGMvxifG6AjXtNs7HegRc1UZQX+Yb6BwWvSb/VWqtCzhd3
uwbY435I47sCc8LZ0SrpU2HAYLv9JccAY5D8WONP29YU1ldVMXx4bfaxpPobFvj7MKZpVdmT9Fb3
L3W8+Nu5950LwgE6/PlmvHWc+YGGY3pwCwGaM7R+BAtk05I+8Zo6gxMOHzZqD4xHMi1waVdDzkMz
x3BE4ZS6SXkqrP7d7CJcfqAEBCZm2ez+IYRf3YI+SkLn6NeAJbGzY0gK/Mu6TMpNanAjX6Jq2Fg+
1Y3FivpzS8Kjm+o1gnSv2WCr0k75jKub0uO1U+jj3vGA/c1jDO8TqCEaZG34AbTmumyaK3wyVJEs
uzzouU03n/uaHoL7ioEogxdMrtKSnsOCY5hqD9Q8VxPDWq8MTt6y7mkqMLKxXAimKZIZLspJddbJ
lsTRXv/Sg6w+tdIboZYIN7m2HN04mhpAsdKDbTZ5YC7G2LHoQI0/tVnAnM/ms40c4ir2OLHhjR7m
dO6PI7dNLDF5sU/1QUOanl5NIrMgfMhhuxcQ7SmraCZBffCfwksAhtMmHSpnB3BgldpzeOBGcW5a
rzvluM0PbbjczukQHqYs9Faj7l1MXmetMqAWqHy9u3yowEuSGXYM01p/FL51k9JHmwy4mJkZxVTa
PSIwKBTPunXqqym9rEOSDf6Xu/NYkmNJsuyvlMzeS5yTkelZBE+GJODYuAAJwDnn/vVzTAMPkS8L
1T297Y2LmZOgTsxU9Z7LjWQwqtuuWvWHmdCxZSzxLQyszyjR4I/ZGK1lc/WuwWjzpqibt05QA/ss
Pcj3T53urw+rvib7Zi2aA4HGEG9QpG6J6brUCITeYfJX2IGu9lbHsHkbMrM4lCMOrblufOzNPdbq
9qYdi+nNZJYVkKrbKCQfvPoMTgXvV/xm/An979U6P8ufk4gRh9D+an/ksYj6gQjLhfen196ORNl0
Uunia4H+AWTOkJn97pN+S5AVqfmDieZoLBY8Acro5xlyJ3w7WVRFtIAcgbwQNdbXpLeGrVvaiKq0
BiJKEGAsDpgTHcy53zdfI4Rv56pvI9MUe0UVK5NA27WxJyXAvxaJ1ew03P1Ogz3H4w03cgdHzWzr
zQWSKKlQLOwQ5oI00Y/7+8HoPkoBq1SlXRaTKm+T7qKRVbOd9jB0YHOGqMQcUBU3ymvIQufGzgTE
O15Wnd+gbeBZjTEJFlXoLK+GRQpV2tK8rAww4axMKDmXImbGWhTjSo1eG0TrVWTcvqj+fVHsKtVg
jQqsL7F2L5WhTDyIjPbd7B5n4geZ4gYGQ1jwc2krU1TKxcFvAX8B9Md8Q0CBVCwhfVC1f7GSIMlC
U7We7m1GqYAJ9ZARY0hSAmgF/5L6q6Q1F9Zq7BMN2RZiKeE8WorfIq1ad8j/2rP3aeAODm4etZqr
arermtDcacFqO1JwSp4LyA+o+bvOSgXXkb7ZwnNkfEJ6VLO2c1S1171SZ0kLJ6rh5HjIHZWSq1ML
aeW4J+x7c/48ql1Dfdf3RXwGIsrJlxgwcBJfCTRHov1bAyEASXe+csRYx9jLF+dPUidiTd7bw+Qy
Ud8YXEhzPQTOXJ8maBFxarjHKIPQIgtHwSogZTfXUxdSAwZjUlatq1ftEK8zBy7fU2YEzYZcb32N
DUR1jTE42Eu1KNGF72drAI6v94dg6R//pWryUmq5xIhks0AJW1WleyCyLyl6l74spLtqIYyStgyo
WSuYhlMET4n8OtwyiQsPcuJoTBmA+hbUDLlITlv1DeQLyXeZn7BfQ2EHipz/RDg1piJw6GqRUnR1
dEGACLPU02A5oUTNW+oiUm4l5pNjTwZGhorvlCrck7CdMi6UHZUDWNeoCn1ZcE3/ai2usom89GWz
LitJTk37YGGO/Ps4eOw6BUuq3w9m0X569WprZxVXnf5jrhUgpbE5785Nu8FggGcFYxO1Mh3BZhRt
wn3+sueIcAcZHwtpyY7jzHOY6M1CPQGnhJkO+9oBriQ9+AW/eE6B1X5qhl6ZJbJXC7fY2OuRXgKj
qZ1drZXJLq1I0Fm/CVDCgnrVdTG9DHDLUQo05PWXl7esTtshUlF+mvy28rNeUFqyblIbpPWnXSgA
dE5jyR1dNKRCeQH3H+p7LWpdZImxmmbbxX0FPJ1nH/xuHecUSt1Uyb4nRfPSbBbzLvFSnHnmh2oh
L+xL9fxFKXqWDBLGbXZro3So1aMm/6aAgl40RS8KPfTkJfF4RPXITfLMDKqC0j5lgGYFcGO5o4+v
rg7gkVvJ5eNLNxEazm9FbFw35O4Hai3V/UgwO2fizqUfTiDe/EGDjsM3E0aPtErun/NoJifCxO3O
dMA0y3pZOB3+z9BiSnIfCzO8hdifuqtwAcXtSZrYUWF0SaZ7mwu0VRFgU9WS7hy1zEALBY7q86/x
ZIxXFz0jyCqXe5PSN06Gho0HHKm/n4SqK0gyOScd4m8HY7IfXpzf0uwTQqEZkJOtdGsrzo65Ydy8
2E/ObL033hiOZh1enPyyz+U9GoN65LKoSYkrFBrUA66nclYwLIqpzh9QDulcxUGYVTWur0/rLpVq
YwHcCdYuVs/BV13ZgObX2/7PTqRgQPef2t+9+TH94+7HnDxXf8OrnA/7jVdRWRHbdQjR6q5r63hF
/k6lAFFxLDiRum8rhzw2/UqlWJ46CBYLR3mBL1mWrhqUSZ5l/NMyA8P1cZ8Eem3Y/n8nteIHrzMr
QaDbBklvG9y8Gzi2Msp7YabYENpep6hMbzvqaKMG8+qNxVDgmOXzbeq7aOpF8QwFE8aRG3QWkWUM
QLUixD0AnmUTO892ERPKc24rBRjsYgDPssDIe74OQbrgIbp8KQwGE1bNCCIoG26f0ix9ogB7aQ5k
Hc/bpZt5DJW1LMB+Rd0JBOQFdxwB3zAdUvXclIXRddyYpEkUorxKiu9yy7vI4j0lHbp0h8IiP2po
8UYyNxeVfCUiDsnh9KtNSrGARSs66otJ8qUrrcCYtkgkV0a+6DGE32Yprt5l4Qw2iQDbuRHluair
ZSGy6wl3tcOadLeyimjwjMbZT7aNgMFGebq7MkIZq+opN7r2EI543m5sNbY5Nz1mc1fZ/IRvF8BE
S+kwGzVkkIV0U1y+IdVoP1uKTqcb7AZ7Km69cbc4WjrfqDKfPEYU6YShKmD53hfLg6bceFBwlKgu
CyILwz3VotFh6fDEY3S08TSsXNoh6UHsju/wpzga5BdOhl+8GzAPxce6fQML3cHthCKHOo0euFE1
PdYoZdYCBKFF+SJObobxNcSC0LO0ZN9O9nhAIq9tSIkU6IdWDM2pTlPSMMnPyX+Tus37fO3xxrkr
TfuD/H/RuiYMqm2KZB/sanJ3hjzSpiENKQ5e7G2luz9IxCMvURRHxpKgHFWLAcKv1mWdVU+2mu78
tUX2uXQvx8k6PQjRBDeEltplgBTy+7D/4mVeb5aXjcyYEl5pnrdTeLoyYLm8pyMf7tK/vN9/f11b
gy/MSpC1cqwsilb/9YO8WjfCQTtqTkC84PDqrc4/wauf6VV3LkHN6APkDzmYJ2x9bBmX5+pySdQz
SBbl724mz6lLXza3pVKryjGy5bzT5Ug7IcTWA6LBwRO2yR9e9tW6y9sD2qeS/NVm6V72uXyasicN
pzGGgM3LZ5cNf9rv8nqwsINDiwTnsupy6GXd5btd1mWded+67sIZrpRCpuu9R9EZHSAcKR03i7qr
Wp2Js2IdmhrOgK+bpq/GW0t0nw6GQbVr0+lkqPAmcDVs1OQ1Lq/2qiuvlXlE01E/82YBFxtZAvXm
S5jap540hezzp+Nk3flg2Uc+yPkVLv3L0a/WVQWg8gxXH2oDsUiowy/2HjpeDfeF6Q5TG9Rx0k9y
d0YApza9aDqLCgrkCub5elM9nEgQHUWAl3hqirOUZM2SBOrfRa3cyiPhxU6R7HqJCVx2lbjAAAzt
sGTOm1SNey+6aBFHA1vmDo3hzHBYAZnJOtlPWo4gIy99OfjSlX1kIRpracW6Q8Iav8CthJBeRZSc
KqD8x18h3F9CTT3ZdGTJ1NgqCKm4VVwWf1rXZ9RFQA2TKayER6RlqutUWmeBuGyB7nKq7RGTUHGx
IO07wNuFwGWAq3298/k4WXuWm/erf0jJ7JKbYfwgi2HEhaeoo3ErU32BDMhCpv/Skg3nEFRdfdTb
ebzSFTlEFqYQZsrU9PdU8n6a1U9ldZQW1J2lAfptgHz5JMlsAx44Wa6eEDG3v0lG+r8Xsi6ucLgs
Z5gNil97MTUpHb5vSbpeTCQkriOtlJq50a7qK4lXTypobaAIktl5TMhQ34aj2R4ie31qlZgd+3cN
80vOGvl/JdqShysnjKwc5NyBmV5cQ0omycnxFnzGrKTGPKSchImciobIDxPa/skmEXAMV90mzBTY
19KKHeRO0lrcoaK4qkKEUED93kp4yBSyLyNAoARiBhJDKCLTjHYLcujJnLudM0OneCuBOBIQGDoq
lK7jUIm9hyUGlbqgFjyL9R7334E8F/nh6xx50T7xNWC1vkdhe7mSatCoihCxuYzeJBMtfQmW2bJS
+pdEdSkshdrMza1VzeA/L2yF1zvJi8jKHB3TwQTuen7JlZHhLgjTbrNq1lvkQMVh1vp13Ur0RMI+
spgTHEPryTrBPXCNyKGmmNuNLCw18pJWJyEY6ctBl316MkFwXdUxl90v+7Rugyvsqod4CwCFkMUq
TFlpcpYxr68pYD1ver19cSkCripiNq/2kR3/P9bJLud3kUNCyBhRELUkQ/76ONK6fPZxJgNPuijY
ypeSX+vydV915Ytm2tFZH3v1QLosDPUQunQj9QQJ1RPF6MOD1RIbDeXRUsnT7LKjtGbYtoQmfx9z
2Xx+2SS3UOX/fkNZSdmGqij++9vKPv92HVolwgS5dXCpT0I4Q8hZFj0YYP5T1X/RlH5J7vC80+vN
naOIt/9++4tXer3ri/65+eK1ZxNgtgNO4vzS/7Jddl2TqrrqDIqT/vTBX6z98ztdPnS2GO+WoEZI
+erLX3Z58RKy0+u+rHxx+Hn7i89g5Ue7Q20MhN98sch/d4sK8Du1rNRIs8dl/eUAz9ZDgCv5l8uq
0O5NhDd5gcxRNWXLkPvGuUU1NuiW5LgwVIVdw2IGRQJvnEWWquyHNGWlbM77mtnwZU9pgaEydgie
lJ/u780uOXpofeo1X7ycWRbdtTnVRG6kKdvP7yT9tF3frXWALQdVbAjlfh8urReveflI8uqymb/7
ScPC/mAgMyVZbX6Qa+VyRUjXjohhns7XhTumNVZp6oqSvSjt8nC0Jo4k0d5JdNmxjIAQUPxSgUvL
L3t87CFpksZBZ7sNA+NXQFmiytq4EkyTZrFmjr6VZvCjHTAGmIka81BT1wy5QLBsasx26RbzIU2v
Hd8vj4uijlOu/IXBDhGExdL2fjf8WAb7e8iDPK+a45xV0c4x3kYFmYhqGD8h0C5u8EYwDj01cjEl
VHuZW2e8TBXcBNS87MlhEJ3++0Jm+GvSxtgLEE7QhhLbzMHctVnEADfOLBDVPMzd3ttmDXoGTR+o
gnLf53wXx5lvSGmTB2eIyrljtEW+9ynMWTVnl7bZ/WXuKqEImcUWszPtG9dGwjmNxvX/8DgbAkf5
hs/z/45+VLuv/dd//MA3p1/efC1+/Mf/elO1ffyP3des6v9etGzJgX8VLbv/pCo5cCiPgTj6r0XL
tusHuun4wI9VEO6vomUBGbsEwVzd1B2EPReQsfPPwILT5HGYD8zY+m+BjCmO/jvIGNW3Z1uea5l8
Qk5ZCS6+DLXZgV937uyZt5bKE/+iROZ9YilB5noEq2IeL5Hw15FxCZdjsweTVyux3FXjp6W1qKEg
rTYWtnFVyZgob8Nwix8YhfgYrqHHEHKQnHqtSkqSgLyXYL8spsnXi1NijcEVhUASuIrarinPIS3p
O2Z4Y5FCPw4YYl+hP9rgfPYEjjDarnHxIa98rjTrSQdtcCrHN3NtrNdZlezdxXCuwvE+08p5VwKW
3LhN/b6L1neFPg23EybS2mTugwxhhrtk9SGNfQPuhl9uI9t/nJL0xg6xGwcnUFGwijEVabhdSJx0
P4dcloZRoA5uqm1VJIhEyuZZ2T+p+fFDbbmfGj97wnHkcdH7j7nTeCQNGlTRCLRHHy9srzC6I5Rh
uMBOeNuUXQ2jNvjpzruCC5gKa3xGMZogK1b3dwGFtPA17uzeQeC+Oh/x5rrHzvjRsJIvTu2C4pmK
R5W/KXENPa36k6vj/O4PX8aAagPLNpW5NVWAOODiTt0TUus+ou6GtsTME7+JDfSwjtwA7uVdhCc6
QpbgCCdyBVQw2pupfKo0zO/CCu/UAUhDat3GffmljvhVocqiKnXzcGMZ602ctJ9xaXkXIrQ2mvbB
77z3QWx86HwKqaIpPQU4+AYGBQ0Z0BOveTQ17mfUIGU24NAZreTUprs4ar6T8Jxh6JXffRtYGAW+
+YryxkW+PE3P09Q9+1ZI0oQy5ygj+1ru1y6Ht+bg3pcwsK4PFuWTjLex7fJcvHkpNeyUQc9YOuGe
ytufpqkqiXX4+vEA7zp6DDzzPu+NHwi1MT2o31EExsSmxCUrjp2f8GuUnPcm7SOI0B6kDVxSC3gv
642WOrsgR8G1eAMnXht/gZvJnM6rlkNr9gB2QTI1uYcbYPCtdnLsAab2viw/wQYBXq+sjQzOh83q
VG+Nj5nJT0XEOGAKh7nNGN5aM5o+zqdar06V7j9GBvY+yGPBB6z5Q5JflZN2n632DstRbAfde3Nc
uq2F5wTAEGppKmRCXbZ8X435Te5SAghc5p6yWv3YZ1a8HRyONIrHVgEHGj37QKXnR6sM3lDyi+Gu
vuyjhOnWVCg/tdr8bvc6Idprr4dU3GQ4R9Q+TrqU1m9J/sAM8oyDX9fvncn9PqgCvawwsVgLgWJj
oefr9orrc3oVgOCyfJ+aLWAWO9NKrrVx2jaNSwlZZz+UXlgT2AzfOHlzKqLsYxOUE7ieU2thZYsj
xtEwkzvK395N0BW2eUCpdsmZ7KK2w6M0Rw8XoWalFlujGqpKcaWv01P7dhp9/mTPgzlC9GZx7py1
KXdDhnXe5ESP/Wwxw9Vv4mHr8KNSXKZv/QxDsrxefvIGn4vEftBi4m9Zm3yzi/lKxyMh7Nq3oZt+
o43b+uSefA0Xujnl817VyZgdLCyocYN4gjYw8uweEVGQx5y2iCT5o0x/4iLNZopmQSE4jrUrFsrp
MpA1neGPu6j5mfbaKQrelEH7rm/1pyCCjNEbXNNjaj0M8R1SQaTfeffoWskHFcnWuhDzop6SKW3C
A7maHsxyeQI/kvOU4PRKv2AJkSItdH+Cq4dI2mdUKmvzjZvrbzFs4k7mUD3j9dMP3XkToutDunvf
5cmP0Jiplcunp97CKS8r+3dGhSjSXkzU22uJHVrn7v2VR0o8hG/HeHzurOpJr8cvc82HtNbyDSZa
RFW04Mg3x7jIfoiD8mpKpxIRVfFVQ/oK53g3mvb7iphEZ68+A59NY5QVFXQ6ZjLTxhuXn4ZZvkMN
crST9OcclTfpvB40s8bQPeJp0ve4R+Ds5yXBjukbMgEANGlT783qDcW3GPA4I2XP5Xudlzd9j5L9
kPqEzEKhW7hwNLDtgA/z7KbcK4b4IfWd53VBaw/2lRdJkjtILcveKbn/ravCea/2m2S0b6K8PDGw
/ojk74cXmtdVBZckXqEsxLZ3G5rUJ8/TjbdQTz0W60MSDjcAYPa2jd7YdOqtXszbEaR8jMJTj550
BCXbor+1LFQZxQMe9xW/GfbRAz7r7RAAnLa3Zm8c87x8zMf8R5Rad0C420MwzlCwZ33nz9XD2Bjb
RF1d+MocKKChEimOf4BV3o+Tg6S7D6luAYY4LXjoaV/cLkX13AWnxkf2EoEnzzLMWxivvPHL8Hks
Ce11CpBert96M/owz8kTJWPbakTC1w+NhQ+ZguF4+qcy7H3q6Ckt1Xw43Q2pcA9LabNpb2cte1hi
hhNTuHU8bvIlbAsyeEfdWZ9A7yybJh1PSlPRujOvm9l3xA5QkfTZEceoUz0Zh8bxPs4zLBV1tgdm
bRw7HxZOlC6HaDY/R1MC7qGzvhVWC3YiQuucIjT8VMY6lQ3zj2DuSRB6d/lkva9RoBNmi4AVDJ9T
L+yPq082EaDQgNZoU2ndE+hwPB0m7aoPTgbzg+08V49WZT7Za3zjBz1FzNgLYYSKctB9MHDo3VKm
PvvluwA7n67OvtrU5G3cBMXuyomIjnNTu8VNx6B+5zk197vZIdTtNceqrBAzrfoEFoPzZqySbRv2
lLvD/1fg/E/OVDQb3WF9rXPmluES3jKkQAOk83TjDLHs9hiV+cmt7WuXaNzo8oHrZH0fzHjAT6QZ
0+BzYox4zq3u9zgzj66HPj6dtG+B7fnb2oGYGAfYuVpKYu5uuib/gsRYP1Z1evQ760gRjk/ddQZA
JWqYRxMQvkkcczfAv9nUSfnOrbnE3aL5atnpuxLPaozxmh/W0mUHv3lvZXqwT2ucDcs8v617xkNh
pXE5WO+rkcs1rv0PFEyhHwPciugagsHHLHOpvI1b/DPy+8VFohxV6ZNbhD8QrFGyEjB8wh5j1y4f
ycNdh4kdbpG3c7+ZsCgt5m9WXedbE2ZCbX1bgXrYU/4OhxiMaz4XbxDQMRYwUDa3OXfEwu7ekT5H
51ToHzWNkhVr5EwISUeOHYcAtP8416i9MRbZQJ4nOYljlm3P1FEPqE4qF7WJNb41/PrZCR6sQP8y
Of73DueCbddNt1nnm5vATu8WSoTNqnofBkjqhlh/6LwaxfCKMM+Cd2X2Lhmsyd5p2WxuZj+6N2Oq
GvOrQU8YH2XR59zKvqVN9LXJ1jexlT71ZvqGEp47b3EDajX0G6tDY9dR9LdWnIimkeKfMH+AnYE7
/Nq8XX3rS6m5N5VDXN/I87fYKt9C8kFXPIfYp2mHIp0epir66FSQuGAs3DiNxX2XEmFufzuttN9p
ZgyfysUiIEi7HUq2T066hty86oeQgTVfZYiBRrVAx1IeQnF0XzlYx1ORHpgnJ8++l4aBmHu9jgqP
h5a/PKdI/KCYapvWK/ODj+3g0jk3jMg1nA42iQMwneu8mcJ3CTW9W7/X8Q6Nkzs9wAV7VSXF3vhY
WZG9TTtucEucP4VYialSf97AIRycjeHXyI7fuf7KMKUMQbwuEKbsrvqYGVV0cJtnnFSeUq2h9Bw7
gdmfmOiP35eh/2Gu7o6R9rckKKNNrfNbxWH6NGhIo3M4FW0wHqm9TE9GODwZJnX3znSLnvHGNbGL
wHrtyxAhbMcm4JBUR0J/dZcixE+8T3DNb8Km+RnjiL5ZjPzLZPqEGvxTPzOgX83s0RgotPZb/zlG
crLRoeEaenYfGKO38WL3W5+70LW8AQ8Q9cCD0D79gFXqb6OpxWbVLa58yuuPi97w+B/e2pX/zUJz
xbgXWtCpQo4DFMcDnKHbjP8HZEqLPz9zw3myULIE4eNUm9ssmrZln+7DCskZvnfZzsuaxymFLWYF
lSp9yhgyv5/tEhRUxON/GxZODmZ0xc9mCnDW0DXOl9S+YUBwIEDjYOcyXyU+xf3VAEk49u6nUL83
McvakQW46puZSVDn4m5YHEZzuG0q8FktWC4QBKdhNfHcC54xSnnqrNw5tUPzsEzGBx21Y1int1qK
a0WoNKv+CFmDSgTKrzh5pwJvLvNqTLim+sz9vnTGY6b5x3YmDJetyW1ccodqgg/gHMES4Fu7txId
ew/Pvm8RemW98SHz4j1mRccmREY5ThgsesXNHL5LJxvEUq5GtfawmdyUB2AyIXBI7oaujQ+JhbkO
OYWTtXCPCoLe34Sfw8nAFBHCkhHF5T5+p2FRtCu9Hs/UxQ+v3eLWmpDfhIX33rLjDz5mtjg9v6n5
XaN62PZV/mMw9aPRoFg2P9rm+COJw+/ROn0KPOfbELt4ZDHexjGT+feDXXs/m6x+xK5mRupRUyRc
A8NihBQHlYMW/pnSzivDmG9bzLxIJMHZqI4+GT4EXkfDGvB6Y7AA2gYV5rSgAHTLdBNV9buuIeSe
uirPz6QWG/t2u3r5VyxPsAlRJMF1jj/H7b2dQbOKah7z0ENu+yR7MsG0Ud0Z/0h9GyrdO4fnnunu
n4eJQO1sJ96pDO0zBVSAnmfErzRJfkUbJFjJXroF6Li45lwHibFgYFxDolBFM5L8k1xqEN3HSTNd
QVpu9hiufJfjsHowN3XbRLsXxdWVevtSUcIdl7yk7Cjr5tocjrjMxgsyNhzxVK5MUL/jqIjE84IY
TDfbr1JkKwtod8cBZNy4K920wgZmQl+5Nh4SxNjv9i8QzbEefRknoqVnkqZrp/iSZ91b4W66mX+P
KG8+rOdgDK6oV46CVKkATe5RiwgFrN9dUsUocEyihl20k6SxpJel9QIjK7RYirzDk8VJG6giTmq3
kFYL6Fv6lRaVOxItjaEB6hIfQ/laeafZIERU1dO5KXt7CxXWXLXUTZ2bSg3llq4qqFR0z66btzDP
GdZ9XGfz/Mudf6UEGXjl5MtOflL5VbJemXv2BlGXvwPq5Z+QdS941bLSUvKwbohPDVKofhqezhBw
yafLT3M5G2QLVApmn3ipn+nZ8iFNCUn3UYW4sSfcsTjNt37uCAvn8fn3tUvMWfeaDWArCB3OOkIg
ZX8Vgewo12rd9ebyJLlrKfcvUtc7rkgKo6ihsEJnDnSK1o7ECqEdisQV7PjFG79ueqScEMzF5nnP
87+XxFQVl8iCzwoDETIMLb4Jbmft5qdcwcDktDxj/F9cNb7AvuXHe/0LWk38BiqQr63dwYqhx+xT
AtragH+H/LiyALZNZlIFztUfKh++0seHop3Gg+TnYarf5+6qH2rRAHQFF/pkYqWnvqe8hBwprX+7
LhhqQFk8bnZyJoxpTiyhCon/cL2Z1Jme0Nif3Qnk9FE7uMr+MbYZFtfRcpIzeB6c6bSUlC5gk1p6
hKXO5Od/+76U8l6FKGnJO1j4xSvogrylfNo1vfMZujE0rNz26nwmqbocOZOke1lXefZe3ZEcc0V3
6TXTIfbQS0rJvuwvi8vVeq4Okf65KdtXwqAnUIpnPcj5kD52jtqHvisP53+1bKCHmVF7dbnC5evJ
eSTrpBups1Afx0NHscUx9pKDbLPlZJc9Lse/PgWlf+FVn4+R/rn5art0X607n7Y10IlfBOsKCfPG
gaca1d0AV/BkVDm6l9EFqKQK+80AXUpkwuzDVivF5MF34KnKOT25prd3Qeys/aNHoXpY+bdmzjBQ
rzaIWB9LTDynVtHdyKITa3wslWQSgwwjMHtiRJneniwNFFqjDSdtoURbFhC6+uvWaMH1SN8T345a
j6adV3lUM5qhAQ1qjImC4gRHYIf9/9ws/bBGu2W+zXIcgHL33aLcRCa1IA/OU0D6oYnl81aag9kC
XFTelNY8RQd4KdGNbIgg+8MjGw6usih5hUC+dKX1gpr8oimb/isA84vtcqgclMxeBYrSTOdbB1+b
w+XtXux+bnrqSnmxdha284sVlw94eZU/rbu8u2ydXedLGbb40lids3+18XL8+e1M9TB69fLAbqND
nWDpJAMK+Vh/epkXH/XyMj0hsM0EsXl3eStqgPFX1D/HolcSbcKLJgpYhTVcgtMQghP4nX6B8vbL
2VrWSVeSM9Lt5uyA6ZB21KVA45XR9dkJOMosQo5zFO0JmvMYiX/XJr/oZwXWNASqGIQKPV+SgLI4
Q2fO/Jm2bg+VZTxKZsYRYrgkKnUecHunY1IjyctxTYlpuICiZEeshdLr+ZzTac4Va+jc0Wz7e+bL
pDNLcX241CjrwPGqBP6xmPzmor+T+mTp60r+JF0y4V8Kcgd7cfo11UUrLUYSRwh8LZFKGLQJOskD
QBxm5m2p25u0HqMd5pwddplNB57jr9ardW2re8xCp4KYBhks8fqSBXAx9GOyLtVnuMmVksNvZNuI
Q+4xbhhLqv+T8mAUQaoFM/NXS9YlE5TBjWOAJIMic9W1HaNf0abMGPH98pCWvkumPKyqcC/pNcm+
JWRGKOlVFTiXbNyizNWYXRMxVuO6izBFSs9frbPU+JG5z/PZtPacgTu35Y8eS2JqvR9sL7noS0bu
hWmYpKXdlaEXBacnScYlguWX5iJE/1HJIjPMusYE1y75B8HikJe+/KOyMi2BjGNGeg9JiV9gjdvu
6HKXF0/zFwXl0o+WND00Rf7eUQXl+dhX0w0k+/5qcT+jOESKR+Hxi8Wf1hGBga/TGUfR30g2XxZ9
SRigUyq+y7pFaR/hxFVMUUJ710Z1f70m36woqK+IQTr7qRs/OWIrJP9TJH+RNClCfx+iAz6clQCX
f0L+mMu/E7cGk1RvQSmmhiqXhWRGL93zRdm7FMgt2Q/5W+Qa/NNfJf/PVJn1Sdmvy59Su8EBFjFK
RCUJOP9FcuX5KRQ/UHKkRFSl3qgi6ou3nLKwxAk6VYJGNTqHfI6VK6NQkglZ/RySSdiL/7r40OUi
yJD+uRlEHjLwmPmz/IS6+h3Pv7dqSdewR+aOCQkwdbUkqhqyy/yPcoOUaydYZmBA0jxfS5WLargi
fgY0at26hT9vLeVjgLyQiZUGW0TPPeQfupkBUqKI8qxDVFvFIi4sKUFx1/qDnEuiRKiUJuHSlZas
c5QZysQAQs60WP0Mmqqc+59dEWGbgfWfVUTcZyQfquLv1RDng/6qhrD/aVuG4TkmOiGckwMqLH7r
jpQkyXU9SiVEQMSml7oj1zM81zd83/aUJOkv3ZH1T6Ap3BOpueDZ4lAo8X//z7lg44EBYIR64lX/
H+VQPPAc6bv/+F+mocyjXyLdWEFlhRkEhqrYsHi7vwuPQLz7JRbNnBaJd5NXi7mZlvra82Bw5GH8
YWpJa86rtq2Jt+4G7S2iTYugFO5YMSL3sugBhFDpsS01O2d6Tz1z0xcbPbXtqyDUcAiwqR+y7euy
jVprP5hX8VQmN4N1ZPqTba0xtGGh9d/mRiee11Uk55kgW7AY7cU4BXEAp8wlPqNIHpQhReMuVRxK
/OO969p1PtQO1qptpyi/uuYy1Zi9a2ldFhryVRMJFHElrGsD7SSbgH50iGfUQc1UeVCYo+5QadmH
IMfzrF6iX4uoq81rQP0ATxwe9dLNiiLfQrAA4/57Z9kgi0QdIS15FWktZQevxkEBRJyY0oafcYfw
XvMhcK96XtzIAuN4shFr6KLNN6nbMM3roNPM63Orr3YFwTVcj7MRRLDXX4WUYqa4YN/4RcDQPgi0
x6FJvEMV3gKzxCqtY7LgWyQEL4uUJAfEzczfLllIhipMRmc3BuSkTMesbxI3uSVyt+67N4XrkIbu
zPRYUkaySVv4wJP/7NY81DC/gdqh55/yFbuNOMG6wx/TTbBgBTOliqXr+hVysPKmw+AB0Ka3833t
8+DHgFRGbKeAV26NYF5P5AVuLR/6DxMSb2fPjXkXYbx7N08LphZZD8gmiFz9kLZQouIlu9Ig6Hlm
F6E0xfrjVlt+WqVR3o1Bnu34NHdTh2m4Z9+0qTXcgi4C6GV+w1YDaPsM96PUdfOu0egaLWQ1y6ms
u7rFxJqkO3H0fHyrWK9zFiy37ow5QOt0IIw1J74j7MHZ2a+5ArV0p8m2Th2e0m/sOGg3cdGOR2uC
iAWEbewRl0/LkVLJIwD4devrcbQxi+mWZL59a7k9uf65uyEb6dzqeeIewXZ8kG1BPfHrafq+CCGM
yQ4uXKwrJP9Hg69+t/iLdWeoT9138YdRU/HihKeu2raqhZsU94vpeLtYX9+7Udoqrg9QNhRGt+3E
15rchN/DwZDX1J69tY8OK5RgVAhrenSW4c4dWq75zlbWRqnlHTq3+9u6qf3cxtmbpI/QAGVxcaOZ
ClSgtQc8YJkgqllfx5szDlVNWXlZlLFHlhF5FbfGfusoAbJh884gum6kZ6qZQKZj2oMrLsFpE7dv
4gz7pn0E/fd+Tojtcm6YN1W6EeCBM3OxNJb7AFl5hwnrco3AA7hDNL6xsmC+HpwVV4geUCQWJUxL
QWoYV/78kKFOuq5TH0qIX3yRKMZEOv5UBe72HOk8h2BEtF17DIeMDCxMWOfr9jn38/Gaui6gyGox
5V9th3/Oh1uzKZWomXoCfouRgCMKzpOsCoR6wTgAFCHW6dwSCBOrooSkHuPdRIk7WbSIysgm6wkS
/wZJ5G76nM3juBcORKqGDyJMkJasm/3xmGa5c+wAM2260Hd22C+dMK5NTvUYrHu77pqNFwZfrVYV
tqpxnXyktYi+Yupj7M+/JO4mmwpZwJaxNTbMdr4jKk+AKPAoTHHAEVPz1+7RjVLcwomNXVzMIIQo
+9ZS0UD4x9wbLlX8vd64V254ELFGp5c6MXBLsYbJ5zsRDkHNMR+C+FBoqKrGtH9vrQt3Y6Lv2HaQ
MQ350ZOREpNCA9pCUcJE4EFXhjakI9zeCnYTZvEEQCyodx0Cuqi87UYM5Z1E+16qWrqEqP1QOicU
nueoiSuzOQmgSCzqEvOcGn9j+Qng+0rTYxLj/xqN6yju7fWhPhMiJIjrOgmPKwnthoN6eOUUJYi2
ofCwX0pSkqDCirEBueDL3c67qLeWa3M0n03P00HchfbBWrvH/8fdmS23zWxZ+lX6BXAaQ2K6JQGO
EjVLlm8QkmUhMY+J6en7A11VPv13d0Rd94UZlDWRFJG5c++1vuXmQ8RO1FkHpZjtvdvd73g1zzdX
KMyyqnDdLdo5aGe+u8IHgAxJz/kmOKkNr1+ZE7cSTDWgzOtXI0WbgyiqCNkGx+AWaX3wRpz7tgUP
aj7CU/aw6Y4oUVgOQ2+etUBbBPyAx7HBv/OPTuT1wz/hcNkS386d9P68DF3KQEKPlsO1z3i9ubYW
7cm5IULjcywNNLipY52gNJahXZvpBoWkThcggfkHEijXF/hy6xs0I1RnmRd305q+CqMGgLaE435a
LpNr0bvVDLpzpTrBS4UmX2HbNzEQK+jUoUKqE0RrD/5qeGImAaurOaUGVmidXiuo1tPsUwXog3zS
exYIhaUp9NORoJfJVfTfh+AK7LjeLPRz6GCtB2nX5tTvb52UQxD4uT8DhSIFk5gl0SHHi33A9Pv/
toF0i3rQ45YUtXWxu95cjT5/P7z6fIpEo58Xu8TCk6Xq8DY7XDEysW6wGlzvXm883/a3BSn16Er7
mzRm4IToASHFFI1/8EO9oWh44uq8rkEFeBoHLNWGJA0aJOZwx3kNCI7Qf/7xF63r7fWx/OPDZW24
lGsq7sqlcaFZIV85RllNh3JoSAxZvPyts0W5GfpRP11vOi0XQVfwilR6LG4Mt2n2Zo9mkPoLuZAm
z6bQgqWsJwK/n7XIyVZ8Au9MKeKwMgeupeu1+WfAIxyQoh4C5T/t3TFqtGNtA4KUmCdHJv1NFqZ8
Y+LRPu5ck4W5sQhKqbpsf221X2cMxTU79e+44fqZv5/GXITQ3zr+JQ9dv/T6BWkk6iPRClc8D91x
+zDisrx+dLX+XY2Bfz/8cw+G8NEaWdobJ8ZTv7a4KhCCrFjr61jbTjWc06baMySx9xbPuDQBR0Fu
0m/SwV1ubOUfh5qpa+wWc5i05e+kQJturFHvBHwtO8P3H+a13XBlKV3vXYMmy2T1mPzNofz7Nf+3
/3M7UPQMr8gDWX/W35uidNsDE9Pg73/94/uvn/ibY6kmwjo0zRJ/Lr26LpLx7noVNq1T0hKezLVg
L4g1Z0FXwM6aSM8Pk1UhEPmvLfTvh9d7wyKAbV0/ff34us3+/bBAklcMy3zqJzJ8SkOfwn+zdl2N
+9ePx/U6soWHIrRDxHqFGF1vPH0i5M0jGe8wgHEZgS3cXG8m1KrBzI4M0TdZuYn1tIkY6LAjs0Sf
5lkNuPeqqCO+hEHBHHehag5XE4VTx9hf//gp/uGv+LdP/dvdRKUE+V69F9fvKkOl429Yrinp1w5I
d2X6XIet6w2jpg6wz3q3zhxaf9e7nFoaBrrr/159+AbIouJwvTtfG7p/f4rZ2QifiKDJz/E6Paqu
AwfjOuT488P//X/+/sh/QBqmzvSOyt3+JXxff9v1Q8nYdv7zmT93r7/9zwO5/sDrx0nj8lV/Hv71
Mfz9UXpaNlvTJ6fs7LozC8R/PbF/PIo/D/vvp//+9P/G/1XFOXUbvR1wCkfHJZrR02TbBIGM6QRN
iKZpAdQ4P0+lgIpJJzOA93MRMNuYm0JkGJbyNU0QpVZ+/ZrV1kAxu4CwRmANhcG977Kp/sFR+JsS
/QMzfBMutFWCZtHKXWXy5UZFcmJhgjpNOvkygSYMYIYjavCXjUCJvSkiBLBdB+w1T/x+11f9s1Ul
7DT4b4i6gTDtDMPzMqIrU43+5lRioTtrIPRxzzHOGU0m7QbFgk8AHk9TTJwCRgU9WmPjc9xdDwwp
bKhPtxPhO1wLxG2lXSm3AwyLfV32vyOH4CxvQpMo9eHd7CdE3c4PL+3R1tQpnUO6XqJtd/Nk/LS0
HPjfbqgmRaENPmNxNHiECt40l8sh6zJ6VrxueSfOVdUrlr7kXXp9eZHya5w/cz/ap1aJXzfVhl1c
yrd+YIbrWpI8UQ6kZTWdYsvaW319Z9Rxz58KSmsXqy8nIt6EoIi9GdGRQCi1i1GDhqrt39CAfxHj
0zprA6OY2Vv51g341MdswuyY7WyiPTZdXWhbkUPfza3PDFa8T2vidSg+dTWEipLrblaINVpq3abN
AiQv9w09Q5r3cDG41xJrU3LiEKrexs7Pxff0QJR+d6wyYjMAScbH1Jq6Lafs/dQiiEeLjWeCwVUL
ZHLve/2HvnQymNr4tZuIIczgemxpnAA15vgYlsaw10TmoCyxw6kFgp7UstwalveR8k4/pezUW1Sz
y06XyfMyGS+Ra0ZUJBryVwpQ3MWk+DmrI3xFsCHRkvXECDA2nryxFXsrr46yaMQj0KInAo0vSJI4
vccZ6gkjZqIB2rSZxmAxtZAopjqIeMn38Mf32oiMOC7UTZmk0Zc2dDf8Q6OaEbPWjW21lQkLXCcM
mIuSZTJhCoGVAsoXBgxb5Cd70e985nrHLO5b8GnpjT7M850/a9mx0PJLjUl36ni/GgbaO1E7e3Cr
AaPQLhTjzJtTLfCZTBRvykfZnQpiEgVK6b7/vA4NPN0lNLx+04THsko8S27VLex1QlCKWFAT9fat
B85zQ2olomP62UiwBni8g/tYbq101ndkVkX70s5+NJb9aXf2o8Aw8APWw1u9RinOQ6ZvvAYX3jgt
7d5cxuFW12+TjjxOd6V0CrNq+Sqa/UTORFE7XaoyALwKFzwzHpxKdfdz+c305ok8aefMyrrRJ8na
9+zewIPPHtu6OjbxJGhgaVgXjNcyiXa5lAe/9tH5px7i/tjpQQWR5TNnXbLFCf8VydwOIuE/2S62
8eas0o64IFFVmwbuBLEwE9oyLR9JbYm43OzTQleLMs+jz12jh8du0eUrtzxSvylyMbtMwGgiFqeq
GLqwz1MiqFydXAP/VHhyIqUmvTSR0YdOnP1khswe4E9BJ/MWWRcrn9tQhPb0fcy6bHeZjN6KiFCy
1mFCbecH4MdPNeFdp7zP0ALYftg34pzpWGO0iRzJ1BiznZt1X2Pvd/uINQrzA5mkSc8ZV0ycovvu
At7kPibFYacc3B7e86gyulII3AJyzL8SxyQrFFS8OSYfy5ivNg1sk0wtcMQYkEP94TYy21eih8hM
0OdyN5OeIs3XYci/6wREgUcuwKEiRMHGWS3qD9oUPKdB59Uxsnc/mg6kCzwbkozMrspwfbgxkTsy
36erEFYKq3gqHG/nwzCGfafuc/cGFJ+z76r8cZiNkmxQRKNj3OchQT4VwEMo5ClCfmksdZhMHyoe
f04e8rBlfOnj/ET/CpVvlz/5yfCizfiuCjPDbCnPszbdlabzOZS7PmepAUdHjpVjhU2ZbaDNesGk
f4+y1gMwa98eftRMDuAvfXdApMPbL6ndDa3M5QKMmtODJ7NdjutNTiulGNAqUYlY0VUGF7a2YA/7
1EfBpJLPegw9bKFhSi7GmOE3UA1SS1InDx5bVb7PfXWbW7oXWj6Y+DoRzVYvja+5hHecJj+EwIdi
YxXYVN3wCasGirJfc11k4Kyl0a2Wu8D8ObiNCR4gc9EKbesKB4OjxCXuEmCtMaPKeSYX0906fRsj
tHQI9SOPS9i3SxHhjUPgJ0e0PCJS7+RknipOw7t2tM/KcZyLUcrbVq+IGvJxkJApcKHfDBejwOwU
xz42GdrDUGpqUgWNA7swcrle7FI3gamXLm/gAVFNpb0TDo5ZBpKicYPXpd4kqC+AHdvIF6ESyOlD
mEIPUv4iXZe/tnKZ8OSav83qPrZpQ4lqTQ0TM0vhq5OZ5+6jlumLWLSP3k8YtEYKw9QyZEeOq5c5
IkNwieUdGFNCF4Ek2vVdURr33oLOuPTTZjdoU7j4fQWkPzaOs2AxltGa9WC99A2OJSXZl2kgPApC
S4g5E5ssqfWHOi7VHuiPRZtHexQVwqdC4coaanIe+iKBfSwGXD7TxpS+vidD4D6DBGjCgecNsdwk
enE/VTrNav5kBQlmc8z8LxK5YKTtnrUyJoOvqm20FPmOKAE/yrM7Kr8ewLpLojiUqlLeu0nTnXHh
fYoVkF7jNBaAyXGvmvgQ6QXK1AsJ2iKH1tDxTfbRL0NOz2rhddTShtTjqEX+0pDZ2fooFvyGCnYw
Hw3bOtlxelnIRjI1qw91iVq47lJCjlJJrkb5mePM2tlNC2WMbBOav2uIgvcRpUNCE5US0PK7O31u
CzI8rO1gufvUG8LYruLfnDno4guoQ2+tVj76UFQ2hkhmWsL1vZ6cxrLaj6Wbg8xMKJ90XACZScao
Gh855bJRc9W1hsYKZ6OPRrW9mfBrbU1jfuaw91SZXXYzEuc6EpAJ9QMvnvBv5XoMWYpHm1NnkOlD
YHjZcjtb9YOR6MZZI+ehLjVQ1D0C9xadLI5XjE9LUz/4A9F9rWcQSUj4MWRt4l+b6kxLXCKqoLp1
OSlqPzSXDlzH2WubiRnnJ6FadJvK+zjx3Tty1qa+8n+yHBGkRTG/q3vDD3M1GZehhaWl6yffZwdP
jHhipy2nUOUJE5gxdGfbOlaoA2sxT/eupZPUpgGapAeebFVSC4YB6KmFw1zcUAdUXWFcFtUZF8W3
axMWQWilG+iq/FWl4guA4rwhaVrD/0JDiCDN6W4kZisbn0tKwr1ZrQkjuTrWo07mPIK+g8XSwILo
6w9jP93IrEF87dlHh8xpLx/9kDJJ29pD1pJ8xN5nd5dMwLYs+bGbaqBB6bs1mnwCp/dDD800Ee1x
NFrSU52V9p/Xyd6dAie3iKA1E2dHYIfO3vGpnKLeLTmrcmKSHml30U1awcZzIvmddLdpaewK9lfK
yOhgF/Wj5Ty5vmE8R60BbHPsdnBOcdVmgd00791A41z15qswKe6B7D4Usf1WW11AA+/B8JyCc18J
HcZY4mDq/CjQq+WxIsV1C7SYkCFecZjJJB2vSYcpkKZ8Og8qUxvbhSsroN86IyKwaiwCdzoBR063
ojDvewad215HHl96czB4ELlz5NdbLdKijd4ur5jC1yBeMxwtglBxFTP20TrE/0zmiPIkWrHWKWGY
i+F/wWUpmdSz24x9/jwXxIO6YAWt0jWCAlsE5zGvCyDqwWFpzFPT/DZl0eOCikg3zRQkM/9QtQ55
HC7TwUxWNfaDJt+mLgKNHOUypxxkMirdMVu8zR1+c17ZKBvJUZQjoSOKTWsSWYhPKA2yBJ5emqif
irV/aym0NzJz3ts+VSx4HtJ/4XIxqQ9n6p8z5T+Ihq46TP2tZ2DJipawhTy1sebpYy7xgRYmaURF
imPB1QkKachkWmqOa3Im81yNIY00mIBYcBgx0dKnAVR4eMNbbX2WRFja6V1U790BRRwhDafqPCTJ
p53gFhlafI22+Yqm57td2JXsyd458fBbzMulWMHAwqmP/M04tglSxIt23o1+9eI17B/QZd6yxdjX
7vBbFdOLKeNjFYs9ZT2EQDkfY59iufSdR70rb6U2PWfA/Zxc60+9rfZlZc9Bufpa9WJje1yQFRr1
YLCm2yoeT1WEsn1yP8wlgo8+ktG+1CbSpZhBc3x1XseVcaN0s2ZE2UznXlwYDcUgEOEcyqV40bOI
12k12liFBe9jvuPsQifI1s49NSmrsE+7Ru/V61Ja1YVTipmRENotvGQEuWAgawU48P4Xc9tvqZb1
UzQeY5O3tiNeWCW+QPfau7rAVjvEDReGNDe9z6od2V7A/hzfDNrAJhrjvWOyjoOY0YJvD6GvNa8w
gYZdkGqx98jVM9p1xiklarGMMNDLky+dmMSNW9jv1bwlv4jkhqxzoep/uq1N04/3ZOdqE7MVM9kk
g0t/ZEkCzaCZ2LXVt1zI1pRyPshk/oQxYm6bIT1G0foA9KE8GLJVaL9wiGo/VLzKOV33Qo3wZvXW
U2sO91apPXhGcke+2BwUxA1vUnJUyQTeNz37Ewf5RlkT9DX5ErsR3lb8URaJOyc595ikNMkJWcYE
vVaoiQpJ3SdhvqtcGeHgFyUVOBk52CV2M9qUqfTolK55xCbVu5pI6OSloKVHVM9Y2T3ccmY3csZN
pM/EESWgGm4yOgzk7mas2uOH1XTvIIi3xUKWcUIE4yYf09fZ+JCm8R4XaYqLywYQOrM792KbDEZ3
IZrKzTUGJZNza1qufa4TdmWhIiJayMxu9TPdJ/zpSNoPeac3lyGfyHJRL8lsR7fteELPwz5smp+V
EmvexaB2Gsd47o2kw7s7o9f1cMiyb79lPq01+ilyUVB2lkR46ObUmtZI6NAMHrToDTqJsxvkWlXt
FMlZlfaixm9f0vV2jJfRJjEi97yfmv3iug67nLXGgJOAEhG8xDuLQbdiBXBjfn+bp8mW4ddR1u7F
JuuIEArQ9+U88EVUqgBkqRyyZDtVNem/HSuIDial8Lp7CSV202SC5SG99yU2QaV/GmRY72ceAvkc
rHw8ZmkRAtYwMzcoR1tfv13PqESzRxsjMhouSJ7SpE9vCh39hmyTXaqZ5jaObcpvhyS62rtPetJz
tZFEWnzZobH4L6SqfJMj/r1qSuwiuRtKfIacVCL+xpBuX+Xoe4GZIMJKcqpz7YeVSB89pT3fuskv
QSaxXSw22STkOBTUncMCI85srFu9014AzDAldsoyGCJ9Y7wWkQJUXg0sxvjwjF7+IvMg2TXIozjd
b/uifmbTvLXq5YE0Nm9bhNb6dzKy1N+Og8VzxBawHRqzpY7m3aKvJj43McMYE/qg+4/WaLxXae7v
fOQvlnOsUyfdSst9kjSgSY+5zWwkBnkERjOW9/Tj8DeN2b1rMz5FZtF047Mzp8/JsDxiE36Ik/mY
9PWl74od2SN2Zr5XPIVoAIvR/KqxZ8Wjdt/ZC28vjfAYKAvl4u7Wg+kC140Ll4I2Nu6sLP4wI+tl
MZWBrVztFU7tVLot1AMkbsXqOtZePKzrta3fDlCNNm2CsbOKeLp24/wUy/Bg8teyIhHiwtKlePKW
5bkRE5a9d4YKVk6ByKmUcLEBz03BO6YVZbX17DboFz9M9Pbn4ro/8bfSQjBudaP4Vp3/01Lqsyw/
Qf+7eGP0m0KPXhgjPTTaGg5XfpMovM+X+juW2VNuV884Nhb0bcQHA8779Hk/77tMvZcU2JslYUlK
m5l84L76yNP22JJNUyaMiEROo2A6irkMcrN+su303Hb6m2t0T6Nb7OTEqLjyogdvIo4JHcd35mUP
fvw6CnVndhoMjxT/aP6r1pkqtS6BMRpxPMvgbvVYil07NMXW7kgmMY3mjfS1eknes777XcQXqyO9
qa4JuYl77xY88qZS8i4C7NFo1q072N+2UXSQVNZmlWldhsEka7F26CJRacs67N3kFPVvlugOMv7R
TrF2LPr5gRRzFkEdBVryuCT7/691eISgGvCw/+d/Ctv+DzLR08rk/h/bj7bKk/J/U+P9x7f+hxrP
9f5l86PQ07E+2ZhL/0uM51n/stDSOQIx3Mr5NtD9/acYz/4XRCJQQaSfOwLlzF80kWX+S6fbZ7s2
3VMkfuSh/udj/O+I8SzzH2I8gesQ+JEga1h3LFJz/0EBV4mZlW2aVIe2IgXYiAYXWoZ6LoTp0Ux8
a8ehw7HFYRbC5hBIiOI36Xwe6GlslO14+zu38Kud8KLiQt8sop0GiYL9vdKMk1XFUyBkFIXRfJnR
uB9Y0n6lae5utCVbM561ZIs5nS4LQHEcmlMVxBevyNMnP4NT25bWC1l4XlBMlrYzFhUFk9OH9pxZ
+56WS2DHnrfN8SLsBC1LWmp07XUX86ZdlilRRKybNQAXtkv77NsAf8gRzUwiIBiX4GvuZQW+si6P
VYQ3a5qmoNUJQ7fa2IfVk6ADFv4u6mNkHqNz6WjMdF2dP7kG+eEFPb8Dhu9Dgv81aBKjPusTp/Rm
9I4FW/velNOLL0HylywcN5q9V5OXnOvJxF/ij927Zk0TRZa1j9PUp+WbiEvUr/I43i8nZyy/2mzG
UFah6RgqE7JCpoATwDncGI5tgiPtfhAYfzMPmnztwV6QXIbSLWmsPbSDo8m7irG0a5yAK3y2VCBb
D7jT0YiPbmLYEBE6gW+4OZYm9WlZyOIm5qCnaE2ijmI7iMICr/nHQoO9sF5sJABnCxBRmEbjo8W8
7LDkuBIQ5HksOZuY3NvAd4pHAquwnGqduEMxReKHH1PISBSXUezqZ1tp58yZ85PM1mCrwceZ6dcv
4AX6naVmkikSad/kdUVtIDm+0xGG7zLTER5RFQLlaEuBKKsy3sp6aW701n0lMrrfWnamgjnS3ccx
w040aBXZ7GpGy+xwPlZDGs4jsg+HPhRruv0aUWb07F80HuJH1klr1+Tp1mtqGTZFea9zCD5bDlh8
yuKMg6mznOcMTdfU2w8tAvZHXtBA853DMrLB1nAPtp0P/FTLqbbzIXXgqaPty7IK/VAWW4yHvgye
Lg0qGFWC3R+80ntdGPUH6K30Jo+G8kFbs56ETrodlbPzJhNm/+lsY5vVy6By8zuXhkfIjA/yXewg
1Wvm20K6bNfDM8eA+kyS46NXmiH560+EnC1AwmToyViea8O58bvIOiXaaB8aAGYPUY1kwgTrZZQx
NAOAIAlJ8Wx0wjrKxTimeaPC3vP07dT1LZIU1Z2JMnqASpUdljVXjDBUrVpObqJ3vIGKJ46hFzNP
5ocqjr4K5QFVcNHBWAo+C0OzcicbmP7wfQlfTOiuN+SfesKcAq0ux4Nm0CeCN2ZoP93Zf26StrnL
Is4Mjb3nDyUh6QZz6t1oPoVmZSCR9NjuT1mbveiF2AIo92+gMYINQowO7OAOWGZ+V+7jC4XuuXKm
9DxZnsYMj2papOZJGR7ZhBpgewrUcWdXMEmnWu0zQuvCbjLbu3GZkOU1O98q5XNrvtLBobqlj1vq
RnJBOGNsU59jh6G59+BMn1mC3PtxVChtScFzy6jbJlVRhU4xOzfrDKwYaiv0laJ9CZVunzYcnbwM
HIXhNJcpTtybqmcmmXswc+ckTzeqV9qt8NQjOWWgkRNHBt44l9sxJkqFFiMH0tpPeH3Mn4YrxBZ5
ir/XpfrqnIxM09jca3GeHVIL3V8v2t+umvNwYggU9HCSwzH1ivuAcZJ3HlvtJU8jE1N81oNerhK8
0XQPqhlekoy1+0WSJIRnfNUEet/Cj15bizy72iitTQJ3Yl+94epILrMXx/xto4jHPd3x0jKQm4vH
pvxd5L16aakXOaAzD/Ptgy6QiYmS0ovh3eTBiYrT4diCayC9k/IP2skUMAnB8cUmwOQ2D9z5d1SX
1GiNO20wdpAK2jVvqQ3uIBlakBB8jQ/eq83aZuO5tOUpKV9KV+dcNDFE7kC+0dHHkaqXvxaPGKnK
6AFojL/Ioy+2Zob5v00H2oJ0mKo8D4GLdGjsjL2hmxwqmTmD8kGfYfQxlfC8M+eEi1Lqr/XMvLUi
fnKTLMwNYkSTOx76YfLlEYKYeyOENt17hoR2tRwnPI0n5dJwKxcWDuY/hE7FY8Eyz5RsEehwOu1N
JPHL3HFCtWvfOhKqSeb2+GlPUIocy5vIJOqKo7U072a8fHoyjx7a9uhMYnjs6P/Pmf3g6SKhR2oY
WOmHjvRFeGkzQzjUtslDK2lnQx4rdy3ZGIFaNNgi4taKwOAMpevvjCyut0hHtxq61lNukF/sC78L
l7zoA0aO3mAvd71LXHdcl/rBK9PPBcks7Uw6BIsINVa6Pdi0ceM2MwJ1u7wUDFs4FwG5QDBQhIVD
s9ot6e3aZWqHM+f+k7M0+HPFfPAzwRDFamknOPJg9olBkZ6UIbSqD1oqiAj89LhAGt0QhGoHpg2e
SPIGyxuS7yq3849Vfe84KRreQjsU0yqIiJdDt4iv2XXl7ZJKixEpYk2D0NnCM57L7qBXxQ/DHevH
Yojfqmb5VVpRHDJhYJAwI+ev7O6uAcKF1ICs0KvhwFDtu+dkzYEU4jFAUE3Uqp2mKERdZ++7S/Fk
mP0xizSGoKzfa8PQvI94AhZ97wffccK01JIfSM3TqYsOnslAzXQNfSfIej5hPO3fsoEDUjI9dKUh
fwzkxJY2bYw6VfazF2kvLEt0m2TPAST+kmLotk6WdRc3UYhnqWAYv1T6IQPxHWS9yp9EMkKyypnS
NDprnt6QXZzKLvoxOfNPc+77iwEQP/DTGyc2xceg03wa3TE6945x8ZoEShvT000HF/XDlt6PqI4+
EGCPR10U4rlUSB6qmFGjpB34PLjt2yAwWzDaH3aeB4zNduCItVKiGZpzI+wTHBNohDKk09OjKIbh
1hoIdTIXrT44MfO2SP7mBMfh1mnTJwQTaj8wzsSPYNl36cjrYYvKgftkygOe+WOdjeK7IhabjI4b
NNa/paffuNKtj0xjSOell8DsIcbMCK2MRmu0b5mFEga7cOWr/sYpH7OiHTeNrE8+bshn4CD8ct8a
fk0YhOk+PCYeai5a8t2RNh+szeqJlwr2b5fQ6uwt7MHRgtEgb+Oz16QfSewSINl4ij+KHVSt0QT2
lMC+Se/XOgsa2c7MI2fvSrzxftG8sPfuAF1kR7ch11jp9qOqO/wQx6hqvZ9eRIuro9/xtLidFRIj
Vt4mlKus1aj/cxp9Iolo3MZyK/pKC+rSWgJtfeNkLQwV8LmErbiFy2VnfafdaAeyF+i3S/0ekOB2
6d4EbJwvS/nvkVknP3SCYrYD7aj7MRVBttgjPIJ568TV6+StwKEYKI2ukcLbFWsqur3I9+i+tJLb
yB2n3zEQTynk8j531pPm2p+dX1aPCKYZCapb1iNWEA8YdC6aG2f0kjuDt+VmUiOZrCOwLZpshU1V
Wm39OqwWo/0d9fwdXVp/dx7cN3CkGnObbysivbjxSiLNdTCemsPsZcJOwNQvow2riRFf+9jT5YyS
e0cEBXjFV0+JE3Ucgniv1u+qSJNHJv9ftZdl0NGMGQja9NZUXdjU8ET8efHfs6G9jRoefoqi+mAz
epwS8QrFpd8S3fQ9rmNb6h7GC2uugJVk5Y5jApOEaZM5pjrDHqEJuXYKTTN5vQpQOXrQ/6mGNa6W
77l+4zWQQIqCSU/B11KhP9WML4KlyvwNZ6w0X86dLl9LncguMUxf2FqwnzBlYg0kcmz0old4pPqG
wmOAzklD/HrD+nyUev2g9aYeVDmBpjI5MirxdmbqXCoQXHsKsNvJVHEY1WiirzLI6824KpoJQX83
KmKbBQO1raXbPteGcLdzy/gZjWUWA77KBxM6H+Qb+qXxEuhujzP3mhKKYQeASQ1toKnTNwN70U71
zUXr3GRv2FO5ldCXt4lJCMLYqXPsqm5rSzKdUUY5fwwXAMjm00htGVrFuJbNcJcazIeFSl0sUowB
hqh/bggJDDoPqr+1xLvYzIG9oCAL+lk+wK5zdnasvCPlCfCXx2pAsy4/nWzIbvovOfgx54f0rrCV
DQ+WjJDIYBo85fERjJW4mVBmlom+z3rHh5gg5K2hRdBGyJZfbC+981y0ZKlMESul7sbzXP92WPJX
stEboGEieczGHEwQnETlr9bQLH00Cndf281vnzbgk5YSyDWCLg/z0gH2GKWI+5fhXRs1WkNLqeM3
8X6UJkPcqh/F3rchAHFJdmknTykD6360+qcl9X3ieL33dCLjsx3kQS/zHyp330Xq7PvauHFH+Slt
nyZ+Id60lgD0CXgl/bCoMdDZp2xaQ7TcqX5+J91jt+jdRh9z4A90m4LYiU7eurJJfV5HAkcOJmfg
mQSsXvLEBpMEvDc3A2GTqDpyKm7lMBzKCYaGggt0RSpF7Flg0AgJVpwBN20GXFAB7AV6t45R9TsB
OvkU2TdDMYqTpZqPIV0Us1n7UetGxDY6fB47KrJzIl9h4jEPs+65du9Llb1FVu2c/L4ghEO/CIeQ
Ugr76w+qUK0dmjo7NFF7El3NxlFbBlIOcjrd5c2MC/MckdEOOtXjWDj0EXA/0J/26vdRWTFyCqJ9
IP38HPm+eSQGi6u0mPdzYR0ITnVOeJ/yPalWd8MIBMwusSfORRO6xYqBNXlOTE0XeG8ksyc+g0V9
Vk8sPA+JwrWQFhSRWLIYZbUcR0JrpC1OnjR5yO05XnkVdyQeG8droolq4vjc2nF01Pov8gHGbeu7
sJqV0jgEthdvQmuSZMyB5wJV0PX5F5qhOPWsiiUySoTV2CecffbJlzglbX5eXaNZEzHUMH31+Mzr
muar8UksxXvu9HcmBuytGsc5qDTqKGqZZ6NBBYxZBLcNhh9ocPEvqqGWuh7ZjZD2Hkz3yziBiPQH
7bGMtqmhHg3PyMIMSshmcIsQif9FX5AgxkudbtleX3UHxZPmyFvki1+FlxsgxEqx0/S9plMrM3BG
6pLLdOOKDB+XmvZiqCHM0fh1x0QGyph/j+V710zFk2n+dhb/tZiSeGdm6BuGBh6aAndozf+LsfNq
bhVt1/R/2efMkEPVzBwAypIl2XI8oexlL3LO/Pq5wP211+759tSu7tIChBBG8Ib7uYMpb5LgnI4U
JpDBwoIR8l2b1C5Z5BLE3eZDKqVtFjBkmmRj08jmJfKlt1Zy66zVdmorvjZggPvcRIs3K0qato22
CHQmD8OnIFJaV5HeLRAJWysbAogQt1NmYRYzloPjy18E5Fmnu3a0rDcZpAyOXdmmgMIgY77pH/R6
JoTXVF9KuYH6NoqUsnwVcQ+eyLHSn5shCHBbjOS15pnYJKTRUWao7zRV7a/EhPI0tolQWFZURbCM
Jfht1KTPfkjgnVfzHABkhPtSP3gCbhXhTCjBkqI89+wVafmjWOA3N+nQjFJtckkt0qATdoOTQODC
eQkakFFT9DSVPsZplxB5sP7QjvNccYQQ1+TZqK/ktt5WGHIR2HCJs3LXDPlXyVwXMg3yLKMzHSEZ
zsVjYDSbfgCyD6onS6AuRpjTpZ4pHHX4JgdopkRMC2k24o2GFVvQ0KDlQCGTfMdzvY4o/iCn+ioa
bgdZKfETL0fs0nsKyJjEpV7sDvLoTtD2bbXI3kUoW/gfP5RilJDb3rixp6AgUKmx4KVO/XzYdkit
bUup72T6EpvcQ9vQNfLlp5NB0S8fcsYsClRF5h+h+mlGwSe4oRVEDwNs1VWsKPxA1Uusx6+9Puu1
d2rFLyeVxVrFGljztCskGmDWLnnPA+nUDVjOZRivJl7vxoGwMxqPcFs8uatyN+RDtkoabe9lqNQi
jOpgaOGYKeqd0zXiTm284sik6iBGwqXIycIr6rNfzXWg4sEMinBu4dcR4xsGR/c8I42PJU/Yfely
GjGs1J/9DtIo4acqEEUVFfcATGQMCR+hp+g2NKp1EUd70WyhktDMQ+7aEllbS2W6plEjgFpVLlWj
Q0AeaHE7NWDU+jxZ1a+pV7+iqX5MVR3Cz4CdVf9UIz+2suFX6MUQbavxJITKhzCUD7M7YBeFn50o
3RtT74pWt6Mu/9olGL1GOfgRdl1uC1Ma03GRQIXhU2pytBMNjw+/AxMV/I6BTZkm7KxQz23Nlx4V
XduNRbzzcUaAlmVXRfOal9qtZxbQ59E6oTHHkWhbdyrsMwXDDGED+8MNjBzUVdsGyPUUflCoJHEh
RSRWK59mYLmgo7Dh0YAB2yRPiG44R6++N5iFiKiX7cYUSopF2CmaxQcw8CXYqelnTh1TqKqTUvV0
rGKMlK4feajU8ZQ3uJzJ6sHTRrRxmE9GQ/aECSUlOInqVMy4rMG5dsRycFR32Pdyhyfz7MZMt6O6
gazyWXn9q9qhfY0kxo95Bl+tyM7lVBwE5QIZDoOLp4y/PY+bi8U95VOiLEPXQwGJ3pofNsbTS0NP
ORcnG4p11LIgLtSwDnVUK9S5E9wZK5TmVcvYOtCEhyxgFkQ83FOsPMZU8i0N/CPn4xMYdJMhqPOr
4XcBuRyBv/VYCRS1U3OCmJ92fJUy7ZQIWww4afygwe86U+4aDWJCCardmu1KbrDkxwtNPJU5mSCc
SAZPVQmUTdaawlZv78spVXewQQIwDkjX8QglYv5F2vvaGlDRm52HhXBw8ojVY1aerLG3z3D9C89Q
kBmYAuZkZVisQ4GmV9IkHGazflN1orKTgg4fRW/4IJj7LSsLqprBwQjmiqAHqCKlvWOOGFkAnh4S
ShPBVi3KbtOJ5JmVnu9GKTQtoQKWUgueOqGFGSxGaCssejyzZo5ZBdRZw7EFqvLy8SjwWMlJCUkr
LcFkJc2pjULdzRkTcPNbBp6kBwhZ9K4Hfr8bRPgaqRVCZyp5OAaq/qaB0l0ONf04xBtlMPHMEgQA
8xSA3yAFx2QM1MJi67RHX+Iq93e6Jr1nyS80+cqjGVAhqBB/yJ4YHah+S85kaP0uyv0Mbq6Y0FxX
sIe6Clm/zBhDApdU1FWA/6mbYZCO2y3VxKjNgctV/PhKwM8yxIa78jHm9hDnV1qxrbqqvdPOU/sL
I1fcGabcpJcbGTYG6O6EMXd7dCejLFq2INxPBYXzmrgI5hQWnufQMuLMmgs7vR0nOewenCM29Isq
2WWt4Ko4NrrEh8BW87InWMqXyvdv5O1ouBiGz3FDiJrWq+eORsuSsBhCZ3ARSxVWNaVf2cTTlmAB
2Ld+ojhNp91D1ax2Y6AybYm7jyrwbw2sOXxrfdodH1w1l6uVWNcPZoKnaNtYhgsloyR0XBp3Daxj
qtg8V1FBD1EA1K+riafTtCxYN6rIWEQJrIua1WtNYrQ2QgpquA+OlTXB8WzkbUwyAudl/s4iK3Ww
qt7qk5StulLfBmWOgi96rkahuBD6A0GM27DJ/JnwWK/EFGI3moTQEqE/kSNnFAbmgWAijECSX20u
yHYuP/qxUe5ii0mYZqXw0vzprdZSnfsailMXVOs0KR9RhGJKqCFP1EZI/VlfuGQDvxMhnAAAEpbd
KRa0zxFGFAxjO+6Yb5fdE2h/6/btV1SP+0FJIdd3bi1jtz0J+quqZ+cJQy2spaFp4jUcdRNR8nFo
61b2MBiclHg1DSQFA6h+paH6U99ko38wMyAMS0L6UWgACj40AyGbyjWzihKVUFoMuqu2PZfahy9R
jXgVi+E6UnHoloZ6KxntbKkp2GpD5sSIBSupAkA6IXw624iYwIlI99Peo0puPNSKd2ZYAPQPEQEY
E/+8SHENnnGrlnvmmhHFsBhAgTrE/VipmPMbYOm1iLcLO8eq/zsdP7WxOhmiJ8NDpOynhMW9HK4k
C0sEX92kY3RXpNVb1TfcscmrxnBXH4Yjed8O+K9TCMUIGGaEtMrdJZ7nBmTxMZw5NemzPlA5hCvI
mEssv2a/TwvTBM8C7lI2sdhe5aF/prq4SrGmrGQDO9r298Ql6TT1yxwS/CAKjtL7pD+UCPLfFa9e
yXH6mUqEmVjXfNQHR4IyZ1j9URZ1qq9es0o7/VppkDPq2LF8on11/1SG9VttxKsqr58Y5anrsDXv
2sE4CXrk+giBLKifya1rm5dC8/bzsSotPmW5emDEummUl9KqHCoWTLaGvUTfGqr9xguzg5+eSyN7
seTx0ov6vdXWbuNt9Kl7kWXjyC9pQQqSRyjpkefW2E6rIa2PggeCtJFpIqG8tW6Va6uERqpq5vmJ
OFXoxJnqFCOMHZrKMEWuNE74W2cvWNOT1RO5g9EdU704KH3+mKg3rhrm0BgnkyLQUg+pBuus9e15
/r1aFEVRGp35yjsxdsRcv3pN/dYXoFpTBBsG+QDAERL+WUcneFuv77fKGEaEBFV0LSk9owq2XigV
HMaxvEIcfi7Nistd0wPI97Ju2kIDp06fLjqa/ErJ15SzXyNNqe08Kq+1dc0k/a4cg11ljmsdWUjG
sNjuS+0pbOW1rkEma7NTWbWwqWIB6SEaP6u/RhFIlQCvxs4DqMRJEj0NwvBJVRH2Zt04JHxclDa+
F028Voqk2w4N6c6zfT4etNj0YBBcdOq5lP111Aaf+ZwBEZQFTsXhE9hzQEtYQSOTYRSSznTW7zz1
DWDrkIyd7GYDoHUXbTES32S9vM2ZJaeT29M8qu3F14dVwz0iSOMpVKVNGAW7NgpucsTAW1DWUzNu
4rrYep4AKbRyPJ2qS5HtvWKgqoRi38SjONHaBw8QuIH7SLO7GVQkNjSKR5n4ojTMHuYbvxGi9zwB
9aBPy7s77JVh2pcuZNcXXEgOlWDdJbG2qhvzkUL7Sx+jMiMSjBk2zVUpPku9ieHg+DtTTJ/Our6O
PPK2pPv8OF0vOL2UHRh6HMtO3clitUlroj9U7yaDPhSMX/JUvhvCEIlR8U75+rUezK0UNdTG8TM3
+l+ZmiGysI6qgOM+AxeBFtVshI9Jqj/bVH0cZfMRWxRmXYn+mTX6bYx1jAHlnd6UT9Qx3ybGiq33
JmreFWHG77gMHrMsXsdafKXmvOvTCacyCq3wKywCUUQ0gXl504PWpUi1JoX3QxapA+vKQ+bPLMr2
FzDMFlL12MbvlSDeV0n9mvLUC1lxhP77Ihf9a99AlvTxjegQ0iAAu0yUYJWc2rdPLmoZ0wHh+4e/
0D4wIpc+Brt0/1FWpEvOb0JszecsIikxHg/qapPD0KWShgWNXUrpJRpu1Je+vNG8K335rk7it6Sg
GGdE2yTwj+E03Jnw+hUhO00Kjj1K8RV2uDnF3UET2heFh0rHRUUfSZgKqZnG4jWpw1fo0/ukIjsi
YoLb0pjwgD1rgnbEi8NFR2cXRmnjSXQXGNZW6SimiE1/Vqbi3MsYHE7KnZCSDyzQX5r+vvbiYyv1
N8Clh4o+xZ6oiOSkSPgjLgk5tzatpyaJM4l378FybwvmT/eZ1gs2AhX8RBy9bQ7o+Jh9VdUq2YuT
cdZGGRopGkMm2uRkzDeLJ6eY/19IaCcy2oTRCn5FO4PPnFGjDfAyQCvYiF6qjLAninVeEQPin9Uu
2VpNdpNUc9UpaApzTbEb5FU4/BPgM65a40GJ+h3CNsgJIPy+/KKNmbJJByAgY3ww9BmN6VuQtOo8
deopGuULbOUPZQi2flVA5Z2OHlXUepr54fVb2ob3eXqzgoAoK8N4Hs03Ym92gzb8yomT0j1JhrIY
33vYdA+PvVS+9+26q+pjX9cvgTq+GhCC09h6CkweOZKcE7Vufo1yiGW9jrOrhfUXIVpzbjc4Vb4b
GtkNBX8bG0ZKaYzKBrwYCJSH3gKLSylGx/kpCqaNFzNGosVY6Qo/Uw8d0hjwk4dzI5O6na1LhllO
pj5gNO67nSE9Ut06WbDaYQfsmeNsQzV5Ujse+37yOfp0EIEf0EVsM6ni9gN40lRCy9Svkfc9yVxZ
ZIAN0lkv01ueECGiXIcpfEbZ+qBrGixQhupiC1yOeqRAmxMVa0EIAKhRL+qS+nv+3njUr6JiHYIy
OOE8QFqvDFVn/kKy4h4gg4culNfj4Lf3VpDtmXZs0UU8yqm8brr8yXAqaTppEgZS3oDEoA66TaKZ
iLupP887DWn53Bo+073wS66DBn65fsML8doGa9zC0GwmefZgQilR28mNU+sDaxB0OYp2T+QXPbnl
TkzgiBuJQIbRiNf69DSTSCOtXhdCvalh5+oqoAgOTzFV+YJcKRmAuY6FE8p8MuFGugNsgiqjO1se
cQuiuvP6+jwKxmn0lZ2P7DmalJ360rWA2OOtg9U+hCNywPashq/+DGX2+VfUmx+grTsdtdlMvdV9
46OEQqzLW99LvjzVPHnESjijXu5MsX7HKO3eS6NV3wY7MwPBaYmnkSjlCHXijhNNZJHGGyA8px2N
t4xqmqtRIU8Som7jnksZt+pqotdyjMwQXIOyqhM1yPE7aANUoDIHZSBj21R+nZtMvx5e4Ldmc84d
krL6rJuN4liRWBKzt7VQuHqwJk7aGGwbxhP7TLAXTuP//Dfufb/yYqy4xZtvM7+/V//P5iufwxjr
/zV/6mfzf17lQ38ddGZK/qeV1ZLneG2/qvH+q26T5l98xXnP/+6bf6VC3saCVMj3T3pgN4R2FP5q
/uOvt3af//s/FFWX8S38r1mbj8178G8+8BdXUxKJhNREE1LTv7iVfzsnSur/oB/B4VoSSWuEL/k3
WVOFkSnJum7qoqVLFsTRH+dEA7tFUaT+JRmQOCXYn//64/87ZE3NhBL6p3OiaKo4OooK1SyCAy1d
4Y/9M0cyL/MwyPFjO+kSLkTJ4vFizB4vfyxS46BN72Zv3O/Ff+6gJhui74wZWY6n1GF0dYF1RwkK
77QN83Zo0r311OWUeNtcPRK0GG6yUbgEhsQT15rHqhKwUeHhQI87/UZiEF7IEkcXOo4Qc4Y4oiMR
uF+JZcIjyDegOcjjJjL8u3Tq230fRK+BML0EEtMq0M1ZTA03nwhEBuZtuU4NS3UslZDGpNRjN21R
u9dhD+l/+UsYGWT5eVkkS9acHpZFNWWac0BX38PMx3wumC2Hvj8QzuHq35fij8Msn/rjKi17LRtF
WK1hjSKJUWUnfhvrSlAnupfFTtdr+2StklqjTaTYLpuWl8V1d2Gf/bttIFBYCy/vfNsuL4v/9Ov9
cWD+OcbP12SLX/Oy/v8s/v+/fTnassuy5IcFEGhYDbumrwpgXFyilqVuXl2Wft6oY+yEflaXJV8r
CBhbFn8+8nOY5SPLakBsjyOG+Nz+u50hTJPB/s8jfm9dPq5R8sHebT4/pn7dVAbfJ/uPc/r5vuVY
//iqZTWYbwpBVsEa/v57CqR2aErnddgNspMVHXjMOGLlnS2v4RwlgEU8d+eymCRmtp8FB4lf5Ztl
0/eO2fzGzy7fx1j2/t5pfvtn9Y+3QSD5tnZ2PvxeXPb6x+GW1f/67eUr/jhLfw5hCayQ0pO1xFPP
icf0mH+dYbkEHlhYLrjVHOTxvZ7Prj/LTtG8+7KKfD3a9/fL1mXD8tayiskHPhPLejLvvyz9fDJj
jIrkfz7mstGcM8vbFB+2igxahUoXrt/ZDLv9LLZeVu1TCavB5f0hS2O30NCq9oIP5iHFzBhw2XR7
QSAQT72mWNZCXiVZ24MJus/C+mhAhl4bDWnhUzg4xZRxEuZsg/+9SGxstte4muA1c67K9+KylfrR
QY38YLOsLS/LB5f9flb/OOSycXl72fHnc8s22IvkAlGFX5c+FU0qrvlHN5aBO3nVASWNsqcMr9q6
BoDjJc2cdA1rdX5RKKxhA7c07fq8QUrxncgJSkY0Nvs+zvwL1aBkAnHQjcfyblLL2xLTIi+eSouN
oK4dq7Qed4vH5JLQsCz9vCzbMl0pXKD57jtc5jvGJi1RtQuV8qxGZUI/gatjUMEq94N+2Hs+Lwne
vetwkm5hOsC9MP2aaUrn3Sxdu9ZEKjpF1SDODCuYoT3VhGU1hY+pNvwVFBAYUA3xtI/kHt9eknaR
p3RR6+hhke+L2X3dqEpr41vtupnDgaT2SVO6d4WSzjqt/fIQQjA7WDW+7IQ20UOIiseYeXpAKuDo
RStuF0M9sK96rwlGvV+WarNSt4ZM4tPCEA7hRms6BhuLtdjia1YXJoXIH4uzZSnsxLOC5/13ksri
0bZEuyxLPy/grdJaSdW7hcuzvMSz0bqRSTtcKkaqEboo7gX/XIqNsNErHbSU0jix8kz74VHVNYUk
Aomq9iJbXf99IyrzHftz+y1Ly7YygRVvdNhlotg5IPZLNgxt630x4t+oVWBfzNr/tb4sldiZzRn2
FYNgJXGx2h72MaGg/MIKs0LyW6NVuKwHJm8NJeY3cS93zG6MRl3VXlu6iAEnuzV7AX+MScXndFnE
oB70DZflaVp7mPvs/cqkZF2IOrMgHsAgg6adS+b3S9nusNGhQ24jc99UtbmvlQnTTQwW4bEoyAWG
Cdm44WNZ7wbwHniQqZET7BVupfFaoyF+gFiDR1P9MLyZwQahJca/YeZMT8lW+J0HzJlc1FMieWOt
E38Cp8WXsNsU/kvLVGLWeGzH9mX1SynuSlJ6660c4B686gbZWRlduJLrlQZtbiTnynTC6c4XL9K4
KtXP1oOmNx8a6yr8P0HcE3TfT+C8FeSz4D1VjlRSsgQpyaE1t4m/RrAaWa6evyBjTqcvWV5F+LwU
wR4/Us3fdTqUOWemIcROZ3brXn3U1a2q7RTlAPnU+EI1PWqPTO1Ivq6kbRWdcv0JDLdMjh7UfjTd
40GNj4t3yK6AgFu5dbPCmUQNNhMVt9nOSdnUXE4Z4yoaHJXTCk9oK3H8E1DLYgj9eyhqkDiKE+0L
XqEwIDmiV5wBZFI4+2jp2+No3mfJpm+fU9hArX8pmk+921R782DELlUws9to4T6a7YfcLNkFguaY
5lZt9xBv/PjeSOjimKTd+d1eN7d1ypR6q7z3PnHB+QayG9VYOT6m9a4rnVy8CyyyFsj1XiXKLVSe
sMVML6O/wSi8ht5O+fO3DCnlpXoyhf0gbiEwUudgvHaWTmntCsnW01YEVYaenVuI/ZzuCfK/terP
PqL/x+YUAiNRSHFib50rNpTvUd8NaOqCHdVvrfpCxYrFtZ+fTCyjQ+h/a306mvJHNDGO3E9onuvp
KIKDC26ub8xqE0z7yrjE7SEK8ffnuVDsAfp+FMNBfVLrk899dCA0kOuNi6fob8jMTnRb+A0lwgAy
nzOVZj+RPfYmPhVNfsBuQ5FW+80zq2qfwbQKBreUXbPZS7/z6poRboxnuThfMK6TUEakyKK7RHJB
auwuggiXOrO8FJCZuN+3nOgdZNZYJuEw1Dh4lmLpmUUn2IKYtfWqY5gHsaEU4orH4p6oc0m9Wcl+
ErcqAVvIA7deBVeANG0QyxW2w1UDcWyyiZiGapNALD9O8WivhrfhkchMNJy4b2jXRt71ECW67qg1
6zFaD6C1tq/7pAxt22bXTwcCPaWv6I2wax1gpK83EBJ7+b5Pj7DzxJtM9U54FeG2GufwRRtsoo31
bi9RclCd9NVS9jWPgr9JpUtRRZR07ifg7UmFYCVeqmgnhvijBa6krvHCpYicpG7fH2SwGkgBaFKp
fWG6MjrjHDNrN8Ixqj6adAP9kIr5rTXPyAmqaEsg+ATZ9RP8x3qE46mtlDs4edT8KCrmlg2DLPBW
hbruX2PsrXBjGaF/ounfMC3KX2aQmYazsBUECqXLUWphEwXwFF2uOaIZxzhZd8oh3WRbaKZCg+sU
8hYbgYFdc8EUZzBw8gCyIudq1TWPTJzIwioO7YtGhaTdGpg3bdt7+dODmFBtOTUg8wIQHh8h4DbO
yas3Znqkpq5TVnf8xwIfVSjCG2AiWCI434pYBD7AyGpEgrZAqftj1x9xQQ8+EHVMFiyLnfBOBrxd
NgCTAhjNXWfDt6Y65oSP2XN6KvfBmRzSVTPdB+F6MhBNv8F6IXe7RWxPmKgmrcTI7Urc307ScBTU
E3mc/lycexxx6DRXyGCt5NoF8COd9AqkK6lbyKvUQsZkC0HhGV8K6xcI1SFRt8OWrFPYBjblcP86
HWLsYfG/eAakMscNkqk+xmbbTnmWBTd6ERV0BasQaK6ztnVCX4dhJP54cJltgVEwT9+xEG4aqevT
TUU7NV5hpMX1O0WBpqJjwIkHDx5+ZAIvbS2CxYAvvq3mD7c2uI3TfkYeGzwCo32bUPuCjfDgR7/7
8bVTmT7Ukx0GzylEia45yf65CwZHZAV9FDEeEJ9NsDFIu6SC4AK/7WhZwj1OWSFQZ3GUsM6JN1yh
mK6Q0jiWwwP+WJCikLTjNG5PLKNy/zQpMNrn4CWkfgZD5MCEJoCa18E6tuGaO+Wmv8eeWZLdqVmR
FAl1LmOe7SrlCjgWipth55ug2iCnu4mlrTv6XnYEO1obVETdX1rkFM/F6OoXSno79Yqd4bSO3Oww
XvRqpbx54FAOvDBjxZ1m4HrjiJ+zxciTf8NLQHww7vpoxZlLDg9D8DxYuEUTpmb7j+rF/CRM5eSf
vqrnVrC1u4jUcN8mwxm9k8Ady4qwgs1ma/e1S2ThFnKxHdqBI9nYb9//sr+KVfurXusu1GZbvih3
2Va+jDQKDAAeIafwxGTP0bOo2LCHqmftvvMc7DRSFQfrlXeD2Ma/QXJiV+wd6o4yiQtlIne9i2es
OvkxCddmBHHPIUFWw2wEK47BCVyLIVTuNjhI9qtdwh0XbJF25G/1pjiHiNth9Wz8+p7pUk5O9OT4
uFeuwr3qdg5OALLmIMDssrtpr2CeILkfZMc70xaHeQp00jPEQrd/82BZH8eVv4VzU98Jv8Qn7BI7
SsrvxD2tCPG7atv0Kj76+/hkYRCQYfgICeeOXID8Mcccyk434dV8FZgZ0uI+p9hwwvL/wHnNX2G6
iL9JkO9w6fJx+GbY5rCNAAY3vNYg1CC8XPZnnKm5z9ggPko32Xe6B/kJAzw3W3cX7YjLFYXog+7g
IDrZ69ZyVC6aox2VY33XXaqdt3mDtjcdp2N5p6xNGAdbREJHGBwnHm8EQTGKe2jVdnVr8OTs7DXk
cXvMHtgDgyObmc5RWwevzU4DLH0fVwRM79/q9+GY3g3ocmxIj252lPfZEbIGDgZcR5KbVgjC7NRu
7ehEHLLNLm5+StbWWnaiS7PTidq+xXfFTXgJ7we3fY9ulh3dKPj/Lp/6VbHT7MLFf7p59Z/1yYZk
cCO/nRqAhn6Zu6exK1da02s805Jx63CFVZ4r2GgOd+wwi8Ts/jLdV8c5/3sX3wlbzTWO2q2AE+I5
2ca6ZE64NuB1U8t1A6gmzvTaOpALbNSKjiU6ML905MJbqmJ0Lq8pf9XG3zAo2SUHboen6NYc+9/x
nbnpjuU78Zg5yNeL+PslvQvvx5X3O3jNPtOtyJWgjdEO2qE9WQTAkkXykD20p0x21u2b+BhiDeng
RcJtxUMV2jfxK3PZURyc8VEi6cy+WR/tGzVbjD8O5TXdmu/qY/WKthuSBGOW9+o1+gV95w4ns+Eh
PsQH+RF++6W8qo/xSnS4qBv5xKuDFoUv+IBOTeuzrp3MBSvUjsZWd/J98DLfdFvheYAPM5Nb5xau
fEO73Z5wgWAjDM4rXNwzXeK+/OJepRaf2bvpEK3rx+ng08Y0zznByCd6p/hrue+b5+gM3Yj/B54i
lzotv1fkwrJs9L1CTjkZ0KI9cziYk341eO4+8x4PE+obXTqYzFG4NHiC0GFxmfAKpM/4mD6iBwEe
M5GHvS11a6p26rjRRNh+PCbCh3iiXSYAbj3scKTiabnoe3877AZ+kPFu+KxeS2agtrLmfs9uBLor
vyDtjE7+JJzx3V77Wxi8bSRt68oWn3rlJd6IO2pVuwHem92V62ml7IUT2RwUro379GtkaFe7gfWJ
sAlucyrTZZI88WwaUGjWwXW8FzfGeTq24zU+VQeGFNDEeFbEV7Q1q27rXb7Ca8+lHpw0tiXqLAyV
99E5vE7Pw9IALq0E9nc0Klil1o/5F/V0GhXRJt+YD5Z2kwFgkGyyMj76E0oQ9anZZe6wk5iqvTfn
cm99pAmVaKe/t9Clv7NUvQYvMPzPEEs46+noRw6+A/DLK4ffvXswnsXH6hwXTjxt0us8PniTPso3
TjEqXARVpKCNx+mZDrH7mPgZI0hxc2NMw8YQoT/VNEvjSrAxWhn34+qj2zLCY655r9yZLtHNtBWB
46+qM20p3eTbRKzLuKkfE8zY7OTcn7iu8RbB10o4tIRDn+V9wBPKEMiR3sQdhgAorFfmjgdfJfvD
KValm21hd7goAM/iRrzLt03jajf/uVoX7gheZQc0Y0/+9iNwi5W2wXrM2w5X/YhLCh1edOa8USxK
NJJosNfMxp5LepwP43N6bXpH+5RetbNJ3x2trbvsuTjou+YQwLi9lylQGas2gutJP8hwEByGm/Zx
2Co0z7jDOZUrHKC2bMoNI1SOvLlgAHfPmKL/Mue/3t93h3xDUPNXRzuxxa/eKR1pG62jh/AaX7VD
tu7v17gTS88yt0BsD4IrP3Y8mVeeWQ+Ol8sPqH4pqIjDlfg0vo/vxaW6xffpXXPMaAWNX9Y5uBkP
0plC9LTDg3qT3plXcRW50etH5Ar3+L/xOCvb+T8dFUZvh5WjP8nvyUXQVlEB53+Lqyzh1MIL3u5E
MUJHYT4b2i9mcJoJ4hCLj2azZly81/fxahZr2sWO+cIVKz9obPNdKz/CcUnWtNM59Mmbv0ekMblZ
tCYsbTK+xNlDxb/iWcCvOLvF3Zob5Ut/j5EURd3slt9bz5zEh79hgB9F3XrJ+Ig7BlZEosKVTpgf
LbDbkly7ZFosL9/baurdpqyDFcj53pwLCsuSNENUy9LyMppINfI+ujILAcZdcgOWlwWJ+lldlvwR
5wG5h0a5oFDL+Zhism8D3GR6Q3qI0bXvYIvapdcXO4VQbqmpDSRvjAW78FALbx1gDiafuAN2CF/k
cDuSEkMEBtcIw3c8BODLzcE0on+WweQ3VeIzAZ5fmLqgN9NhWun5vpqhvGWprpVqO1EYlgcKDHU0
o/okdlJXqOZ8xmUxxsmJXqCnuUzqfJcFOrRVEwTTfPTNCmGIr4CQZNl9PpUQmlHlkhQYUU8alfJS
qWCDITXjvTRvGvqg2wezc2szxh9So4O+kAgQBYyoC+Kw1vkwzIPyudCfnMZCZxg0nzGo1hwnE4mG
o8WhZUOjDzfDlMP5V2hwS+EMRrut/Cqh4eScoIfDccifh84w8KUdEWbNiRuNMZdHlsV20IE0QuKL
0wXSXTDeBdddloylWNeX5SH1/BQ3cuDv5WWc63dEMP21umwr0NdvYZvinTx2QCpSD7dkTsvs5pdl
dXkRC4CrrmcGtuCgy0shCCWZRXMkp+5516ZNu/WCy35jtfJETNF3WFGP7GpLnhEESYPM8GFGyse/
l7SWDMxl2/Lyj9Vlv+VjsVBQ2Eiz8U0yc4Du+isW6y9xMDEZN2gAYoLEBMxWoLLnB6lBBG5Vd0lT
8HcNgJQEp4jVvpSUYRPlcES8Xd+SYia3Ci2RCipezFUbXIjL76XYtA5TRrpANA2XXCQDgiwXUEbi
7o3uIGEH0ZaVhButXu4nuSjJuKlQF5r6kyGb7e57bXnDEk3DDX0w+z82Lp/7Xl8Wu4FIIgMS4ATG
iisz3QqBFo0/p2HUmhZQG1uWl83LC7x3nu355Wf1592S6JSh7GDn/b3H8ub3UZR2jsf6eQtzmKvZ
GoiAcPJwOjGUUOaK2im0qILacj3GoAzYBw6qzuXlGcScIt8LaievcBF7zRMN3pSl7n7eW5b8gr0w
4eJvWD6AAUotrpa3lpdSFvjR1BoRZV5A01t2Wj4Eeo3oWFrKiPP3DUbCnt+H+tn6vb58YPnoctDI
mCNXl8Wf433vuWz8+fjPZ74P/8/dEUagYaq6h398ZPnC3qgqQv/AtH8O87PfP8/sj/V/e2Y/X/1/
uTuPJbexrOu+yh89/tEBbwY9IQn6dEqrnCBSUia893j6b92bVUWVuro7etqhEAIEmbQw956z99q1
lSJvhp//+SfyKX969z99us9V+ZfB5Tv+6ZU+V+UDPj+g1zPPtDOqtpf3/C+/E/nK2KF///F+euXL
5/zlw8in/ad3cHmJ5XXpzEfadF9lfsYl4UImb/yy7Zebf/UQegDUtX55Gk02rS4Pl2uXx8in/QwI
uTzmcvdfbfv1ZeRT/PK0n49xjOVLR79t24tOpSt7sWEyl7u6TY5YY4pjL6638t5fbjqyw3mJhnVl
V1U+/HNVPr6k1qS7UEr/6inkI+Ti8jSfr3J5N//y7355Y//yaeTjLq8kn++ybRJdsP9tyZCl6vq/
kww9vTd5WfxZZvT5N7+phhzt76ZjGKhxhAzIswz0P8K/94+/KY5BFKvpQH8zNayfln1BvJkWqiE2
uyYAY2SlcOHIkOuif/wNPZGje5rHPZarqRZSo/9CNCQUQZ+hrEIQZSFYsghncniDcOZMUyXx9WfF
kKsN/RKXrrXHkf+diwY+g7tFGyeyNjCe/fTF/CZY+jna1RBP9tOLma6tGXxSBFKGh0RJ/SXYNegB
WcJ8CzCaaykj6J7q8DAZa602Yr9e1o36o23VQ0/xSZ2RSbovtTIdspwA8XjIX3OHyRdA5FUztuNm
7PA9TsgqzTT0Vm4RP8au+gBA2VrbtnGKM8vbVHpNEk3TUkIjXnSaHCZ8VnwuQ3c/tqruK8NMvVxp
bv/9B3VQe/3TB7Vs1VWJsQVpa//yrUaclSeDMcceAy7Sd5cJfOKmGyzpdEIQTWsZpphY/26q2UcW
G/tqakCvF/m6C4RZreq2IULpSM0/cjM/Z9kwblyMaGu7sfy0AJsw23Htw68jxKrFE5ZrpDZHjB0o
zJLcrbsGvUOThJPQ1H26plcAW6+yBKCCaviakBcoukqWg5M8yUFxtkQMaCJkGesqMlSSZ6JNhspT
SPx5pyZvuxvcbD0C7Fp5qUIITti9zDUOEqLs95GrPRYxhmMycnC6eck+cVt0xig6+ZP4Q0tmhMDj
7WDzA0QtTHB9BdXhHefNbaqGHwQJUNpL4/uqnzf6OIEVKEGOz2aK8RK/VuANb4xhE5Rn2bj5D7+V
2Ol+3Skd1HIaWhGLI/SXnVJtzMrIIYbuo0hx8dsGD4mRvhJJAOJoUldFSgBQU/Q9mvSEXNpaxbLc
kDxjW/tWodwa9N1Ow8gXpgZERMyBqE5tPxh1HYrseARIbPtW7b7gpM3WIH9xng+zAD/Q5bTDXVPR
u24yMk/d+U57HlQyUvQw/rASQXOKTSoPBA5RG2a/rwfFb0aY74vpfcsAMRxxfrxkUXEmRAWrR0zN
0Y17bJbpKderp34sbvOSHQ9yDprY4RxrKUat4jZoZ8xjR1wGh1m3YYhm10mg3PR6d7acdUbOpKHC
mesGtPE8AFYJv6JZqBjiXO9OxUa1CmaNHz9JbhAkbxwze5gA3rs0zPihvuQee8x/+J3+4mdyHdvT
kF8SP63/wqFsTQPMuTN6+5gZKT16mr5uaM1bjV5ep993Zvry719Q+6uDGKmnYZlMtSwYnLyj729f
4iIktlr7/xbw5rzSeEVjMk6Vbd8uLj5OUxwM6IGfq7i4NhSRAOL2L+nMHhxjiEYMD5wJtMsBMe1H
q/lhjemv//rv39tf7bOe6kC/42RKIjhXqJ/fmk5OdEEWkYdeBW4fkgZpMeVKBooMNOi6L+nqFlRu
/uuXNVXNFFhSqg7ITP/8snTzwKqMirsnLfdjstwHyBokDZXJR1v3gR/iIE1b9+Hfv6imiqf95Qi1
dDbDPuQy9U/XKCgKujdy4O5V9GgA+m4QGcHpHqnUVOqARRFrhDmApTMfg9YB/24yOZuQppSO+qFp
3olYvgHFKBiVJMqv7ATmSMJJJlDTeRfzNBAKdrPn0P9JZqb3Ktk0VYa0NLPzW5Mx8zqb4+eiUe4K
0z5SA+H864TkWNjQqXldZB4UIzLT3iZYt9g3b20Dnaljt+hLsvzg2VwAQuMEhcdela/hzFwa5CgN
+AhDP4pL8qcMwhjd5nunPqawqTaISBGu1wGGZzr80GdeO0gmqcU7G1M0FSkjUE6LKbVT1/yYeuuk
ISkj3IFyV5VPviugF9WqtxnvE+GEqXlazpi0/VI1iVSY+dmqeqvYGI/IoLbAos8PxlA+9pp4LJfW
lTfPX0AKZOtaGdRVH3sPZsiBF3h8uVZtvNjU9FOY5Zg7nXZFhQIal7dVyeTZN5Rsyh7zyWTiRc+a
fP0f9ghdaKb/vEu4qqpp7Ig6hFwPb+6f98RAh/AVLc20Dz19wNq4TYrhhnHrslOCFhuWB9huwgil
VVeGAdkf/d7VMi4KHdTwQMiAtxn8bECGEak0swNX3Wsu9a0sT/otEQj3FWOVtTWSwthTQlbUPjzD
WH0ksUrD4pAS3bLtOaFv8JoTpmNC7ixqupKK9T12sno944yagV2sLXcMN4ANQb84lh9otEkNCsbg
taJtlM8fXWEfHT0mnM3yvpXqoYkoeZcj8rlBqxBIdqQFmM1VuZg/gKZa6yCYH6YqwIfqWn7J7tSm
m7ha7g01OmdW8cWFbYWmusGtV4K9qzT9xeuzcaubztYiRpOGrpf6XaJsiEII1kvPECvU8kO3aAFO
hRknVtFvo0F5tm1rNTXRjCzAeGyX8mtQwjlqWgvrMFVJsgPuE7SbyEPXtR3QQQ+cs5tRgLdb5bpe
+sOUB7BpOueO123XAcansG8OXe7OUNNGDELVXkdN5ap5TP9svGrmpN+4fENOxldFS2DM2jVFjy/w
Bz7QmJc7SjLbompIEag80VzjfQdJdBcxsEbJDXvQTrVt6iWggRadvwV2NAW4xJ1l2vBdbbK5xGWp
WHx78YKkwUDjFDL4Ql00TTl7Mn9L1OL8xtAMHzx9Hsx0mPZrQ9uaWoAFKhnQEETuBts7oCx7uIH3
G28xj0BHImO+Tgy8Q3jO2RvYJZArUkNuzHg7QtjE35LTnkipTIcEJzWFpR4qcXE2EDK4WdT5rvD8
p1r+MtMfSqY6elrC7D6xEDQm1SGxI+IV0hnMQxztEcIDETLwtFbbkdTWyGRnmEHyqQ5iCmyGyB6p
f2ORZO8uaRfOHnhxmzKjMtyHbU0HQmvAAkZQdTTjLhod5TC06Qn05fJGnrGd8jRcSuwdMpEnq7au
bdgBEDwihdMQLAWVq0s91ZwFdTCiagTYgAgHq0TrkU6nRAMxOJaqsSqz6nHSa2ezCDiLNyGoyntt
52Au35sp19IopRXtKc60pYSPsw3oa0HHa5yh1Qz41siXBN9m3Mzgt6hSvoEdvmPQSm89xe1r6EL8
R88NMvXXQS++hCq/f96o6gnq2rF11IM+MEK1GK0QpZJvi165x65MAHTBKdYMi30bR2uiDO4S4VUF
sfClVQbwUT0OClPRz0tDzIOtcVR3WrKfU+Jxaex9NThs0KFgBg7QnSljcpUmAjSQ7+q6/IrTFttS
jKDZznFIlvAPUXwZb153DKL+R83Z5tCMHMfehJ3JCq6zur4viPW5246QJ5BpAsrBhEgA8tZOUOk5
oKvy4b124DZAi9hzZrtukRHa9dcOHDe+8tfUPKb1ciQthKgOrwTiNzsQQEjJgskwPmeWRQJPwKC7
21kpzfKJmtxCsi4eeppNM1iJKsofm2xAmZN5bykcRvgp033mCZ4NlUTbyG2kDAMJdJzqC8XVb0Aj
LABicbtBAoGUNGk7RPTpVrXRFGbZeSiCB8EjGyeqtEMbJqtKz74mBd9OZD4Bt8/PeQNnRbErdc3Q
9tnTuZooiYrDVPEKGrFCv6LRIA6BfZXMDtIk2itTlxN4BsOZrk7izHRQdHpZmUkmCM/56I7oaGAx
fqlp9CeQyjkb6sgmzO7R8QApk9eZGh26FIKyaAdQx3ddv24FNWJxHh3mN4elyLEoTzHnyKWFnAMR
aNdSCXa7KMOET8Q06J63IH5oWo8YkZmTZmTcFcCDmXTR2wFAPiGy1CKkAjVn0qShxeR1ZAJWQUcW
tTf7mEf9biB60nJM9CO9QRvORfA7jo+VN+OU1nuazUtP5f4AjpPLLbKqeOK3Sr35mxK/cpS3fpCM
yQa48VPfeneTxrU69NLHtmp25qQJAAz+3ju1AeQMC3aX1rHjA2YsN1FVN+uKLBE1V8+qy8yPceRK
Mft2ZS3GS+WZX11zpVd5zwCP62Y8IBG0i2NlhN8NfTNk4ffcNGi013BNGE09doQsizipBFX+eNSD
9llVvO9BHu/tCkP3HChP5ANDeiWChLk+AXXllO57FQ9eMz/knF5Qcbk3iUOHsHNwmA7eJh2ZRqb0
pjznI0no0FgukWftUD6PnqEAWCJmrIiuSyN6CcKXVj9l8LdWamqW68Twdlo10eiP9L3823GOQ0y7
/baFyjBP0D0Mj6HBqFnzGockUTbEOYXjc2SP+qpR3ETkvlI6cBDFNv3yqPSknI4Q8govI0WO+wuV
c26XflgDzGonS+l7zdoz6Yoh2FTL12sTRZvZHhfOcdQiIMfFrnuaGu9jEi+2uCWHWpg9RRUEbXCj
hMCEj5HOdM1I1jSqvnZKCSvHedFDzXpRmrskVr/k49L4Ci4GsuEWoc3kFF80ef41LRX4/PFmnJME
EaQ7QQVGZKp42nuU0C3p5zdM3rfjqJB8SRXhoFTTS+eE5y4KjkMBc6VQcI2SyzHPmgkrpoOKXpGi
x4AHvScibC4DBKk45m1anfRO+BvpPynMXFtzG8AK2AGNbj+7TcwCG6JUkQaZZQ5QEek/w9UFPS2C
bVd0wvpFoa4zoajFVlcfLn05uXZZhKJrlycoztR+GOF6BMtxcFH7YtTYyU6ZDDS3a8bfHa04aR2I
6g7/QB6T3Jctmvgue6zvYNn6bNrVFqIoGkKhm9O7z7prTLAN587iqXHzmEQ53AlxoHPlGKGURAQl
r9IE+bChX1WklaiFsQE7gECt068SEKqc9B/ZxbnsmqlBZwd5ZY9A1LZQV9UKNhVV704L+u1aGPhD
JX3vm/h2XHIg527xbmnZlRPdVTFzj2UOb4NgAtLhwhZ3otuxbB/hm9zXaXzK+/K9GadTrJvk5+lv
bk9OCrpCpp8DCpg+L9/1LLzVkWhq+iice44HQQ9It5uSsWJzXe8fpz57Zwx1GmoxTEG9S3w0lz6K
YS6Aj2ZGhaTMKSdTyFLg9on3rbz8VeI0JdlwFEzNgU7CqrQ19JaWxeGqwy4cFLLIq+oz5l52lW19
CnyrL5+kcaMb6Aym/NBpa0Hn4BBVYijiEvEoF8WYKUc1Tq8ZdwfbQGGXXXpOY9lo7SjS1MdGTb1l
HeeNDVKqfEjS7nvbMVaRv65ck/tKvFjaJp4DxtlG2Ee7QJgkZDtdrrlmj8KvtnOSo9CRN96DTbzg
hlCfb3qZw7+1o0PcqF/DhOrPOBRQWwnbFQUNFb12go+FCdPezEpMiIV11rvw0TP6eDfbHu9Xtfbx
xNWtgKSz0nq64jP1nbAbmbgOHUk6nmB+MIiLS0SANUO3tWkguFYLy7f05Yc5jwdZw+wSkM2QeEg3
VtZuiXqmiq0t2vIXZm0Mj6C2+vZyZQMBTbjD4LzpjzbTk4Cvhwy4j8GkIGdZyvs0ECfQNHyADpW/
VU0Ewyw5gxuGmEeH6WXjBKKrSmplbX+k4rIuSn9ykhjAWKxsojNMJN40ajVIcUy5F/qJQPptyFxD
dyAmgOhW8XLQ3x41zBCeC9lPlPBkmUvJ4fWr2Wu9oLxJ0pzOcZZ8h3LwYU7wlLsMJDmfL2muI1Ux
gNcDPdRVLBeEN31JdNwbAXyugzPfKMMAk63k6mqTJoruKVZ9/B1KRYuTvv2y7YsKwB2qJM1GumtD
0e6GmMszQ7gkrt7cLri3GrIwZmC0jZEijO7fchsRaIymIaNEftbjc9aLSBEATANpCevI1se9Qz21
e2tLZlBij5mWiER2Uce0F93Po+2gUT1oiHPyLYtIkwZZSKi6FmUEytFuwK+fFGoGsIBjvBdlxbEk
VCoYp7vOaX4ENhWBYpzJYQCOHwwUKuykfQ5c4vRmvm5LLZ+0fmmROgXUMNLx1JikaWcdV20MNX5p
MGii5l5s8sbRidfgTdlKdzsNh7I99ZDpffnzRJxp4ggqpx0krx0/BOFVxZOucilLqAyOVnmTeCii
SOQbNwpBHos5IQ1fKg6PFEaFgQDHonAS14ymXY9IORFBOOFfAiLpPTgJVYzMjr/GfSw4SO7nXpdO
kZ9rqmg4MzoZJ0IqNfVjWRg/oHCShZAU4BIBeiHaICqO9B9gVwbuQ5aYLbsF9zFrq9mhDi4hLeIH
MCIxpRaVGHAFQO3N71lFbcgLKnRm6jsJjNdQFyBZJas5IqNFfKUxiRK+AdCeQuUccoxaRYxqkWcr
0zfGttD/liE6O7mo45I/gyhBRfs0dP7Ypff5NF0nJdX5oWQul8cm4C4Vcm22LN0qzLWrDFRsQbEB
ZIqh+ws7/Grq+F1lcbugGEdle8RQi845pcKj2Hnhl2mvo2zNGS8gfNYnCsNlZWJk6rKOohOC1zC3
oIWP9bGck9fQpAqjKedBoyjRJAgGcvNL4NakU7sZl+PIOdWjFvmFQr53MpDqnMeEE5tFt/eC+4hG
5y4KFg5a7PNMv4q+BCadlKQoj8wUICgdNPK/GsV6CWk9MCtApVYE6BbSb2OYDoe0x0eSuctHrj52
Yge2Igpripe+xmMAmZdcw6XgRVLqZlqj3o2Vs8sNqnNqQllpIeyNuhAlC3Y86hcWWYMn2ZPJlOSD
8go/8+g+xJl+nS04BQN2WwZQLVkCvgPtG3lBipuAfWwxC/CrcJlIz5w5dBvdV/v6rm0RNERlSnI5
Z9oeZiKnSjwfOVqE2aIapuknXTeVDQV7Na93uh5762nIMAi21NUUzFSwnUXGGiDVsv0eEFIhqrjg
WLp6/hJhuVJzDurJxnaSeeRyDq2oozEKDgf3YAdWtJk5nvmE7TvkYAwA0P8srSqYlRjI40wKpF5C
lgnnFGITF436A622PBzgI3pV4I9Qn+3pramHI5dYstLnAxP+MyiKYkVASI7khlHixDSHLPdgp3fK
Tejt8zI+lPW+UfV6Q7M6hYAVViS00yl4js3uTm3HfUlFStMTpJNujFybaceOSGl+jyebsIU11G98
NYSHahmNjmx+tBdnD276bXCV72hXYpgfIPh1RnA1OAyNYWGcxJSiLGPdML+p9OS5yiJCNubpFQAg
bjIyoAfg+mmuMa8pMBJ7BNqvBru9Djx9b3X6g4w3WeJrtc6uwVrd9SVZfVkenxcPw1aQNXuvUcNT
XdrftD576UImi7GbwX5SEz/J2B9BaG8CFX+qFlsvWgDDGxruNSTBekfJNjnl4K03isq1rusxsXpp
eZpmhil2dxeb1DPJnN/PC1kaumW8B4teIz8KaiA7Gm81MEivkYtQrXsRvPT77cajrFnDMVfa0j01
tdbsDCX80vAOsONm2NxMziHDpMyndiGUaYFbanBewrqIx7OMjBlcst2oR3nbi4IbcI1QS8jEobpo
FOeAhuwyugW9OsdXKRaAUtFDvxiBvI2Zgb/G0I5dmsJp4IqpHSsr1I9yTS5gStMx5doNA3aGTCQW
QZ9BqW5JLe2i1PjcJu9YovhMzX/yw4Q6YVMSKh4a9wTIxGdUmvVYw6BX0hJRN2WRfRHQn6RkytS4
PfRcjqwTCU2JX3LVRhyd4PT9Y2F5gGQNs5+IH6iLE5TeoywE/8/iR2yqFz+VugXg5Dc6iSCo/ONv
zzOgliL8E4Hk82/+IJCAGUFBQO+f1jJdexrLv2kJNE3jLqLikBq4DFQQDPyWFielBIZpe/xTTfpF
dIt+1xKof/fo/rPruSS7QSAx/hstwS9dKdrdlugOwUDRTV7H4C383JXSKLqmjQch1KhfGNw6Vs/0
ZwsoDoQRV9Kfvpnbz/bPn8QEvygX/unVfmGd1KGhVtPIqwVX8weuEPuppMzLTnjHjAQTgIXA/xRe
GbvyIa5W5gv77Xu4iw/mlpJGg1diHZ3HJ+08bZwDR2a5pkhBwE1X+uXp379VtBy/pOipLm1Lfjdk
oOQW8eP90jmjV6plVmZqV05LPaYSMstCLLzRYABuChP6EEbOugIbDk32wWnR4Cq5lHGKmXQntJy9
WEtCpnqEh0PR05nn1CaWa72PsVKIxaAtyTYw1de6Kiam5rjxDW0Z13lSkXQkthXBiBnWniuq1SiV
07iNqaPViHldBuYXJdCn2qlYyEYzNbrQhkRYED7MmcUCRyFvDy2yRnmTWcFt4dYjPCaUyrZFlbTU
iH01RIngskAdinbTSextyFQdsQKkIrHIm4CEZ+bll02Nhsh0tThMmfmSvI02IQ1WhSi4l/LZvifL
uJsYd8fiJS0HEiDEXdFPK4+f4BRbGZDryg2SnLKYTAaiDD/n6DbBzqCSWYqJpTmY1VFJKOrLNU+s
yZttQ+KWph+sVmhFjahFvhk59VEuarGmQZbejCrSeE9MWAOVSoJTmOQVXW6XZobbdQqe0Tvsu1rV
d4OWQgsVdYZFFBTiLmAGwaZO1kRovSIgcOOvrgqhIKTA5A5J7VMha49yk1xcbmp1QgQKMkmlRrUg
P66EwCRdOC3rCzPGbcIzCPYY/j2fV35KuQbIFyKQXFXdtNpy1by/fEI9VcjlkLcdUCkM5oz+RxUp
lB7rFov3JDS5lw8r1zQzQ3Gv6T6RX+0RAHZ7lGtxXQI7NpeDO9UwAx3rSd6XxUF4aCuDlOOWuonC
jHcS+uaoICdh5THF3rqUET5vGi6q4xlmLHsCCqnqKNfk3qEjzNqP6F7kdrmJX9xddx77PGVRvqJa
aM5ruocMhyJqaC44cnKfFefYeYxjTEt4raOalowhaRrIVwAPFnPtxwtm7Emmm2h0FkZmkESzLXvJ
BJK7raQFfa4tPfyRoNv+tL9Wn6p2sRe3qDW2bdBcyXdDQitv6Y+FJSgXntDaym1By4A3LhdrP8zs
IYHLqSIv2XPkTbmYxB2Xm788JDPBNzTtjFO65PdShXo6zNOONm7RODvbYyQoxNTy3kWs/XKzEA0O
zyPR0EyIDG4zA7yCEeiaL//E1hbHr7L+5fL0cq1DpbjvcQjIW03UctRNc4IUi99sFMrsWSzkmtw2
V4JsUjSxCe4D0J/cuFBDod/sZf7n3T89slPflUHJMbP/zq+Ra5OZVM2LXJ3DAlyBXJWL2rXeIi4Z
fivVmJc7JLPmE3QjN8rbl7sVN8cEUrjJRn7z6R9fv22OzG4U/UsfwSGpuc7+CVek5bW3HxdzNcqP
5oTs0/LzyoVuDEwHQvX0ea9pL5zvolmc9T7vj/CYxIBWyhnyup0Y52B2QE/wJJ+PlY+St0sNX8Dl
plyT2z6f7qe/KZQ+J2Q7O2lwfXeGqmwnkhzZF8TT/vI0l236aLikIDfdD6ctq41ByyMSu6k7WqOv
Zc6bvEWFBYuE2F+JubQ3ctso9N5y7bL4dVs+cVGxLSMmjVA95QqZhFTl+btiiT5m8eH/8m/ln13u
KeXfXW7LtV9fSrzDy7awNyPV42uYEYswffooOZuByeYya0Sa70wVxJBCfTGDGEeRuOrJxSiueuDv
KflDjKx2g2hM1GEHcb8kAGqJm2GldnO7GQEAcqJg4VrqFyPJm62Ey1wWqjOA9BFunsuiiOv3Nq4q
X5Jn1KpM1kWbTOtEXOYKkDi0jUa9F8XNZiMLrXKhiwv05eZP28RVr0nrifOVYBslDsz4wuRLLsZW
o49W62sSvfcJQ/2tju7fzXpmkQ1UCJcKkqKpZ3rPGdRzB2s2V1o1HzinD/fmjZmmRLKJ4096iRx5
WNVmSW5EmhNqNJGAE1t8PU2T+rNVg0yJ487XO1qLssA75O3IkE1cOmURXi6aLkJoZpMJ5eL7n8Y5
2FfDd/kFWYZSlHvKMMuhpUwgvhH5Ldniop86LfWrJcFN3Vp+PloffUK0Ry80MJP7VrdYY0YnJDaw
nQmU2PQariWTjguFoUMrRliTGJ6QjJOr66EKvsQlBkq5TewOhm5m+2ZKeMMtnZfDqJ9HjUsIUZMY
KoP0DvrfU8dYd57DFILLiRA35HBtbu/gxRzoOuhHTczW5GIh6Nuz7HQ/dDON8NK9rpBuRPryUOfB
QEBJfhzG6kssCoul5jQbCwMwFF/nLiHLeK13k7ZRLSs/yoU42R4l2emyTY3nAf1RkUImgHElF597
gFyNafHTiRGFaXpmzDaUawLwCGlrF/AdkXkmVNdbO4CqVt3SHgaULDfdZGkiP57xMumpK7t3buyF
jkqlWgMX1Fz7aCc1p5DFRU4upHNLGp3kTQLdtN0CPw+A9w8K0bdFRu5Y6iqwKcUa8S/TSouiZhOV
HITkJDO2SBd+mZ9ue9Q5jnTaxebUo+Ek73M5dQxWQ6DSH5vkIz6fI+8HhmSt3XmrNgRA0IqLkDQK
AVSDuiJXe+JGiSkYsPGZgpGojh5KJvlQaSf6K2PR5Q75uM8/Wab4R5bACZLbHJIpgMCYW6I1OBOI
hboUyKjkbXZ2UitpN28Ys0EWFnc7isndVXMeZoLY5CZ5J6a8nqYaDytJDaaFytvL+gZGjKsiDA3c
A0lDt1NgExAvaGmmHuE8DcbdaIdEPXxu65p34oIaXxdoNbnJyjVloxoe3WLxV5c7LjfHm4oRrokT
Dw7Sahh9V9mwA2hApnaaO1xnpFRvO+ME1sVy/fG5eAcgdoVcjNY+MV4b+yG7ZtrxRfEp/kSrzZB/
oQYSTTsig1gh17e2j3QY5+ZLO54bakLMkrB6hsd5eOr1N1H3j1IoGH6q+1H6ZCY3WgIQGznLiQw2
B+yCzjGzczBiU0yDle4V5yK5rqdzP50JQgk8KvoEFB9c4MjWXUghGptmfEhzKmzlupm2pNsPW+R9
Z0KtFq7Y6+77Ql3Wzz9Ihm66XR9RFX5tqBLz+e875yASPNX5Bptnnj7jG8b2T47TI/Sa+puGxihZ
DzrsDx9QEkBX0grhg+jrTtlCCzCNnaNu7fzQV34Yb1MaheaNi+DosUluW/VbdqVuq9XZOtKzWCXX
IIE5RHH7A4E4WuvkdT63m+Rj3hr0JFbkMG2UW2RNpPhOr96OButB/6HdFf54SF9wND7VGxo0exgz
0Y2xH/YEB63iW4cewcq+ZdKJdfxAx+NK21ffYiaWpHvCJaj8FEBMTCfugMbcPhvDpuq3GiPsjkSv
VbD5hqbppjjQlXqApYnn/065Dt/nH9FT9VGe6zPNdxRjfv5SWCubafZjV2ysa/2hfTE3791+OR36
1wA77SreLbt4zRtmHHIsb48GDvwd+QWz6ashMjcuWRvqaKiOct+uX7pkH0dfxpAG+6ZBH1PvA8DH
tHJzCNPNynPW9j0ZE2YHXcQs79ARzV/DcisaZsZmmTcQgAgNGPs9rl4a7ZODR9yHmgeJIUEzr/mV
hoiAbIXT2bnz+FjFwV4X9/Z0JPLK82OssHRHno1lX2LrJd2Xsjc7x2O/BdYe7b07EPVX4XZ67egv
/tDxqq/ATqUI4GDdEbF2n6UbvPbdtO+ATgWHBGmS/QUdc/FmkBK/bL8ib0l0IE4IRa7JSvteKQRi
+X7ElVT8hzw+4/N2MPiPNOxPCKEc9RQwFCZc4kYj6uSpntcn62FAknjS8JOXz0CiuA622ObZk84B
OqmN83Uo1mRZZKjdNwpxoViyT6a5H17nB6866+ZePTP2ustetXcVMB+19G/kAGbH4U1lr6zPgPkY
/ewKQIz0KQ8ZYxSS/qBB0GyhsxKt9OdiR3wHhVbnyf423OW36A0P01VO2RzOWXHm8FeGgxtsxvvB
JnZr1f8I1827x+Gj+QWIEkAM2jYrwTnteIc8fTYy6V9rV8YRuQ0CP5yWOTnoIBnUq/FN+Z7d0g9b
E0H5oL+EP1KCwlHXrpDv43VcB9fpc/1cntQ76gLg13w0LdWKREuoZ6vlJTuY10/zF+te2Ru3yXtB
gChcFYAJG/WDlol9hI/lE33EiaZ57HbDnb43T+oByVrzBCRueGN2nB6gz6yINn5Ry7WzDTY05jf9
Q0wfrVxpa3y/sJ/oOdRkbEew3Q7s9Mrd8JofmmaFSInKtxmv1HO44Zz6bGpHFAP3ZbDho5d+LrAn
OrPfcaWv9K27L+68r6SHPGE+3iz79DXfETlWrWP3hiaVit5uzUkTOzoKzHFjw1hblWcOt2RLkQ7H
AkUy9sMzeQQa8BxKEjAqwpWe7JZr8FPutAU7cPedXLEzM899sV84UDOIDLfdXj2MnHnImgB9xRnQ
WJO9o2/qe75TOAPEmNIcLdcFeyq5bXyGYZOpm4TD+tZ7qYnBnQgAXtcGupEVMS5gl+prBy7bGk1u
u6Mf3e8Az8AjSr6OV2XzyNwrgfLDM3pb65lWX8m+h4L6DJ3hUJ+DbX60n0ze805ZaXv4DzcOvcET
6WnV3uCaQsrthlgBypHoXBP/fb5Jz94bSpZHmEK76BvIIet6ymioXi5/blFT8JGXSIPTRj5k3Z7i
0VE1HZBuRnB9cU4GwkFrirlRP470O1q79xGRvtiJy9h6bwpJkVFVRPwJf/QgJjdyDdLub2ujZXTF
Xm4cPZW+Ng0OmFVtsovFYzI5u/nXf20g/VvXpMuA4sEFUvb2Ou1o/rrOR0TXmglV5KEk+2ORNGp/
VAx6IXJN3oGYFQIPmialBtDo0Vk+hjAbozTVDy2VK0lzXOgJHz9XJ4F7bK2qRuputjAgIwacowBD
hgIRGUlaZC7AkbZASCbydiDAkg6EyTlN570tUZSqoLR6gkcp17pITAoutxuKjrs4Uk+2AFpWAm2p
C02HKhaO4LfKtcs2TQAyc0iZAcTMWGPnt8lYQdwlKll1ocHXSDRlF+AkENBNV/I38YQfEoHk/PRA
igF1l1pkowDuHIXN87IIxVTwclMX+E9Q0Dey9jmJ2aFcayQv9LLRtFHNOMJSqYsZnw1rVEVWtZfl
4E7U/+SaLarBcaqr+xyBimZr95kAmLoCZVpNpFHMFZeJoK/qU4NIfmvCPlX7p6lGOjICjlSsydtd
CkhEsPRrkj3EwRjTxoqFNCpfqMQYErfq1UzXCS+y+wEGPs3rz5vqGA9rl6GSh+LFCUG4RpLmStfy
oQLgiaScHYE+wHTENG7sDJLCwkXwQhvTes7nimyIDNXnOhH1OoRRtPoRNGxcwQvwxC93WVy2DYM6
H/TgLB28n9Zfs0f2OcOwJTDr2mHWYwi47SAKcbJEJ7oga2sYOOuJSrIp+bifxeNLMVnXh1dLwHRV
BdqAUk7GsZi7E3NfBFB2/Q0Vn8cxggFzW7bG89C6GjM3Fir6tEIde79tEBvKsqr8geXictOlRcqH
ZGKoMiaXP68mpvbK7GhMjGoPKYjgbsxk+7ELiqLz50LUkK1KsAbCUNvkHmoyoyZKVlnQABCxS8Uu
0RMS4+RtTA35/7gf10aO8lP75Z97aFhr/99T3IRxEb/9uZMm//J3V66Di1Z00uA1YCqDmP9HJ83V
/06xyUTE65m2zgO46/dWmvp3YeP9P+bObCtyY0vDTyRaCkkRUl9mpnIAknkqbrSAwprnWU/fnyj3
cbnc7eXTXDQXZlUVGEhlDHv/+x+YlCn0vI5Uf4zSTHWCJpfjAo2abmG+7/47ozRGNX+Rn5lSfch/
lWEwTDN+mW8FkzWkOZbTh0HDTdARxXvWVwRsDNFlo0hTGkwz9dKy0FdV1720zI4Pk3aeDEZ30W+n
0JJYYvQsXmZe3QyElCf+xrYyuoQh2JZSvUSxf9lxhnuFHLGeCgKKhar0d2kcTqsh8I+RPCsngLxJ
PxUmmRV1gNlXJ4By/GF+HF6kZZfe3MHt7+a906EOUkG5H3Rc3eoiqSCBYxjVUnJXFfFSY3GwLC3b
9JPWskOGFxWE2bnlDNtYknhn+Bj6BOl8PkBQmVVCdxZWlyi3uM9d9DbU9yFiuyEVGCaHTbjL/RwX
H6NaUGnpGeKWeC2MW5Ou36JxOnJmzlejLHA6naTF5JsOsmljnCsnVFNlW7reaNIGkGOS7SwHsy4i
77FAixKEUwJ3ss52tiSh1D3GdRN5j2vRvdTT4pEbtRM4E240qVDBpoRixKjAY6R2hJ2JjWhEdIes
KMoNjZ4vSNuKOTqGG2Qbboeoi6GK09uKkgJ0nkZ0V85NRppvg7YZhhi1v7CbI/0zhUxWiruyxWlT
D7U7A8h9apsHGQ7XtlVj4SK3lcQPhwsxr6tNET3OH9x/3Ih1DVjZvZTFDPPTvYc38mIhZO3LqVsl
Zr1tkwmTp9Y5LJ81U5hXbYh7VE78WOwWazvH46/NyOfTDesCq+5hpcuW9JW0ODPH0Vhzq6LWCI09
8eanQ8BZNYHfAK2kZ47eH0WvP0VFk5zPk3Bw9TGKbWhKZDHQwIiJhbtWLB1tQj4XCX4gypggbHxD
EstiNduiR5aSNYLGlgW+am0afb0iRRcor3qaoZy0+VmrAMVUEMAmd3QUEsuYs0IaXUwi2KVZgDHT
+NZmwZ0ushKZaI1PIipoUcN68XXzpjTEeUKqLlqHyyIhNq8angFFlVcb8VNVhjXOU+Bc0Qxfx4R2
lyCOt6PR8bqsxoO1cbdRTfTniAT0vLH7RREVbgfS4xKdMNMgZ0rYlxiADi74MrrmCmKpF5jasOsC
sjW77lGkiAMDUm5IhqtRgCm22Viude5/wB//3Edx2Aub8qqqL0NzOPoEWhkNYvACjeaKGCzYMsrx
jCi8TRqLonp2Ee02BlxyddFaWXVURGn2bTvch3eWAE2sb5xMaLvCoiXXy/k74TIYoBXiu+1UF4jL
4IDr7EULqUCX4rzFHdatyO4YPGKrw6fBvvKJ9t67Y6Rt+rkxvdZX+xCjyih5iuMb+OHkDxH02CNq
80zDvlB1jJgNu+x6esyN8X3SerULe+oqOR46hhBbhdt0YZM+NycoA8KxBz8NoZkXdo7ptcA/kYhO
+Nt7I3WrnfSDayCzrav7101/6Ytm9mp3oa2nFyovbA4AaVLDQ89WlqpQEMHHDAoSt1wboUcY6Xty
etxpttcG1pBjl23wZ9hMgf6iz8sbFNDKw2/YKr/bKYQtpBsT26k5OTTMoH7rhA5fLKMdTev5UAlX
nKcDtD0qtJuxcv37MEtPq/Q2I2jTa6P8ZepCa4NAgVivXPJiivC9JI/eYPJ/GS3yhtRUl2bg96dj
ODwo1wSptR58GeOuCsLWD84hSkLnuodllpQ9jlQ9oSwO+agbNyhKLw1D2xvK9hxm2ruMf4s0+ZDO
dHTZRFdvJ+J96PDuzvQBytE0IVHU71SWNd7QvAWRSR9oo4orUthJhBBsTSEN0ihf0UIF6ww2+MY1
ObCIFTJj3MOdkpOpKuYd7k7BCq+B4FruCMesj60Gp7/EIR572Cjb+YjBJO5dq15bmvlKP08UGaCJ
eTaWqFWJn1iDMd9nJe6rJlqUTRMfpjmNoA8hACtS4ZnIdE4DgLQsMrAZFgHPWHXHKgvuK33fONXl
QJU/liWR4HG+ODbDfKh9cZ1hiZkQ2s0uyIbTxiYOwoBcjfyp0VxIvQKq09AvlFaGPVUCFiENyagh
v61pLdapSyDznLjP0lX9PvvNTdun2LESdInVdcMU8kB/SSDwChXDZapfWKlEQT9yvLT0dyHEXIjA
JoG8+jIrD6CGSRpV36XSjFLYbLavX6HCZJ5ksnYixB9xtfYTPdkpLVhs58xDX3OtDVl1ZSKnvioM
rKyxXJAWeZYjUV1nMkR4OasIZmheYtTQFueRLI8N/FOpXVoLjhXK/gIUmxuy188s3b2NGs1E8K8l
V1qn8yEdsoMWk91QNns7Vp7Rdrezqu5tOKaJz0IJkkc6R2dFgtSja7AsjbHaDjg0HArFLKmChJ0F
JAsOyChJQ573fXPgXK22xNidRnN16Qxhf504Z+XiWlmp+sIdGCQXs4MfvOLr6tndTih1Z1Obrn38
t06taf7eTTT/0Vg5W7bac1kPN107gUAGrH+36tdZycKk5hj2SDTa9TyZp4i8BN4pHuuXbE0brWdC
H55DAC+GEupP+V6QxrqtRqLkuwnP4mpyNgZz/bq36m1kDwbmec5pQ+IpRX/4LRvNu7pzkm1vWTcB
BUiUIvzsXLcjkXhauV0BTTDTD/7Unjcob2ik8rOo1qZNT4wnl0J/VP1ThC+eP4/gqnBUZRbs7THL
LvXaYZopgudKkY4bGRqmkX1FZPgc3vcF+MeUiefQj3YD2p5+QL/iNuOjrJMStDO7MxL1aHeA1fOI
9XIxoAQ0Sxi/VZuLvXRbIMiAN7QwsBodoxdbm4cnOJRvJMbnu9rBrliYZ7IaGjYQT2xhCwJKu1gz
dhsVOfIcwwGxdYPBQF8LMhvY4iEjzHIlZfoSt3qLLgQ74wqJmw0vc61p/U02tQ9p18+bokL4VLQ+
gtvqMMFTOg9G8K5Z9feVi7vyHHNyNYOWHIsY5qJSc3ksRijeSMxE+Qrz0rwwySizFc7KYzTGp/PU
HrIovI6MEpSztF/KPqo9o56vIw3yph2s5Rw8TShU1k71LGsN8X9rkf7t+yvU7ggHRq3ZTyo8NhZk
6jCdr1NiKFeVGaNHcozfsoyGy5LEEBszlg2UT6gQVXwom9BLnRhCmf+YLAu1Fnhc8z4fqFbSc8cY
KZE46+A9E3bcVIHXNkPp4UhBdnLST9tqAmWu62Pgq3Q7q9c4AfAch7TcAW2kiXjVtLFnQIC7IlYs
r00gni1RyEOjRZcwxaIzI3OtTTaX1Uq7xDggWefDXHralN/A1ro0mMNDNI9v4vmiKsJr30oyr5UR
JSV8j1WOAGNtzDXqVGIT1cAIsbGup7wWiKigJVc6mbaNflOMGEu31D5onA61izRbHyDg22I53GNY
tPPSNXQ3tj4Y65FcAWXa507WEo0Oq6Hox26favjMDj7EcEsjo8RFPLgZxx6LQFl23sww8VtmVY+U
vNR2DcJabAYMopSaqy5n8jMYGh4GRXgoLbO6S9rWwWQy7o5GCtLZmJrD7uZ5K4WPO/9P4I4j9CVk
TMroKcvh+UXO6BPqmk1nvUausoWMMhnNAEn7yPwpFh3Y2W+cMSjGYfE+2/1BVQa83u6h1puthhHa
+WyJiz5wzLXFayaJscCepiTBu2fkgbqBHEq7xpqWc1UZLrWZNkPfmUAqW00llzEMZArrroJ0N5Iu
aZbdfvaZOcEJDj2ZVTht+gOxtmo3q/wI+w3aNdKNJwi6b71DNRon4yUpiu+4F5rr2JKMnTL7SqfZ
OLc7TpSIWOEsgBjoS+OAIuBKZ/0VvtUc5BC9NmZ/pjus0YQNsAlT8Rqm51pm86O0IkJVXT1O9vQu
quSmifVyqVjzVTeK8+ZoafYur/JjbuBJXcCfRw5QLyiGw0AhJMS+m1GiYKPb1KSsTtx7hCZEp01X
vtBFXct+ehjIYNSJ0t4IcUbq93OrDe0O3g1eyLN7k/XBzvahDzJiDvUYRVmQIh+6kaV7Y4/Bi+ME
PGGSie16lQq92NTBi691B7cGj7WwN6a9UdZwFElKXIvRbdy+wAPKgQioDlEWEl3fM15HxiYbuSdk
/dU17sd59ma6t34sv5UMNdAC3VtqxLYa/bl750/uG9XnN9Vzhlg+ASblN2EcXSvZ1BJ4nqvF0SGu
+/nV3HL8Kf9qDsRZHpYPkdZ7JXP42Wmu0F0yGU/VjR3PGwgv4O0GjvkEeCMPj9cgQvTUPYS99DxO
s+sSALqXJvzwBCiZ5FVY1eOlLUkVGOqreBZPeV3AwcC5t29haXJCaz4ZGQwr8uCisJmmGOjoV5wL
mN1igO7IhZsgrgvdeDCreg+7FBApsV+TnrFrcZw1h0lRldy5lnmEEnU5Ke0K3wyvkd+6svDgdJ8H
jr9WjbYpERHNZRmdP9UR3raGqd+Fub7vYk5l4+AXQnJ4W5ewTp+rogSJE8eg8i8w6hKaRlGoFu+X
Z3sRycGeee0y95z6FyVSSEq2YXVvYyW3EyVO4mNybmAaUI1cBRQCeAsRAs0iyy/IXvKyJnxz7fE6
9Znx+EzjdKGubEduzLK/iyIMEDJAg+WtyfFcIHx+m6ESQKBZMLrQRHUbE+2+MUhmUKNiIOEM61LL
MCQVp61r7kOzxKZAPDpzN6xjznZEmOvlmWsIT+qCuPEgvPPLI8yLF6XvSIOYkGNJXFtsJpCTe9WJ
4SEAaiwbJoE+Vg6EDwCD3FNWPIBeIA1v6Z610L9KJJ6xMZM6eJX27U0pw/oMi87OG9sEKUqWXCWj
Fh3MgXoKxOWoJbp+HtkN+TWwLdqeQ6PEAGGY6aMIeoaoiOZExzkXY4lYNiWNslatTZJ1uPu708Ak
tibQL8cOBICLC4VIidXNoN1GhdhqYVTvNd+6yltiGugA8RZJ2xGHAP8sDxiQJ4i1cjfz6qJ6LyS/
gA+Ub7KH5lGllzBcHt2s7/cFXQTyaMSBHWNExBUdlOn5Io39VcLMXXQl7StJRzVlXYRY10+LzEO/
cG4G5Q7kijIuMC/sEJcVdSGdI7lhS60qaObDI7Xjq+rNVw0yTk0ZFw/cFjA2mNBW8mKaTEbotGj4
KET7uSxeywjRTWaV/RqAD5PibNiSQHtVBszrEU4/Skmqjyodsk30VyIppzs9uqyWdG/XzzH6bG0s
bRykt9VVb8aMwnWF3E67kz1OWObwIBogmKIBrdJLd6tFglDJlHuxmJ+Je6zgQIbWtnUmdlu3Z10i
ntArhlLosYc8OUYEiV5EgXGW+CLcOmXo1XMUnmpJuu19fFKKagBuYt1hTdHtwlI8m0VBEV2+WT0A
8FjLTYwV68HUlRcLTNmKpHjBSAKYukV1ps4TVxTwJKL2Lo+Sg+/GCFrr9iwF8dzYesjsZqcPpDVE
PbkEaqHlyYSpIrOD3PBhCQQ4AaXG8D2LGxxTlAYfY673TcmxgWmS42XJcG4OPZkpCt2UTctRjLdE
Xm4ot0hKyNtnRMhwRihshrSG7KZNB8ROTH/s9mwKAdjazn8K0GRVtYYIM9G3uUvWFDFyxt6oh4si
Qpus2YCT0VyUdBS/ZT0btFMVnaTdP8l2CfsebtMUB4mgrjt4sDGnOMaA/ERlnrn1LLfM6667VOSk
JOG8FQoaPzywdqPZJnshfLo7uLPcqXjfOAJAoG/oEijO3JjLdljUp4lt76dRntYhNu1VpjzL8gkS
aYA3MmPqb8bue2EO42ZoiiWDbACtMo9VZzkHI9CHjWs1XiE66oJsPG/LhYhQNgSZ1FdqhFsLFLvC
0m700EIkRkUEOlBgLOPv8yihENPQkXZlvCnffs8UkdFD6murzlHxWV/qt7Xb7HWtbDYWsVqtHlyb
kXbhOwTX+C4TTgvb+ZIuh1pw7NYGwbWrJIivkJ2+RQ0mOU6M6VsRHLH32RJVvWxRM9vUqiKGpSwY
qCbaIRd3/px7c6/4xovnzpRepDrwZR6312lh3nUMBVfAts+5JsxNpvTTtlfEBFUSS3xdO/omlQkx
3JGOl7WMqNt0M9nZWU+iw67224eiCcBjA4mUPM48i+hDS2DUnGcgozmsuK7xwqF2v2u6QHgGIiXj
AAd/OGU7ANW932d7X9F3aFEK4agec0jx0a4MCEzBBKjyckXxO3YoOnp3PYtD5WPphdy5rt5qDQdE
n6W8tEzXbooSimmfOA2aUkCJS+2tNJorc2yNfRSTAJ7E1BYFKV5DSPTcx5+w8ybSaoD97fqaBjkL
DD2i19nYDtjnx4csTOXphFvbqZhQWWBTwWdaN5rWwmSrN5yZ+AVF3RbadHP4MOsOOuMCQMbGpJnh
Z5nr4QZoRqw+tPLWx1g4CODFfsjmp3yhyJqBi90JLH4MnIy9NUXwABaafDn3+yHLpt0HRdJcyP0f
fxpaihpnOiwW80WKrL0rrjOjimIPnc4Z7D5akY+f/sG6LC1/I/OCzCkweTjzi1z/D+E+kDgG1n/+
N6pQVJil2DcLtbHP4FkMroLLUc/OWoTgPsDQxK1I8fuHMKdtZbLyaC7zv3FhL4YZVijrjz8qJ8L+
t/owt12GulHL/ZML+7yKdD7RWPZZX0Txjp2HhXqERiNcAlmNiOy4j5zPjw8du8YbhP7yxz8J20Ft
k5e7SiwZh398Apud5vSPv8K5NBBwcrT/8YkB90zSjyjmyMc+gABi17Oksf7xwa2XUMKPvy/c1qqG
9hC77AIHZxjyNTptpzoNBkbQbtoAkzYnq25V6mfHIqAe7jVu0wEAG9rnWaZymFjwP1K9nxH/GXA8
+8wkTa1epx0q+zA5FLi6dFnXrIucZiV2NY2DJ9F23ATXWc7FjxmNfpP69UWEReE65i6FrTkL7tMh
OlcxmTnZDMgrReJ7YS/fZ6HhSJP3B3oCm9yPaFe3TuaVoFLaeCuCql1nVLegkIgoLAc/nyjdGBqo
4hRl91PcDDtcC+AdxMZZbJlv2FNgMWeDQCRTfGf4aXmulYyuDRXieQN7JRiXSyCI6DMHHOn87gqB
TAPxKfSMYiL+Is9RI2F+x5g23rdAQ+tSBaczHrtrjjlyiXqcY92O3Jks0fe5PnWnBfZPeG3c62ND
iCJ4EHyMbiAJRBnmOrRLdUj9jnapVmsOSZN50E6LOz4UFHEieKX3Ta9KzYi20k9dhjbrLrfwmczL
75UoLhuyCS2xr0xaFXPapQrcM7MfEqMlOqs23zNN3tY01WlVnqXplB7MCXaMZvlYqcZH0xT3eOVN
2DHAFUQpbHU1w5PIhhYz3jWTOo2TO8yrwFvM4dLvrBu3Lg+DG1/A4d2UVfEAGE+/n08jrWR+P1mc
uDOz9b7rn8PMvVp+bElO6qrNyGqUpBiEUfw9L/CKAsFnEDc9+ZXuZb6JxY+e3dqWerQ0Jjg9oGwa
6k95x8lazPX3oTafWl6hHQOMtHBmzU4038IJDLsQt6T6FV0EQSQgCMyamsfl1a0t4IZjIuW8c+f2
RfXBlatRnBc2v2WI1oN6ou3J/HHo3MjH0e270qf+mdkeaZnmOywl7qt2hEePlD6Muu/N0FJe0eeC
gHNXCqIrLRLO2jsRL44ii7UGPeCBPIJdJGqPs5FbHvv91RBl7wncWSYmfbHJp1UcoYQPAyz+6Crw
IKrnlWlMd6Vw32Rgz2dNCQZl4JO6TuCRX2qTxPlwQPJatKS1aWEN4rCzO2B6R8OqA0/ffl+FkUTr
Rglt44GmM8tIizz3kHN1eG7yEnIme8ujY1BkvuDY5vWm9nyRFXSpwmcIoTrMfOSwCVp5a3Txjiml
ReZbvor7VlsjrIFcaQD4+tWxljhcLe9HXUS414e1C3mhORqT89jX+gtnJV40hfmtL2qHXpbXXCE+
SPvpDUuFcqWlXiDqYIeX3sCn6ztpJQAIk6SwMS+DvMQ8bqjqLXgNcRexfY6Wp99LVegIhOPXiZwI
QzTYrTW/qQQgdMYVYcqKHlxQG9aRO6frhEGEzru4MWFT5qH5jFsEb4/rwKl2UXJXN35nfh+yHlm8
D+ZaQFItW0hvFn9YPhVFCn+dBKIkYvrCsR5kxCaFhs12LB5qZVy6U08cagLruLa0XVo90GSRlcns
Hqm6JdfWQJKjSwQauvvFqsu+Y6IOyyMA/HUHRedm4hWlKs+ME4iCTU/pHEWb6pvezRXGLz63Kvpx
zanPbFU84jVxYUVZugFGiMP5semrg7CGy9YItlFLXJEpHCRKEYGHg23sexnexaFdbR2J02VQL1Yc
mrULAlxFWq3i4IyX2p1uyxU7vDgBRsSSSbsHzX7SQjPYEnZqTZA4jfO6ls8VJRgevSZ3abLxS+em
cuWro5jcsGxys3sXxXxdVldKFN4E5Ww1QqsBdereEacwCK78p2XB12SCdpHraVZwMC1yUBu8MMLO
uk4StdGm+KXpg70riy2/2rzpJFicO+hXkw8SQ7EgNvZEVGdRYiSRaDdZkp6X/asW+PXKwfIF2eJh
qmILR+rAhKvJ8BDet7nY6hH5AbfcgeWiiO8ztT3hOBfgVNdSySszba9x4FvluUSra15+/NypxaYK
U4yQbi/d1qq4CRtSXHEPghhPyW1hCrRCfYK1ho6hBqPrbWel9yocCW5LgwY2wfSuue2ucAShS2Aq
qxFyNtdL5cXdTaPYSz2+iGunznEV92+kgeviNNS7zHpxwXERH9lvJefWEjzc1NV9XMW7psa7Idcu
TLc/jUJOxdG9ckCTzBagKGhDTjAL+nU6LSSfZxzkfnPSV70g1YTZ2V0O96GJ442eKwO7T6buxApz
uKLhqEFYRx19f/0MjEuz6ECdd9pdzkGr5dVLHGQ3kCkua0hDaWnN+7b3UxjzavaoQc5DPTjVXevO
1q1HDCbX+IjgKMlqjCZFlB2/C+Ymi5caCgKoFCVjmJUGfEpNjhwTvp8tPcaBUMaAjLu0vI8h5PXR
jW63b3pAjSOSdUvQaso+4aLdpW1/qXMZGCEjGwwp8KyceF/AJZ3SyNaVwbS9JtUunpiJlbHY4c0M
xFyIIyZA3qRbT9WsL9Mr/6zw202O812nsNUMbGYpOlmQVfkt7vrHJsG3SkTRpRnWCJExZBza/Lvj
gCAlVvfkpJXXtM1rNVnPGVZdeUpZ0EX3ley/WYqIN9y6r6k18i39o+ICIOE9HZKXsDW3LtOJFXAp
1jv1q8376TujYDOo1VgYnpMayd6ZSOPU2uu4IOB23Ai9wsW1HM3L1Dew7a6g/9K3zWubrVSYm0jx
jpYd7ON8ICkUsQoBWlH5BKCPxVykM/BqmUsayUtbwQjwuSgYi5lb2VZH5FMTlydpiRii4IgxML8V
wbdGI9B2qs7ylsrHcrgpoZCcgbzC7MfBQoWHeLRehh5SfjzdOZPxAmiGO+nQ7zS8CLkv87dlf/tF
gI9hS0zXiN9oJnB5HC15Z+l4GIU9p49kCjeYE07fTNqcWmZLEtXEUdrtA8ijl02X0IAK7a2o+C62
9pBzaupNhathRt1i19Yj1IC9lRPpqUuDEHkg449yX7XfhQSfagMNGr5mLFfzZd6TadlXHJlwKCE5
vhE0UwExG69NHZC9OuAMmrF8FoljLxEZ4tuvAuOQ8P/tNTJ+ovtE4NoXLIa2tnOlJ3F01jEpMfGw
KuaZiQxWXFlBvnwkn/SQuUCAg9qU+A+t3p/JxsG9rmogTIaYCeUlCXg5R4aYr/N43qkoyVZNlpwV
tEOgCoxCWsivykRy0KkXs4nwXSSCWY0x3lcNVNZk3OcZ2lcm/GsEZBDegUFWTA+GXaHZj9UcoQRt
SASODeaTKnqsxHzZUUTufAfuviuSa0ogOAqTeoJ4s6/n2l1TbtX4UU+8IpMZdzd5hp5XXtpdTICr
fUf46qjL5xG4wpsLzhXeXAsLzvCmqgJC4PzCXw3xVhbBZRE2T2KOcUYcTWIUISY1rgkSqoKdgXKX
p9+dusEiIAYxUExcGQadlQ1dRdHYF9ioood0xnuWAvll1ZWwcS2C9nOtqfh+0JdINI2rNsq5yCq/
9eJxKDbQw6oNxRoyl5xXzhF1yOEO+RO4T9MsVtTsFdwNE4o8pUGYkm63HeK82pfBYZ6HCJ8j+LwV
rqf9wLjUaK0BnEBeuRPEkMKOjim41Y6Zs75o52/s0nwtgyQ+1+2Dm1zg5FVed8Z8NoaBeWBk1uoz
b0mL3nLkwspiXH3swJkPVolqE7Haai5juFKgeWWXUUeGKBTd8b4FFhrwkG2L4ZxcM7lmhv/QNrgk
mfaTW77JFqWf1pAbrovoJovmm9wEpquZWU5NMNygAXSK4GwGE1EasFgBei877JfTWfutnmdGShFK
9HIe3XUh+oNtd78JN8OZ2J92VqzfW9pzmsh3WMHrIRf5mZnDnDF7HHGMYPbcQGAmQ4JDNOQXYk4f
sKI/83OMiDTAtnhuNhk2ULh6h3LblQERF+0FVHPMpSci/8K23fqhEXng0QTAwRfHcYsQ4G7Cwdrk
DuFdo7aJD02HgU0IiDqluJ+SkC5HHDAhke+c8QF4BowQivLWafvXXDCWyUr/dhjVkyHGB+CI+y5H
4QUXpt5pmbwY8w4sevpu1CCyaUdJUzO1CbAJW2edD81cO8yl3u0Sp0N8MARoLQouEi1trmJpYb9Y
1Dl2lf22ze1D5YLVB078MhM/JrrsaUARZvjdc4PJV97WzOVLv6KgGo4MxI+oPpdA7UDiROURUfYu
894h1Z2pR9eNMVHf+NbOpBdiM+xESGOzuTfIE1bGHl+3SzuwKLSAOm1zGzbRrh9EgvGN8TpMOeHw
KXzdIN5z9wW7wrjvSNdaMyaGfJJm+dbEPthJs6vYJlEU3eO1m4vbXn1v4mzjurgsUq2/lm2HRGDt
l3V2TO0l6Ir/ZihLiJjSdOf787mpL0mbAkPbXFhEVGOREUmvdRHAQsre0/Vp4H7eQCNWj54ssvso
IgEiMwn4tmpz4+q4X6M08bv8typPCs/tIBo7kXy1prHEujKWXh8ZN6Glt4dxQPPSTPKpe3UKEe6T
imkSEGOHhcwK7zrgnpaWKy+3oU9Lmwz3jl0dMd+Ndo6DwGbOsYCu7iO/qXZuNt9ilIUSlv1LwZfG
XitKa9ONYbOt0054sGSwsGqZrOV7wySzkvnW7RxgvGcHl3YNso6d6Yt0RHToRX/ZaDbT+bFDSYJr
KAL0cdrMlr1z817daDb56xKlsmYOXgi8Ap0Sg8Ci7tbRaEFXTPcMc3yvmIZ+b2t7gfXtdRLwm4m4
h6HXM8MNSs/Ux+8f7OP/b4+i33/+Qn/28hbG6XX3Xk83702Xts1/5wEtn72iMWzviv/bF/39N/rd
u+huKvEuevm+uMZFTVtHb+3PvGtGEyZOQP/xl+/18Rv/3fdIX3hh3Xe+uememLa0eKt1XTqm7eJ7
RFPNbOPj05phSDjbtoWLmqmETmLSz2/S3z2Gv/xW/8Oj+vuv+btX8P7x1ixJS6aUDr/0p56CZcE+
X8IOLKFc5dgLJfznp+C4JwqyjnJ4TM6HndP/01N4KzoOW1ZjEBX5n9aC9Q+fwS/f4U8rwWY92Ybl
QB+FZw9t/udn4LrkZmFmRZ6Pshzdgoa/PPSftsv/tiH+/l3+sbP+/mv+2UpQ0uR9+9RCMB1suzBI
1C2Dh4FAgeX+80MwdPsECM8RKBQsk8At4jO+1kPgd3LwwPrcU1AnNhG5gC0uzHfdNdGF/PwUHPuE
qhZGjhLSluLHGfSFFoLhksP12WeAgZtj6EuEG5ZvlrN8w5+fgWucOEifdWXb0rCJ7Pmx/77UU7A+
fTtYJ4IMJIzn8JzTl6ymPz+ExRpPcnug6KG0XQ7GL7cdsOz77Haw7BNM/tjrXIPLvlje6p+XgnRP
BGJB+nwLRvtyU361p2BybH96LdgnDrcCHAdlo0A0lqPv56fgSJ6SKXhGDovF/oL3A+Zuxo/z+m38
z+C9+Ff18u/US5z/psuJYOoIy4jr+uUpKPfEcGyeA/GTOtXCkkn5tS4I0zblP6wVfqk8f6oVuCAM
8ZHqp3NJfLgy/rwWlHMCh1+SuafLpZT4erWC4N767BVh6VwBkhdKyUA9xL74845Q6oQ0N4cMUOw7
WSlf76LkDTI/fTrqJ5yMNvabymT4Yy8r/ue1gOhTUULYjjBsxrFfcEdQ8TrITT9XMrknLrUCW4LL
8uPd/uUpSEomg5WyFI36F6yZBAf6Zx+CtVwBrkH7ZGCr/GPB/7wUXGtR8i4mu86PlfLlLkphGotc
+FNLgWPBoHUgj5j2waUc/6VcUDSbS48pbEpsS+Bf+9WuCNwUP3s2mux6SiYhEYFbvNJf70mqBQqz
H+fBVzwXKeo/uwzMExongJWfGoSfN4Mh9BPbpsWgVPq4Or5YmcBh/umSkYBuaSq6MV13lzf7z2ci
iILJP4ImWPDeaS6+XAuF+u6z1+OCKGBbA0LqiAWgWIwNfl4GFAnEkQuHJfDjOPhysIpghX72OLDE
iaEEbYG0KY9/NAd/egr0kRRJrBFbunz4ekuB7bpEuH/qZuBQ5DpY3msydfWlo/zzWnDME2xdSIun
qLY+sJWvdjNQxv0Oef3fWyhLUTCCJtMn01D+sNr/eS38OBjZKjbFNZzVL3g/ArH9apXyAX7+G43k
UiWIpYtmvRsfANIva4FG0nI4GICWHLlUU19tLQi0Cp/FWwHeHVATkHVwRutHgsLPawGkUZkYBbsU
1+gLv+C5QMX4+VJBUCq4fCcOBkqCvwxhlH2COY9Oco/AJdgVxpe7IwxDX273T52OwjlBx0ZdTPFs
LBY9v4CNNJIW8nVCRUHgvuTpaJMG+smHgNkREJpk0f8+gvjlimDPnUiuUkWnuUCRCzT/TwvHf4BN
/2vAyZA3/f4x2ozem/9pAvq/fcF/D3L++vnfhzjLzA788F8eTh9fuEw6f/zsH4O95e//xdrZ7bQN
Q3H8VfoKLWyjN0gTSCtDhWljoF2eJoZYSW3JTlf69vs7jllPEsbEsdSbFvrL6bHj8xn7nKWfukLT
0R9T4en46/0PHF96Uqj04UorR66oDt3PPfRixnNjPje0oS0dV9picPRXklGB9uUmeAPs6wE3JKrF
XIcnugwHL4MjLwfXZDz5RArDOMeBNOn9ZK36v1RxQY1+RK8J31Qs3ktSqbG9inVU2iRlkDqWCeVk
Y1TR6mLXMjjOCUrv36+SS9XQnpxKpCA2KlAZlJ36CGb2cQbl7LYbrvYY8UiVg31jnS75LIwWQkr+
oiyeX+Hk6JlLyStoXOtjjcMIfYCDIwVflVSxCTg/xaMxGbhNo/GgCb8jo2cqFtmUmgarSEySisl2
zwfvdHmGhJsUez1emz6idJ0BDMl2RX1IpG7ZiyV2qczhgR4/UnMsXUvZa9KGrR7Iu+YwL+uwER+Z
8lgdCzimGYZwTd4T+qi9als2p/v8g1gluqj0E/GumRjCyNGwBd62bGb3CXU523uNF/aIYEpHfwoc
7hx0izOxEylMb9RpQiVAjLamHawhi/mns6WcfKM2jgbe0wIdOVnQv4nbrb7JTqqNG7WfrWiL3Y00
N+vgh06rHPyvynl1SKxuKGM5Iwd8rZ51wcwY4tUQ8+WA/7KuTqRe7hBUi9HYoLiaXZCzsJT85oyt
AHkucEk4l2qIXyBZKMXfVpprPJZrxdi6gUfCoxoUopYZfJJbHHEybEzsSilSmb8pYzwOkKVBmNDX
8aX475Ut1ezKj2xbKGLJB/IHNsmbnoiosswzhH3xAuOJGPAZ4pE7aF95r5hL0TcVSVV/p555VHkS
K09S7s+WqjRyYU1BC9cigzd/r9wWlo2RYYozLIT3U1trx2YdqS4eCHbHPLX81uyT+WK4emNf8K5V
+/3B8IP2hcXh5sxz67u+xbK/fi7wP6WeyjS99EKP80+px3nqazy5Fv6jaBS58z8AAAD//w==</cx:binary>
              </cx:geoCache>
            </cx:geography>
          </cx:layoutPr>
        </cx:series>
      </cx:plotAreaRegion>
    </cx:plotArea>
    <cx:legend pos="r" align="min" overlay="0"/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All_Romanian_IRS_Charities!$AI$60:$AI$85</cx:f>
        <cx:nf>All_Romanian_IRS_Charities!$AI$59</cx:nf>
        <cx:lvl ptCount="26" name="Wisconsin">
          <cx:pt idx="0">Idaho</cx:pt>
          <cx:pt idx="1">Maryland</cx:pt>
          <cx:pt idx="2">Nevada</cx:pt>
          <cx:pt idx="3">Indiana</cx:pt>
          <cx:pt idx="4">Minnesota</cx:pt>
          <cx:pt idx="5">Missouri</cx:pt>
          <cx:pt idx="6">Tennessee</cx:pt>
          <cx:pt idx="7">New Jersey</cx:pt>
          <cx:pt idx="8">South Carolina</cx:pt>
          <cx:pt idx="9">Colorado</cx:pt>
          <cx:pt idx="10">Alabama</cx:pt>
          <cx:pt idx="11">Massachusetts</cx:pt>
          <cx:pt idx="12">Arizona</cx:pt>
          <cx:pt idx="13">North Carolina</cx:pt>
          <cx:pt idx="14">Virginia</cx:pt>
          <cx:pt idx="15">Georgia</cx:pt>
          <cx:pt idx="16">Florida</cx:pt>
          <cx:pt idx="17">Washington</cx:pt>
          <cx:pt idx="18">Pennsylvania</cx:pt>
          <cx:pt idx="19">New York</cx:pt>
          <cx:pt idx="20">Ohio</cx:pt>
          <cx:pt idx="21">Oregon</cx:pt>
          <cx:pt idx="22">Illinois</cx:pt>
          <cx:pt idx="23">Michigan</cx:pt>
          <cx:pt idx="24">Texas</cx:pt>
          <cx:pt idx="25">California</cx:pt>
        </cx:lvl>
      </cx:strDim>
      <cx:numDim type="colorVal">
        <cx:f>All_Romanian_IRS_Charities!$AJ$60:$AJ$85</cx:f>
        <cx:nf>All_Romanian_IRS_Charities!$AJ$59</cx:nf>
        <cx:lvl ptCount="26" formatCode="General" name="0">
          <cx:pt idx="0">1</cx:pt>
          <cx:pt idx="1">1</cx:pt>
          <cx:pt idx="2">1</cx:pt>
          <cx:pt idx="3">1</cx:pt>
          <cx:pt idx="4">1</cx:pt>
          <cx:pt idx="5">2</cx:pt>
          <cx:pt idx="6">2</cx:pt>
          <cx:pt idx="7">2</cx:pt>
          <cx:pt idx="8">3</cx:pt>
          <cx:pt idx="9">3</cx:pt>
          <cx:pt idx="10">3</cx:pt>
          <cx:pt idx="11">3</cx:pt>
          <cx:pt idx="12">4</cx:pt>
          <cx:pt idx="13">4</cx:pt>
          <cx:pt idx="14">4</cx:pt>
          <cx:pt idx="15">4</cx:pt>
          <cx:pt idx="16">4</cx:pt>
          <cx:pt idx="17">5</cx:pt>
          <cx:pt idx="18">8</cx:pt>
          <cx:pt idx="19">8</cx:pt>
          <cx:pt idx="20">10</cx:pt>
          <cx:pt idx="21">11</cx:pt>
          <cx:pt idx="22">11</cx:pt>
          <cx:pt idx="23">13</cx:pt>
          <cx:pt idx="24">19</cx:pt>
          <cx:pt idx="25">27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kern="1200" spc="0" baseline="0" dirty="0">
                <a:solidFill>
                  <a:srgbClr val="595959"/>
                </a:solidFill>
                <a:effectLst/>
                <a:latin typeface="Calibri" panose="020F0502020204030204" pitchFamily="34" charset="0"/>
              </a:rPr>
              <a:t>Religious Romanian Organizations by State (Map)</a:t>
            </a:r>
            <a:endParaRPr lang="en-US" sz="1100" dirty="0">
              <a:effectLst/>
            </a:endParaRPr>
          </a:p>
        </cx:rich>
      </cx:tx>
    </cx:title>
    <cx:plotArea>
      <cx:plotAreaRegion>
        <cx:series layoutId="regionMap" uniqueId="{DBA4A2C4-C23D-48BD-8448-E8079CBF882F}">
          <cx:dataLabels>
            <cx:visibility seriesName="0" categoryName="0" value="1"/>
          </cx:dataLabels>
          <cx:dataId val="0"/>
          <cx:layoutPr>
            <cx:geography cultureLanguage="en-US" cultureRegion="US" attribution="Powered by Bing">
              <cx:geoCache provider="{E9337A44-BEBE-4D9F-B70C-5C5E7DAFC167}">
                <cx:binary>1HxZc9w4su5fcfj5Uo2NBDAxfSKGZO2qkix5f2GUZZk7QQLcf/1NsmxLqtZM+8T43gi9QNgSBPAh
kYnMLP3zrv/HXXZ/1K/6PCvMP+76P19HdV3+448/zF10nx/NRR7faWXUt/riTuV/qG/f4rv7P77q
YxcX4R8EYfbHXXTU9X3/+n/+CaOF9+pS3R3rWBVvmns93NybJqvNf2h7tunV8WseF35sah3f1fjP
12/vi+LemPv716/uizquh7dDef/n6yfdXr/643ywv3z4VQZzq5uvQEvtC8GIlEhwmzCGGX79KlNF
+L3ZEs4FZZTYDAlJbZs58se3D8cc6H9pSvOEjl+/apg8LGr++4T0yQqg5fD61Z1qinrauhB28c/X
74q4vv/66rY+1vfm9avYKO/UwVPTMt7dzuv+4+nm/88/zypgJ85qHuFzvm1/1/QXeDZfj5H6sT3/
PTSMXVAhEScMC4KJkGfQYMwuHFtSh3BJpAMA/vj2CZq/nc7zsHwnO4Nk479ISPZHPWTH4uuPnfnv
UaHiQtqEU1si4BnAx3nKMNy54AgTSSWzKSZnmPzKfJ6H5YHyDJn9y0TmVjV19Mo7apXFxfE34kMv
JKKSMsaBIyR3zvAR6EJIuM0wxjYnxLGh/XSZnrjm1+f1PE7n9Gdo3Xovko8O992rT0qnP/bqv+cj
Ri6ARwjFghPbFrZkZ3xkXzgEISZsQiSTBJ8Jnl+Z0fMIPVCeYXP49CKx2RRf4+NvZSF5IbEEncCm
0rYRF2eCB3QCIjCXkmKHIef8jvuF+TwPzE/CM1w2L1MdONy3x6+/82aTF9R2mCOALRwBAuiMYzB2
QB8ATY1iygniiP7g1tPN9vfzeR6WH3RnqBzev0hu2ceTDq3q3wgMm3RkiW3sYEyBMyaGeKxDS3aB
pYCbjgnMJq3gDJhfmtLz2DwiPYNn/zKZZh8boxod/zi6/72gAYWNOtxGiCIbc/svt5kkF4xPSvZP
/H58+8Q2vzKjfwfOj7WcY3P1QlnnLorDY/Fjf/57bOCJIzjjksMDBzGQ8uQp5wj7glMkQdRgyejp
ynusrO3jv5/Rv8PmB+U5NpsXic2k1GzvtbkffiM66AJTiaRNkUOlw8SZwOHw/uTChvuOU8IIFuLH
t38InF+Z0/P4PF7PGUKH7YtEyFOZ0sevv9FAMD1FpQANDe4uePIASE+5ByP7woZnEBEOZ5OuBnrc
Y+75lRk9j84D5Rk23su82f6VHb8c89+oElByAS9PRhwkIP2r0AEVWoCiRgkoa+f68y9M5nlUfhKe
gfKvyxfJMPujMce7qDH3dW1+nNzfIHPIBeYEbJmOjYF5ZovmY22N4wsHTeoCKNvyOZnzq9N6HqSz
VZ1Btf/Xi4TqXzoe1W99grILMKEReH+C1RlN5oGzqw0DSvAWArWA2QLBG/XHATmJnl+Y0PPw/CQ8
A+Zfn18kMAel/99Y2UCygJGNg2rwrFLN5QUwFzgOGAVb23TLPcXn1+f1PEzn9GdoHbwXidb7WIdx
Ef9OOcQvQD8DSw4mSDDpoDM+4uLCARspaG/IscEPdO7e+ZUZPY/QA+UZNu9f5hW3ulcAzu+EhlyA
Sk0E2D8dgeAyAxZ5LIcEvWCMUQ78A7bsvxqqf2FCzyPzk/AMmNXLBGYJanX8O+1sRFzYYPfEIH0Q
BtPBZHl+AgwYDASnjIjJyfBXYH5hQs8D85PwDJjly9TfPhxNBP7xWv1OgwG/YGBk42BDA7c1BxSe
YgPX3AVodhT8oo7DwSl6phf82pyeh+cx7RlCH14m61zp+/C3ogO+NyrAQA0QYJsAezyHjoB3KVix
z93Vfz+Z52H5QXcGydXNi1QBriHEwwxZe/ytagCbnJ4OSHqwF6Dve//4SuP8QlAhJOfw8gEL6fmT
9Fdn9TxCT6nPcLp+oawTxb/RkgP4gA3HBi8C3Gyzi+Ap4wgwJyB4CYGZ1D4ZDZ6q01d/M5vncTlR
neFxtX6RfLPJIIxAxb/TTgDWT/AKMAxWAIgVgNvsDBN44jDhEAEtwpn8Pk8x+ZUZPY/LA+UZNpuX
qQi8ve+PvxEYii+YQyHmCd79EOpBz3wGEtykUMnBXI0pOgUWPLZ6/u1sngflO9kZIm8/vkhu8Y5Z
/E3p3ypjKL+AMEEH/DXf7dHAD49lDMbywgHLG4fXKMRPMXqmmv3anJ4H5zHtGULey5Avd/8x3PF0
fk+2zyc9/7fRnvICPAXwtmHgjp7e+/wpRsA7CAuKiMTAP6ApwNPnMe+cRWH++2k9D9MZ+ZOV/H8K
8fz34Z8/o2T9Y31czOG1jyJA/3PrvFyI+j0j/b53z9qsT3u3+frna0IBkkdAToM82fUfARh/Ibk/
mvrP19YUCAr3oMMdzDgDGw9Iqu7+1ETQ61fFZAT88zVEXEHIInV+mkyBQcHXPjVBFDBCNpghwNZA
CLj0nJ+BzNcqG+CR8HP938uviia/VnFRmz9fw0mCc1SeOk4rshEwOgezEthwwXFI+BRkV94db+A5
OPX/P1HN+rbQJd1HYesmrbYXXNPEDaVq3TBqMi+2usJLcuSW0bFpxsSr08i+1FXH3ZHod4GqCre1
w37pWMGqqIlesMQtLa2WtYNHr9ZV6CqijWvh/oijdhkFnVk0jcFex0Z3REZtWmtcZw0ulqrn73Qe
DAuZBMiTuLgOjLJXWGx1Gpp9OzguUTb3R10OXjHGCXPRuDU0Emud1Le06atLbbO3goZ4VTVBvcQa
hR7qWr5ISLtBtYW2uLTVEje9eV+H+q1Nm/c6Q+oDld2SFv1BisBsZNNpn7Zd7yErUVvBqquIk8Ad
bJ0t7BDfcUuGiyAoAi/uON4FhG0zBEhYInc5jjpfkkbsGqfKXZRkbyyWunWaa78g6EPD+TLB407a
2VoFYflJKXMdo2E/llHkd22FXVJ0WxGRxAVDpFn0aHyTdp/sIG5cOBJmUY2dcbsR38iw7dyZwgnr
0BWOHD0iitjndiN9J8pyj5sEvt07maeTtvWC9Noe43JVq9ws6BJ38QrnGVmqisFml9+aBm+1Qo0X
1aZ0wQq6HGkRLCX76lhl7BkReFlEnV2XyuAQK8/Bu3Ew9lWH6nxRpFesqhu3KobeZ7L7xk33qbfz
am0F4SJMYu7LovPjpud+ksSRr5MscuMiM5sxYEs7RZVrF7rwOE9H11atF3WEeRlrpKdQzV1WLwuT
Lkgt2m3b5Mkq5mHl0hpFfjLSxm8tfF3qLt3TQScLoeXeyQbkWjyliyyUtte22+A6TKx4n6Wt9qe9
UWNiva0Dv8wwdUeVl8usa4EPxNCsgOHS0ucky67LCu0CW9WX/FaQNFyHRuWe03yzdRvsK6y+FDFL
VwYV7ZIk0nEzEXXboEQfQmakG4qOwfYEuxFJtSm7QblWyNy2bemBGuN1eah3lFa+Gjv6IS3FMg75
OtZ2uutx5WZc0l1Ck9wrAjb6mBWDy+LwnXS61pMVhWNbo9IPcnQgUW9WkSH5IsB9u9eAYhc3chXF
RHutlfa+U9FsjWi2cTobuYHR4hpmvQYVGni+y+zF0Iapm6XFBxUn5lIoVXiGvqVZ1HyqmuI2C4t3
CFmtr9rMXsu4N/7Y7/q2C3caW+VmiDRfdnEgvAF343snjrVrh9o6WjTe4850foakWZQY7hARtGts
WZuUUXTQcdOtgtHiSxHnHwjP1T4nQvmlaluX88ReZUFEDyIXlxEj+Xq6rorKy6lehOFofUIZ3tdI
NPdVU6pLjoLLUah2mSaZ7UY4iHYGwR4MJFI+smq1jy2BVlGgPhG7DHZhFfeLrjehZ5u02gaipq4z
OMwfrT67CmRq1g6Pg01csmxPs7Rzm6IVXqhN69u11S5sY4gftapZVE5E/EAXfGG1fesiCGla6VYG
fpJ3oceD4H1ds+Rtk8OPJyrheC2JmZfmjtgqZK1MaMZrWGc9UNgJMgxu3JLRVUl+GWW2c0qyJNkX
drAxnAG7AeSWg42Lu7q+krS/N3Fh36ZhzPw8qRdhObS7puh9267LbYWcz4NVspUI8x3c/cpLWKA9
C0vLx0VutnNCp1wTmS5zH8pzrqBOm7mBaH60D4PUsF9QntsfiqeecyXXEkaamx5l56bedoal6fH1
PMTcZa4/G7GhqdrSlLwTRyLictvgXm3lOMaZG5XOj6ylIDuX59zcaU4eaFIOJ8Kdm4WJgfyh6YHm
oW6mnht4ljE3aOzAG3jWjN5c+fwMrHlec4fT5+ZRHmVPZPNXTlkqkx2we7Z6mPyjoR8m9uxaTz3P
1jnT9DpQXs+19h7GfehndHs72GGxPP/UaYEPS38gmXPn3efKR6ubP/1opg/kJ8pHw89bwENTj49m
WJYt8W2TKVcTC3Z6pp8T5lQGLebxH01ibnrYo1KyTZnZegVX4KfQbsmJ4NSrZ46bBq2b1zT1nbQu
RvhIYO8TVWBPhSHzRBQ3y6ov3+QWVls+BGqblJkZvb4QcFzm2oemWpNs5QTW9qx+LtoT8TzCQ+tp
FBNqGOvRiEFUuUlJzbav0mrXoUWCEr2NW1Fm7py1qqH6Xh5iC059EQv/UWURpO0mVR9OJHPDTBdE
A172qLsK0ljCPWA51TbMpcKLYhjh6o9SPxNyV6Wo3A4mq7ZzTjNRbmlDjcfqLPFJvk3VeIhl0K8e
WLScr4KSHEhNCHCk2mk5grhKATPQgYuNMNIzpr3n5h5ucuYWxfA5s8ogdTGnxXackkG13xOnCdWz
xYd+MxmgUbppW3gl582678tdbwzfsLJwY9R/KSKpl1qbPHPlGFGP0e5TkDu3KgAxHztGuyWBu8OJ
S7WtW/jkXKz62mNOXayHbkVBxdmKrHG2SFrOVvLEeEHfNF4Tht12TsyUEyoNczfP23DNVAgb07TQ
OWu3aMrNxbIe8aoVamP1TrSbk06l0gsHkOaqxZZyQQIXO5M5ygXVTfgsE8V2TvhIXdIFfN0OY7Ht
fyZNbH0rsd0tSlUq5cqAxiund651Z+LdQEfiDVZfeX0pfCcLrHXWp65lj8UGQjv56BWWTd3GUanf
jqBs1jTRfkUw3XJu6NYKLe3mXYL8iJJqm2iSgwaNteu01SdcOnsNGgmIM9i3pL/JMRs2URllZEFT
ZrtOVQdeFznBBtGFPYx4K60IbzHbcdaVoBsLUP1suMmTkEAy5TrH9jWlah1NpZ60kZthpBYFvFu2
edgQkFjW95x0IlCylL1vS9puZwzgZFf1OmyqzAMFYPDm/ecTCF0t8KbKbsQITIh4W2651aYgujK6
RpXpVvMcBlOrbcrtKHO7KTuXs7EA1QDUvMaqii2ZELGrQORrLPXoxTENvRpk7Fbmff4oCYdIDB7N
2aGzCrzkNpOw89P5tgcRjx4iQ7tOIumx6ew9HMA5d1Y31E3mR304umK6DSVXCeiMSwNaYObSlpVb
Mi3pUdnhUbyA91nsFvF0uTjTuk/LmTY7m3d8SmTZJW4+doE/n6l5efOBy8cBWPOEw3TaRLBhEUcb
ZNv5dl7wnHtI5ro6tciiE/RjgPNiGyUBbMm0ZqsmInXFz8pel63b1qbyZ66bj9Cce0jmPZiLIE1A
XU3Y2pYg7OmUhBXI9jl5KA4Z+tSFYeYVA7qu484ePWHDzXXKUtZLt4UAGG+Im2pLtAUHej7VU3JW
VIYtcxoGq7qyNVxm3eNksCJQd6a6kIhqBcdiKzraZ27akfsaDXpR0KDezkkUmXLRB4CXqapgzVix
Ck3zrYxTtjDTeZr3r53Oz5yb6x6KdVZsDdF4E4AZb9XYzrJNCzhGIyX+0HG9cxqHuH2ZlH7SkSpz
Qxub1QAyb14QA5a2FTZ+h1rjFgYegS4OSeYTayDAWbrfEostE6b9FpErEXDmk5Y723hgxB0H0vhp
hLJdT5PLME7edl0dL0JTZgusmXbnyTapCEcvmC50QZz1vIoTK1jIb4u2dLPR1H5XheGu4b2rw8Fa
z6ejpnm67KPsbSrg6j8hPeUeDgOvaLJlt0VfFJ4OQuT309uIZcceK7qVurB3fEoseAxaVZ16tjJ6
W89STXbxNiu9IpRy64BqvY5RtGyj5n1TSmsZ6iz0q4wGbtVGOnfBiXMZN1m/GqMu2dWsaFbclG+q
1NIeG7kFfJ5ZLoQmKn+omsbXCGWeJeAGabkqFmYk6TpC8RqXZkMT0sCDoJNeOl0WNYOrjAXISt25
jANluzIFUSudJtgWBWo9+Dlx5UkBajOadO1+0qIhIBJeqo31niYxGAvaQ5azdsGNvBaJBl7S+m3n
rCg8e73T6Ax+DAjyNhD+/J1uVNSr0GVecD/kunLzPvJwXYOm4yg/Nyh09STnTafLbYSVtYxrfFli
hEZvrptbxyTqPW3qt1EDd804hu+CIAuWSR2qnWFfRmYNW2JCvMsTl8cwXF+k3Tau2ne2ZYgb5kXg
wg/tExelo1nMEytEYlZNSi6VVFca7AILNHLQwr9FBgaNqvYjNuGwEF29CMKOLFvhRG4vKzBBwE05
J4VlhZlr0D0zwItCt95o0K0Iqnitt4mq6202JXOuGdJ6G0hcbx3WOBveXnHRJ4skihqvgLtkUeis
dk8dgHs3qXPkrW6WddLZbosCv61jsUaB6U5ri8qWe6jvhFs506U7JW1eQAJGFj9r4JoZxg9q0O9D
qx7hsT1ib+QYtsdJ39eRky2GNCg8yuNhn9SF8GnJPVGDdJh3Jx+me5fFhLmjpaSXdzjfwmMz3845
IWKegkz+USmnFssMu9xC0WquJ9MtO+cekrmb80A7l+dR07iIViUGAKcxH/Wbs4g46cJ2nG8n2rku
T7pNXKDUK+y7FOXNQmVZ5XeqDn02MMs3dnJb5Om4lyNObwYdjOuku0m0tBaUFMTVfDKhWcOSBtS4
Iepde5Bfwi5/P5YDWYxZJ/ymbx23HFsLjlzleL1TfgibYpULvACTBVvoqEldXYTErWgb+KHud12e
6bugN6PblfKzygPhqgFsSkFbcY+ZpnPBkKoXFkr7bdeO1s1IojucrHqIGfpsqEBuHXbBFY9CvQ+w
hb0ijYcj1/Hl2CvnHQHb1xpMTM0St3b7ObV2c3tHs27h4C7btoEObivcvHP6sT+yyERenAf8UIWl
ORSmKWaTyzEi6qYgAboMMxW6pYntTT129mKyxxwNcnHfpEcj02zZjE65SUJevNPReJhHhV2Dox7b
bC9j1V3ZYBd254ZaWJ+ihOW3XanJ1mZBusiHsnFRA3q9Qqkb93L8VOGeL4vCbtaVkeP7row28yKG
urM8ZWJ6WZoKX8PrBxgC9PVr4Wi45ocidgOkgzd8jPGu6aMBrGsw2xFsCqN00o+5pccV72u8wlkT
fbQDMDhOm9AMUe9HiUN2Hc/EGzsV8Wm6LIxqN65jet2GA74s6BCehhw4W7e9Td4PRVKv1aDkMjV1
9ymPyhNlpESyqA2lW2Pz9LZp+8/zp1AW224eBv0VGXK6H52689g0Bxypg8hQ9Q4sg2pjep0vseWE
R7s7AcwqOE6xNs6m7VDzNk7Hm3nArrRzr7VFfYiG0jkoJaITgLYo3hEUGXgWptnCNE26xXbSnwBE
Zicj0n0eHVEvU0KDNfzq0343kuxyHnWMOPbmI9YETnA1H7t5L1mF7sAaTW4YGuJdJFLpz9MvMKiX
hKv3sXI8nKN+OVQl20RcyTdJCAZWOdDirmjYliUR+dCLsVrCQznchonu34S91Z96NGGxsR0r+WjF
LFmyQVfbEi6kN8ayMfBgru7inq0COx4+NnEhFxGtRtDfwDqKlbOGECKQWdOX8qFZ9iyLPoG2RRZJ
SMUWy8BcD7UA0+Y0jh2rRdJZ7afMBkuYxe0c9IciutYQq+nNPcJc+SFqg09G8nKRlnm3g4cBvgIz
ce7NX9G98Ywa6s/hQADugICgF3l1hYJIn8Zw+AjPdlt8Hisu/b7EyWWhwA6dRWN76tG0oduOozkK
Y1M/yVh9mQ8xOtiBAYfCtJYe7gCZiGOmRO8XvUUvjROVB260fRpCtmvH0Oxy7oDKxvgc/u/Lvq65
3IOICE69eOeWycC/tI2Tg0znZp+KeoQjiBMw4ZvsLvs+IYUjv2cd3VPWqX0G3/JT3eEvYNc8zadC
wmssKzoElg4uY/iHL35FWfYlt3bzxuGxpF4Bou1QthpdNkGE/GDMyLFlH+YOZugHT6OKHWo8lJfM
5I5fhzU6qAbgaVswU1ul/goqOZgiuxrd8DAqQbaNZp2PRXszCqtzW+xUX00m3cxp2LGiueVlMYxR
wfncFTDHRZvE1nurDm9Oo8nothTKfh9YmbUAb1a649hiBzhMEs66CI4CwJq7prQe3LyJqxtbsXat
0iBbU6XsG+WAQ2PuUqjeK8A4e2S8S/wyrfSBYNbtUtvQBWnL6gPKquu5K3DP2wbp+j2YVtJlDSyx
rUYRXXVKMtB8CvOFRonLphVTeNS6Tu1Yb/AwkDUoT9ZqdGhyy0MwSReg5X/N4VQi2VqfE4sVfuhn
lgkPEe/Zrg5Fv4hzYC82ssO8PRBj8r5FOn7PTF0t+7DHWxIX+qo3FvIIKyfN6MPcc2wC5jYtxm/6
oJXrbqjTRd3qXd9UzW3HK3Xa7yHMForJ4bOVlMZvm9redyiMLvsGgY8s4NHHsUn381pkKT+itqHv
eGS1y7EQ9TZFCF1hbnVeDGabO9zu5w2q4CXnhuOo37SmSzdx1A6rOg3t27gd4U04bUzghEsB7qrP
AYK7WhDZ7Tmx1GXAcLGwY1N/xDnezV3BUneMowLkZN6pHQ+yfIWtXm2cQoo3zpgPYHyl7K7J9YJI
bX1KGxr4Xa3MZWHj6GAnaeyDEll/ycWboclt4L8MhKLk1hXNEdmWFYuWgWqbD7ob9vNYUY2+WUmY
vAX/Al+ZvunXzQiim4eNAtkGY7SxXPdDgD9Ke2wXoxP1u2QswqvcKARWRJjPnMzFJpTWAVzo3Q5P
V9NMNtHPPWgIv2GE/9P03Rv9xMd6p8pBxyCzTi7Xn8X/gbjt6cctZqZ6qH5aBKLvg05u5CeFv/i0
/43X+vTfqv5N4xOX9hMH/o9IgdmlPUV+/vw/VH9xaJ/FATzya090373ajnMh4X8YQMzi9N8/5nDR
k1MbYkgumIRfDcOvusn0n48gSOG7ixt+u0XBGU3ncKwpiPG7fxvDLyXhn1jBP7XABOK5IQjlf+Pf
hpC8J+5tCKCEEEkkHfi1P4foMAjif+reznCiC9yl9n1F1d4uEH3XVxnxy2iUK9w65F3HKuLno5ar
uRUJC59aiS7oqTXL0u+tz9HOQ82dn6PF8hiHKvJDuMJ2cyJAbQa/6s+y7Idqx6fkrC4Jx/JHR8tc
OkXdr0M26suHJCvl42LMQGSodC0rST+EZZZfQoxB6FlTsRoKtOi6iK+IUzHwrdVf06LursJ+dHEU
LRTXyTIdu+GzXVZeUWP5oQWnvi2Tug5cxEfmZ8EY7IahCnZzzillsCuC0NHuQzkNwIrYtombDihc
MB4Mbg3xBKEvwFu96zPMqyXEvODdXI6c5spSAfpSpnGyHhJWXCZjpC6zKYmCnnsZKsF087RhLs6J
E2t1mZapZdw5W65l2KWXc1vW99YijODNF4ZDu+zpKA4JuDuWYRmIQzTlxr4Hy4S0wcGIV8pQ816i
yrquM5WuUitSYGJp1aGdksBKIeHV4Npl0bl13YVN6bIcZH9ZhXJF6/qAw3o8hKXFbjHEP4LUCsKl
7rV9G4Vlt4f3wLsqzwMfRchub9I0gRd/5HHHNjcNyuobWEe7LuI4PtXNDROvuDJOws1cdEYS3vwn
onmgzG7XVCu16XqqwJ8eN8OuE+njZK4rCYf308+GuQ6siu++Yy7oYUjaNYNXzpWmcXQbBJa9MvBT
P08zJ7rtzYDdtjO9n5CuXlVpTXcYkwY0zA6cybiKD3afOItCjOqGwHvLs600+pBmvHC7HvwQJWgV
viJ95iWdSd7PuexnznRWfKp7yMGv28kaIgacBc507GFe2CsZBQ1YOKZyV7T2Chwb4brFA8QCjOBQ
sUwX3fI+Ldajbqt12CNxU5pWu62VJ1+jvlvUVZR/roMB+xEDxdeuSXAZginbD+ohWKoGbNp5GYTY
hXg624VDr5ZlRhQ8EOCNgbhWh2FKKg6Gg17qcjk3aDFEGPgGWqyotl1RlXe86fdVkH0m4AWOvFJW
1nYqFkXbRp7iowXuFvUZ2BMW9LOoC6bfmHGD6ZjvRrumlctShndJkaWhX6eqXtBu1KfKU3ti8Ben
zKM1z+14oSLL8RqwpIqVbd1Zdd7vUx7QQ95LTyQ8G9+3GXhmURWHonBFWIO/1y4HMCqmw7Uc7f6U
FOBJ7mX8uCbs4bFdwSMwYNC1z3qvZ2RYZaBdvVGBIi4ZdH4Xd+G6T5r+g230gRfVKp3ukTmBWy/Y
2dM9Mhfz+TJ5KAOAV8EIz1CuQdGvW5zvI824D+Jm/BjCY9oxxPkKppZbNtrxh1xIMCrZQXKpRp3v
Yym/d22L8RJeyerDI1H4XPTU9O9gHgVPQdAdkoRJ+Fc/U8g+CJpJ+jwKnuI4j5vIicR96sTZJpaT
W5lMhmpr8kfXKZnczFP2vHze9VH5L9lzWjOMqWfVPVswOqJ3TRXeVPbQX+VxnLxTnRfkJgfL7BAs
sgnmOcEOqLCBlaeXRVaf6nOiIgpxJdBFTBQ9PD4Wc78Hsp8UD/U2GUPqzhR//42q0Puq6IrbQYCR
0rSqewNBKPoycKLE/7+UXdl2nDi0/SLWYhKCV2qeXHY5dhy/sNpJGkkgJObh6+9GlXY57r7d974o
OgNyxQakc87ep0jQ6D/SrNung5c+y8jiOz9MJJK0of6jOzQ8RUZEqnqN7p3hNsiz+tmy5E4CsdNP
zSPqIsW9FTTkIll7SkfavoyEsO0EAt/KoU37UnQAX8mqZmdJ6nRbpQjCncqRcVSN7LVL6nEhbXs4
dkU4PsqsvKezvg4HtrLllOxKToqvU2svjL6NBF2PjXA3iczYq9Oc+3GgL8lYWNuurfyVUaedv2uE
5k9pFDbIKE/ZMulT/uq5Yvkfd18I+PTvdx9YVXM/Dy8EdM/Brfj73TcJL6wDO+A/hJN5GV9g6xLI
t7769hQs+tHFmUEn3qWdQmzlany18yhYWGlTH6d69C4stb6OeGABAVNiOeZJdqw8OztKXf2aGR0A
bfdZMaXbT3rjO7TBUMfG72YWQXlfeRV+4/+wnNHZtdho1j6gPKZWqKr2R7uR5JhVyPJINaUvTSDO
dH64SULuS/Q2+2pcXeb/cu0mZAjeXRXN6Q9lefdCS+drkIxq5WiE3RVrUp/Flm9NurgP236HR3Ld
C1+k8Tyzcz9L47Rlv2a/Wz/7WQNfDxkKvubam1WFNeLAqgVuoIjsozVOH4dIOzvhBdXuk/7mmwEk
djRiQNSxGWSy5RlKxygG/305oyOqOLt9PmzNpWZho/98mYzsi5W5/XJQ2Ropg/ELNk+xcEKnegnG
hiMZF/ZvqW5OU5ayNBYZ8nPcanksuY4bElUXh0sgg0jx5IhBnF1mu0/v0hSl3hPn5ZPbSXF2Zmm2
GcnFTnXz/D9dN80/4X2V289L8ROM9G67/bzZdpPePxkpcrrLNLILwuHsFGqAOpBfRAGE+unJ6Mzs
NmTGkOY+AI3DL79/cmZDkoCY8x5S/cM+Qn/H4PqInbyZmYIGsQ66kyHo+f1BHhi3XFZ51g8u7Mdm
qsKHkALdVQOksjBPNI4E39vCCx9w9OGn8l0fQl+/67uJ94CTueN8hPg+UB598Dd6L6Xf8+QPXkWX
qMmnNsbD7RyT99vsOpt19lSXK8EDP45YbcNxvqmN2QzmbjMz44jd0Y8Dz8eKRnldPHRQ8CgnZKss
hUNxmWc6LrqoOJTzoVgqDwV22+NLI9pFmD80yJ0ZSc0eHqCxyGBLdeDkdWryRZiM5JCXTX3u3V4v
Gp7J7yVhC5EEw6vEMXl18wjIj4Tsa1SRdtTzAIB1AhyybrL2/uM0YJDSykCu50Da/BXnYNd1CVD5
IRr7/f5X1O2oKN5B4Q8UqZBpiIlTuisTGCpnk7eu9cUIWbbtiba+aB6oR5QaOkkPSS3SUxBUOBW+
izqx8YFFn1ytEafVQ5SOSxv7DZlK94gUYbqtte0eyTzzZp2ZGd3NqnQCSOG7n5n1vL84wE8fexoh
BvHdYd2UVX3OpvTXYAyqjQYEhX/pjMuETXZhDJrkA4mr+TpQ5n4tY7yNY5SNUfzvT0rw9ycFbAfE
h2g0CoodYvrff8dAcnHLHpj3gxRNugB2zzm270NQc9ypRga6EqdDna68hqNqP7sYVVngD5PzzlvN
5ZQ7CwX5u6wGvMpj9ckfW//OnQej58LPV9Ho+ItPBmMdohyRrQu4RRtZzU5NnOZ3turEkrvypRy4
syOK1Gdkr+qzN89mvfKDcXv1zYQPsHSbHTq/c1EqUNE9pfxQ9dp78rIxvJ9tSLt+sNWz5Pv9F4X7
cqVcq9zVvRYHMxP9+GuWv89u1tss7ak4ZG5dbf79bwPCPX75vz8AaLOMVi9o8zI39vVBaPh4GmaU
JbkY7erHDKmr/RXV0bpio3XKw/JeW0O3M9JVRZ0EsLuiHZcoJkSL/CrP3saOrOG4B9RhNxahdfIk
Ix0ADurDMsZgfDm6Ziwb1aN6pSuxEGqyvhG3uChdOah2H9Oxofg39e4Htyhf+0Sni7wp7EebTcOq
UBbg29oWO6Ryyx2qzt4pw6a5cnpRPXqyEIuxZunrvCLL6Fw/P/pJml1Cj1UbpGa9uOlL+d237U05
9OML72SyAoa53zt5kNwbj7wK+jsgdkXcmNt1vj0Hv7WP1NyzfTnqmHgpqn/vlpujcoED8lKg3Yre
qx+iQcV5ObBHv0QK3u1bd8mjsF4b3btHAxDh0hmSSznHj2RixdpNEr6sZ9HoeE7luoxw9qMm4kzf
5QKR2oNxNDorEmI5OaJ+MIbbWtIErgVq1k5tNXu/ZKuyCYu7Nh0QD88z6kp1pwnAGk6Zrj7pjYcx
zlca19tFZL6ymq98X9Z4GL1xc/lwXdaoPl3++7J1pP5jzw7/drMTF01B0A85IEChkZnb+PFmbwJu
izErku/ZWCwdhwK7104lInQbYXrghPJgxJIkAONUYgKuH4Eg6C4wf3IUIaN0cXU3TqB7/Fro5m6W
NKJZMtTknLueXHPRjHfc97QbN0ne3umD0YBEMN4BUw811SJZpz0K7oDklG58syNr2wJWn2ebyeHj
3dX8axUHWaS4qiRZqXSlq7BtkDFpq6MjVClRtcXUDLWVJweZog4Kjd371fGD881tnC0MX11wsPIV
1xrLGdV1mrQcGxD1knUCyO+pBkh0rXFmx2fv1MnozECQWRhAWIBP2NOjBupqF7CG/dLdHFnU/FrB
6CJNomue//q1BP90aEPu+re3HZpboBGm7RO0KnVwdPsU+7d9EqLkNg1vQ4UMpx2jkljEgT+QE/an
B0Vkohe08f/0OhYdJmF3j0hX1duMyn5hRDN0+ktQTOXFCC4v2yVaoCZrIzKnIKdUkAcjtUnRPXY8
+TPLy/bgdpa+Q07Jv8b342itVN9bBxO7X2N0QHrZmnV5trj5eSZ6j9pkVUZkaQG+MG8+MsIJIdO5
vTT7DQqqH8VojOSyoXqNdD85ebl6NElNM+hM3qddpe+MlIx0WOUeDcA3mLOgogpu/soZvUWHXRgl
68FbmpkMhvBLOVbHfo5Pjd4fM38fNUn4pQn1Z70HRNtmFLxa9I4NnN5/7GD+p3wOeipE9twKCykd
bDoAf/z+UKfRJEikG+stA8eoQTrKi60qLJeOaoel2fZvx4Owi4a78NUoeKHhao4JgCGUy2yafvkb
nbly4tNw133H5jCvOh88rmv9vv71h3JB/6R4rrNB1g8AmNYPHb0w2y/vr8fA+SyIrMpNk4Yyu9fi
6LfuYsCj9pA1OXmMrC5d1r7yN2kSkcdiCsQhKN0yNtbBGcjjfIGf4NVuVEii44J+ivO6LjbmuGpF
WQvWSKi2RkwlblE3d9TWnusjLPnLaoopN6spphgrILl/u9bJ7OJJyV7uJj38mYyuvGc2K66DlXY/
Jp05O6MyxjbMu51wqz+lUxf3gCBMywEd6/E/kapo18IDjmQOBkRXZ6D3jORcjnZ7oDXRIOUk6WsN
LF8F6tDLNAE2lJZqAzA3W+K8wB670mOPTjasorSxzkY18EEhNtEg4xGBY0vbu6uoaYs1s3i3II6K
zqUfhWc6zzRJ0xgJsnx3MwxZ5J9Ka1oYt5veLNI2RffBgPTvFHu2hfMjB7fr0FUlElYZDuhCq3vb
Cr43eK5exk4Va+qQcRNoPb4krToHbdhfMsb+Y29zyFwV+3iSQ4Ny0FPRTDYK0RYO+c3fn4OwdOtm
rAP1Vo9AZRVJUu0a2d6JYcxGMBbYcEpVNZzMTGVFvQuq+g7xXE32xnkWZZ+IMY68S27n9BQpLrc6
ihhwmr08UTEFK1rI4RE7SxRXnMs/qBwOWatrHLBQv6Zd5v6g4yjiwiZ3LnKCJyTxC2S4whF1JZxI
yskOwxj0vuK+ADgOuPZNKxM3Zp2b8Z8uvqZmWYxMLqZ567kNAeP1EQQPZMHeDV2hwdEa0piCb72K
cLxrLqoLdkVSbaU7eF89AcrYqH2yI7nlfW2C8Ji4kb60+QiMW5Mc8Lxkz5qeKZ2yIz5KdjQzM4RT
Ndbg1jYHVefO1uiqqEOFyE3tzTVsRuHpS67rZHMLtE1sfhOTOUo3cfe7r1EZD1TqVwnpml2t0/Fw
G6ZOAyOYy62Ujbv1vFSX8c16lSnDqzpIph0RvX+egn7ZFrI8ebNkVA1eUQe7GU5Gwg35S98pm69H
YffgyP6lMy6o4bw67VhveuR4qzfh2cWqBwN15xUBwi89pt+kV3gL5C7Hgxpl8dWpxFWvkkSBPyjE
Cpk59s0DPC2WaC559mURPDh+8xTMeoIEyTqLBjCOLVqgiDSyqY+TcnDGQzf0wWPhKf7UqLVJPPm1
YwSTP/JZyGaLEfLZLQVhc85rGbeUr0sRsdW/by1otvi3RwpnBOqiDbOLbSYI5kfuQ6lg8PpCR8Xk
vUmG52XuJXc0gxVOYl2OwKLedD5rxi52kQi/+hR5bh/x5JH3q4zvJ9H4E3ss4lziv0TL5pFZ07gX
XYTE6DyMxF6AADLc3VQBB/hwLN1iW7rKv7qB+pKtA7sOF0bn9ZmzJGVUru0oHBZ6qOXOGcroSxlY
9irwNCq6s6gnv9pmTcgQdkAUY4F6oNINsI0Q25A45872T0bK2KS+pOR6odHIoNsmQtD7NOLfhS2L
gwyQdG79IYlNCWycA5BPOnvWZb/73XQWQeX6Wmv7dF3rheOB9G4GsG36rc1k9lx3nbVyXIaj1Zgm
p2Cyu2UOPvI3e0p3ttMGP353zShOYf7sSsquW/Jh6DdhxSgqLx27A+uU3ZU20rm2zRaM5+wuICVI
9MZq5D4c7hDs+TsL9DE7NrqoI+yusrJm4bGxWH24rrRcuslD4ABKxvKzNzWvE/p3PIsAe7ovkRwz
YqV7f0MzVqyMWLs5X3lhn2yuzmDPLtwcMCQjplb5AtZLew7SynlmWb3Ad1n8bJMWxUTiEfACS37S
gfNiTnNGhdrcAfEtPwN1RY9p5l/8UaHOaQIyR07oEuAgl3SL1G5hmbG6JRJKn+I1K7HVbnB4CC5n
grdP045iX3KgHQdbxsINUXIf64M3D6nUNQqGmE0qA65TR8ubysyMm/EwohlAHK8PSQKOBKruPBZp
G27chHorpTh/CZQCwXYap1PWp8lzNAKm3PEXOyEgaydFsTCiG0l/SQNbAoQJq2qKQ1c4CQDO4ltS
B39kzgjAfZAM+4gp+dSw/FDl3fhq9HzWu779j3qKd8+eW94Um3LoEETZyoimJmqqocZwK5vedO3U
bPVk76za9k7Acqk1Nj/Q3WfxNkTvYmITGZPS5xtjTZH7GK/eVemK08R3iS69k4hEuUoHv1h5kxee
BoThIIb35TckDkB+Arnr0CEz+aTbBA87L7/5meVvhJs363qy9bfS9U8cO/tj6LPoevk0u326XLYW
iOPQI2TwATsTR16G1gf4g6e0iIWkIKbNMAmcBJxzPTn4O0AaC9osyIRoKWzT7EzbJz4kNIwRleMk
iWLjcuBWBdQiClhGh1Z4qGDQp6hVv7kV5CXrcUwGkM2KHvzxMiG5pxZOVFhLgHn5Gi0i2KMdlcls
LGfsQ9IF6K/+b0UA9Kn6tEO4COEBkQrQypKgK+LnThxUWkU5M2dedeJ3C4nz18HugC6MPe5gvM6D
hJBDRzXghizwF8SYrg7GdB0qojeiBwEMxc9yA5pCfk1E61kMcW+uzPk8UYHeKKsGsWeGQgWd+mUV
nVQPER5Vg18weAYza+v2qaIt3930NyhE/5fR+BtMxM0tsvsnMdUX5RbxBPT5UwbsNO3k9OI6OZ4p
Li2kuKrxJeonYJeR473LwOUxbtZEu5McLHdhDjw4XdjrhDj8Wh8zuttJ6FNF4+b86Tj1SbytjH0K
uPf5sHVb1B26I0iS4TkaGgCFUZeUvH9wrKz/6lekRMeTvDlGVhYdLRAAV5Yl5EvtVXe8RoK/NQli
tN9MLwn20tjRTXn2Cc6+vWvvsWuPL15N5LYeK9QLZtG4uYAygZfTFbFKxhJp7UHe3+7ldJRPnR7s
/fVm9gI9bD2JgMi4mKGZb3wWqKe2V/b+pr/5mjWvD41F1HU9oUY0+ZgAuEZEk12QiXaWQ02ilY6I
uJjBlfx1kv54MFLSO+F9kr0YwVzDaOLuvCaqAZbBNf+0DuhC9n8csciMGvwtanEBJkTLqgggI/S2
/FvUkg1ZLROm9GvDZrLyWLBT7kfpaahHucgQfIBQTop6aZT/ZDaGRpNvde3rg0m4NNG5DdLuYoQM
lOKlm4RsY0RraJ2TnQyXa7Iny+yfpaLpsatCsh0dwsEYHki/FFGbLr1Sq2VfjcG2FO1XjtBnpTgD
gGeaojPxe4cif+h9DQtf7I0umGNLMVqoxSXlxkjT6Lcz1g7Ypr7TeAOibwwIeEnkP4RsAl4YGSLp
Iky1s4CtTNYoUS17QKl6Eai0fzQeFXD8CwU8+c6IJUXXiX7OChjRAc8mLjPeb3J/Ko7aH5YNTkt3
gR7Hu6lskFB0mN2v0tZqFixsi2BpTEBAv0Y69LdjBGJgmqYMPI6iW6bD4FwYRYuMCZmAS5qN3XKY
Z2LWqSR0T5Y5ttPMibBHcpTSc3ZPmIuyyTzUc33J6BH03Rtp4vYKdezoEAYZvZ9AOjCvjlql07rT
FgDKFVqRtI0IdqxIHpp8qE8Gsta4RbYDNzxBsRKvdDNYMnnIMlqfjHTzMJA3c9X7GsaDp8MYe3ji
49t70bzsXKdmpyb58UltRNq57IS8hhFur0zzfjS2pP1xe1maWemfujqswEHBZqVDkR3RaY/tETcC
DCNIf7IdBbBMmA9IDjGOXyoRzy3z574GpfqjlM19lPvJn0Hz1hUjuHSWo1cKCMIfdeO8FkFUfEuz
IF0UKHjstYuA2rU8egLzgp4EbeiJE3RmKpzsIcwKb1qyWWcMRfgYMJwBO9uaA/AhFYuic9PNLY8z
FPlaRd0Jd8FDmDL/+/skT8VVA3j3zdQ49GyxLjsEdh6eQLRtQeeqkIdqiVUhFIEycoDgXIJbrtdF
T/kDF4TstT3wmLUNWJm1T9IlWF7R2hwO8PapHsR4zq1wUwLEdry9/yh+G2uc9+Ti+urr6kvDQmsF
sl6663mWf4H/i5P47VvLAwmgPoo94HHXe2prb1VWqCFRiVYrs4dqHb5sqio7ybald0Hi60VWUndn
hQqbbhiRg0bkeqjmwYi3oSrtDYhkbHdTtUGG3gNAnU/PTlW3GyS8V0hCszsX1cj7AZXs+9ASAUKq
iW466ltJDGYUemqVgb0wZn925AMTiDxSFDJLsQk5WB1e50UbkVfTHjzB4phnjbNuQQV+6NDbfFGT
hH4tKcD5Eyl+6syLaQQYXzyl49Yqq+Ets4ClcNs6WY7IoMZhp6pHZbEYXxQVPOR1WD4q0fKV3WbZ
2hg93tBzYkVrYzSq1CmsuEH2amdEy877A0kJAvw+azTyNPlTLrz8NJW6WGoQP0C2qm0JDgbKISxH
cQV98FBDMVOjNEM2m68z2yUq1gWKLzcfI+J1G2xCf7D2WcJcGg9+xfeMi5dBDdE5KWV07uZZ6XJr
YWd6XBlDn6lhm1SpFSN6oYss4XithMP44rqonA30K3j56Bs06Brs8zoupS+mZzQOsHHjuuJihtR6
apMyubeQobw0pBgOzli93uxe5YerXg/u0uhcG9QlNQgcFCgAZpt85KiUpPqPhoDVgxZu6sh7m945
ztgvcKfI7//goVPbWffaf/EQnl1S1AG8OcFhJEHSD9Jsw0kDJefZUzkWSBx/SbNtDILsp0Qx45Cr
Vty3wMxdn7cyR4Z4QEXgelw3wOOi7g6JD8BeouXd2DjWMwnrRVVN3ZfEqruL7RToqKqsZ78gwxGM
TifuZy+he7oRJdMrY80Fq5dg0ANdrAEhMEu7YJveO037ITjo+k5tqkT8+gQgpclNk2bg3INZfhwm
99JKOs19AXi+6gKUep0+rC9mQL30btCKgGRWn4kBrlQ1KmSMN8j0zoe/qzIfidp0LkqpSSqwhQUW
YjM3K+7RfKIAFNbqz4LtjOamvrkyh8h7Y8ilM8yuNvrGbdC6gvhbrkClQ62ojoEuzdGwaQ1+e/KT
StAlnaBpnkgeAbLvtNMRRDfnQK14aBc4JFrLK5gn5/somLonO6XVvkvDD3of3P2TmtSbTKV3weaD
zhhe9MVkWhQ6uEW81xcjiYS+OF2SXPMyLpKgi64t1d4Yu7SJlijE5Rsjci9oNujh5i7NasFYjeCr
WzQmaJm37hwlkNKMUCtOKnK0faThK+oEcZ807A3P3kPnZOmT72ED06701jZX5WmcyyGIpjd1ZfEf
NPdkjFdw+5hMqbVp2ThugULqLvkUtmiTAheRIdsCFMhrDrbhcuoYwGuu7P6jFuT/w2GS2pSix6aP
DQPfyfV7vs4DrjN1Ip2/cp7NjU/ae8ez6kvWuNleoz1YDJxSczE6TdHLMCvzdmNEY5g8+vmqwXK2
YLY21iMJurhAm4ohkuB8t7cJsBXywbNTd4VsFCAB1GvqgxkSScq1IvYfk2XVhyKlg45d6tYHfCv5
Lxcj+kWD68z0dvGHa8w6w1h9+4/o1YA71Af0k0uxD4H9Axw0cNF/+33VlV2zXnr9N7cr5FqmYL57
83nCmQczQ4sYbOvcbi4Vp2JndHw+VPQlgQF1gHpDLfSeNMo24yGav3n0mHUUIZBKEYwGzvnTrHNz
96ob3mf/f7/erdYNSaeNKWoRAIJj5iOxZsJiI6a+yA7uXPIyYuYP4oNorDfn27WN6sL4k/NNTNH3
B7uZlaCxgEPnPnvqHI7ZVs7oDjMgX+8tJHp3bpCAZY/5FBXngKKhkWuXb1U2WjEwys0DeBruVmcI
Ilnog3yvPC8W4NL/yJK4xl/7R5C1VizzQey1g1dyoNEUMBzy4gU8bGtlscHZGLEY6BdL0eKhcFGU
BjrvDt8tJF94ruots1pQDYwoJjA7+2Q89aIbn73ipwCP9KXPi+Lg+eF8Z2NpMA34UoV2vTdW9AhY
RKyoABi1B4QT+ARmMVvydG0+wVX0oy8q7IqHNirKS92RO5kysiJE8F0LYN2yGihBSUMn91zMGNms
5G94OL7xUHmPni28XcAdtkY7guo1pG9WQ9nbpwuT1vn67/c/vi7uU/CJFJVpn+oS13bRtPfT+2Ly
8Na0okA+BwPOIs9o7eGva5Dgx3WaL9uuTQ5W4CUH1pUPDC3G0K0PktGjskar+CaDTYPMO2Bg2773
5W4M0OS0YD6aTVK3dWIK2u7O68hwKctA36ugXaCtyXgxKtBou3VnFQ16l8LDGHw3egyqFoDBWUVB
zjnWbHoykhmGxNEgdyGr0gHyiz6p4C3RqaYb1SbTahCASuKQycAwbvIjQeX668BRwg7l+AQkXbor
BRUL1nWkmeFQ6D+Kbzpcmof4+sibR5k3auP71SFtbTcm2JY2Iprqs4+i13XQGZrP+DnJPxjY7GKu
oPMVxrnQwZvjJQH4Mxr8uA59nw52hIZpzfusMhYjA/AQhgt8tc/3QUcAfM+O1mDfNXZw/ykPYMSb
jo9oQlH7R6NR2I5Ot5RB46Ylqmyg+LKwYHswQKznVCSvPt79ZyO1zTn3Vfgk3UQ+2JSdUXaynt0W
RFV05eaLiqDFC0hKaNuFVGvdA516AQGnuOBdLR5q/EFYZpNHS2AoWY8WX1qUB6OTOtqoRo6bROju
YCVWe7DU2B2i3A11fJPN7OYTzt5GRNh3x5Bkdjtn2F6DOIbkxZ4l+snU3E2V3cx81pbxoCIgzUeN
YC9FKvnmRxQYYLUlJhwPHP/scEIWQYUTlDeLZrCblJwLXz/MiN79WBFO46bLkhOapsaf3EQJmviV
HWejG+whqyt2NkMxVNldON4bAdlApJ2RWX5WrTvtiqmXfmwslM/FJ99B2na+NMLNdAgbccIbR1yG
msa56vN7I+kgk6hf8PltJC5mkDlKXBP4VThe/KXzNcNZXocLmXXsVFTjjzrpvKcs0KGRNBfek7Cm
DxJqbleplq77lKExz82zAylqidSrXKY6mPaECXtvZk0/TNeZ0YGH6cV2nwOg36IdH537WXnKSVBu
o22B5l9m7vjgKUqRFzFFzXsXluO4G2SbH90wAR/PGpO7tpfTCn090wva2vKlX7DmqSAljZMedYuh
4z8F4snvpHBwOw9oICw4qPMdR9BRV1VM0dwuBb2jPcrSCt8CVv+ZBE34UkQqin3tyCcFltgyCUFG
+vcX6t+Yu6EH+A2CR7xU8TKF+RMWJwsSVvRlTZ9Yk9ix2Xp73ZaLvBf53qSvB0uXC42WTHuz9Rqr
5PUvq+3kv6y3a43VJcOudZV++KfrzXLmAuYCYUyqyh3R/WAAvqthRfyJERC0gNwjGO7c+JrECkXU
H32X1wvEy/2TrtBWNY2C/slH0N4C7GpZ7tlHj7OvE7rB7QcKuroRkSm0V2HqjXhJwhqkFFD6silP
U+Oor4SoBXo/5ugF1kSrFO2EtuD+lBvSucFTO5GLCQTHZmJxCMDzo+gJ2dapXW7SRtAnq/MuHFSp
bUqYv/WGco+m28U3YgGaj0bgzsn3CvfAIpesIhV0z7IOnk2W+91V1sUvV9olztU1jIavqtcWet+6
9OSHoCUvnRzcKaHaQxMxnOnaMQ1PLkqwJ6/pwzdXossKHso32yt/UjYE3zwt0ctEJtNXsNZAiQyC
7mmgIGHIyG0fc1GMy7JFksK2mm4Vlsw/FwW6HwAYjG4ZlbY3Q4sGH0Hv061rDdE+Cqnce5YadrTv
7UNYlmo7BiADonEO37SDpndaEGsVhGiQ4wIWjBJg314KofKl4GHzpa5cxPLovo3e4HOPRDk4L5yi
12ate+uVTtML/ifVdxwAThQ9SH6SXq79VrF9iqLNtuzx3+n8Ij+PaiwfCl2+DcJzvjmpby/RLqvc
ZzWIkE7ex0Yvh4ZuKgCh0EuC2t9YSrYMbaO/9O15wMO9m6JRbDWo0mBK1XyBolb23S/bmJVZ+3Ms
wxRNHFv9xJM8XbvE8g5NWaSnMCVyhd436desD577aGp/WplYty3x14ES7nZETLNQXtZepEq8tdfa
3YECzYoXYqrXbcX0Yy0FXpfMk2+knNaOrppDpni+oOhMfUDhn14HIwaoxuEMQtjSGByKJnnokgUf
G02j5rcIrrlOo3nqNVNxyPiHZYxzyNG8h9oq37lWVC+H3q7uEpujq2hQuOsUELcvQMcV2HD84qfH
vvUTm74X2JgXQ1XYD245FVu0Cwy3vpW69xYL8eiVtHyr02phrinC8M/WtdWTln62bnHrHYgHZrbl
oFea46ARhkoqG9uikHu8DR+5OX3MgzefUoy+aqdHwAR/qW56VCUfjdQnLkgROa+va/yvOrOI+QlD
l79IDzCBgIdkCbJQ+qXtyvqukeG9awn2xagC0uxrFJPP6EfPvoRRJUGg5PbGGAUJJWCVKAYYMXJH
5OOCjU9ttC2th24Fet2dl0/NOWis5rFh/JDmGdJYTpdvS3yT0aqbs1qgTou4c6P6XHpe++i26Qe3
dgQsT0ZfvYyOW400nYx6oHjd/yHtvJYjVbK2fUVE4M1peSuVTLdafUK0xXuTwNX/D1naXRrNt/fM
xH9CkJZSqYDMtV5TufVpsMBwyoMsZsnI/8+y8hXhI+Pia0VwiaMD1FzilbJKEdZX7OTbt7rJ5kYH
BlCtZSurjPL4z+8T4gz/ukB3IYy4QAJJrXJzapr6AYBTIWc9FXGOenQbkozZ8KwtD2JytzZxt4dq
fpFPnreFtvlWmttupblN9mzn1/rwLz3/fZzs2cxz/rnCn3ER6oJbUaM67Pc+6RS/E6RXvJPa9GCH
XXu8kzXyMAKW2ioxMsgfGhobyfxroNh1M3WFKuIhTCyYDHPKjRu8uLNqfydL8mAiObblQVEvNSsU
KGu2brfsPXfchqgeT7bjwgHsvHtnjPxDZMQPUR5797JKnikR6ZoOkXXeGH81EN2qN3kWjHcxcu5m
NumXYF61jllVIqysVMBOUCEPtVg9sn5IFmOmf6+J8z5HmvtravXwU631YjPmPgKxfmLdYbMZAi8N
mn1ZCG9NNAr2Vms9OmVWPiVlvkUjvXixcxGfrI7YoCwO4BV5alntph7y8mWc9Agt84NdlN0dWjPZ
ipiUDv6+sLnNhVXcBfV60hqg0w3C8ywl2nWfQYLdjtP0zdILsRiTHs10K3I/daX+aJBs/ZGh88dK
GEoI0CB7lxpk0v+PHkQ3i1Xra/oWIo+2mcqWpIaeZWf2wOU6K9XsM++ynxBF/F+6/tq1XXNJYRab
O9+pA7ZOpUX0JrUuIi00pHcjZw3pwvqilsomxEjhh6agZS978OnVw0w6Wzuz+lRTms0yzBKW4DM+
lJB6t0xr9sp6CcgF7DVi9+J4hcj5YReconE4DWqAPUdDFqVVGvigTWyh3CH034GGgq3qJN9reMGL
Hkj4i1tWOTrAafI89pGG1UCpXtLIw5ABnPHZCrNxN7RAWcaoD4/+YBW7wi3cM+HGdBOjAvbAfwxR
BoOE8hhkdrNhDT6djWqEG6EXxj5QlfFLMvAOKAePmLlfnwf4B8iLUW/6zbQywoFu84NrqIZ33dSk
shbt/ARTxpzZWuutW5JA8U6837zakxeTrxARhfo1QO5gndpueGpjdKZSLUHSC4Ledw3lkUC1f0Sq
WiynNvFARnn6oUH9iw+rVy9Jkd1ldmL/yNL0V66I+tmpqvI/LX2tDzB0HlWeZpi6RjhNtUzobv8a
e2yHRHPSrhg/gdbxHmvzs2t0PHiRyzhYvQe8PE2q1yyKEcdT2u6+F5XxMOga0hrUJ1Oy7kexCuFh
LI1ySPZyIyKLUWO9L8pWu2iPVVQ+eJObnnwtEpuwHsrHtE7q5UC049XIpodI4nI9d19aTvW7sctv
xpi6LwoUTylVuSf58xtzePWoqA3Jm64cv4ZO/tigGPRUz/UhyO1VYBrj1/5UxX6BXwihd7mjL5JJ
3aBbGizlfl/GBUhwDedIL629nTpmu7UKNV9UlhFv0XVmZQlxnFylm9dvwXRHaCtYA/3JifOABRJK
nSdZ9oNCnILBQtnTH+KPDbKLXdoMkR1brx7WmTt8ak37IpGEEnsIyz09zVUKCPOHsHRSJCZcsYJU
qZ5dp63WjjpvhlS1RAIkGn62EcxVPbB+O271GPuu8gVBAWuZxLV2QfXU4fmvEYv7MzzywYzJ4Xxz
1+G2FZi/6wh1NmMM7jvTFzsnGvL7Bgz6ogjs/EtdR+3Gdexsq9RN/iV07FdUx8QlqqboyYM2K6tH
L3d3iCcg8TMPykd2f6aO0JwZqu1LVOxMw8++eEVpH8kSo3s7FwdlfIJ/cx/PgkB57d/hvVE9B6JN
j0IzerxWqA8Q3AJUVz0b7bjKkf1cqGm5MduWJTgr+RPg8feHW53qtGKNbq2ByCRdbg2yCFIUXXPy
EqtcNONq0LP0wasQJ2S5ofKijPptFGfVKajGYp+wLDxkIBeOBjfozoi7Do2QTNuoQe8CX56y9ZjF
w2Oaev6ydPPmU9IW/mLQtO4Lao5oqsaj8U335xxwWfyqy2aDTqsfLiZr61pgURfGiJQtRhrBQi1I
wvhO+6MLoiejn/L4dw+YYi8zZkNDXsDvkgd1zp8VboT1C0KLso2MzrXNmEnxf9pkTu7fx3lJHa56
ketXFo1nRjagUi/cSQQm3FjjUJQh5KyZI90GjrIxRVoCdeUX2T15arBnGR/8hqm4x9okeiUWggie
MiR3qZcaBxVpm00W686TW5PFjpBm+RXbS+5+52etVepi0nPl0dWmYtuyGDgMAXJJQcV6s9LT8bWo
gmPkpe25URNji8wje5BKCX4DOc1y0/itlO1rQXL5xekwzqncbro3nHLcoV1d7g2/MzeJkoZHlFKi
TRo22tGoteistlW6BvSVvBgi/YwOQPcLlMumS8zw25ig21HaY3iBIJTt4yoPd0HdGw9OmIRsi3Xr
uyO+smSGbpDmhjhHkqZgD6U4zvlJMfMVZAOIoLczUxsH9A2KaaGOln3pRftal97wpXfHcePkJrHG
GYjVauZK7RTveUxFdYIEEy3V1oy+dEUMXI2fx04Wvak+d00gHmu/bR8Q93/S515egc1O1o6I0sxF
gndEPpXwR26J7o58Al9FCXPlBpKaotEh0xwRy/8DtsJGYKUgOXUvq5zcQes4DbfkCoxjmgwQLgLH
25plw5NBTZHh1bruOcELYKHWvfjaBuVDzK8DzVllnSRJES7yuMQioA++40sAsT+IzE/qdHddGCjJ
Dx7Un/3WNF7KVpt2XZaHa1n0vL5bKgp32rWVP0vkgX33z+t0+9/efTaWkLDoQfBrnvpvDG/8gqBI
25XyLLxcA9tkGMuxmvp7VWTJoRE1ItRuWDz7xSyXrGfOzxJcYNByE9/6jvAa92Nyx7KA7lGZP5cV
4v5lYdi37hkObNepUwiuh2vfeWprZpM0fqsvr0TtfOqA1KfpsSXi+6tutcPQFcnXtunNZdTG+cVM
an1XsO/YBYUWXwJYowhuFsHXDEZ2wKJcDuqFkxAFBacxgZvQ5ydBaWXRsxPEC33OzocIXj0nguTv
/ASRbX9KYzJ9bJvHgXJx/oOsDJC5jxslGCcGGgYqcDoVaZUP5B/CN74JnNB5NkjtrhKEtMuX1PIX
QMySLUCx5uiqAm6mPK070pHtfLi25OboLWWlSBsykdOIQVJmgSS1p7PEuUg4jDz7gIn5UBTCGlGP
aG1zB2kQbaAO9dKBfNqTo+ksOt2+O2pK5ZzaxO7XDdIan5AqCRbzLuhXVp4QY7B+ykGZEjHIibuN
arDnl4OaJOC2DF3kNNOSpX56r+tl+LMTYu3qDXdJFWBtNgKGgQr2zWnt6Qta4s0SLov1qI4JtNgk
ss9tbCo7yGrqPlGT8GwBF9iYk1AOXmh+DhGwXWNrV58I0XlH8KHxRsF04TmHG8q7Uoy/fODNrckP
BDweeI8+/iQSz1pHXv02iEB4dB3EtrX6M2iUSIEaqa461aProHi+0rxtul7J1xXxrPo2KRIAQNve
9LBnA9gZfZ7a4BucMO0kjCQ+TGXssdglytj4rGWbYcDKZI5BVoZaLKxq9K4xSOSlFjMw6RO+OjgL
gN9UFM3+Uva/mxnn3nbtsKmJp+xcK3bmalT8i0tgJl8yJ/ORR4Oriz/WCzKG/p2skgdZ9LJ0Q+A9
Pn2oNxtdX3aZwFthfERYdDyGswAiGRDIxPPZ7SDrkqAvd0l+4gnl9uzb1Kc8mQHHqW+dtDl569jg
aXU3t0/6jHiWrWOn4mfoPaEm3uz1LMF9bfI2JOnsJ3Vwwoc6FE/pTAIrzMbbaVlir5RJN9ZKhx5Q
Udb5ThB/X8m7VnPHfOeNbnctytYMPW9fG7dW2f625q3ZAFB/QxjHpoqiEmvnCvzno1/8NEZHOTXe
6JzlAjfUNpGjVufrmld37XYiOq/3K4LTLGcS1N2EGqOe1oSgq1mSscsMVsgVhKcyDrMna4rf10/s
+obcyp7m/laXea+mfkpHEP5ZCyEz6cK1KT9RlJV7lv7uShi9urMni39AFs7Sy617xl+k+IQM8Fru
M8e8K/cZ8eGlSPTuaRzCclu6RryRiUI/yYxFlpjeKeEre8njS6lq42fQZ89XEAxYL2M1GYqKSVvt
HDK/U85u37K9jNvqi9Uml2COdfZxebCz3HoVyRADFPei+8rHis1TmmYbBZ75mOapvnDBqvxs9Y2Z
NL9zuA6vefFIMBgfjj8nivKx5n0Thgs5Jivv+uRV67yqkPtkygHsy5wjcgi3zj+nvCFlpEdasJGt
PTTJqhi/u84iH9mr+/w7l1AJ2rsU+f5TZxUR2muN8zqL5TZpq/3Iik5deFoyPaQskgAC2u4mjYT3
KWv7Z9mjziI2rFH6qS1TXEfcPNpraVc9dnPwTfZwEJ4orX48lzzTVu2sN1LPB6FCplHDTFu5Wjiy
r7djKh3bWKadE3/KhujO0BFVli+fghIDyov8Gc9tt1JrBO9Kf8b5Pj/Ef377e6rz7+//GW5D5gev
VIyIP6roGPhHKJgDjM+Td6gVTXT7KAOT5Hlmv+qL2D5KYoQ8CzqfDZAJx2kVN74Clqz3N12O7A/k
FEjbxCaOlTm4ZM/V58RJvLXNo2o7mm28sf2cqPAMLZYg43jWuGkL9IkqCGsRokZHmyfrZ8f0Pudu
ot/LkhoMCyOPn5OIqI1m5/6B53a9CnLHeoWe+9MBKPdQeo1yl0z9sMhgmN2NnoJBYTI8hG3fQP7r
floo1b7WRNbALvTjS2x00TKq00syBuKuiKEsR65b3NWe4+9i3BL3NbtTfA2U9dhV/dOgq9Mpjbqv
2qT3T2OV68sYF5WN7ZFVKHnX/fTsZmHw3e0SLVZ2ld9+x43BeMzMrOT7CIyV0Lz6m8bdnuul84J7
g7+FDpxv7arsHkK7PKdAeV/TzFjJvJLaoks0iiK8OHH1IJQw3g9DZB/9HC6KPPD6BKFYVMitzTyh
mVfV/8bDQ0XiCX6P9yUsfIQ2DbU+us7Y3pMS41XaRePasAaU6xPfvK95Oi2FX7kbV4AoWKBegGpT
lziPrq/eG8DgvmkAZhYYXuUL3ylLNjzjplDdl9DK++84ZBSLStTNOp66eGvXqrbkCSBePNuOFrUZ
9j8CuNN1UIlw0RnPfW56v61eeWBTvGvJzq9GB8bCmOjLtsUIQWShu03M1jsWQzPsbFc5+BOeL9qI
mkPaIKQOuvplyrth04OL2xR+xw48b+/1EvxeA+jwe5eIi0uy9RcpJ2I2DpZffuhukAvCqARYjGT7
0eEvWiBmbD20hfQ0BGH8IA9VpWpHJQHCN1clCr40UeZaazTZtbNwRvgHovwyuOWlsvPyGVTus1Z7
6T0iSuqnQtE+F4Hm3Olx2ZxHq75ABADSn8UxW7hfsdrlJzUKHj143fvAySITInZhnhQC0N56Cu3s
VdhEjUvU1jeyqIz2vVuyPcQpVNx1djssAiXPX00Fs5pa7cKj7nVnYJou+GdUxCSDJvQ4q9BsSsow
2GajeKuXjQlBTMI1cxdZRm3sq4K3zqr3x09kRvL7Ko0/sTpp7sYh5k6ahHYQouk/qy5PaqDh2ZYg
yU/eu+Ihc3vjPAzOzkrNMFoiqEVAzwSCPjeqoy8e+sFxDuWUfCfHSA8BnX7vReiSXcsRiriLEdbk
wh/yfl0SWf7MMqZbA73ntTYXbcP2lqqndfscfeZN5GFELNoGE7fONvLj9dQxO7ZJrLjcpZhrk4AX
lKsruNnelSL0DnkzXqoxtu7drN2y+1ybnvGzEBi9qnH7XZhWf5narFzqhYuRXfQ61QB9Y3Y6Yxc3
v4X5JFxHfGqS0DtV/gR3uEqhVSQdJJKYRzoSfv5OFVGGaTPP9Ezpyks+nzmmdsl46OMbQ5Vs7Ism
2wqBn5ksAm7K7hSt/p6QEi4ax3rGEKjfi8au8Qqh6ETBROQt+RYruf2MtrB4zLpimc6lsoCxGQV9
h2PxoJym+QCa7O0sTYx+24f2t1vVrdutrwejmNQGV/8z0rGbIyje35VfurgjNvHe7XwPSuiQ7SJT
C84iivC8rY3kjlQiFjOlUd1Pbu2svQwdCCGCi8ebeVdkRXZEj7g9hNz+uy4q3JOBUupGH9Xpfqja
Yu0D/njspgTpaVOoz2X6UNcWqAN3yh7QtY53vVnX+LN47T2OYlg0eWn9qvv5Wa2405MUbIGWN1/j
ujOWIPWyi0HadQeQSt31ZZcsq0KHbkcUda/ZzCYsZX5liGrpOob2zWZjoau1/cstsyeNNQR+GKp6
EYayRomi/G1CKgt5Fr4GPZ9QhElxsfKo29Vje+dyK20T3RXbwQIrozousQV8aF9Uq/mu21n8O7fP
oDQRWOBmvtjknl+d0CiXVa81j2iDYHmZtsXJHeqjF5MT9AOlucAwwjCpIRNQYdEQFnX6Sw3ZZnk5
axLbNfMN9MLiOE2GddbBkaxCT2hfTKT8iYG4JCo9jUf2plHtChsBa8ImTsVb1xTOY96IX3AreFCS
tWdH3NgPWdPFRyMKUPLL+vEu8+bti2V9j7UygJbRjjstbLutHbBEQrLooQOl+8MDJjdb1I6PY2YK
EOa1uqlzDAUIT5AgoUc0L5zdqsgedNEU4ACaneoE6d7Bx2avTXFx4n+ZbEe1te89s/JWEcZl626I
vd2oR+MpL4HjD1hfPlum2VwcHNQSmKnCEAujIt0bDG16jhDg25JBbtcS3BXwXa5sEVUY6AH96hA2
BynitohaAf1qOnfRoWn6rKp9/qhi02eUrXW06j5dGmYv9thwB+vJ1fJXiBi/yLoMl8qD2lEY4c9o
fuZaibcoe6VcRjpx2NFTsbKJcHoY8Ip7DHThEa/smh+2h5dj1Gm/FFIWlRo5nyrVnNaalry6Y12u
itzwLtl8gGAvFnrMD9W3FV3BMLnRVlONV0vo1x72QPTxPBvX4Nj0Frc6lN3gt1g8WOYesltq4UXp
Xue+Tpba2jYA1dCL6WVUgnDtFmV+VgICgPADWT/3GK54sfcVo27vHBnsr8PmaTKMaKlPOoK1Hiz3
2j84nqudSwgqywl9baAniOJ7aaPv8z4d78v5EO3yMcs3bI6jXclOYWXanf6C3Ok3ox6G3+TncHsj
bBmw264VvPGa1ivWgtg3j8s0mA74mSxDU7EeBp4jO3VU4lVa2donG1emnZ8ouFdkOferln4BM5Ou
JrdhwaWW42nyQY9khoW9u20MiMckxcZVR+dUVF3XI7vTPVmFk+1k3e2gNe5fXRpXJ67mAP9iNYIi
YdO8uA1e77ljRp97RN1XfWYZl8QL2aKChQDPvY2NCYoAhATwPQhB4ggoFlPUnkVtsAUkQvWUkWda
QMoe9rJOywwbk5wWUrHiXmLM5H6Ri8IFYdn6gfsYGKySI139pirKeAB5Oh1MBabJAv++RTTOoYlK
ESwEky9KE6WvQg0BrAMHmoHLLgHw8AAqHZ/ZybCXyeDWaxsMvRVGJCSDLDqp5ZDvoynnfihVZVU5
k05qz/MfR0c8BnZwhhsdhIhkKQRYkg4P37p4IJ4GJRnvRHhsLbRxm1UTlNr6k12M8XkgrkEopK0/
JWXh3nmJ+czvx36eRtg80MH/Yog7s1rMjQpWsYtbVT0JYEkQlw1x1fh3bflDFuwwVNeFI5KV49TT
JUFHaWFo7QAzwZgu1zrUPrZ66oK9mLvIBnYLaKQoaMBQg9VmslStnAXwrJE2eE516rr07Sw1ymSN
bKSFJhTuo+Rh6XM95UnE7ypV+w2S+egiWkhOKirU7gzvpbM88DPw9h1MKwNtkbNV27wAsvihrbAd
VAsei6xgnQdtGhBH4ZvZW7XlPMi61i0OetJMuyJ2ddSIYHZ1qU0WfkANTs3RVKnGO7JOxkUdR2tp
+GHwEPKpt6MzpjuFrWWlBxNstHEOIdyDYF31lmrymga56ZU6XJzYfO0h9Z3D/udoFCRau7HceC6B
W4wwnUPjN6zF5jMtQT7nWinL8tA6d2R5x03fRe2asCkpihImpFDSVx8bxa+YCcyKKEr7mee9tmxj
P3gCixKtzbj2722VH0WUfGNzRQK+qwHvdxavlrkoD8LTQdVaHtEBeG006QMOmLlYKSLVL0bzGJkN
xEbVRnrF5wtGEgHlZNWr071v6wL+hqZEy3IiHmAmVrqKJsV4kIcqhBLIagvLuEB9q6vbriNho1f7
Ia3Naz+haXck9OxTUljepoxnnLijmRiXEmnx0LB+1kK7eRSNWKiI4D6bTr/2ElV5mBfqftdoLwaI
1RMBAv9atMosW8ajiDeZXsb4G/U4YJTI/2+RYErJxRY/XD8ucA4Q4sC9FrFjNocHCyWN5eil09by
fPeY1MrnMC6SRwFD0uzq5jkYx/q5AI1UGq12VwZK/ewZwlr2aFTzhKWIC4u/1XpCMxgs31kFoCqo
W/5dHts/tWmKX4IsrvdYcZIR8oLkxYYtszbxKt7JVhgRaHeGZgl6hVZsJlC5TZQn1TXVR94fwFio
Hpwe3mJY2FgMh+3RUSYAg71l7CyjSVeoiNgwphIsrQAwreCB258yQgn4V7jqirg+raOqbcuC17uS
OBYhlhD9TmCiazlW9/oAR8SyW1/HdoDOeNsT55s7s8JrNsUEMl62Jj2xP3PEdU0WgWnxwhoHdSM7
5wJ3QHMwkTOcr6sGSb6uOwJj17HD4K8cEtpb2dnoW31V45d1bU3tpkPfIqt217GRIPHWkxKSf0Iy
hcqSDGuyxYxnZzlef4+VnrPJoqk8uckR9En0rDTLXlPFs6I5/XNWD59hUXnnwsyHXdVD3lSMQdx3
LXplUe9BL1Ii+1rXat+qCV3Ba1WPWMGdSbLZV0t0bmN2zADNw4MrXHEv58jxGEbzJI+2bj4sMycX
LPEiZwV8Oj0GuGNhDj38yAlOfSvLEDuIwrDuM9+Kd9HgHtp2yi6dlXzq1CR4gY+sH/C1QPHaG4KX
OmnbDbH2cSNbAQ80S3KE3kG2Fmb9hLdTfwki1/jcfWuqLNjpYaGuSmHVKIbY9Qqb2nrbxCQ58bRA
BskrcQdZx5bz12k6n5paVunLdx3enZqZVm6SkfBBYD36kDA/2/x5T54JjHfwgs8Gv7YHP8XdYS4p
ljDv42B8lCXcqJBAzcUPWar5o6FvRxXp1ir8PNVoB7kDOTo5a9xOxsYHmbKKbcW4H3317WAqe0cR
wf2tmgV/eUj94JPsdKtPzU5bhyOZ4g8NRRCri8qHLXDrLLsQj2Cvg46Z+HM5v2fDaNWa9gk+/CYS
7fjqTra/mlpAzaOWq2dVJ9wFdnrlovUC/73G7HJ2QZEHfJXezlLDcrm9c97hDv4nslX7c5YWmbce
egglHxpkZ9kqOiV41wrZJyCFLRqiEsRer7M2jbtImwngXgepmADLbFeNXNjbIWapcEjngzy7Ndz6
3Ro+9Psvutymx3MSZJuc/zZOFm99blf6L7p8mOo29m8/5d9e7fYJbl0+TN8EMzDvQ/OHK92muX2Y
D9Pcuvxv38ffTvPPV5LD5KfU+rHadGH0ePsTZP2t+LeX+Nsut4YPX8T/PtXtz/gw1e0L+5+u9uET
/E9j//l7+dup/vmTIu9Qszo0iiUCISztovk2lId/KL9rIhXFqHy2zJajruVuds9+V74OeDfs/7yC
rJRTXWf5T/1vV5Uj5UEl7zytby3vZ/pP8/2n67OZYestzJjV+e2K11k/fg/va/9/r3u94vu/RF69
hQNhVaLf3P7a26f6UHcrfvygfztENrz76LcpZEs6/8s/1MmG/6Luv+jyv08Fpr5bjTj8LMx4bO4w
PHbWNYj4pSyG/SwZYOYNyB1awWhZS7Vy/ZXiNoW+TRtM/ZraY0U5N8uOwxiAiQO8coKkXh/0As+m
lWwO+rVppt4ZzC8MOlnVT156rDxWgaVe6lt9NBx8tXtuK6LepBmAXs52bVczN+nrJp3b4Owh6SlP
rWFKlOXNz0133gbeqm5WcL5vxEjiNuk3P2qUvYk+8DLPsmRLTop4FI6+j6Ayd2aVt3eILeWPCtGX
k+W1F9kme1XcuRvProcVtPD8UXbTE6zEQoItB9kFx2uWSDlLU2aVHdKyAMNlxoAF54vIhv/y6rrb
XxxL9wmi/h9X9kaUl3T/e5AbROByV5wnkFjjwkb74yzLmE2GyyH13ppvDeafLrap0KUY6FKIt2Fy
rDzIft6fWawqCTeFCXlXK2G0GHVMFkCeygNRQkRKb+V3nRLXPYO+HLfvxoA8/av7u1rEFVN3ORiq
QKYPDX+s32y8aCPnTp6leFf0fd6dP9SzIIpWrE/5DX0YMLThqU8C1Br+mkP2kIeS7S0qUHa/vdXJ
szB1+h00yF8f6uUkZeMe63KyD7JRVjmp2GTqKPaVJvBwnjXrMHKy+IqcZW7X3rVeNsp6eXY7AK+z
j7I4SQE8eeqSTPHr+G2sHNaYkb+KjLrF8ywbNkAA+mUUT7q3QF+vuSwqTGw9TI0UfrVAqAnb2cMm
9or2IgK1vdRa6Ryc3n2WVbd65Leerax12WvQVR4y4Mgb2wz65TiPlHXXa8iZbpXyOq4TjNfryAa1
nL5kRd1sJU1XnqED9fDG1/1A3UWEzysX17brueTsSvYusrCgHdqVhy5nSA73oLaGkSKCXWXNQakU
m3NfUet/OW81o8YTd+7ut3U/HFtNtxdB02erJjbeuNOJ0nku0Q3Y0beDUTaIdRLNl1XvunxkXsv2
IHahY7/raii+kMMlERv5gkWEzj/GacSsTQOidJO69jGcQRE4RKpfswJ1oNlJ49YjtDUN0WD8wfX9
B9BPkgE+38hKZ3YLhf9qEQBZFX+wQWgaHXM7IHM0RwC5Ux4jsqgIVyKLJw+od2f4yrX9VTSvlHrS
c7+WbNi1H1ALsUb1pEE6rmweZoWCTdTW8SpEFzxcghTMgYNkOH77Xv1QirF+kHXaXNdB6sZyiBjt
RpZl84d5BjW+bzo/2Pd2I069avUnT5AhXshyjGT50dXx8S6GfHVtIPgEHmBwuu8h5jYk7vUe/eWg
XN1m6PL4ba4PdeE8n6/ffai21UjZKvrw0P0xA333XnlzEa39aUkMQXv3hrm+dkgBHq99ZPndyOtL
RviRugwAPS1h+KGPq5AxzdLoRcAL2+az2Zw8pH/ORmkqdyvL5l4k1xEf6mWRHXS/Bfn/pRGdOy0I
fMKa8iAxZ2aknG+H3G/eimbQLjpgIifZKOuvY3vYOMtgqqf1bRhRdX/Vl5W2vKrdmhAOoUEJxABN
I4oAAWsVlvfNqzF2WXBoc0ec8jhnYxo11T6e0mqfGKmrPgqL2IE6uPlS9qnnjomkKoweyOiOrBtx
yDtZ5YZ6sWQxKpAHaTQ1W3q6jV7x4Ew7XnPaPWRW/V6eZfiA6lPUnW/1OtZtp0y30C6iq6cCql1o
Q2ltHT42FD8qbwfCevwloL5XkYKI9bU5Mj2kKv9cTfZu5ksOhUJKhqvdPkBY582pb8zr1d7V52kF
OgZfPDHp+ymNqi1xavXJ6zKEKhXf/qlj5xF2mfjutrlY1pD6L/6fvpHhTB/6CudLzWXSCj3lQCMF
0DWIo6VeQzgpD3YGek3i2lzZERFJkA5vdQXEqmKocNiZR1wHy3lEOAf1qtBdNHNLjY6ZtpIz2kO4
k10+DpnnhlobofrOCNlaWNUq1R1nsO/BrOdrt0FomH+d/dMO4YloSfUttGN0Pawmva/qBO9fzAw3
FjyXZ9lXyrX8a1+1nyzSNEAfFL1WFo7GK0lyBhrcPyDDJBRnGLFqoKsmWyXbQLY6LkAH2SrHFh15
SNUzTK9e+syzNMmTL+rZT4p4PRH4CvzUrShbq9mJSrZmBa4ytQmgqdFQ+fW6hemnzT1CJTB45rNb
w60unFtBcGhbO4atIPvJg0CN+doAd+PnRIZvEoIk6m2AvMSHmeQlRtROUIRmYtn5du10/lCgr5pz
BazJcMxybY/A8SJ7iF/hQWEHo74GfAEkCyOkhkWnvVaWBsiqHJ/GQsDPU5KUTHigvTq56pD8VP1z
kE4qBoj8YOfhcta8zev9QLz3v5vVH3S0MRQFfx8Wj3tLuNZW83uY2eCzFuiH9adIj4KXsJz2QUW0
v3Xj6bmoiuUwC6PBnyvu9A7bqGDuBWmRtbONIYls9RK94k9hStkqp4SVJ06yNTLVd1PmY06imDnc
tvhJSiElw+AVIOid7lFFcHzfuaG9wezK/qxM0Z18D996pAA/92XkWJuwsRBdNlGnEot6sqqtXCdP
cWQcTSdfflgrQ6pkBT6pqnG04rfWtzrZEjX1u5Zx4PWzuC7VSfjsjKJ5Smb7RiNNUdExm0OrCkXc
/SmSFA3O8jDlzh5ydHm2FfzsmKjYNZobPcqDB8CjTMDiyRLaFvq5Mtuj0Zu4hWRjNmyzTvQ8ZBkw
cf8/OlnaLmf/rW2BFB2OIq16KNv/R9uXLTfKNNs+ERFAMd4KNEuWZbltt2+Inj7muRiKp9+rEn/G
7e7/3+dEnHNDUJlZhdotAZW5cq3OPlOI0IPhznKm7TJBt6Z0hzsouuppAlqZTY+DPn2Oma87pZeq
LKN5EQZ6x0skUPikT2EDhg/Z9sBcUSwdgJrOfGCbho0hl58Up/JGqCLclMxXE+gJlV073ETY6F48
QPiWbCMQtyegon66ku+VTHVpgCooV8+2NA1Ap2/SxsJbpBxW2PQ9MPOFfBRuJOgjdXO07HA1MA4i
D76CO2Q4umE4HEUwAoVOp3TA7V1RoGvxHvA5qn73UAwNg5KH9YrGoDqL17o59fOaS0xeJiLwltm0
rtmIt88xL0HjKrcf1aEJt59CrFbFEzV0v0RmA0WhzjUOTq/EwA5OKk7psIzJT5HktkGV9RZJY2uJ
nF0UioKE8LQQPCMURGvQ2XJJaBMozPvr1SgSe9QIrINAJqp6O15sEAz6yailaxr2bgRbz8ZL70z2
agAHxeaTIxiynxHqLfvP9nI8RFWuHZuiySzIqWCR0bnpohruQj3kACfl9sbFzvIKUvtmFTTTsKch
HdLOeVCNPjnRqE4S7dqZo19AbeZSypFrhOEVjZnLlBosHOeuM3eBaKfYczsOlgE3/6ah/Tv2wPEy
4Seig+yPpssLj0Y0bNo4B06pbjzAe4ZrY6vRDY0AwFUGNzqwxOJAEJnBIZM2pwVQdZoUiLvIIar1
3aUI9UNtuG8T9B4QBhNCgmRCK1q+tqcetLEyHtjb4tSX9j9LPFoDAe+yoG4nA+q+Fl7YR2JHw4lX
HcBoVuzRUHEy9lBUT3mavV0NrEg10peWvWcZT4G6KRmSNo7ULQOXaIJ/WRL6oFiHYpm0xaUJEPEy
NvYMjXLg6kdAIAMoioZ0YLGVAEdThv4nxzKEdouxiUwLGMEnpjnQyREshFSKg2LTCB57E8BHnw/t
tEEVHtT1Thxd1dhZJaLK//DSXAOSPBSbMSe80Xw093+eTxERyGnniOUK79cn57IGQMHg8gUI3QXV
/8aMwOGVNpDQW1lo3jk7Cl+jMyMEkYA5/Gh4Eh4SibFeUXRnxbYnIjbe04GDNfVcBS1o7bm4Lyw0
eeRJkG/pM4FiGpIMZnOaRw7KaK1ijquU/hzvXvp0+V+8GVJiH+Z2cu4g/3SFmpo71KpDdDhlaL1J
q+YAuGDyMAIA+zBGXhbLgr+0lGriHqyx+Idcc1ATdOusduL1Miccymwl+vBtHXKAzPj/4zrLtcf/
/fN0/aR6zARDWZ2Z7FS2+rZPdHPPA4b3razv2UnUWAavXhk7ZRZLDiNagCELyU5kGsg7x1B4jaac
tcZd9JLIKRRJa9NQGaEe4dchCJ94Wos1Gck9X5HCRzQhrdF81axiJ07f7tKVAM5nVRlM7KCJsYZU
Wmx4SGoYh7jOTUC3cc/nIR55kJjA2KX7O/mRyxHOuqo537291wRjvEeWT7nDDyS8OF3mbMaSM3Ad
/2tTpQNiaejMafTZXoB5B2LJMgSy5C+9blZ7mk8mmqDh6+PjmwJaFDmfHEOfOydLF8omyUf0cwzV
CViJ+jRpZnX625AcFCLAam01E1pr//dYWimLw2+2BUa0xrpVClM8OjMAWpnPCmmrMgVKce/e/x4H
PVgFqGAkM51s/Ykbi4Y6YLxKEQMwK9/jyESHJurDDzLcGaAFWcBA25aHZ80O0XyG+rJh5MA4jwYD
gDm5MWkO8i49COylPRqaNVrvwZGkAMA8lc+6hiQ8skAgHJXBeKOf15jwTnOf2NEtRLPSMw4pfrYG
3mOgcGHlVaZuy8p+aAMLapLLEM0h+z4EoclWad3ZG4Ks7JpYhnkCRfh4P4EmxRSsO4IETdwHBg5t
rIAFu4513+4r3LzGxEpPk/M2gWbRwWHZPJVGNH8002RtA0rjV06dIdfZiW2pxexaodFq3VXIkxmm
CWlJaQsUg3tVabVzCDkEFliBma04VLr41YWmdkBqmF1BanpQk0g9ax13Yq98FugVu3LpEh1Xzpo1
7jiz3RhC2rk4pIr+zxxpoFkL6HSj9Oiay4fJQnB9J4DFVMCwH8mecZd7NSQ+tvNSy4chN33AxM7m
D7IsVz5rbmrvi0QPQZiAjR2T+0knVvodoP7o21KwpV8tRk1MwN3SfpHCgflGJEjr55hlicWx2JZl
oPaTrCb8TqF1Pz4hhfaMhkrlkZfC3JadUe143mSPygTOMgAff/weMMYQvGhCpGWICkio6JNhIPIi
MkA1sphv1fnHoSGHFExeCl6G5P00t7QAT+fAWHtDZ7JzngIPNAbOC/CtWnAINdClo4kHLF9NpQik
aRLjjNwuO1N0O3I/bdhwLPk/WWkahwgUT0d0kuK/qlYgaojO0LIBiRis0DEfj0gJkVfIEDqjQ9Oi
SWr2fB5bMWcHq/8BSTMLfdEyjpajMZJIHVqh60MiQtC1h2mfow0aBzZpkbIbayTsJzxHvN6sC+ef
LDPyI9DAFVKfcZ4fWyCivNQONI8mtU7mruOui/FuVdiKcYZWM7rWB4EOQKmQLodgjRIXNwo6iJC7
b15T7ZvrBGmAMxrwnrHrLF+6PJlWWhkHz10HOJLWl+I5qGNz5fK2eA5syA6WZehCRaFVVoqJnt2O
oaMJZQP3oEGddu7TNpIkmIcaUT2ArebDcPFSX93/6dwsC2PPHrAl57L7k3WAx7Am1vCu4NpnS7Kd
oHwGFLtAzfA4hPWabCMgl5M/u+WUvC+1dSNXMNDQtXY1vVk7jVLtQJ/irFO07X7V0+SpRYvBVe1r
/TLkdbYie5H3hp+rgJG7EtSL9me8mmkvwVTzA/4ALZRK8vQrutvaVRu6wR2wgNNDpfAr2UM9rzdZ
YJhIjOEiccs3nQE4EQfP5nP8yqJk/DlMIeQKcFu79hWfdlA/qXeqkYcP2A4CQ28V1s/4VefgP6FI
0JuJq5WAFubtzRp8k+h8gqajDwqLDD1Q7/LzZESrQbYWws7OQOPZl6JWFE8JTTzN3s/CAqlSssXv
Z4t3PkvG8twVIMeKQ+sa4e11j+8iu6MDmtiNOzMJoNoI5cDVJwcNRRJcqyp39hS7RIDnHZkwE5jT
PgsfQO5X3LQmS9aBCth/2aJxLFGqyjN7O/vBx8SbDDG+hlAXW09N+jGilSWS/xpBPFFZEnt5HEFV
N1TQ8FGAanMLdpscvyJFjS6B3HC0kWv7pgpOsFlEOaLNiS23IeQPQvQ3KLF5dMEZ2vmudJDXzRz8
aLLmLJSqQVOI3NN8mCbXRg14PLbNmUtdVr1HwpfVbvUgAEzcD46ib8apUp6QwZojGJp+VrkA8ZCV
oCWqQH1Yk3zrUAH/htKzdgSzLn8Aj6K4A/f5jhX42J5ainJjCn3wKZYOTM2+gcJOO9Ko7uIJPZX9
Dnzu7T02l14/NShLBhBzI1VV3iIPVzJkR6aWiy+2XvjUAg16VGyHIafiU5ezo9vayrEs9YwGRS+L
tF65xYEQa7DulxY6ZUCLS4fIUtWDYsoDsOY57iI4BbbW0NFS0H3PcW9EpUB6KFz2tP+n0yKECGSD
dlj0vdZivMbyfg2yLxM1nMzEth6NC8WvKeDFZpH0nIC7hbpfDa1AYe/I/ln1k0KKhI3HTETGagIL
h0+B5FiWorMwbbfJ+1KfwlLnorha3sZbUK7oic9z0+fcKu7NKsNG00iTbaPzzG/1GDtNNUPjfKdC
Z9Rovg9V7m70Xp0gRQAxYxI6Jht3+8kblbG9kuM/2lQ5Fx1+aE1dYmhK1rSD14lR86nwuBBEz2XL
D3XMCOpFm2AYvlDVcnbP3NF/ns/lTYNBkm7mnO7Kztr0ZffFiX2QX65MfczOg+j7aJ0qaPW0iz+G
qewyLgZk6LKeb2n0HsplL3IjD+92WpFGZKeI93iyG1Ig6T2eLkmh7qtVg4CpkqzVdCirwFq3fTOt
FhudSf7Ms166oLGlGNMBLyH69d/mcWdAUxBFDmkNKa0htddlnX6MWVbkIF7bohr1E3oJ1qGuzbv5
70FDsF6hLRp/gOVfhCrbHEYmp7BRBXifOg/J88mGjO+3IGzqlaYP6rrluLMRu0DVsp8A1PeXENBi
YFi1FXEQtGGdnwwDPKEURZPssAf7gqQy/3MSb9PzW6lEizXIQhsF2t2qVEBDCjLlq7SyxjONQ8jj
bHqBUiLZFBnzMRBd12vcrex5NrmRE9ZQWUT+DdhrBuKh5JeBytteKQS7p8PEe9u3hzZcL7YG7XUo
IarhKi9UA9ti6HoPUjiMDshWg2+1Qc67GAMwOErhsMhKGUTZXyngg7nrtQ3obHOPbMsayMkB99Ta
9rwGOaxCc896iFdNeanu/XpAAWWbaTKGzw68c/xA6bXfL4vXLn4GldHhy+fqOzAogRJGiraC1LC5
Mr1En7VtXNoCkuUQh2yuMoBMFECHxP5oolA5EWBlc574+1rL8r+vJUr+4saJdnD0aGVbZvtAh0Qr
IY+uBd2brg0vQYqkT66x79SMP/R97t73eSRzVNCSGULoqwYqoucxEleoxRfaW7SNdpz7EluZz9HL
9WiGKtcnmzBG937E+jTqKu05zqPnMY3t6zjgda9OWbSnIbXuuJN9RBdae6Yenjxxw2uiHWlAQRGY
6dHLaDzGsu+H7IgOtmkP1FRjohnM6yCd52stfjk0g2LQgfx2qWUpeSkbSVzIbuPDaLyMrkGDPj+5
horOq9OAy+SurGypQbEJpX57Bpz+fZT3d82UiSOZ6FCB1WkLUWwdZI4IQ+YRXPIJ4lQT4IFUsetD
PRqJDSVhyG7vaCuR0iOOTukADsfA55qmrWibQjbaltDZYltmfLLRAgaqfivVKbt1hAZQQIbAF/aB
NAzNova+UTMoM0g6MbS7vhGGlaJZm6YOiswe4oIbBf2Tm0YWSKe0yjdoM0g3taymLl4R6j9GDQga
lPRiD31K9voTTJ6G5K1Qcpy9C0ye4PSo0kbz3E+OeSnpTSd8k6FtiOwWuoigafQ0VWDqCjQw+ju9
Zj4Fnf4KQabiQs6O6yuQ5OmPdd64D0KPtmSOcgjxsQF9uKMeW09jqbb7Qq1Sn7xm2Crr0E1QR5MX
CKB9PF9gXnK0P10AxcQPF4id1tmAyhSoV7S58JMZpR6GSLvQEFr3YHHTdC9L+wMIPJ1TF4jYb804
/l6jkWPSwX8KIThjM+ilBVKLMv0yKs2VAgCgtEF2EbLLMhPygNH3WsMm2A2Ml2zKzQ3EXfC1MsFa
n405+GEkZqWXYJflQLYCwiugty22i92Nm2FTAyiJPBfEwT5NpaFCYEo5F3260It6X1g8JDG+TGYX
NtWqk/oUdLDKDokqOm0SQLC4PCxusokpjPxpQCKIHJ+XmNepGhSKkYX2md6AR/H9MHR9e+grQJfe
TSHQSCc2gmjP//cULYf91H6IKXk8blPufu/DsbwDV7J+bpQNDUANDZlnC6/js73Ot2QnC51xOWdI
W/2Md5vFHEJQEpx2KLL+tuiH9Rb7b4uGEMTqizZ2bE9H55TcU9AGxAwcazuO6eu8RaHCiTx82n+g
UfgFol/A00on8GX6Jk5GZIt/j7XlanUUv847IPLO+5m+HnwAmpxjwvIaKZ2iubUZGvhUZUIzSl7b
4BGu7UdhoTMdhDX/QMLO+aLh/okcnhacpqRpjjoDEBL6ReyGv/mwihSu/lT4hXS+5Byz1t/mBJoS
nNowhjR3Woq1NghP5CV2xchov3Lcn1c9SFwuTduDzkMNsfuK8um1tcH9AL5I4WUtuBztQZQ+KirJ
BdDjcW85QtnqdlteHc2tsfNBHxZzQbcsycNEPNyPfau/fJqk8UYB26pRXnkD3gNH6PbeGFyRQ3UC
L5DoD2rsTWoW7CltxrtMONmPlKXopMTb2wP4NRv0mCIiUlT21Az9HeXP/hbxvsZ/jEATm+MV6AL2
nS79Al6K/J6ADt1aRXXryRRtgwaw6JEAFWWkWocRHFszzCGvGKCeUMPYsBHsVR34drcVK3qvLA2o
bUskRFLE86I0n/u0qABakhYlDAUaO+150U4T3TqBaAmgxXhNUe3hPlTr4gRtA+xAIE42D0mknnhj
NZiQOwHDinzdIbs0NYlanGiJ93XIBEFPz04UDX9m0PdbAD2i8QokH+FpsvT00kohvS6Kih9dBMQU
d91XMamBn2GjNUeYXO1XEUA6LpB2G6tN0ED1nk8FHUB7KatMgwMycoLyp4vRBA82ZC4VbF1oNoo2
9UoH54N8IIeWX44T0msizy95BS5R0jXv6mQEoOpPR2Mp2EtIR4iM2jwj7V18i6UjTCrjpDPwEJ9H
pKryslXb21t+Z2B2vhlRoCa9Oz/ohfqNp89QCs1/INOnerErpjsN+KYTGthBEfYWUPTxuskU4PmU
xNkK3m1MldtHSwSm7SNdkm4KECkCZQSNeXLHim4fY/x7QD8EvcoMrXf7TEcTO/3LALNeM6D/n7sR
TB+LHdw4ayNLo+e/xFvSrsduCWRjCy6yEvQeWdrgVypzkjRWnbBZoWxsQtAOuQu30saVYeUckrE1
e25ReWk4kpBIDtxFTVetiGUTPCugtFLAd0hDwzL++6RaMwDOK8QZSaoS9LfyoICnEvBC6Gfw6V+b
dCSQKYMizADYk2qtBdiNK82pT0krxDWSh2I0121Vgt1djugAwL8Rt3jplBY379RLh1oxjUDpCD4O
IPsgiRweF1MyNvlx6NWvZKKD1bnl3lF1Ps9s4ybaF435CxI93RHcn5Ax6sa0hzho2XkgQjdRYxoq
5NulkTwUSWdzOI2NMP9VZKoKvEw6nrBl0tb11A8rwlpqA7pv8F4OD40phs7oAJY08Bakp8UM+l4A
OKuue5vQtJDYrif1kuo2pIwU7tq4Jys6/nJdE6xFHTp+kjLx2PYR8qime9VVYLmisQJ7qKUpR3JO
g6qioRJC6+R1QP+0g2h14JHXwaPmbAn7GzqLxaMJLugb5ADKpmk6r2yUSz2AW4wiSxPd2bUo1D2t
ozf46bTmINbk1dtuOGjodwUbJj4RcBzJfaJXB1qWIoCEBGGfUj/QKC5ARIktZ32i1ZCz6kBiXwvQ
aFnQGzWgh2dqPbZhU6R/CdDMioJHDJooKJHuBnyR9ww0umd0ZePW3ITVYw1yjJU6QJmtxB8tQMIn
hFxQ66thMu66sADgQuZUsZ3WvDiOarDiYZjrZcRWQDOkZzyUwNdSGWi2UQzbT3iieVmQ/xYY2RAB
COp8oxY1VIBlCU6RJbhAluYy5IDcfuR3ZCKn1YLARnWNYUMR5LA6EDnRfLIti2hmB4xu3t2RXW2V
AZI00MxCv752arq62FVRcA0mxQD1F1FahbkOIisNHKlTkPzI8SwHuYr0RK2LU2jBpBsL2sErMoK7
GeF0OoeCurJYdx3KUpCn9l33OSq5uCwpAKEYaAsIYmVHiQNyxK0xQgi7bXzcYNk9OTK9Rc271J5B
kJEd7LIscONz9a2Rd+5dxaFrkJsxBBWCafLUxk6e+eCUK3vKg2+1U98NAxLyq3F6rbDhw1+15Ogg
6etfqZE/mUNavHYK/mvRvyy+YD+Q+1GRtdeuL5EQMEzt7ETjtBOh3R1q1R2gyqv/ceVyND5e2ZRX
VqLqrhIl8ixl9oqi/ccr9136lFS56iWF0V+muNiAxAxs3JOhbI1SKN/YgO+526U6yLAbZw2Kf/eE
nv/+gDq6tmVDot6nIDTz7LauXsy2e5agbcz/B9RGqHRO6TdFU9TnsLdTX8eP/j7MAmWL/u3kEKdJ
ex55Mq1Ndyof7SgAYXRkaN8hpPH2MTR8DCUIw+8dQxLw08cQk/vHx4gNp/ztYzR4sTkzvCd73Yjf
cz1AvgJFiPwRVLDllXHcVuTIcFUcgOUrbFHckQlvW63vtqzb0pCmRxOwSjTkbJyno6/bbj05FY0B
6DEHKbI9GbHfs8i8BaWWX7HVAjCBmzfoCZi3PpRJGIggHcnWhKFE/UquK5Ac34Awyq9W8DYdkmCo
J8YmsglGp546brwdWnmWAv5uKT3QpXJkxf2E3ErGkDiVHpDzQLVHU/cqWCp90nUwNGQXUAKZTmCD
haae+oPMUBeFVIyMIp0aiiomIU5VrV7x3hJ4cVWBD1MMRnPqJYMKHXTe93g/Bhl0DPrH/eKANAKi
1fdoMTbrkgc7yHV2HkP+bE/FuywF9xUYJhyQoQJnTV5wXrt7Kvzl+gQ5Xgf0slYQrGfgwDRE0SoI
BmdbxlrDfNJ716QRmgrOloTdSSyezsirg8VtxaW35sDOdAOH6jpIwi5TxB51YqmVI2Gpj0RhSz45
WnwyUn2P/H0eBIbnyIo1DI1kgIUFgynWKQeHEr0Czm+DZBzjCjoh8mWRSuV0mKMNztDli9L8cnCF
ItaiwtvvEFm7xFAYQAqxeAWwy68yN30WcVOh1Q924qZNYxdMFnU22x0hGcacQLxK+xKv6cYvvL4N
uIch9zJKxnY68FRHt8jQxUi3wbZ4QxmX23wC2IF2i0WWR3ehhgcX5wM6LYQ9vrhuEPojy/UDVXfs
8n6aRPv8KWqwE1lbPGTYwV8V/Kd1zELhwoltw3eKCAVOKcw6sHa81gL/pVTW6HXs2ai8NjLFvmaG
ym5g2VkreN5AM8XsTkqG/Rop1eiZhtc5PUITkdSxgexLAWh61B7JyzPzIEBb8RCGkUFrkLmHtOgp
yrEGLcmQBwMeKc1XeVSmULDqolsl6hr0OwAq1SyObiWI+0HW4njTCPZZr2Y9NA2DwN7UhvXmTbGt
pqlk+tt8GUFOGw12axOaNOgdaGxeyX9KOxOY26VRn/BPaWfOctWMmhN5J1kZJy+q4wiOwG++eOnX
RMPI1j/O/Vsw/dZwV0tPw7GI7dErLFd5VELxx5kY9Tfb8H72KU5JoOU+ts24bYuUHaPRAemO/NIC
B/EgqlHczJ6zY9WJDKqG+HI2oPtm2L18sNOXOfg3fkjABTr15WCp68qykSACiclxaiP9KHRu+ZCE
ZyuyLY6/DZFL0OsVzVvcrJgsn0dQyP7k0OT6GZ64PncYJL4ULbrQIS+zR/Sv2kA8/muiM/C6uR44
5bN1SXqZZKySFrQplgMKtN+j4whg98z6vpiZCOPlCrldvl3BNoHdkqxxrqeHUbamGUuwpeS3cMj3
igKWTXQvJas6H5MNh8ontOQcfc8ntb5TZaVXiXL3qHaAGMhKL5607UOLnBNkFmrotsoIcuStsdfQ
QzZPQntx57cQNxPaFNxBjpSvlMytvvIK5UhTz6NjHvTVM/TIZnsjoFIEQSJjXadN/bXCu6qmleUD
KwKwFeUCSGNp7+V0dECFy/Qakqu30OqeIHJR+tDeS2+DinQLnZFtkDYhbXT2/yZOKZFeKFRwTY9j
pHkum0C3L+9o5nbqBX8x9EgchQrMMlnTLNe8ccAdpYoY9CvW3QQSbBciPAoI8jZNm2hbErqYbHZn
aqX6kOZjeh+3+k8yU5QTO+q2MAzxIqNU196yHHiYUjFueNcsjpqJmwDq8eaNbGUU+SOaHK/MZOYt
gVCzbwN1vaUImmAIpDulAOyNbHJCb4G9dc4DOHoYA8SXrsHaHT0DLt3sg77R15FMfdmwm9z8aC+x
LXqV8X+zD1MG9dk6WEVj1N2lxeBsUr0v12UR5V9AY8h20KV0vSjg+ZchatC0bIf2SnExTKYASYkK
9JgUrDHw+fT5cEfOtEqmhxQkZCFenQbobPl5WOqPejfE18Hmw65PLUdFGs7ihwoPy2w1aGGwN9hW
M9u2/0kOpQTd1THXR36YwyHbB70ZiFABPVWDhWWqxjsjLrtn7lujMTyrSsshODVmKxqGVScZJhXI
wEovVEkriCuglYWG+QgFs9AcbqhMu1ens85kxl8XDEUhQO5V2mBJBypoOYRgduS1NfEaGIJv0gz7
u+Vxi+xIJlYxMiTQAvjwGKan7fLwDca1bOr9EEC+iBRY4Jwg8zI/q2mijhx0DDKkkwF2d+whtWHT
yypb3o38IZ6CDe+i8EKmTnWgdxw1P8lHpmXSYvt9Eh+n+qh1w0+K/7+dFHdAi4HtAR+tax3kSe3x
4iYhoB5VO7D6u2jCo5LgbfNWBLx8LNLgH02+ddV2E68cvEyeQSfI5qH1+5C8SzAyVu15GQ4pOs60
LKx9V9kHhuwsHpkz3WMUUp9x/9cRs4tiNWRW/QBIiO6ZeaRfHV0TG8hKNycQwfWHoYVYjms77QX5
ZeYrAEx8mWoIaYiybr47dbRvNeBtVyXg3OAngFBozr5DeSd6sXRb91KU2+Yle0XSPtrF25LDBMBS
N5hvS6Kl/BTiuxvzdnhRSr0HNSPOBHrwVtA5GF6KFteks0Ha/hpXsgk0sS4IS72R59GGtMECpFXO
lg2KixrEyWsaNl0DoXAocpJSGGmGVblun9/tJC1mIYGBh3Ga4F3w7BSQDV7hxAjw/FlBqmM++ej6
LzEqAD+HforZJuxY50eTHexj1xUvNuSsu6GsnlqtTM4ZGKJXI3Q9XigsjlNlD45g6Gwa9qrSe3eX
pHqwjdCs6KMx2VjHQ4X/6yqbOp+VGXQ/aCy40YFWxDDWI0SFoAtqTWum2ltgmX4Gpgj3xFsP0BW/
0Nm7fTGRfTK1OZ4o7slkSsDICDuequGe7GQi5/9q/7Q+vuMfPs/v69PndAnR8b72oJsbF11tG02x
DHwh/z30ILIVenfpihS87/XgoHRRJN8bZgfpGth25H+aDiQjcsIcw6YEQi+JDVWYBHfpP5daLO/L
zdMTUPpaYw6FcKmGYJSm/Ba1ledqTrYhG2kndGA+vRsydcV6HbzYeJQyI9T2KI2qM25scDJjZbZO
d7bBMv8lrtnbAzip3sJmGJkMc3nZncEaYn1J/w2b+PjHar+H0fQyCPFfbOHbzyZsjKHAdOGVCU16
VtvXuI2NK9CeA/qH8UUv1VPGwWxBka3B+M6ymAOuRB2bEhnfTDGoDqMGXLcUIxTTWjUt0HQ6aixz
jLwC2JfND1dQ/Tk8G4LpBNqIe4qmZUcX9y02F4fUdjyMNlArRqDkuww6mE9qhZJEYAfhmYag+ts2
OY9vChTpbrlgvpA9rmnGdHQ9teWKhtOksR3ImNXZm40RgDBjUezIS0tGENw401AuKTJw8tGSBeh1
si7kZzMMQIuiuEhWRJ5OeRN5aJscMHHIwZ0ol9KF1QRNvDjc0FBLo+Goq9As6uuoeAxRN7oZ2ZxK
oYCmBuXzMr1ta9Vz7W6tcQaVwjBxr2ONVjVdqoVWQw/aCZsDaNz1YH/4M2Jw+LEZ8aj/FAHkFNLi
suTxlzVs7N/9MWbQh8c7S66vgcRBSsViBo6TpN3vE2VDRPqzbfaDVB8k+3UDFlizULStWRuoSuhg
NUUdrD7ZNETJZB4SwoYwNdFgzqYFU/M+idA6FPVuohGFvk/U0Y5wikK0Uid6eemy9Aj5QfsGaLB9
s3X9CW1czRkksTYky2tnjfz2uCYntxX3LJCy4tJJpqLI7ko708FKi9lpbCZrtNQ3G5ruqK2GnWjz
fZ4tJ0FKYwt4f3xPJtXp8VIF4uctfYKxd7pjBD3gFXlpDR01uELV+yuZhkpBB9Fgpzv6CFDXrg+m
bqkAgPz7iUD6A9Uv5YEsXM2h+jR9D5K431MCrgVB7naqu2pO4A0x43d40F7JSV8yVGMh+p5EV/qC
RSlH28fv09u8qvzI0kHfXKTOPsZzANhdZ8/dOn809aR4zPGexMZ0vIQ1w3fc1A3P1KN2R04gpKcd
A1GCRxPep+N+lYPEVdhrxyqTO8ZuBJrQ8RDyAemdwL4Dvvu0RlG5Gcb4O2hwv1kd9H1ANOLu8whq
jHaWaa+YSH6aKCrF8c0EoJnCV9RE35sSgq8ptdihLK5J6EV7RV3YXAVVk20csBYMkEF66dKYge00
QwUjk0pSUspF2oGs1T/Yf49HzfCsu03U7dG6PALCmgKpIDN/n3KAlR1XHotR0FgcH5KFDWUC7QGs
mkWMe3jfl+DSGIIrVLyCq6WhyoLXY3fbQ8b2Co4A5PwttH4NjnuiCD1ItPux+zYJ00y8zI0sSR/+
K7AHK/FMyQ7cyCUpltagJc26gWafvELd60jedlDvDno0vcmdHe5LFmT8Qr6nYaOrfgRW2C8xdh54
bfkzjB4VvQkFbTfnfw2r5WoEZH4Pk/uYeTWy00WVzmiXi9JqXQ9G5T4dAJyAMNmWT2l6hC5Ydsw1
xdgKoBAu0VACxl5qzq0LkLqudbP8qsfR1zgaql91Ar271B6jFRsBgW6i8lfn1l+FEhVf87pIII2T
2jeh48dcKVF2gUDF21Vqbfx4FcuIkzXqYA3oj19rpr6xxkBpejgCs0UcMR/M0IacaWX+ZqNJkoLD
CTVIbLjOOkPu7QaRmPJgomQDYR7TuJEtbF/4YPQPg4bHgWtCdriZwIW1xEP6CpDGVsVbaqM11/nw
3PMJoqWlcW+K0Tow+bJqAbux0VKRoIw9tRcU20egXX83zuLxZGQyMlkbh7F1nJ9lqp5UsJwsJ7al
zRb335PfYsrEFU8xr1/pHZnelulFWfQQm28DdU/2wXUuEXOAfcimr10I2YElvUtpYGk3dIidG1a4
oc4DMTxVIZQqIBWh+THqjJCcS6Y7FrSqRwGm+5Ty2vCiAs3qTRtmXjup4WaKTeNOAeJ2PmiuHp3c
1lj3eYD0FjkoZIDcklfgR7YhW4/+P1814xDCdF176QfQhXAzHTdl0eLvV5cKEpCtOOClUbyAPdeG
RKWpHDo51PVN7Y72cwXymqPpQL0vktrRWj7ZXteCwn+ylQJMWNWvSjDlVZ44afV2ooEfN20hCGJq
qC4WWqY91Q7nftS1xmXQoC2QNnF+QMEAjA7B5K4rHaoIiRYUXlaBfCeU8nSFPOscoL0B5MFY1VD0
+x/Wvms5cl1Z9osYQW9e2/tWy470whiNoQctCJBffxJFLVFr9uxz4kbcFwZRKICtVpMEqrIyU6kb
6//uQ450SFOwncTKe56MzuLiO2NdgO2WdaItZ1/G452pjSeSIctSc7hTfbTDpL7GxK9FbU4/+/63
ceBDAcu9tN8ayDIsQHwUP8RW6G8GHxgbARrDs5kGyZrXrfFcavx7UUqomSfgwcOq7gfonq2FVIM0
859BAN/KMwp6UjBravrzKOU0CLKq06CmREALcBMt7LNjUjvaMh9FukTMKTtGoQRJO/V0YTp8nFLX
mOkIoDjFeLAkEmhMlVWWGgrBEwPC69ACS05BCAYNrWibe81Oq2VZtfHbUIir56DWa9GL733rd79Q
MvU79h3/2cst8DD70r5mnp5B96mND/hmq3M2WOa6tX3vwUzblySMtqPKH9FBlEMAbE2MunFq5xbS
xZkjDwZloL74fHbHfjwcqNXpUJzvhmDcEiSolNAp7xtE9CaEkIIPgZLl77bWBQMFiVKTM/nJz7GE
OqL5yO+/zuc0WKP7WXcC/wbKU3RPW80Rlt7WH8GSDsyNCtIwG6DA0nFBVabQ0epAg0JoO61n25gG
F0N7q7HtPiR+UGGXrGsS32G0mppSFO51EEWKyt0kQLgAxEmJOlAHmOzCheWwePvFG6vlVTPk/Xl2
djxF7J1VD1/cIOSerKVTNOACfwFBTHBuy8qxFh3iAfvACl8q0wwvQ4t9ywrw+41rgYFsckHN1bhI
k1DD02UoVsATQdRgfj5JM69AZr2mB1NHdnvg9oXlXbESypl6whwZuIXeAiCYtpPzHw8/mr0wLQNk
iyhLV2yHrqJHjEyGukw61Yn4cO4iozBSG6g+YDPUENLA++IX90YZr8jRSQyUB1mVZ+1NW0y2aQZr
qHYNZNrseFFUBeQmDMO+S7Kx3jlJl++Z5QzXEUKQ0IhL61cJuUdPi7Rfvqh3bml6b51XyCUNKty0
3oncAPNIwIerhSmnQYXunumJYLNuhxiROw0KgWu7C9JhbUKhb1GoSgVXVSrQoZL1EkGr4GzZwgCu
Rm3twbURg/4KpQcgZPzww64JzCVtVQNvjpDP4nOwXiZiC300yBsjnXMFZlhei0zUZ9OFQn1rFi7E
d0CBoifNcCgD/UYtV5noDLwl+Y67qjxBDaVJqINpUbbRK8DvvLBhH7MEed6tTI5IamL4YbJmNjaa
MjNBSDhfCrklfBogaHY0mxzSXZim7aUFqcLa90WypjuqVLeVnrAHKLmZJ2o1YdCdWc3B+4c+OgS1
LtYuEBfrtAw+bKhcvYWl5k/3Iqpq2bkarSv5060I8vh2HcWiXs8TibC9syBbfKZ5EBwG/cbgpQgy
gVKlUvxXRpb8bkXq3Tk9xLvbEKz1ZG9dx1sajWEem4jJJzONt93gG6+5MKBkzZphS24ZUui5gY19
M/bm4b9NO5patXAFaLho2iIU7GARLLDRuLVD1WC4Lpyx2xALGTVTxNa/NGPVJMoyvanD9dwbCgQl
dPY7wmvhqYem0KHN8FdS044RLS9dH4UIqjd1FEdkXAGXqJp6Cuxhq2j6qYmUQXLOqi6bmtEg9HNU
ab+mmZDxuKQR+06tqHWcS9/pz944jk8da7urBh0x6osNK75r8uBCfRLIxbtmsMAZgCuCUaO+YYG1
C0Gw8pRoowZM0bChvqI3jXsXhIE0jju8eRi6ZEl91Rglj27xu8IvbytSYN15yPoHUbAMtFx5f3QV
uRNgw9YuNe0KWjrgi5pcUE1TW45zo1bKchMYwMTYULM3gOFmWXChFg1iWKAvECDoj9SkKT2f37ws
fRwU7UneN9m9pqK2rIrtLRYYPeRu4movUbt/IRckZeILNCj284CuaPUtCgGAoFCT0IEXSTtNEhV1
v7cAXV6AYSJAKrtyF2kdAM1c2ba2MDUnhshWG6xsPoZ3VV6Gd6iWzHcJ5I0WOvnUJsrsWMUv1EsH
ch4OLIjcu8kpa/BwafAbmObNAjAl6U4W7eZB87WYuoyRgsI2yJizQsEVMCRBpJtHB1/O51qgEAnQ
2tT+8vaXyZCvuYcgeNXp25Tn/c5FtdBDFDs/43QsfjA9QObAK58K0KX9zSFrvKdgKKvJAS/eflcN
2HSpGXJslu498MgsEhea9syIqrOXa9aL2W7GsEheqlrWF5lEwGkrM2ci3mYAjm+QjLJe5kEfTazW
U0SyxrE8Tm9GaQa4R5K4RHkf5JG+HHgIwFvcD1D5RUej3q10Bpl374INT2LJYEWWwDSxzsnKchvm
DGp4jh1A1jVv105rpk9tgaVg0kXdzxKxKs207d8t0liVN6SvToegRg58NnbaHNtDLL8PRtWg2E4N
DyF2Mw0ffb15QsqjX6c5VvuNwkK4Ch/RNjZelx6/UMvTwaYwdlm7NAYD+A7Vy33x0RtFKJevnRKI
KTX0c3zgS7bRAzCYJqCwRiwAhfC9qlHJLdCq4AZ5QN7eB1cU9gK9Z+pvXDxSfwhut5VpBeORBuZq
YEfFLaN8rPNkOHiqrKLufHZx1Bk1IzfEfRr2J2OE1jZYOMDPWJfiRG7kMWpRue04yGL3AB/xpe8U
NTKegzbVBoR5Wi4SQxd3Ru9XF2BfNKBZkTp1RVXi91kpcdJ/RlhRFtxACAgO89z+4bV+e6SXE2+S
4AIZtG0X402/bMyo34BJr1nNSz01wBV5dySTAE3fRvctgKQRHm1TV76FebUH8Y72y3CME4RLx9cW
zAJLD/X+V/BmaTuH6/0O5aVAbapBnoO6xVSv96OMy+sY2myRDSw+56oqNUsAjxaQBJpan3andVi7
KkRxYBa4FGeSGcBCoeujcQ/sqjo7UEeOn9e6zG3k+M0QSq5cH841GNJe+O9KGPwlMmUEjlywogV1
YL204P/apIaQG3ICa+vHGNOt7Rfjhx3lO1Gz5MZrK34wCwvA+FwHfVWTJg95WzYnPHFeqXOM4+oM
iuozk25+soYsX0EZFwKLqhlwvAEXdEqHUEvxCFM9g8zQ40G4Uwn1uGsy9s47IHH5zR68+pIDP7ro
+kD/FjdSW5W1yfbUzJCxgDqmeMoMtQUDznYRgxnmW5jWEtgK3d97sZ8eUXXqLrEcWvCsbZ/HIorP
ujYEINAFDABCst1KK/3oUKqmcmuVmx7V8RnxSmiiRQ2SYUBhrUBlEx+o+elmqNkAFgM3GoEKxuYd
lR1g2KrK74GLmLqKmKd6I4C04v5FBqw8oSLOXX16ICWBEoBUiKWrPMIOlPLkAU2i8ntUf8xBHhoU
58BFBI5kPJD0+w7JtPVYowZElrVxj1J64z5vg02DKOWVPIoktYA4COQC0Snw7HqpOy7wtBn25Gxb
qMluhwaYKwylEY2aE+HIZm2XYiyWlattZO+8mtDU2megY1p0ihnGGcPqSE2I1FhPDm8/mpEckk2C
UuWVrFt3VzEIhtFe3cVfvWtLkaxoI0+91KTd+uxsdyI8IqiTLiir1dkdqIJT1m+SxtcAUi74obUt
/6gDtTVlx7IQlFwSGVYaQHZKnTWDTLYDMEDTTPOAP+dEpAiqhKssxrLHzAF0i4s+uwsyvNHk6N3q
kMEEDMFRmv7bbOpTF5IIdiGWUZfzdOnFRbtKtS7bTO0qGhVneWLtp7YR4uVbl+xCU5SFm90NkmN/
qAYDbzfNn6PEFiR18pAnxyIS2QmrnY/D6KcA+/zZjsuqPxbNkew0ogsDCzSqOlHNWBdPgc3HPoRg
sIdaSivUzAXZHNWBf3+5ZABFrWcaEDpDGB1pVCDt4qR4GJ3BeZQtYDJDcuWt5jySxdLGPegj+F2r
TL2l14u04t6RPBgyEqumhRJaozUuVlQolWxrcEjR0BhSsgcUYwULaqIk1rj8H1fyrJrfJYC4NMjC
Bzx3UCk91sWxU4dEWmjzIS6AGRqLI51Rd2lzCXJiS4K38XNMRO7UT57VWIHP589T6teavl5DSivZ
2nmUrawBrEn7QlWHVfidrMxGF2cOAP7ZyfNsleumdZRu+asNM34yBP84RKnNT2RzffDrOXZ+pM5R
eXCwNSCO9ulCPRIVdKB0Bq9aod3mNNXYe/FRH+rX9rOy3EaagUyUpqKD1oGiUnlRi1xp4Bh308Ap
o/XPXPP0/56L7J9XnOcy/7kizWwyZh1Ri43HJx5GdYbKW0Lw+p9NbHfMp7TDY2XuxXLia5N6kRCP
c7M5244mztJswz1ebYfOTIHYIdt06gOgsk8N40A2OjC3Qj2zOqDMACSlL3GHHQR4u1pveNIAv/dT
7aXq6vKdWf6Ljx/CO6igpxPgSaeTf3XpofSeIZVxUN1Mjfw/pvj/7gMJMFR5gb977XDHOdXStRdE
9FDEebxpoFM7sUNYHpRdqkp3Lh3+5GfTf0xG03r526DQN5uJHeI/B8m0sl4iy05OgqH4kheavKND
l3g5tDKXs2VEIO7OTdSCPIuV6Kuu2CxZZWyNBHtUVxjDl6E5X2phXYbTlL0Brg5dqqCEuoKK6d3V
YWxssxBEsGSzkaFcNJ3HQA3KqnWPmvp96LX586CNW1abALUqu25lwWwXUflh98DYtq+Br3t2Suwh
P+2z/7/tZY36NcpeTYkvlb0C5SU0mYcpWVaDtvbEg+Zxzp/lvVlve8eXyzl/JpDCRBQ28TdzUozb
0Wse2fJIpskeL8sQFWWUcxu1MDvFVvU4X5rjgbOt63hYztM0Yf91auoYjHyamibSQeV8x11zORqo
EGzdEYHBHJCUS1657lJr2gJ1ADK8TD14Qg171LU8FcpGfo0ZQkERCJItzTCNpQk+ZxFg90FBk5r0
84Dl6TTTbJrnrJNsi/eNd6RO4MDuUyfnpx5l/CtZeFhxq4XMtPLAi68abKRmlckHz/SuzAdQdakm
LVccFiHXJsLsSDbXB8EBQOFX6pzc1LwuUuGb2cbM3/O02uB/nZYGBRqCWaloM+yjsAyiaXswWlMn
HbrPacMWW4WhwqpKdpqzrzqs7Gg940fAQVCT1jPUdP1eoBAJqYm5Sb2oZcP9kp38CLueHhXE21CO
34MOW6LI0/sTCMWxxqO2p4x0RockZJCIzZotDQ3Bso7XhhpC7XmGsATBv9U393/Yp5m/XGTIg2Th
+UxsEOLo99KLHky71988CLEGoZP8KHjaLxuZ+hcI/nYn0HignHAog+9GfSYHB6rEy9IDp3wtq+rM
oCOyog53a0Fj6h3KzvXKrUVyDuKouMQjsAdIbSU/XPOxr4zxu4Wi9BV0bJlaNodbpIgRe2gh3Il3
7vBW6Ha7SDIrumPMtS/UgS0AaitUh4YSu6mj0sC/HJqoo5D1wTNiUCs6CgIlW3FPNtE5QNkN/XBf
IzK4sSJNXMM8Nq9Go99atahNkUqilui0eKOBMR+KwBB5jDzPPCCqsqeilrnQhZpQd3YOID+fOsmf
7HQYkFo6OIm7+9OupgU7tHYojW73xV/Z6QLZqMVHFORMnX8MR/Uu8se6mD7eXG9DboBEsuNY5dt5
WhOY+nPqi2WttfLsukjoSGDyr32I1zUKzZL7NgsA+y2h2CCbgC0N26hevLZBGZ9o8jffBwpACPYj
yECexFz+m9tslWWFB/3QeySDUuxS8nZZBVb4G6kzwLjz7F0mP1GjVz/ZnA/rGI/GU62z8mggu7oZ
fRuLSpAPLKLC735YZrTUxrz4DQ7uZ+4M9kugSQT3EXm/uJqu70sbpfse9mS3lPn9UnS68TbY/V64
Rv5b98YDH4L6DaBNCHSB/dDj7SIW/figmyzdhnadHWqvza62H0crI+jFG5D026HK8l/6EH/jeTo8
90IO2H0a7BQY3D7hzi7XXu+VLx5HOFC5Wt24Tzw/PtZN4iyrKOWgwHbaY+Ib40PXGg/g6XDeoNEM
NafQ7k7QD6vuQdP2Tnb8MYjK9LU4M9DW3Zo2BpA68VdagOI6EGBGF61gybk2Ymz2Lat/b5y1mybs
B8A1kMlSDmbrDlvUUMbr1MzYHYpf2F0ZosALAYcK8XqnuDOgveYvqgKfeMyvZEINl4bMtAiseCG1
chdpXboRCvSBf7V2M/08WSBsLA6Weu9NHSGqBcawvKNW7IbluTDj8zwoL/HWH+IEJJ6fEzEkjFe4
mdKNRhARLKg/JiYfLzbaReE3P4jsbVR8nFXGh2NXLJijKN8m4rfpSD50+NKuZDQeW2BdueEfIGGz
cFyweJS5dZkwCyOkMRAcSDeEcYiY2Z5RoPFMnWRyY+NsWv2HfwuEO9JkkXPUGt9ZEh2FXTbfysQ2
7k0EzU5/sfc1+2pPze6bk7cf/jUAQEtir8Dv5lsQpua9jFBNNUWyWNi3H/yuSIKcPBfcoIRJoFK1
AvwLXdOBeyK07/DFlE89JJl2HUq4N91gGd9GPHgj7sXveIWBPqXNtNPAnfEKlWofRBkoSFYjkdMt
n6Qa2ZYIDEVuNY0kBydEERiNtICouPIUouPePyPpmroHiCKNdGJf/9YCfEQOWOmh9iJaF1Fj3wMh
nm7wzwhOIkvANwzx6p3VWhXyArEFtXCuQ4/aAr2qZWY/IF20GSpvjFCTGK/B0WX8SG1UFgIxmz47
oy5WgSnMaykibduPfXdw6244Ic8O8XGvrO9rPOZRntezVywjHsMM4N5FfD/yBoxhlVcpVRH7tdV0
tvzbZxu59R+fLar0L58t0TSI7KraLyrdimVbLFsr7g5TcZZqAjXfHajsqzW1e9SRtPtKZJlYILIK
CjkK1/mNV6+tBIwBk9FF2nbty1hbII3NsGvtvI2EmNkyliG+dTK2ZYJ3dOScRqXiJdWBcd3btBHE
zr1Kbi3psYMGSMhZuFye6YwOPC3BUBa67mruqOvwPWn1cFE0ntxYaWTtfa+K7/1BlbSpTSuQJyeU
eFYv5DHYlon8pvWE6h+xhB57dJB4lFhzWv9LjH86JacRTpQC8NLE2QgZY9sPNroBwV3H81GDEubr
WsGKW6vtFkYHZGAPWNCj6wAibWfjN3ILddCcOlWFCFyPvUaSdN2lU259hFo+NfxvbhJ3/pYBiggZ
K48/NUWxRSk38nq48zamE4/bQjVFXi1T6Ia8ZKzWD5npQnZcG/VX3ZG/hjTw75BollewaaNiXflb
RuAuW+4hc6WmLTjbkv+Qeh/Tlogb78YCle2g1gbD7sYHZmyJ7GKyp60tNSs9TffTxlf1omIj+dJE
LDPZp7WOTHSN6lKfgKtR4vQLw+iddcAC/eQQ2hUvid7doDzj7uOKUKc5Rh3iNPlodicUmYBeogBR
9QkCnaG5iSoUlZeeFBvqp4PmJd9TtzK3kpkcNSw4JCzqz2Vblyjlzx0wyPiuXJAxKdsPH8vlfFm1
LbK/yps6uBdJ8F9CaSGrkLyF1jo/cxECTAh9qWVXQqJRZEDzI3WPU6y8ug0Y37qFj9CkXJCxUT10
5gMpsy9r7zrbK8ME9cfUy62VUQFoKLEycPAaP7Z0o+EWis9dZuOeo9PYf6isPIXCGeLmdECOKhcI
6f7T7sAvxMDrT5YvI6k9ZokBzfIlzTWPgZAQQvHqYBaetbZl7uYX0IN1Gx1c4JfKCK2zzp8MBfei
A5npbIyFtXTTga0TrFQ87EFC/zRGxZJcMrINAWug3xPb63mGJtGfsDuJQdPnc7bQoEp2CNSBzqLM
6RiYFFwYsZ8L1mTtxsYGfFd5OZ4NpfN22JEPmWyn/Gc0TTm3yYeaZVk49nLucQ2vXBkuBCUbgYSR
YMnHIUU0skG9PNq59GsQDkW/JltOPeTuNF656QvtN0UgvwQpsySByk8M8vQOaPYT9o5fo5l/BDdp
sO9ET1qiPQMFbZ1NDfyAwooHKMUP6bkecgbuJa7dUIRmLusuNhHjyaMFGCPZTxlla4AUGbAfCYRr
nDD+xdP6vYzc7lszIG+vubF+jwWPD+7JVsf/scz2eGn1YMFpUM3vZWsXL1fcDw7Dd5GK4TSdahbX
DkaDNRXLalQSqR46uALIrAG0eBK7wS4xUbQHOoxXAC9vEOtsHvyxCk4oFmyWZNc4yBfLJq6vWWiN
d4EjsX5RA2JwBSBjVDpHG/XFj34JOV2hs6eoHJuFBCPfiQ6D0IqTrg6zjZpc8Hbp5OamHAEIF6w9
t25UPgVAwd63frjUzSYGrmXVuCx/cmRXPiHyCnhjxe/JMSrzC1BS/pVaTdr8lKwepkmgVwda1TzG
fajmLNWGFg8isadmPjrjClgge0vNzq+QHkSAe0PNIQlb7MYaf2Wpi4IrNNkju2EtqReZeO1Ql6C3
oF7f7ZNz12GFSr26NJsrQgY36sTSNVlUzqDvCk2zRrAtZw0KMppDh8UBQklFFp7x2wrPdKaJ6hv4
ssXONEpnXJh12CMAP4AJ3iiwMSygzKzO6BBBFeAQJjjMzb/5zcNoBLnQsLn5/z7VfMk/pvrjE8zX
+MOPOrxW8H1vPIQxRJY1qISUCzqdDyD+cFalVckFhBLy49zhJaCkr8vinyHUnrt9NePcpLM/L5B3
yEgaHlgO//dp4vrzg9FV6JNMxvmqZHSb2i4Xrm3cRp5g76Y+xDyEmpMLndKQqkpfoLxZ7zUrKe86
SEM6SAWdmGLspEM1OECBaGG1HEzrwyboLM02GkSNzoO6A4CN5u2m4RlqJT7H0ogyBVpOeuZ5to86
arfHHE8iuurcMYBeR7giuzA/xsqcx727zqokWE5X/JwYUSoUboPDW9C1c86wS66NdDVNRYNj/pp7
Ir5OU+XcqNZxotWTS6AFFwskRFswTPCDy3V+mM68vP84+4uNXKRvezlubIyjA/s8m22ummaelTpm
Ww2W0GVq444HvVtwX/UeuKliMKlTM3Sy4J6bkNAWmXmNlUcNebVd3Dn9kjpr2w/uS8Rbilro52mQ
4FAKRBEPIl+AiDLesqtvWRfQpNQ/q9G5aK5e/bS5d4k9nDBY/DBtT16Sg5sp0MO918gnAqQTDD1S
WHREAib7bCIPshf1eEWV+UIfsCHInfQOBHr2LU1S74IH0ppadNBGsDnnVvezH6IMmb4OiLwqqNul
74ZgMfCK6NjkttrP1+5r93mWpcaHjc763HZf43jIF3pZeK9Tb7TVjeAh4zy7OY6T3cB77Z7abjyS
CeIQ2a0DEP8a4lkG1TwZLcmt728xyJjuyIsOXdPuMqsUZ2rJJM1uDStfSo+BSUPNTCbZgrPC1cxo
P9v60mqWfqpnW3KhjpwXKLooUcRDNpozriEnGnV2tpqvGnnc2mYSDNTzfJGVm3vPkMBrGT4+cFqO
/tF2uxsNoz8JuIgaSqXVl9mNGjS86fQR5j8hw45SgP3rMptY2NzJwItP8yfjXpgsDNAkoiYVXxj5
tm4TLjTN9b78VbUZAkZqgq6KXOgQjOAAaY3WmP4qmtTrA4juFQVfzpfVO+bvtBq49fkv7ZteO+i+
+DZ/cQiQgvef5/v500nmBNcyeqW5pv9hICsVdR2uU3Os7AMYNoQqphF7z4RIglYW8nvado9mXmSP
KSQbD56uA6Gr7NCzs7Syu4xYhwP86bebDlRGe7+o7CcOojty0l3TWHau3pwTy9FWmlMWCw4Bvode
Gs+iG9hZqJZbBeMGWBEwJ9eB8dC4srnzQXrV+ZnxQKbeALVXVETJkWyyj6pdkZT6chrgmNGDNDYh
5waYOAHRw7q6T/c0OThxswOiIsaCmjQgwI9Fcw15I1M/IpSYy77Z0uSoNilOqcV+USd9XC0xjkjh
Rtfp6p0lgDZL3DVN5nuZuOh2dSF/OgRp+r3MPONELYnl4Tb0zB50IviDRk1GNyBVVtRJphISmQu7
CeWBmtlYWTsvQbCOXOgjCFTG6eMDGTQPGi9BPeo7+gCg9dAPEZfYSmJPJZIXPbH622h7/K4axc9Q
BME3SLsPaygCDrtIohlzbQXSLWA00yA4VU0BBT5UUH8DT6ENStyiO1Z9AuiaeZvMPRT4eF2DLwQx
muXHjhsUarsJpzdj8zOkPo49qxZfgHpW2kJM3LDuNXzsKgpfKH8d6eydt7x8rJBk2/EWEj+I0gaP
yoFS21gDvtvtm4Yg53vqAACZCft3ZuXXLh/MV552A/RATXZzraTf+rUpD2HtZohTZDpYA235mA1Q
xmUQ6PyhhkOj1P6dYLhXIBiMn2i4Ca0cP41cR0mCqiNPfA3MFkaG4rM8ls/QqACXM+yzm1DV53ng
IY2IgNrk5qL2ntxQHfEx26Dc5tmS9EdIRAeQPB5A843yDm1RDD8LLwa6NDBfIDtcA5RoFLtWdtlz
3dsnrzLid9Tz5MsK8OgL90z9XBoDUmvWkLx/jhQ5xChoZOlGgG1blr7S0hQJoojlz3TGIjebzsRf
bH/zi3RDx3Ozyr/k2TTXGo5gBtt9yepNOTZneNCc0d1Tem3q9ZAlWztajTKTzxwdOdMsed3uyC7T
fMFGJHYvVV9VWxf0Ay9mUU18Vm7uG+vM8ps9UEgQ583Lic8Ka2nY0w4E2magPSt/H3EyVKkBpuAM
JXiUzUqYa4WdX8ZuAB7sOs7+S1ssU74IEx4egwyyI4DKZOWlGB0kXAyxog7kCctLAg1Ba5WOcgUM
VXic3cLBiTdDlHtLaaOaUwCoceRF3z/GwmRrsJTJzdQcQcRmuw0+kun1j1wYIwhc8xN10kF4IAxD
UdeNWjSbzIyP2WxDfMwWWVq06TnrEPHyzWxBnFmQHzoJ32gu1Gr1vN2lQdEsqUkHBHlBzBm1F7sO
ANhUHi0IxJa2khIh21/mmDzUgH/P8berWDW0X6se3JPxYFcPWmYciZshhDrpLkOt1VqqmwIafYmK
RYtrDdHuB1uMRx3ir2s8HL1j3EbxsvNH+9RmpfWsgy59oq3jrDyAhbJaRUDNfSO3MK/tk6FHW98s
exTVu+90x7QthCtqxCxuna53xy7q/ZUeZck7L85lbQVvfQba1bEbk4Ne5OxBDaT+JiuhoWMCLmQl
mbvPcszjtqb7M0LAJ4478Y5sqVj2dhDfZb5hQMx1BMuoVY4QUc4+fB0osnDIMbKVgeRpD4ZecH/Y
+krSmYWtqmDcR7gAZ1OvOrPi704noeLuo0xIHUCKyaNtC0Dv1ulsJGU5nkQdlhHg9/fGbYDnzK32
kFpXfGnTPyPuhlXrIuhK/8s87tMblOWUBtedE+jOWw6uXYgpijdzlPqSZ6mAll4kdp3bazsdmc6r
QEn4Enm58bWW8kQc2gEDe2dSije9ziEHifoLTaTFI0PpPUq3cRY1FWRD8Uh+1FL+YZt76YzpersW
rAEzkI0HJUo0igN95NDN85NbN9+nT6z+FLcC2Rd5FDHfQbEgfQqK6lSWWvCYgvDpgCeKugvF8Kbs
uY63hRnH9sH1QJXyb/uIRMaiNNp6h8efPGPBL8+j4wroQ9vlNjOrZFHrEiIE1OPFybjoaifelmKA
rpkGHQQ/UEEt1ZxtXpYPO2DbmluvDi2I9ZG9gI2a1DHbytZrN3Vo9ktCuRHeDXvgm2e74Z7wbbNd
89JxqwM7vMiJpnVWtgqs5obcWrtmHE+PSDPMK8scbZ2os8gdPs7I9rdeAEtBnwOs5DbFr+fgI3Ww
aUevemoa9tNClPFnUrcbBOLEm1GE2Qr4qeHCfR+RPaNsNyz33KXJRm0R+oVx8okRgQLF1HYQkcM6
JzqQiQ6eiiLTGdIU0HKtRgjRAry6ST2OamVVcEcgLrKBAAD6N5Z7RiCnvATq8cu4+WqOnb5LbQeP
5EqT2d7WNbwl6gwa6H0b2RDTMdKfIe4K33Sd71UQpyvDcYpLkOn+MR7Ldi0546j1Rr041Dx/2m3x
eyj77tGPk24bhmWxjwoHSmlqMvIYLSiuJ63zHaH9dBV6I1t5uj/sQCFIGHU6BIzV69BzzDU1BYr3
7t0PB9tytm5RAC4+dA8jC1HanyXFHjkNFBhC4eEGZZAPW+2dtTDds9hd/02zIrTwqlWdo0rFeyzW
V4AsCu0B0TV8CyKJqhXV/mdIXe2Q6zXxCoPKE4gUm1uMYMxkoyZ1AN3e7ayl5oEAobd78wll4P3B
NivFTe0jfNhAGmJuuiBQxPdqnVMrAkLad4NlphjGIdX67LZN9OA5XX7qhyxcEqO3+4+dl1Z+Ki0l
z4QI/BpcvjlECasFblvjHXwbHJh/M7/zuDuA6wX/iNxJ+gfdb0A4pB61Q/zh28dgNLZMHt/HBsir
eYhEFvaG45utQ5lH8uEFcjEfdgJigCNzspP/yNJwHWkjagy6LtvZIok3SHIgr+ePeC4iVw52GxSF
ZHm+M7Ki+0YecZfY2xTifAsstorlRD3fabrc/rVNxPPIl6FKxvGDnemCGi52W6if0VfKm69N6kXE
X+zp+68T8R+9f4ydnXs1Ve1rfDtG40EMSLpCCr0+SkQANqwxrAcGSBhkjtn4swyvlRThL2usf1uO
7z/x3MDOMpLhCSjwZhrDi0pbswGVSnS/6YPdbFMtLhF7Umug/2HsvJYjR7I0/Sptfb2wdWhgbHov
QmtqMpk3sBSV0Frj6eeDB6vJzKyp3rIyGFwCGYwA3M/5RTsvePr5kLiTvhTiyztn+p1XXSAmsU9L
zH0MmNe9ldYYFI/tGxP7vR+eDKzNu/TJELXge9pXaNOk+iYxAReHcVmcIcFna2BP5XNlq98ktVGx
vvHYir+/jxHhFKwUz3xtLf6YkrUGwrjcvBfdeig32CMHm8T2/ZM5Qr0yhxeJfs/zDmu6wBsvjuH0
J61lIxOWnvqljq8d9OFBDOqCbEEJQoSfRM4Kk7CwUZykDU06F825KFv1Dm6nbGWvqD3J1r8aG1sB
mYs0Q0BVyS4sE1hXYkCrlYNzLFvBUnOu7ysLwYCxeS1bJ9d/tLHt3ONHu0Lh1k/vAn8mMLThCaVu
0/iWwSFeIath3CgFrn+jYsdPfpJXa5ykpjOUr+RgFbG1nYpcv9Wjwlx2phW8dlp2nya58QNiP/hG
t/0elH8Ot4MW+EYXawj5865AH8ElFOOmJ7PpPNADw7P8+ct6zcisrV1UV/chd9TSW7jdxyzDGOnd
kCgtgmZrtgFiuBOGRO8NamFg+KHcomCDElUBap/gyqI0w/4oi82YvxUl9ZC3w8fW8eeibI0E9LD/
dWw+gdEps3SFtO3JrO1s784LLNCIOLI5ZRqcZVke5i5ePmX7KLbDk8riU+oZRG3/h2fmwa3VD8a9
mOKLFEPQs17fAhuNNrLXmE5/wNLzb1nbXnvJam3U6TUk9JpXrv+eC/2Ka6+sLqxN69T6mgglAOGh
Ei+hjjYcv2vvLgtq9Lh5+J/hyJCD8rqAoEuvnyeg4pgj1vp9k9fNMlez4VPk6l86147/0MqG4XMe
ykxKtkoi/m65GK0OvikwZPP5Tfs12ij9SJqkU8OzpypfEsUzrgvKLlbTUx4FX+QyTW4QHFiuC0fv
4oNcrLkG30HI8MVaqnlJXa928JKzUvGqmJW/ZH0ztFA75nqjd5bvXWU9Np0JLwa3XCDYO20hzaQv
NvbimeoEX1MPGrSNFtslSoL+4kCgBmrQBF8jrAFMgfaGZofe9ueRsRpOt1mqv2SsbM5IMGVnVr3Z
mR1ItDMH5dnRw/CoR+HG19LyIUmi7taKbQAtPc6gAzGXZeUJsZOtSmc2J993Pl9bxWh9ryF/HFkc
sWuxDAXLSyJksq88IFy3MftMuZGlsHSt1T//8X//339/G/7L/yO/BUbq59k/sja9zcOsqf/1T0v8
8x/FtXr//V//NFxHd0zTQMPCdFEfsSyH9m9f7kmC01v9P0GD3hhuRNqDUef1Q6OtMCBIv0eZ58NN
80tCt66x091ZVQEm/X0Tj9Bw29b+Tuqc9Hn2rVNW132s3wfxEcbKNpYrrN40ux1QMzO5WFOQbh2p
K4ddqrEIxjLcXl0G47D5qQyP+BIAhHlfZkSxGa3IxqQYhKBMJA9+7H2sk53LNFkJvuMH7IlBz84H
M0uHsz4fhqipNjkPPRSZ/mxNqvYTYvrpzuwEK3YztSrwSE537SLHys5yAtwUxOLvP3pD+/2jtyzD
4ptlmuSgLePnjx55vFzpa9t6aPpw3JEE9kFNqdM6NZTytYpJmszLiX6CB106RnUre1hwnqBqC2Bi
f92ryjzlkAbOh3l6Mcts6EOLWbFyMM06eE3CSltFetyfbSwxj2WBTsZIbup5QvSZj9f6PndFfxqM
99xVeDiN+Ml4kj8ztRpv2iDSD4ah8cyF0mD/h++lq//64RiCqC+fjgE0xDIt8+cPp3fi0gE6nz1c
F+lWYcLLz41nMhT5HY6y3R1U/Sf5OAzrTNnIR54szr2Aa2V3Y4FXsRa4X4gBt2vLTDNU03gwBVmN
WYNpNp+0tjrb8xqRl+J9Fon8xVQKLIOKnq5jbhxr+zZQ8uoWoP2GhL35kM9q+iXatsgdxN5R1iEZ
Fm+bAv1H2SoHVOGwMWddfqJmuNZWoQFvT0+XBKei/WRnqPZ7GZTHwUMzQ+/jall7sAiD5gHvevPh
l76Geltb2t7BueOXpb10mNNa0z3MjdJ+bup82Ek9QQ+Wv+KkGuEfVe+mj818IFJYVGaEABiFNLS6
RQf18JC6RfaotWq1UdQpX8tWObrvk+voHPHem2u80Sg0sdaMJv4gLt819vxUVpuNbCg1EfyHb4Th
/vSNMIVwVP43ccy2oSHb+vxz+vCk4smijUjJ+A8mryjs48Rw6VXklSXPMCyfVbfWvshFmKF0w8k3
veGiBC5LNKXCCjKKz9JV9uoSK81jr/aw8rRyi6JYNLPbWwgIEO+dMsJcJi6PcpBskMX/te46mS9i
b1vXDiibUXeSnd1P6lEYjnqUZ8YQ6+UiC0fQViSKxM5wov178299rhVG1W7/w7Pn58f+/GEiAGUZ
wnJcDSE61/r5w4yDSqhJKrx7e6hHUrGpu1DhL9xqoeIC+k7VdZe42WsuzLVc68oeVRXA0uuNHoVb
hGdJIxYO3OOu2NXkGebnbDU/XT8cIBmduxYvNzrIajw+CDqpAeE0f8qWVawi76qJ9E5143Ahgy2y
QaTKWwPZmZAoAbLuitFmy6go0LLx3OTOAufy95+Ka//2FdMNW5i2qiG5Kwz9l0+FFZXhZ01i3Qvs
cs/6bJiBtEkMhG12uZWaqL4VRauhuAutKVl9kF7OMTSQcsmyDv08iLEOUvJSWtmzR3Bwg9Ws6ipS
0OJO66WEAuYm8hxYIftHc0YMRv7Wbgv75b1XbYFOswXWjf0cGiq8CFGMUPF3stjOdb0DQykY9d/q
ZL9iDjVdO8/9ZN1YOyy1DeW1muW9F7Y/GQ88hvEV0fwIpS6r3MuWsMRjy6uw4ZKtH3q7Rl1jkGu4
p6DV5q/A+JmvU7GJtHraZSZAlble5IPFM4KgIqop7PgR7HcA45vOoqvd4UGbCSQFRGRSt+yU5tLc
1o84KCUNYTkswgI/Q965V7095t7FpW1CZOanxjs6qf0pydrmXlblvLpWCTmMjSzKBjWBQiXUL3//
HdHM3346Ln4broq5gGsa7MLn9g/PodEVvO5GvbwPAnWOOmcvUV2FX7Me0KE3WOKWzE8IPA8AMPp6
wdcCRQzy+95rQVppg28qKhm2FT7+PNKtOsEGZjy5qRLCcUWLxeqjipgUcrWy6ITTOija6aELbFRF
/GwTzo54Ra7kZ2RigZrORXYYzc6xZ5WbuZhWiI+WjjnsZBGi0duUsogV8joEarZ2dL7lkhEUelq9
Dier+UC9hi3OyqiqrsQhAlXTPjGgul2p12aKkAROYOqVeo3bXH7j6eYH6nXhD/W67dP2egl5nRFi
DrhvLbZfNc1u7yzN9W/iDv7rAInnVW81nMKFSE8gFOxH1S/3XlCor6iKNBueqd5Wdosi9M8Lcl19
44B36thByHrLaL68T6v7ExHgebictmhzn1B8capbYwI3inXjWHbBI5rrBvgconWVXe/HmowAtAJ7
ifpF+J3lU7ZIp9J7irtJW3nKkNxkYEN3bd5pezmT2ZABfJ+pF6l/7xYD5GR8sjpvWGqYxhGchpvs
zAdZb1bNuK5NvV2q1vRWJxtkv4FRuhD6dQ4n3GJiVd84PhGUzGjTzwjAH6QzZBM1R3OY3FdAjNYy
sscA/gT2qXZTqbshJGCvarrOHTjpZyesD7WXPUFmiG8Ej8O7kY0RnhcYXJt590iey8fOzs8f83Sq
sQkouq0sWmXS7usO4LgsYsKs39a12EStnt8RYVdXuUjse63MkxtR2lt1HOx7WTWEXrPyNG/a6HOd
ZpQ1zh3X7l6fZBetyPYyWItpEOqGibWXAaNAZsjmumawwUZ3AkI4iyUH6bZXJVPvwsokqJfXe92r
yh+dFn/Ro8mB81p7S7bpxm2p6vXWSGoFPNCEXAMszk0Rtvn9X82TxPshLcotAYtuXXZY4mVhcV/M
bBRgkLgkz0SUTMkxbayTjJ8UdfJgYhwg+1oTTyknLMnJD+MnJ89X05iPT1EMQcMpLZVcCzt2VrcG
BI2cF+ksbmgmxQpi0XDoq6YiA9d3fXyuo7xc1qpw79AnDba6U4Q4zuTjKdaIzgNJtB8sjUSBlQfO
VzhV6yT1jR9+6x67hoyMHA4cwL0z/CDcAmiaNn//JNR/fVuyajCELngxWKqq8kz5+UFIGKpstEHp
MIxXCbH2HuklSRlAburWDVp1h1QYERFZ1+EdFTTd49RYJYY3qORbdqHeRV3GeqAv028530rAZcbL
ew8w/D6Jai/c2bPEitRZaRFZZf/TuWspqtLOBrbyDAtHjHGXfl2n13WEDvp42RpjfGmDRruVDYIM
yO3ffwzqr+vS+WMwBeuG+T/LkjvsD+8DexjAeTuivbxh2m13ZpLykxc4HyPiRRhA1yb0Mt9/9Imv
r4xBL399GMgRRQLIX/76gwI9OzJl0fLvb9lQf1nn2KqjOg5/OYeHh/HbzhOmqYrRYBhdrgv6ybMr
lND98DMx4WQOyqO2E29L1xPbP6vlO75SgVL9Xu2j23itFnobfsZq4713HTX2ygzLDI2mtQxzprYb
PmkmWi55sh6DGuFgUh6rLFaDe8Uv384wQjBWfQvNI/NVYzXOZ+/9Mizy/sN2XNXJnfz8uZhCc2zW
xbpGoMBwnF+DIQJz2NwOg3qbtLFxaHGdXgI4AQjVm/6nMHVRUgO/7NgVhDtjCCH+UA+QxN4g6Uce
M8yCTy5Cu3jmmNZFJXT9lJJek92y3MyOfsDuXRZzE3XjOuoF2oAhi66hKQ4kXr6C2Yl+pMWFtQcP
tszXSWx4zuusWLskwNTeG17SbFJRlqcm6ewDuch+21TGdAvF11/xRNBe5nm6xgt/TNPbPJqCYKBF
TqooLqof8BxCiLC7gNc+O36cHzS+JOocZWgRMvLb86Q8Vcg3XGQvWS2LY1tOO0i0X2S9rJKN8jB2
pbdSWT0ur1eQlfU8Za0O3aLNMn8r6z5czLGbbTtG9fFDXdpl6akR5crsS2wL5RB5KRMO0VZLqvRj
neyjmFU+W2l17Ht/v2scjdlaOMLd8sIu975ATC+BgIQZoArNz0myFaQxzTxFhUbUN1Y91NZapTvK
cu7k/rLx1ZBF0rhOvNrCnGuKxyU6vDyYrCZ9sNvAPk+Gd2MZAaW5qk08dVE3wsRywkxJA/jGUTHS
H+89elP8QEvZ5glhxCw7GEk+x943Nm69cg53ngj9bbjvrXmWPYykjHeEWIljzo2yTo+NNRGQ4PZ6
pdQdN+k4TqvrHCELp2iKbuxqG9YxgmPzOK12srXqqvb6OkPulXc6Nonvk9rqFK7gCxZbOasxFd4l
TPyDYwozX8Iqw9ig8MZdIq7XaXzPOOEA8iK7y3kGssOLBj3Ggyx6gWPM5A/ggfMtyEPpI8uQWNpJ
jvIdX9lVBX8TeVeyTtdAtZMyvcj+oRGi8eCpwUp+NuPgfdbzOjw5SIzdVGW30QLDuEcv0LjXJxSV
sCVw141lBtlywMge44/0TnYhVa3DhMLUMtS0fK1FRrN1O0RpsYxP+iTZDJMR7g1FK56TyeM9Zidf
ANLVK6vJtSPmlcO90nVf1dKLvwCv4Y2UNerF8d34hkWOtZANmTX86EpbuQu9PD5NdZOs5AUIsB6d
GRWXd+MFxTfU0Af+FPIiifeYQzZGxHNItknRu9vaUIpPODgvR1F5Gy2pYSi6ZAOU5thHJSHslpjS
kqdLtFdjW0DV5SMjgCUWxRCKcunxEPNUP7uTraoVdiuLDeRWFgPFBRaDf+d1qorvcMlW/+K4rXjA
VyHceBrxIFkss0rcwIzbXfs2AzRfFOfzjVfr3+RsdmErW7xazSWbOfVBU0htpPpRtl1rMgD1KcCp
6606SpMdWPri2DHfuZ6wTEeLAvZJjSEWYb23e55DaxE5n628jzYXxkk3srd77i3nBlRqdr3n+euw
gSKfr+VVExMg9GTbJGTnC8wHed+ELfvrff3dPctBQ638ds9+XKH7TvrmpsmGTa/E5rat3H1Bigcq
U1uAD1A63lDydEzaCvQjofUitM2dK1scJYf0liW4g117NnADItPxMf+a4QXzHD3A3I0XOi+xHuBH
LOsEKpXBSZ5ea4tOEwsQW16mxKsg5AWgxw9RXUILqBALg7ScPEDfSx7KFGPD3r2THcg962sBI2ct
i4WItXsGy45yCEZSzqoP+mwj62qHnGMbLnHUHPd5lyzfhjFvHTTAO9oS+WatSx6wuW9uRtXavvdI
y7Hln9nmOzlXOzXumU8EX/eyKI6ynxxa+QOuXmKo97IuG0R/Go3odSqndu/oZbIiQBhtjWYwDyLO
0rM/VCz4hpWXFXsnznFJElm6SIJi/COYNklm1z/GZPrGRkx7dnJi1FHlZUCL0U+baoP9idb4d4OH
HEnWaelnTXVIOTII3CUL5kb7Epk6eu7NlN7LKw9jbh6iaLD2KMxtC8dCpUab7GMTBX/ovVaSbVPQ
SLQc8xzy1tgYha9CysJ5eYxLdyk8UudKvS4N9B0SkvVfHF9cUGKes2hs/p2BDzki3xyEWv5daf1v
JQahn6xBxEujH72HGpnDFWr+AvbA9HZtyODF4Zfrhq3v3AGrh30VBP0zYFN4siqJ6Z+uh9MztLC8
LjbuWCCEjYj2pkJKYuUlOLFkncq6bezUL/C7Fl6n1a9uDWM7QHxsJ9gSP7uGdSjTedbKVZfOhF+O
PnTqTRbGpATkSEJaXlCOD56rFgcbT+K1HJBm20mLnM8wFBJ8Vvp6D9rbeZxc61a2T1ZEaFAt+0tQ
EOWFJIdt9nyl1PXRizLsR352zX4QQbwptcr77FWb60Dd6dZaO+UHVRAowSvu0/VGAF8ulIwPLmZd
edZIAyzzeULwL4c8bLPnyQnGnQajeJM2bfsaF+NCdlB0aF5YwKVHNHzKe9fBw0heqjbhANesGm59
UuknCyHFlWxQzHrj8tR8aR3d2DooXm6DeFBecoO//HxNlNLK1RQ4CZlAgCNY7ZbXjyvHn3sBbMK/
txSMTrzZi1aOqCKAI8QjXpvJ8rfDVFQ7zCzG5ynHrmP+oOMUej46iunZmhQXJFekLSZeSU/kPJ7K
ESOIkLT0Lvdj3Keu+VOSqCYUfMIiFhmwWU9ENqi+/aAMeDzOb9NKicz7Yj44CWu7Uo+UtXx9hm5H
g/MtsIb6+kIt0nDa5sjHLOUg2asDBDqynDzLkjW0LuYNPa/hPNe2LHPVA0SchQ244ikxFOUu9ouj
6nX+y2DnfDhwBq8hrapSQcuIdFjLViv1k5VCBmgvY1gAEn8khSMusjTPqJGMf8rmGVE5Q5+bMJhZ
ct0/OcdJgG0h3IITEEbn1Jodq9OuHLRdb7c32twAZQou0odmZSh2PPSt/VREWKEB73FOnqn9eToG
FmYt0/DdVz/3ho9mdNulxFJcPV4GdtAsHd6R21IXRrzE1W+rdY5+qaEt3E+VCM56Km7eOmcKeaOh
TVfXskbYCaJf2WCYMk9WZ9hZiuguCd3kngwrcePA/aO1Etq01knXWlPzNZMXqo38W1s06hpAs1gD
m9URdLKil8RXrHWquDn+KBTLHmVvL4iLkywOurYDysQqKvfMh2wq1vmYxS9+UBEQn72hWEjHL4ju
O9tKeG+tUTLEK4R/xr1s7YT9xciD6kYOVfz1pAuA70lZ3LKHf5LXSTOjPMibSuf5YR7/9U3J1pQg
lrwpBaFIFgtxufXGSZwkWPAKG5yLGXnUhcdO5so5l12ubPQPAENf8YjTzp1syUl/n+jaSc4Zzp3M
NJ1WZeOvx2lYgm6JHoATTE86oOm4gWQqS6LPWaIh6i1Ljqrv9UnE11JSjCfdz/tb2eY17g2yT86N
LGm+eChRKLyWAOe9tIOtXmRb5qdf1cAMr+LTAqNyQuxGf75eQlTJgt+Gd5IS0+h0VovMHcEVzDfn
tTnUdzVxjrI14z2/UFODcL9sxUac31QCYLP1xZNlu8kyFefGquI9GZb8cbLsaBsrQl3Jop+I5uxU
3idbWCHfYuwu/RHRKtkoGi6V67V7yGolfxziLt9kEZFe2dp7enqqR55o17ENchtO8ii7phmK18R7
WbjPFw3avltjHJCQxGUiFyL/ARB5UvX1JdFRqE/iVF2Rpq0vZoldLNgOTqOAVP2I8P/mWlkGLk24
W9xGaWfsNT8bcRab5xDgCVI9/VT1wX6YgDqjsZc9qG6fXsowuAic5HMwhxMbNlXHlWZuNcO6OXoj
wCUvLfMHWYdf0mcz1cDzzFWh2+M9Pm+ERjnBqAJ+1/Kapy/jBxUEjhfgESiLcoRWbIK4E/eyRg1Y
641mEm9kWzDG/W3bjdfuskc/4JvcFma8k0WH6Bn67939ZA+fUVxpTrK6UUDH8QXtDrLo16UBYQXU
uSzKQ19pj3qTJGd5JXcCpR/y9oL5wo3KgzBXWDis+KIkt70xiLUu2m7Nk6bcZE1ur+TALleV+/6P
67+2Lt1pNcJZBt3FLFOkazdxEm21YMweZHczI7+niUl7u33HN9gDmS9ujG3REtohtG5/iUEQAtG2
rt/G9gzwVZzDe5U8iwd7AyBsOMvStQrfBrJPw7CFl/k2HLl4HQTy2C0hzO+DYrDXiQFcfgRMedtF
Tno9eLUz6/Z7B7fNUStJa1TThiF766e7bb9pbfzh3KAIV33sq2fSos0ZQFm6iock+ObtZbTyvV0Y
3d+2y/G8mlM2f0m+IVlir0oyDce2geItTbbfi1KL5b0IAwUVk7kzbDc6s/x+em+VY2vQfavKFcPe
IRFyU+vqD5lZtJwApa+qsrYys8iq7TyiZ3/fsAqVvbzIfhp7ZG/9tHc3VyseTX3q2rC5cw23vEv0
5FkCKorIdzZ2Ubibllcnmb3FaMHOg6uab9/lmhKlSk8B25Y4DoMCMMmfXaRUUzwE5QpFlWE99nk8
Lmw3u0U+L9pLnM21TqJtrKGpV1ePMKyjwRkUA0LalnD40NDjDSYD5GcG/wL5OP1JtuJUhU8u9gBJ
3PubwSdOVyg9ooyqlotzELtrlSTLrT4fRkQUbv20+DpqVXyQJVnvtNrbUFknD8JShtXIpu3G1JHM
DdE4Po523T2acVuvmzKoN/1cNBTV3luRHy5la25E7k1ZGQfZKKuKrlu5ulDvZAnbFVRexzQ/YuX9
cTahbkK/su4wXG7ulfjcall/p84u2n1KJtb1GrGQbbLO8hXckMKegNDcX9a58bmpWu3URenlfaA1
DmIhi78M1DOT7CqDoBX1hCmmtyvJAVGaebtcc5zkkrFOgLuvEsLy7Z2iZNox83rrtzNW+BvV9gAR
NUSPiKQRpZjB7GSZ+7IzT7LUDop5xF/hiyzJA8jxcRlhmL3V0x69587x7zviqfNgOY0XNsr86w5X
XR0j3jzP2ASmeep7Jbi3ArA2SYaV4PSsyX9ShDryyggsByVNPj55iKrqmOi6cpalsYeOOfTqsyxV
dt+dqtyZtgkJmFPoBxgTzof432dm6LbbJi5fZY9ELd96yOKYJEvTKCLc7YwGJVO4JBPOpwsX0eVL
XybujZgb0rkhN8BEoisK2zvv3Rs4q28jIE3+mAoN1oeZ7Ls5062rk3FnIKI4afV9Ome7bR7tu7og
jCI7yLp+1pRRgFReB9W5YtzZ7iazz5Y5LK1YC8HcZsZFHnp3wM0LK9ZNhy8PG3oaAmfGy45ziwEN
btAJqcl+shWM2mOHuddOCjRlroWzhuUcpT6TqyLVvpANsjy3Kp7/DeggNO4AS5rM7bWH9zNfGYNV
MdcpPq1G7H5sfe835OYJz5SvQd+XrwRnh0XPn/9C+k67L0lqyfoKK3PCZnWxE0NYvgZsk9KhsJ67
lgUPSo5suef69+EZZifHCoTvbaMhfDJhB/TCRgId7fmsmuvkmayTrbJf31XBr62O27+NzSuvWrp9
oG2VSYdr1QRo7SDofgDHsJZV7/XyLLca/9w6Rr11zXh6NBLvrOD18H0+AXnXyxO8xa81doUh7NXR
2uMv0UZtcFAq9Tbx2EOE8i8nT2t3wvPFGXsCJPxNrfkgG/RJCw7unyMc/qWXK6PExv8DqIA+rbR8
aLa9U6qP/CmVbZ/42UoWkxrAqknYZiGL9RCzTWOl4Feh1i51Rdv0fRQBQWGoC1BuUfLLOyqNrj7K
iauoJLA6FwOLid2MWLtHhBe52dG5RadqXQTacHFnjkk84DQpTH/VQZ4hI+o1hv6C8BTKeHFaLFU3
MV4UKyNaq2QldKlSf6mK+nU09eTWJ/75+BeDFHUUqyzXrHOGO7OiRDFrpZXvA97jF7MK5Uk/rXhj
WTtLt8xNqmjZdgQqTHycl68s6rXBzmp++cpigy3nckqD8m4cE+OgJa6yRE1o/CTQ3ll2rZmeCLl0
L0CbMgPpfdkrKAwF1pI7fHIdtF/RDUpPeqfIXnLwX/XSFSgFmWoFREPi7sVQznKGomnfLiuLv1yW
XnXS55tS6dXVqGnp5f0Q6ciKFeL8XpOqvMcXQHuWVWUWJ9mASUV2gUPdngT6sJ+ylN8y75knzKas
XTqW5iY2hPmpq+pVMkNfIhstfL9onFOEoOjN0OGcfcXEMNKrovgpKZu3kaqXXkfKDsm/R5Zaql9H
StAMToV3Y97sQiwPvtTZdkD36EeFoeGiLDrryUTsYZ13fXiuSiU+VsqgbVzTyh+ItJDbsjvjWzu1
CzkqzsfXNpjCl4Zg/ApwUnAJDK84qCbxO7iU8X1Ue8HST5Pya9g7iAWQOYs93qhKUX+aQrdE+qMO
blAd7PZOlb+y6E9X5WAQi8K/B9mg0fnMghNoZhv+mP0yYshTr1mq2ksvN8NbtfG0nePE1i7XVZJE
wLhxe+2HV8PKcUPh3YrP+yv6eJdWNd2LV6r5YwcSfVlgNbFT3Tx/FKSqYA2607IwguKxH3tx02C6
x+8uf5Q9zMHZ+dOY3Moqq3LrZeQ4wV72n/zO3JapmqxkK0H85oLK1p28lKxygmGFY0t7J0tNoLvQ
VrDDkHOHYaVsLKx5URjlZixfz8FSFp9l3yFPq0samhCHQ0XHkyVMHwldXbokyz/rIVBbA2WYQ+U4
QDQnuAG4rn8evRFRyNbgS4ElxKdCfJXdFRWIy+CwsJdF6P123vSvud6WOwza6o2sxg5z1RhRCiQ/
1fa5FpRrOWmnmIecH+OjlTUwu3RjDxQpvo9zA/sXA4xwbXfYHOWdx6uw5F1NNPm+aACrBGMHVyjr
46XlV+0OMSiFBOlc/v8cfJ1qvtpfTqD6mElGTY6Ix0z8byCII4vwFKloWrVqYS5kfaYO06rwe/3a
rcqGD90aJ/nYzWKxtBesk89jKJ2lSSJ+D+PGXdS2iux+MxkvAgPXDFnhZyHc4MayymAxzQ9R1gfd
1gXiv5ZFqzTNRUyg4CSLnv7U+VbzHOiVcRlSPyaNyWSdZcJJbVHKi7qFlY7tN0jRK6FlBCfAxxwj
1XU/GzqmZDjwiXs0P7rNEDfK0XPL9ghH2NnoYaHcRSO6YQFU4c9m1140OX6KURPqw+p7keF0MNhN
j9AnFraF52YXuxjbPWrI4y7y6uYmHRXEaXG0eCZB9EcadcEPX+xMTec+SlV7chJnwNSE354yc5Wi
qFS3AMzbQxNMmH52mbkOkZB8FPODgt378FWxaiSRiYlhO9jtYl14u1Gp/FVTa/pTFjbOrigJQsji
CDJpFytxdC3ilanvNLeOr8Xe51ea4qC1EnlkPCViIFuuZxnvV4qNGQ0Urfza2SZdvSvx47u2WpXf
7GwiQtexQW6zzksCHOvmsYVF9qQeVVwE57uCJZLiPqZ019bUhI/YOgIxw7nVdYtw56vKeG1NXE/Z
+p0qrq1TEnlbUuxg+ueZK5tECM7S+rXVVDEMNjV0q+VUQSj0rWiQ45RF3m3qdmpr2O/z2Gzop61m
enhvzNdVO23Y4gIG42es97VTNDtvzJ6wsBmGBWS9+iwP/HnfziL9xq6n4fRrD9ktgDm5IJGXbGWx
LvCqzQIT753ZhTA1NOfsTg1wlcK74eWr22hsWOGm9NHQlJWynzz4efTVDgEoypJstBRkDNu030Tz
+PeuUUIsKonIhb3XybNGE49ahjPm+9w1Bp9HJzAPdejxxpPdvAjqZonkykpOrKY8fBYhJOQUsu7x
/WJejotFqeS3MRvyD9eHCVCjlZNFa9n3/WK2Fu9Npy5O7/Wtr6QHJJCf5ZXf5w4zzVkSGFOvc9gP
nq3COJxdO+RBCTHsCFzMlseZnPRndZIEZrOQZQ3HhX+fmqTSkAGBua4r6UoAsDhdT2XXpkiURdBg
6yZb/ma6Jgm3mueTWpgvOc7zWH7LrkiWjVFxUKpwtbUaOazNkFN1e9Xdlz7fclm0zNhm3xTkZ2G6
/nOFFZisVwdH35eVYBnbj9MntYZRZNWgZgHLGk8p0QBZH6fusJ+CAY6ZnBx3F3IkwNOIgbCgVUkF
yEPRRO6pmg+y2DRmuREefGNZ15clSWpy/MVCaMIgMvU/lJ3HbutI166viABzmFJZsiXnbfeE2KlZ
zKGYr/5/WO6v3Wg0DnAmBVYgLStUWOsNqXefep13n+Vy2wfWcmERtomNrR1u5A07Al+sK1nJPlsN
VD1GgvvfOlqs9361q6sgMv66TVU/721j52xXSHf+aHJ5mGdTuwPSkPt2ca+K2U7QPVoLdaXaEhJG
W+C07eZfHShWw2Nb71WDU204zHpdnf/VrkaoW0mTR/uW7fLnX/yvP6buNdrgBwHENTJH6Dcfo3mv
ry57Xz7uyu+9Vj58OeyEkxvru1ZVv8aMVqxv9EAbD6b00tAxnARf4jY+eXWRH0YR529JlD0qZsIi
o5SvRffPEQGY5v/3iEhruu28dKiMBghRBn1H8KqLyztT93a2hWXrV5OXp3Dsv+pfd7Rm1h+tqrmH
ZVHcqfbPwd6se9uhwBjN6fvuAclyCBI2xg8TsZOAdF/rHXE3qsJmdrqHz8a6lIfRNFc9UNqqtZBt
nuw4Y+tb9ZjPDsPDhiRDlHnRVzeg1SJo0mZ9k+dRv/lqS33heZ/1SlkAfXUZBqqcobpTNf6jX9Wl
RFLhX4/7z4HT+gpUjyrUE13D/6vtq8qvjoVdjfFL7Nhxx4DHtA3IuExhHc/1/YSpH5mdqtEvDRQH
3RJUVU8fSbPfxl0LRY9Pea8a3dZdvSVmK91mLRKa1iifmkRnLjET7+QHGeGSsc0eTf9d9akWgIvp
0SPyuPlqcx3sIJISUpaROe2TACvwVD2p4arIrYBtu+57n39DtdlCT9GeEPJoVv54NAodDExR5PcE
4/J7SezjKBATaKLKGPnu+pSqR41JpqkD1jsgB7yOVh1Q8Ix9NVgoTxW5ea6cbJAvUYFvrNPgqBb4
8XPhJNOHUQB9bp2iIw/d4G2WxwAkSozU5wZuNhvH+AE9Rnz+NIh8GUfncCzs+Rd87Q1chjEO834E
a2QFYJZseOl50r9oEUm8wWpRgPBQcNbzLD1p674LCky1s6Z5eqklmOTERaDd8LPT55PwyyS4EqEb
2PPzy4vyGi0FWpxdfbEckzyuN+c12aH/1dWVKmQiq6MtLTSD4vje/bsgtAaFemJaKxLfPOi+/FCd
X+3/GrtMjVixbf/5jK9bReYPZ6zddurZX+3q6qttqf3kLkF9eX0F//pLX23qxWQLCr4+ZnZ/D/VL
Ozk0boleU+zIe/RF8Tv3Yms/+YXctekCDLx4DDz4gFrV+S91aT7UuPjcdBKpL7I3lnDxuvwyjEXw
skS93BJ38XgP6LXl6O4ttv87c60GqyXrogHBUU9Kh9bAfkR8V50OijNPET8X9tx3bebUuHnF/NSx
8KaMVlVUMlBgGVRdXaK2PZ5BtK70gSl4LSLsovNpvKoajMDnotTH22dN2AS2/Onhs+Z6x2Kp9EdV
CzIiJC7089LyvgFjhn06dstNFSZA2F0ZWToQBdrKxv6rowVRiXOH7+863eldiOJrD9ocYcwMdfx6
QgPd/JbG4lDmCZ7mfz8ZjnWwKy3QlwFejrBmCnuHhJX70AG6ebArLz3OtgdBaaiBlqyFRVTkvsDB
3Iw4jbArpa234oPVLhPbU2pqbJrYZti6CaxnXGIeerx3Um2605N53BZEtn4g5tIY7o8WwbatnhXm
naXV3nUeSKupjgbSMvaP+scwOlABF8zqC80/zLKrzgWa/2jJfV2mDhBc0rpy2aSxWZ07w8UCatKi
E84AxJzh5blOW7+IIa/ImJXtieBe/VKwwTm0OCpvVW8BR+2+HYs3gtF5t+nHJfT7RD7Va1IVsZIl
dDzMAIc4QFseog3uFH2pn6URLZ9FVo7/rP7QFrdAL1aLL0SFoDesV9FSiX9UVce/2vJ1XO2XOJmq
W4yl2zG3OMcWONAkBBmPuRA7T+gt5MokfTScFkJFI5sfcnBfgkm3XrJ+so+ZZ0f7vB6ibxpo9Ako
zY9mQbmyHObumuqFdT+R7dw07VTepkTo8hDHEJpKUF7IKozRyZAZloPSjB7MteDU1FzHlQ+VEu7f
gYFlky5HzEfoVMNYon8Tvk7P6hmqEG4CCDzew24ElybsBYtsFPFsa/7DqmsEG0mkYy7Up4dkABEe
DY64psgBXKtGIB0qI5dIBNWvDrFWC7sD+mTh5fPVoblOc68B3PSaEgHWUnrvVhwh2Sta7+LCT/02
9j/ctTnCSujUr8FBsgRNCII5PhpQJhFSGjVMNl3tDg6qvRvjgsTP2qHaVK9jcMxF85sxwGGbDVJ2
oVYs3i3oQIj7np380Of8STaN9lID7TrKxTb3eVNq76WjbdSAGaPmbd9k9p26MyqB6igHD9wqngpD
J7/7l6NA5+Ssdpl1S13HvBGRHPdxoWFE8XebumpT0WzWcMZ+DuYBKhono2GefL6Y3KsKp83Na1C9
qIpVMUGEBaC/01R5v7x27rMd++58Z0ME237d1az3x1Y9hHKOvIPqUC8lAvuAE0yMVvlqruzB6NZ6
Kd5mrMNvQ23EIQl9As7tMh+8Rno7NcyPSBG4dsC6u/b+f9/lDEnz2uPho1nm8IDGzfAAGwHFCAu7
XTJJd1/tfVKSKF4Wn+Mgw1RHluv6HSHWk7pJtfP/oh3QjWuIy7NuZLuJsI+++0139HelzZIGB+jr
3m8tlqjAG3795knN3Q4B+DorFt1JYjx0BJll3Zxa/nU37+g76OE/rbj/zePi+0+5OCUk560KJ8LB
DCiJ8IX8UphTHd0w3co807dmbgAGlv79bCDOpYSN0sE8xHri36uaal+b1KhgEdHhM/FrlhWAP9sV
z/VsRo9a8QRIWDyrYsHZZ5s2U7JXVeCiqxtvMx+adEEf0e/vpNHNN2cp0EMk676BmbOcVGfiTfMe
M99yp3qxTZ0uRYmdi+ptC4ShZnBcqlM1wbQAamvPN1VzImIMkbyLON6U5na1Lc5XV4YBQOk2B5C+
UdUv2+NPvxRVn9YxstG6jbJG1j1/gmJrzM++j/qjqeGHyZZ3edb0Yj1MTK/zWlNNumm+oTaa36vx
kq/sAbdxVp11hA+M6HEQNgF8HhZApkCrAaSYiRuLmVxxWWILODH71PnjrLvsHu3knryUvuUFjY+o
o5lsbEPmzcepHWrAlWa2mYsZ2zZtQGy+f487J3jIzi6TzaMHRTifZ7KteeEdbKLre98L3L1d5e91
WmuA9F1tI0hPHknHntCTTR6DiMndgOr2h0+g2+4Q+jVM20IqwZ6u6kpzgBs1NTqApsvHmmpjgQt4
vWrnBhviT6zShGKJnLEkj3qEaa6M7K1fmURxsxVJfvSmxzlYd0QBCrExfx8lhbk6W2a7bF7NBLIw
Kgxnfv9TCIztZ4VS21OtW/Ep9ouPYIi/izQODlFiBMcs0ohtcRxmlUz4Fi2vTjLnB3dFM/hyOqVt
zf+KDIuf4HZrO+GMKtFDDaFtL2DPZxHo88Z46S3jj8Aw/VAHEba1+4hop+aFrUWCSJ8B/oxxvxlG
fj1ECUqsizrcn5Ce0B+CQEdFmzwhTu4CAhCJiB2gZw/+Yj3JLZmO3Tj2rMt6nl4mYIuhqLr7nnB8
TMT+V+aUKJU2VreLK6PZ151WhKMNwNTMhw3yhACdkg/D7ZfvXdMfsME7ycW5WXWrXwIJtpXFadgF
SVuGRjL/GfXf2xIRX86+v1FU5r2QH4jVHdKg/DYUgEnMuofRWT2ZoNXCscWj3NS+xWW2cdqGZaXp
cLES9ve8fEc+am/xzpQB3muTJ3/rbBO2jv0GG6A5AznmdIJnSGinAyEDTRs35lLmAKycP8zEXAB8
s6cMkkpsGPABJ3FXlyywc4FnUVNn18QFWb3E5O2cDKn7qeoPoEW/a2NZvvTRnw1KrIemla8a0VH2
Ccu1ngggFcmqWzTlLB6Lt9UN8woek/9kaRD3IbwARHL8nadxezVmC0+t/KUfBuPV8s4DCMqNFokX
A17ItoIgv52YA4h42idcqq/2Mp0roWPolBXXscM6yIAis1syPgwSvcMhAU96TuJT0HQ7z8SDL6pa
nFbs8bE3kpbNZ9ccEhftumHoH4B+bO12HkEh22ej8rVQT5ICpF3/7C0VCcu5WrZ9VLZnkY6ntgeb
i2IPqVng61qvH8cRjllllwBfwXWhfk62P/Fw4qhJE3U9pmMD4v5J5F59D5gz5iuib9xD1ydIMCb6
xgUBKWDwH5cFHoONk0xoRKVx5ljub8ZeY+setSdi2KGNyRUoDv2cBgKacdMk5q6ZG3nuM/S3b+qy
gfeWh//oW0ydhrJyh4PU+1NVE+gCHcld6imG6v58QIzVTBqZYTEt4wGyRwlp1m5DHMMn5BgWeRZB
Yu6dXr/pZt2cAZIv/MISH9cNzsdbOQMy6c35N2uVC01mCR6lWEXJ2RmErH7x2TXh6JfxJqo9rIxy
/9cTtkAfqc8BDs/2JCzNH6brPYuoD01yeqcYyuPOS4efteTjEcHyUNsuOrA1EsBk4Kty1Voeglub
ZwkytPh3uuKlTJZml/cAkdv+d+EhfQFQ10N9s653i5b4t6GNTsXia88ROrHRnFwMq38tna7aI4Dx
0ZW5tvMiyYeHPiAiMsO97oqBFD6JakNWzzIZ/ohbu0MQL3EPmUtCpR77fTS05YbXm12KYjoECW9I
USP9YRbOcN9UvFlGLl6Kkby+2XB0icQhS4v9QkD56Ap5VxQVCjFZ9TrW+kasFiPYHeI2hPUWGc1s
31XRXVsjTpDxY9SN4aGOjPfE9AjVyPaic97Y9Msw7GAuOmfN1AQx+8w+5QKthLZr/hRGVYVYG1t6
+ydiL2k42SkO1zLHdzN+7ErLOCL02sa9s0VIt/Lks56Lt8bWkzCwJo6+fnFNPDfet9aITG0MNrUN
ipNpsEnI/Oy9a4Ml7DN/3njyru7y0HdnNxRBiW94Ufv7inTPtQey2Mayu5ZOTzQXVQs0ueBhdUJH
2lD2r8T001AMzrtVxTCyCDndhB4cxxzpDF+eK23+HXjIKDnBhzMWuEha46kk8xQmgnQxi/O0mR3g
fJUZ+BvC0NORk1dOdg1RlLxoLunYMQf7k73Hg8EM+9Uw0sqNN3jBE9jV9s6e/WCb1gMWDBnkVDGm
F1UMwkkvZEcvedG6ZyBQBTDe4dnPIFgQWQoLVwv7rv0ztZw3Z5x/tmZHDiyx7wBjX2pYiN5MHNF2
/WYLnf6bxLNy55X5C+rUznViuQ+7Nm+PdSyLh2IGh6cl/aPol9Dui3xXsKnbmhCz0FZKMYoyRrC0
hbvpDQx6G1NY6Mr42bEt/PgOd5MI0RgruSxB4ZwidmpnkWTGOR0tGJpJuVyqNBuPJVq6d0DDrYMh
xHw/JEXMZhZaK/CYZj+M+OuRazJ2dZp5D0UXJ7u4vW96aD22cEmm4iOIBANb4rLBLi9BQ3azoiA3
XaaTN7eBxDtCOC+uFeA6t4jmVcrjoLnI1pep/9qRtN+0ntMj2p4gVdsDA7JmnH1QWte/LQ0nJ6MZ
qnetIScaZN10qh3b2UJ5lWHHdPk+OTB98HV336EVd4CTwT6AU8U8rhfWOwsYBn1Qtd4nt++xghU6
Fo0ONgzERd5jdDVCpvXxnXg6B7asGd6NIBrCApTUe+CgqOMsfvseV0wRyOE171DIJrSZUQqLNeuM
b515RcYwICDhRVtVTcViXksNFtGUvC9dVm/gJdlguuNu39gTi6xtnxOXM3EU28MVp/XxKvlfL5Pf
7gGccVZmAdrWQQHVMvece/baRJSCB21ptZcu4y0b7c3g8ipRqslQhJ5GpHbRFulja42CIgoDNArY
b4wRmzvZxsYFMr7XdU3ivyG/+0NOihmJCaji1TM5nXk/IEuxBSnkbjBVssLBsPJb44xeOIvM2mWE
gEPLGQ5mlQVYW6fjfqmvQ9bMx16m0XXhf9FS9w7M4mueROKBQGofIm3EktVq+g1FbYThyuXBtWcW
7KqdNwQSQNchAE1iipOsPqT9BjJDt7dWL82+TDeoImQ3d+yrU7Bg2IlCIFYe9fJH1VfYVVTLocHc
bTfXwRvg4G3fjinEF37/0QLid258wb/igg3Bt7ZbQGt77i7KkjiMcgKtskVORXC5T1MoQyJCKsoY
8wdXy67mOnXHOYErt+jbbY8EpYacFwu3gPhAQABJz8jZ9EHhhXpRkYhkeejSyH0a64CgulPsZW/V
4VgR1KiC2N9m+IiFkszyTia1u539djij9+Dep8LAeT1bwC1IwmWGzYRasoW+eVV6V1oNIF3rbkbh
bDc4c3qB29Ec2Pg7vLIb8lvN0UB4QWgyunT8VNEYqn/a3tLj5yWc44CiSZKkhJBnz9h1XVQdqljk
Gzt9la7RPMTzZIZE1P5g9ibDPIr5XDrhMA91mMhYu7m17K+TO2lhSbr+XopRbJD+5R/Xg3OCg0NZ
EebJuvaBaDfghh7gT9UiZFg6+DB7hoHAOdKJIdqmvm5kV+iNe74S07WTZBtx4wvOceRjvFn49+iB
H4ZYy8PB1282AZ2d5c5zaHTauQuqVyFc767stN/txAc1OYZ1b9dNuZNz9kta4HdatKkxYHmo+ja9
y4dxCrV09sIJsfqOdd+Deh4Guluc8YOOdnOECY0YYEr3UYR3FwoQwtN+25M9XuwI+NZUJ5ukn5yN
FHxP+toszpoYoIBaBEbnqTr584DBhF81d0hXXfWWI5UFVMTCWc/EuQGwLDsyUbiXdgowBpnYPBnt
IA+QbHfJpEFZa8RyLJxcAq2sXzpZPWo6gDd0muXBk/LDELm5sVrD5heW8+ML7NvST7Dklvjkx5jf
rDHRfkiyHarC7OBjY97qnD7qIBFnOEo62avlDyktsHJsC7b8KOBQYNe9WaYJE5s++Mij0g47byDW
gdrPlCMxLN0bqdLpOgEyRPpG7nM/fvPQPNlNgYkppsh3yxS7HIYH3qBhEHs3jvSd8PI3fGWmbUPI
bIdyp77LE9CElRaj12HWd+WErJKMWKIK17ZCD2WxvZZiSd8VabcRUXIgBpefMxRcXd10L+zx7/BM
7FDDTh8sw9AONT+kMJofcgAcY5GKR8l5NnZINFs+eRMBr6RrJCdWvTXZ6XOyq614OhS1a2xTADah
8FElTW+xmBy2N3LYFCAkt46XPSaBuLiO3+46lFbJWxf6foCOd1w8PYDxi1YGczhUmiEr9j364Uvv
VqhCpUj6I8u9j2Z9Jz2/DaEr5/socJhJIhHvEAv6MJBv2TW9HJ+NgrBQAfumMU0co4IA60sL/agm
SqctHoLPfFQ+MRb/O+HPfC80DBNma+vlYGRignKg9b0WY4wWXTQzKoD5TOItIT4Dz3WjgQ0E1N61
m4Etxb5xEMJuUIIAHV51T00OhcsiERiQ828nEPT5ZM+hzk7a7nGYYv75gczCeBFp/qhFzbIZdCO6
F9L6cG3y8MtQn9M+E6dyZrq2NeBcFdmM2rt4nDKhnl6wcN0amJltmsZAWKeKoM5F4JQyee7MEpDX
lCMNGDdhhE7nQdc4swyN034WzgIKwq4KHHZc5zEKsmUPRxNPhQxCar9onNSnIgUIEDQnnBP78zSK
4ayuvorYtftzkQKdglPDSu0RbgfffpjL3D/w4dZnK9frs0u8a98t1XVGM/aMss5yTgsObQG8pI16
mt+RDOjz6dCQYESh7EL0wg8J9V+FEbTnrCnfWr8ggFLaY3tckoIjcgCr2c9n1G37+TxaPZLYnsRS
1TWKInScMuRNsE+Dtvqq1YdpXsozq0jJIWiKdk5fvbkJqIBuiCueT6hFYtda2NVGS6qEs5QfnVXB
9pV9aJJdHcLu+0jT2/PSt8gujc6hZTo8t3oGdjFhWxo2bfWSZt1P2ZX953ulrtTblCwOEtpztPgh
gUdxiFZTQ3XOUFf+Wl0d3vi8t21dTrxoCneKxrMbv0JqqpnodgaK8ZwuyMoGXvpmlXFpbKTeZKeu
W0i4L1tjzB4NLUgxRecfI/nmoGaIEgQ7eCmjaMMktb6A5jZU8pppTBcosW6SbI6KMNGj6LDkzXGU
DcIKJeZ6aXIaO3iJGps1YLCTdVavADEP8sLe8krarsb2wPKXjbqURlJz/I2sMOkAUSIVAv37pSoD
jlajTbwGX6MzQAfzLOCYb2oPHlvzw1/yH8RdfN7ZCCmywXR8TsfUsVLCTTMRJ/VZ1eZUndu1UFVV
2Ih58DVfP8r/6o7wM//H6NEL5H4eBcHF8mDU4wbP3g8OJ/1G2oiL7VzNRmCkzI5DUwQkdRgQ19hI
V36K5vYctkELPlN4DZA7igHE337+JbAmIAM4GVp3F+V9csq1AlXwW4/b3L5Phscyqu8y5oEzYssY
bdXFd1TJYgLlEppWj1XpYt4kEuOEwzV/52WtFgKMJp0Qp8tT1BQlc/dS7I0xfvTIikXFM/bdr63u
W4dhDRPojlOcpxi1wbY1L7OBQ8oBIoL33Lf8hoPBBy9ZVC+BokGiYl/GECmH8aRVbsZPx5+vYkbX
y/E0ya6JOGOAeEMz5OdIF8g7dxrbKshYF96aE1owmhMuZJ1DbQKk5VtmmAWx/YyKZFnX2Tmoll98
2NicAFo92WOJRaOZdtuEFJk5dsF1FIt1IKhcwxrbpBwhtk4rq5teQGocOEZtRF6nYZ/H1c1JyTij
h4T2e3mAaL9sycIEjEI32JoQSMUqxfSX7B3Uf3uJytTe4KxbbqW2NHcZwhmWUWlvNdPs3pta/5Rj
b/OIBSM5aWfpfk6ZOHhLh4V5Zz97nqgO/ATKY0Qc/a0qIxQTUu17H9n1BpXTAcSoyK+azrlHBsOu
zhPxPa6TVyJJG4yc7Y8hFo/oanq/C0E8jXXBLDX3lkdsX8o4bcJWx/3Llu4PIvM+sQDmKE/v+iPB
kidSg3Bc+gaiFdGSbRXL7GQiXL71Cns5Ioa5HBZSB1tQmtZ20Tq5Y/u4reoxPejNGu8IiEiVRFo7
0btXgP643onhqYRPYqVV8hFptQsTnGSC+ZzVerWSV5KdbrnLkxz1j04a7+XYNYhcQ5gk208eBsuP
1E8DdIDGcot0b/Yo0qyA3JrNTFK7bi7yS1PU48VZo3czUN/RaptjMLTaKw7KOxFYhFRh7G2jPt9N
cRq/ghT8IfArurdbU3uxdEfDhUEfd35fgGx0qmSft5P/0RK/bgMfbL2M5guBz3ib28gpDWSQjwi7
b30Ewb/LYLQ2XuYZN04A1qmtE3mQcM+eE7uD9U4m/HeLCq0TpL9afG3ZTxvWY1Dl9WphYR8DaxCP
VhMR2tBE+TOvfyMrkJAjTepwad3gGbRxtI8TD8Jws2DVtGTLjRDDr9nsTsssuudRdv5jj7BFUoJn
xq+4PSAozXSk8t85L/asct4ZubQ8/Kp/dquRqlHVVaGGf9391fafj1Dd7hKpeT4yC+0UE/mE/bF6
435eViOuuaqurtR6MyQ6g1T9H5df/V/DVZsq/tWmnqPaZqMrt5ZeTyFnuzwPgQTXLKrrpe6xhSGc
+r9Wa7DZEKz9uQZkd4et11/1z1s/SzGTBtQcbR9nojmrol6X2dGuEB9TdVvO/6sjgswuckjvqtmM
nxxD5+fgF9YGEFH8pNrqwmV2T+3xoNpUocNN15MxuvtsKtzsIWYa+7qpwwDwZCMK/9mmOkq5tOR3
Vsnc9eGfbakmVyd4/fTVxolzgya6davs3Nglfh0fnBrF6kprnKte2/o1KoKEpW/qvre+8VYARH42
dW06L5Eodi4+No/VvHB8iucQvfvqIwFxcUjxETySGIG1DDsRr7atYQbDdmhzYilRee9Wg7yz0/zg
s8ZeMIRki7Rk+Qnm2CHjyH8pUf48IO7yWra5d4V+qO80jl1MK7F7P3ZTyg5fv8+m7owYSnHBBFbg
zAKQGxTVsrMCw8U7o0A/rlq+Cw/1Qt7o4JmA/n3ZtfoHemvlVoxuudMX44F0c88Rs0ftr8qmjUQk
72C3FZkeHUEmw4Qox9Z7mw2D/tp4I4DRLlvZFESScmyGcDKKrfe0/mXJXnJSBtDYx87bMtr1toA7
95QniBTUU/WDWP58UU1tbPbXIC9OqqYKiMLxXkL93qrxqq3rzdfAGdo7VRuSaiHDNN133RyAU+vE
tiqy8akUUQkNNhl3WjyOT6otqdjsAo66qlqAueMlaYrfyND8NWCZUDwmKgkGZX2GKgrzz2R0xKN6
TFAvyUnHAS/8GjD0uAbYWpufVFvD7/au06JrIMnhz9V2gr37YCyFjhdkNu89P17DE0zbqi12ksei
JIOqmpxqAHWbVz/VvK6aknGZN3ptmAdVTWdZPc1ExT+fUOKkbAJUUphXBXIFDvqQ1ql3TCXzK5It
/wPdfg6RC/tzI/r21f7vcYT4S+CQlrlXz/saOBjJ80Q2jpNNMW5QcKrukQy0T9a06uc0yRSqNlUM
lV7dd2sRpxpwTnNeVs0nqDl/d3wNNrLFO9am/vDVpK7mPKruv9r8tPitBy27nzYJQr+V6X1lkjIW
eL5+Xn21uVoHiKANzmqERobpc1gZN/lRMwHDdCbi1Wlt46mhF91rTCBoF7Fn2KuqIaoCUf0e3rXn
yFcRRSvIZ40VroOTURTHVAhA1Wt1FH2N8Sw4E6SaOHsJ99UKcvBtlU2Eea3aJNWPpgS53429+zqV
7XgUGjs21ZtPMjt2bT1vYxuu/NC53jlq2ZS4GdE5XTMEImm5++INJUewQLypmlMY2fOaJ1C1xI/c
F8t2UEnqikfVVPUxu4miXu5UFcSUvcEK8KNB52FrTk3w4iSDhiRYou2cIPBfDLZGR71kU6eqFVIv
6K+xyVGDLaaLBxgMF9UZgeh4+WbytR4242zxu6rrB319aNax3e2CoLxTA3G3ZU839xjs4H8XqraR
lWcnJCpUAef7IKkHSDQseZNa2NTa5JteRLhzTeN0A3SRjeWay9HL5V54Qw72M04OJWohL/H4WNdt
sQ80/IXzcdW9HN1nggQOyV+j31Wgsl61bCA6levf+jhjdZ/L4tUxppl9PrMc3iM5e3HLuywJdGdv
rQ7aRLIliN5QFcbJYUJDOOjtg6o19di+eNaJ2THZuVgieqCCzp5pBtC3MhSNy0i8yolIVt6QkoJG
Yx6NMvY2gpzAGuXzNgNIl12S2/2eMNYaG/PZzhfPc2+VG9ss4mNgbt2VhequtiKqMPOjZWs3q2y/
9aaGo4vfzDdeNDIc1US8OufsolnQIlOSx5vYraEammgIoppVfe/K4SGKGv0FQzyFuAlbO4ieC+Ja
WcNeXdca3p/ZAF20FupKrHsMt7Lv4zLOP5uMKUrOOLc/pTL/Wbu+dZS4IVyFgz7czBb3UjTFO3tv
+dO3xXWYCuM3bg37LJAOh6WbnJeQDXlJDrvrgEs4WRig0fstXvHXomzDGIuFVzuVpwQg70+jQBhO
e8hxw3gy3eqCwGu5rwzitKWWljt/TGuS3sk3Nn3NYfAhMoguEMicZ92DPVQtgQA3+dmK73q8uIdA
Gis6v/S3s06MsExFhf+yT9BWBxnrLubjko7ly9inK7swF2dVzRv0RgFN3MG8dx+ifiYP1Y8NXA1r
ekhae+WXpXIPKjg9ygaNEEcrj7gG4QWQu+2RoF+7s1daOSdz64mtP39+IQdJgmILCGqXaiT6SWrl
YWp2CcEbN7TNR8zrnuKFGchiqt3HkVlhGl2C+tKM+tX0OtyGivLR4bT2Oiy+8dhJc6/6kD4NLj1W
zOHk/uqZnF9t4QXPRY3KO04Lr4NjzZgx4+W79k0IwRFrxhxzrenoLT41A5H7tTaQLH4qMXRVtbkt
6icZZHsR1c5rVzV4tpbFQfX1gaM/elF7/KzVdvPYjQv+hZmOrIV5zJp8uRZr0enjZUk7k3ANtbqX
w37wNRctI9O9Tqbhceadi5CIDpoBqtFae1KHNWaei0thtu5VHw16o7lbdnaSDAjWrnXVpQoSmLgF
DVdV+XxU0UiHpGpFGLUYxXEcCsKSUuC75TutgDCEcpiqVusfIAngcvcKeyZrAZyI6tSZjF58fTn1
Yn75rKoeo62Hc+Jk1yIf3u0qrU4FEa/rMDR/FShgejvsyZrNvzpGPZjuTV7K19jO8gwrlJPRhADI
kRZZn5J0BIMmM0UwwI7im5X5014MkCmNXI9v/JIgCbjDMt+tVjiqTY3zcZi5qarf2A8w7ogyrPd/
tS+NRL6odTV0GeOWrdz/MXZey5EqW5h+IiLw5rZ8lUperTY3RFu89zz9fKza59Ch2WdibggySVAJ
kiRzrd/42i6c/BDGKZs8bnMAxlAsh7QkibzURSajJ0JAAXAOu33LrPxT6Vfhg5Q8b/IXaCXG1svB
oY2VozLYMQvpvHtT7Vy/t7GPADHSAnqhRQUslcXxqxTCmhwTsufzVYpaC5QDMl56lGI55fHZHzyQ
w8uZyHhmj/MQ3f6wVNnWtI3qNHiRkpUNhFgHNFGkGGEhvrfNJRC9nB7aVnmBi2FvpJjqjvVUQ8GV
kvy+NtBPqZ3VT/LbswXnNVqxgi3j8rsXYNGka+VeiiUe5XRNzNql6NkZMkgxQlBLW7la5PdPaUmI
l8QyqTVLy9WtUjX1xSZZQCB5qhirzaI5qTaZoQAPyU/OWEybOAic7wCI72r2sDbjfWqs+Q9xi/eJ
SOjXsoMuQlI+fMUumk89U8MNVo/lAwiO9FQWtn9pjTm8830lOpGHzE8FIp6Peha/p8iz/Won58Wc
sP123PJXnhU2zr3JeNFKvHHdGPQNsZ/o15lEfEMEn4WBFrjxQzrmMUicILgjRXqMx/nNnnNjgxwn
8I0yte/buSvmTVZpdG/e1D7NHmWj2Hb6SDQUY2b/u4PC47ZPYKC7Q0U+Lah6AFdAz+HQqWhsdrBY
vHa8Ayw/n+um+oH7onK2tGx6s7qKbjc+adiKv2Pf9TOf3S0J+vt+Kv1DaIe/qy5LHqM4Qrc2dZQD
NH31vbRijUlre9Bc3f4U2kdSYulnY56Hg6FE8d5V0rtA8X4yXVcvZh39NqPiRzeGJumdyjlpIEbJ
srn4LyE0NtZxigIT5AcvNJJvA0midLJcoEgVyUqHFzupRm+nh6SXKoAAL0VxJCIfk/LDO7vNYzxE
UCcmS6B9rubAO1kemU+A7+m+CpHHNB3ASgNY+Kbp/av1zYX1/TDk2ouhNheI6NWGLFRwUAsiYhZy
lwReRuK9KnPz2jEex/GbjnGG8Vy0tnuasg75wxGAcr0lzqicNIW8Gpym6gB3XkcexDcuP4F6qA8p
EbAd+kr2LrfzxY50PvN5RGLTDr5WmVu/zjofbar0R4fEPeBuJyRiykYxx/A6evHPKce7bxzQzsWx
788MDaZsdQ9TuaDZWn3YPpO81Y4WxsOXwMqJykeluwty1XgH+fljsOLyj4kKJrmg31HXVZC/Q4L1
RYk4xNB2GxWRujMGcAM2OFr0VIFSkZJsKqvVDhDnCY4tLWTjlzpIl9G78yGrvCCjogH7i09gI/Yx
kv6PvWaqrxOp1b2nk+uWooWQ4kMWe/dS6kEXvg4GZOzR7q9SZcA+ODqRXe0aN9Fevd5oQXkCIFpK
UqUZFoJvbZpc5ITl63M2+DIzd4lOheYvap9l9zr5QFrNqHyWEtZGwT51fZxYloMjKxvy1e1FSp6u
da+RkoIQcPrpVqdjNXHuvdyGRcMJsmFScuDVwKVyOSFwlWmfVIkKGoEWzKrjp04n+7AcVJbNOBD4
UyANnKUFoe7h4heoQK2XDNz0gvhqcvvNWTQU28ibXqeYcMdkafpr4+OwldfhJc1CvnRFG/+xWxtd
aeZOL05ov6TDrxJr1TdimtvJsEYcLnLjrRzLn2GC0IQcI0SrbhGn9E4gRs03W8MWT+m9YS9tc0MP
LhVuJ1s5OqhkenDxto6++cT3vgQMU0/ZxQuZQUBFi15kgzhKsa8Sv9gn/63TpwiX9cpDvNvWo5cp
GEF5+R7a3+YxDSPj1S064zWZFQZ9MC1nKcaK1521GXiINNEG23jlAzY5WXRrn2MrsB1RaT3Zy+lV
UB+Au/sIosNtq5TOeZFNEjeMds0wnp0gdl5atNEfxliBZq4DQCvMAHY0xiZHaUxEMHxGS441jd/m
W1C/zZ4bNO4BNv9zvbr7U2SKv4fZDzAK940XuHQ6TmlNdytKXWvWu1rjeyYlvDCL41wBsLsVdZ+z
5uzoA9x4lKrRmEnndbGKO0QVvErdNPsXLefFkFLdKv2pteqCFvxR2fT29FgCDrm/VcGCxBhp8DaG
k0dPjstr3qKdZU+6uSG3S6bYGIIX2XhqeFQLY36Q0ui7zUNUu8dCT6NkOzdLFLiunI0cLSK+8qml
Ezprkviw1hle8ttTVT56fdk8axGsst8OFpVjo77Ihn6EgkdPtnqt883hUx2p4xVFH/UFh/r4Wmv2
l7VBwjoF5Y2mOa51Lq5X7Xi7aNMPCFYgI7S1Rnu66lH81I5e9sA3MHsghX7pIUFcpITfoq1uZNdL
wxetNdvzX3VymtUUP+rWD3ZaWWWAfHLnWTZuTZTQgRAAQ526UlUA6ZKLqYddAkf1tY798tVPSsJr
XhwdpS6LcmKVMRDzMC/K7VT56oa+75+lsWlg9VmgUmyYwH9KFVellGF2H3RR/VrP5UtLoPAevdf6
tUgQuTVDxd+q0EHxehjunM7suQEcDIFP7UikgpTS7PpVner4sYndsxyUKuyqNIL3jXfWpqF8mMzx
zq7Dnuc5GJ8acygv3lh3oIKmILuvg3Kfl3tFHcpd0zj1TrOCGeCRj2O7Yjj3fQJFI+79ZHGx2mMH
9rkx/AI+fH/1y/7e6gMU20NyUvASfvhdfLBCBA8Si5VOwQzAK7XqNEb2r9nNQbDVZ7UPYE4oIZhu
tdd3LXOQbcPsI/ewqdGzzQxKeDtGCkRSn6+5ZPvAx8CuN8Ggq8pwATHxSaud6BjwQSDArQJJB6Tc
9/qdOqM112qKQXIBdpKrHNNRf2fdxWADemFXGupD1qVnPI2Va9WV0GP7wT1nPQQ4w/gUN0PM8s9l
nQzaM+tD93XOLO0ykdEm3tESTDSKTZZPLZypjTpiyIo6MenbCTcAr+yTTTvzjWQxfK/2z1rYeE+L
CN8EicGeKhPeY2BczSZWDwqOp5siep/n+Y2M0C5qtfJQ2K1712fGhC3XsrtupgEFeNuo7hAt+wzC
YsTMrO0PpRNiB6rr/kOf/+Iy4QW5FWOD7vOwdUyDzG2haNeMuWpmjeqzkXLlocrmOwvB2SAEJJIp
OPclOpy8KTk12lBf6s6v97gQDrvGcYJr6tbzTm31z8GIfwCIqW4fzFA01Ll8toB/PFe6+UmJo+qU
odZ4RSYRXAnflH3aOO21LAqiJPoAf2v2t0E19VeABKeuRpCxrZNtXpdHLxu9c25M1S5l3sDSygw3
BqZM27rvTla1IAKDTtubg50cAAj/QKrp++JJeTLJkm+5W/0WOFy3RZ2NCB79xm4U4HpJ295pbNFJ
AK6FlgQr9s7ga2/YsG3UH1WiT/DqzPpuAGhwVpaAh9E8y4xaW6bVTFHoRh15kDREmCVPkIyIhlb9
pGffe1t5SFN4voijbNP4GfTyn9k1qgv5N5UvYVKjuaZepqLSXkwYHibdnnSvXQ8J+Bun2hp5GF27
vAouwcgMI9N4f6ew2ELvLJHbG5beW2aErJweTQon+oTfKxPMhBiqXdX1MbSnH66putfRTdotocA2
JBR6Aztg0UVuyXbOQR/iCBFAptFyvK+KeomUfIYIkG+HOPrVZCVmy5F54lveJyBWkLeqD9zQP3WK
RcxIGJ7sA6YcbWU9ERjRNzHosp0fN6+e28AxcxtMxFSjOIc142CsmNt56Jtt2RETqPMnNE3Vax9F
2rVdNo6J76EDCTPNN6Ee+HuzA6kXajorFMXpGHutZh8kibsFlHWIiuCXQuYBJYYIRSFCGT97ayjf
W2TN+Wifuhw3NMeF06QH5EDUEXqqx/T4PmgA8szPrEjaLXnPqjQfcMfONrgBfEpjNeTPO9YCod5N
kIsfR48Ae613E1nh4AVhFT6fbQVCyVc7cPhmfB1BXm5wX2JWwaKwS1Q4PGZL8HpOg4PtLeqzVf8r
cP0MgTIDeKOrp4AYzBzgoX8MZxz/dAjzm06DytT+HiANRsB+940HnK+2HaLOzsbMW3WL0HSxV4sO
hHKnYMCiqQrykejFBIFPYqF0X6dqehlDu7kSasy2czchipa1j7CXX4g0NxsLPfmzN+mgQHXfOju2
e1H83rsoie9erAWnU8Xd98b1rmXEMGs2CsNYWlWnGYUlnDi/DQBRj1XXfcP7wIATbAd7pUym+wGv
oqtD8LhYCMRBqr+mjnsH/mFilj363MHh28iqnehGAHwpjve60fmbpoBEkcUVgYo2MMm6ldapcqti
YyV2ewS6XgCK8yxAN3wMDpCZL05OUkov0NxCOva1tDqXKE+h7ZI4PpZTax77uvK+pN4bXKZObf2f
s13v4LzzLfUWiIzyMzL6bW5lwUXHV36rV2qzY6XunXqAZ0cLHCi4E1JSis/irYNw71gFQQ/V3DFn
vPdGa3hKBzSKHEqIyST71gze8kyx79ZNNRTOrWgz8z/bNRSxerYeLJ+5ozdY4BjdDKBn5XkHP/C9
beihvqYx9G1ZMm90NeBV9E3jbq5j0qbMPn6lub7Pg2S6YP9+6hCKetbi4Le1OERB1bmiWyydkdUZ
H+Jls4jnmPmoXVWzbp+Hvp0e2ngZuSl5ZdA+1xFT3apOj2XgqOE2dXiMYMLOSsv6o+tTZh5W9J6k
OjqHZvFkGaN9GPOI9fey8d372evgobVavG+659RpkkvI8uCS+k60MwoIALCxozvLNp/1wIC94Y30
KFwDBxBXxPfi/aDUzzM+hwT2WJx1i8CZlp0EA2YvGWmowsASTWvxugKB+d+N0pEv6tE2LTzsMowQ
SS2/BKkxZl5LmAW/BgfZ8yURoMz6XvdxB8VwC44EnpIeHOugB401BcPEitPnXEIjVwSlz3TU4q4x
pyc1nEeoHb69G1Gl2U5LEZmCadubPCwzdQGaOWEKr6RDenLWQBd5ZnEHIuM0TDBSgCs9dGb3rLT4
P+VmnOx0vBjnrWDmwoXAb4E/2zvDlMMpmN2HMdU0poJd9uiRmrvETfU+Azf6hNcGaMPiezhE6Sc1
xyXGa3+5hU/nliiBs4QK6llnpZPSoRzP1e5lM/EJA2DlKTtfWqMBHjCplK0C2NMHKTDVuXmRy2B+
+BbVQX7O4pIhe+ycHb7PwENIKQCCK+ZtgWJa5BQ274W9NRny7gcNSm8NUEDpAFYlDX8PyRH/PibA
ekrm8D1ECg7x0cMU+OXOcUYI7gveCID2LtF4uuj/pgrqW/Uf1jXtXTtkx3qs+UyCCkwcnJHVBJJQ
C4+zrs9O+LXIS+MzEvIoco4vehJYp3RQXmaCAAu9VT1W5mI8EH9TO+MUe2NItn7nxbN3DiPrISaV
tk11ZJVaNUf4zwAxbt+5pj5dtTR+G1VWqVjJI6MYQhleTJoqH12bpOHvAQV6vylABFndHWwS3mC5
SvsmHJFOf7rB0V6B7bpIYysTCwGTcVpbcPV52je7IrW9J1gAzqM6vc0g+J4MwAh2HjSHKk4+l0wM
kK+MgFaWJFOlOKd6xpwPH/s4V5Rj0rkh8ycjBf5i7fKgM7ZVWfQn2BHFW2fWzWmELbKVop44DXjj
2sJ2UmnumS7z/7SdvdPL4NdkK9OxiNP5DuGPp34G7G26dvIYIOXyGDRaTWYYKUynd9K9VdvVsYQG
bgSwM5QEibmMn7cwNdwBqWAnJMlYBBtnHrM9q+hHgzgHo/guy/B7Byz2PbffMC1rz9mCmSkXXF0I
wuJsOo/RghutjUk9A4wIFySpbCY9elcUw9/H/62SemmeLa9dfSkD7qvXQqfbZEXKVoCejQ5yWqur
YOcfJowFT1b4FjcgBfzXsQnSQwCd124NuEXD+IpQOeqGeN7ddDUEIyS4ocxkweDGDkrei+CGHOj8
FJLk+GNym+ACLsua90xW+SWyK2+0VcElO8luMhNBgoXFvzfUBWhft9VRECqV47RACpnLZpeiB24d
NHg9+JtE0ZY4ArUBWKw9WZWvjpLvEjXAaPWX2Q+gmJcb1yxXlL0Vn2hriTrvBaooleOcTdlJWkZO
y51BFjH45/x2uYi00kJ12thOlu7kVyZoTZOARfhscfU7Bo16FIURx9tCch/OYDh/dsvzG83IOeWo
UUsOWDaJ3H/ZjVkik9LC+E6KWVYdw1LR8Z9ZflMO7jPAO+Mkf1J+Bga+YVQNiJP01R4/9V9yXjoG
cMyXx3h7wlIpeKncJ+tiLaTRtW4s9e6I1AqeTIA+bthf6Q3QbslQj1M67lW9/i54YNkMwKi7Gn4d
8VQkR7JqsDEjqpyUMd5t9pL0vuG8QjX41sNc3HtNyBO1kRA9tEnzKs/eTtzHgbjPYa4NhnVriNDb
Y+pOequ4pA7LvzZEs219aGCHdSDUTbCTxyVPQ/ZKrFKTjexKL7BC3Sev3G28os8v+Dp6oM9kd9lA
RKBvKMcKy3DGliGZASIAc8ax1pz3f+3K2Q6OFCCRXSO/3HbntAcNZUcn+Xtj0xCjbnZxm3yeR/0i
d+52l6CWbgornXZyr+WuJG3B+r/VEF9ZMADyTOQM2ZO6W3eQsmyMFMeQpguBaCL6OHQv8uBvXVNu
zdob5EhN5HNTgWHfya2QH6n3NfenDQp9SwSdWa5V/WgX2xDkLm/318ydfgZ4ZRwyZgP0uletyluY
tuEhnyE6t/r0oi9Dh3y2s9h2jnMwgwTGjm+jQudECbdBT8hK8uL/+sN//QbZxfYKsrse6reWt6eH
mkwO0sTQdzIEyPe9Q278ZAPIGl9SuLy3m3uDU/z11vwFqvh4Bw3SeEUEa3JuDkaYa/M+dsNvSpep
+/UOMwhedMeF0r0OLmr/lGFieZDf0vvVY2rP6gGNxn7eNll4bQddAeaxjEPLay1nyt7/rPO6ckY4
IEx20hP6OD0whWHpsnQEfUTayYRjvXafpYFdzTQwdfzqg+kkPXjsrOE05RbLkmqfOwPGR+4Crvyf
f9cu0rMfghX2cgO4wgJIWfveHN+7+gJgNAq7XuRtGN6WYVl6khTXuoLozzIiWfrs7H2nGsCspE9O
oDBGSnvZrG/rX130tivH58obTl5jbqUn3E7BVuCovLcNCQIZC1mwN0cUus/rG772ZamTYrD0QrXv
Dw0gvWPoRAc5Zkpnlxbr+R+7oJTlqcne7Rwp33Y/HJfih7pbty0r2/5n6MFWjgR/ap4DuHKbFHhM
kQJy620QzsuHQ/cgmgY6C9VJP+BDQZ6eeYE88cHWMQZ1HvO5fXaYG7A+vOpELGa1wKo5ec4BpQx1
d2ctWNV5LJ/zwe0OpjkzlWh0dacGBbGbHoGZDQneg/AOpnyxizTnod4FUfnoZNVfD17+qvSD2+u0
lqVy7SZrX5EmxZC2px77QemMsqmX4Vr29AT6khnDeZK7LxcpwDNOYFbodr0PrX4rbwmsdmpl96/a
wTW+5BYiSrJumXAN3kOq+2oLlyLkhnWxkp6Jg0MNiRd8w5jon6IeuDsyJnu5x7KRxx4v0xOEclkj
T+mPfNIvXmxkB3Ue7xKzRKDM604yyGiM2i2c3RL13F1YBLcvgNH+gpSfneWC8uRlj5G+XdgwdjT8
mgfvCbM494ZZ9hP71cfz7JBLj1gHA1VTnTPnrb9Pb0dt108Q79e7WGYOI2myfGYyN7N2vgVdSEgl
8AK+gEs2mIl7yI9KE3JrUE4MdFFGzdrfdMxksgVetzpOrnOeAOaQzz1Cj0SjOLK3GY5ht9nVbRUV
aUFBzk3XboMwXOqH2kiMg1xffpdvR+O51R9nI28Pqmk8y1NdH63s5V33MzamaDMWBUr/UMj/WaCt
A4ci334p3yZ2LE9LHGlYPoDx32uZncPOb/PhHkF28wQ0rboIa2eIuupCX/hThll2e77yJNYxZn0w
fKB/p9AzzcmrdxYEaWQxHAOHk4KXwGUE36EQuC+5ZfJkpFsHKrFHC3iwX+Ab8t/BXBqsI/r6JG8d
ehnv15uwHpU9afL/vhRztRH20r28TzJTkB8jxdtcfC3L3q1yjrD9YEKLMINMdJXOPql4LEoT+bO3
KZfs4rDJq3bbJa/9D6z+9qGU3/nXLON2bpm7W2ABVxKC2GPwoZf5K8kRQtfymswFcjDbYDK/obVC
PDnsk1PRhKG6l+a3XX/5gkaAQbogvc3jpKfKjG7drHXTnJFy0FCK1ICJLZMw+XfWzQ0lKeW/5rK3
X1/OI0yc+7FA161nvwGefrDJUs1b9HoLklA/XPkhZn3RXV09y82WSZ3srfd+rSMRhOZ1AAFkbSx/
fS2u58re+hjXA+v1Ppwb5Z86hDoYwxgzZeDsAALkJynLm8cdT1jGL8dvP34utWITKYP61zRSHuGt
583fA4j2Z+muEUq6gKaXZxB2HZIb0lP+fVfOvg1VgHKak1umu49UkACmyLqE+8AJEYKHHF0PrGtA
OSCbtZ0UB//noNX5+fbrl558I3us78xtPnPrzFLr6XlH/uS/753s3VrJ7seynHS76l+tPv6Bj2cp
GomN1n7TZqRmZVxZZw9y7r/VrU3k6G2eLbvrRp7HWpQ9Oe9/XvWv5Yy0loYf/tS/1X246oe/FCwD
PkZzdRfC6FtecTycyVVU822tKi+8bAilQM6ERsTifQmzrZu1bs7wBIV+R5uqNdi9NZLhVi6+Nv3r
iOz6ZgBCiBT8rUfLy7K+8R9eqvUFWl80qVtPkzP+Z92H0/7t8rfXdc4Xcn8Rg/Ybdy4ObUxrl7mw
fLjWzW0lu5b/ilX8W/MPdbf1xHLZ21+Q63xoc/sLQ+JdNWX4o3ZeuJWhQdagsrd+o2UMWYuyt07I
1sYf6j4UpZ3fIxjQ/9RqJBGSwobIx8tJ7p3prXTh267USnkmlM2yOquyg+4Vr+vwDpgK2vhaVuaF
Ri5lGfmZCwVElKzMcm+hIz+w2nkrwwPRfyRZG5SB/6Gr3QYNWyWGIKNLUc6QMBF/28mTlM063EpR
uoIji/61zdoN1roPXWi9zBg0KSELF6bXoM7mrnP0dN7K+jcBYEC4KBnfgnaIDrc3Xm7KurkNq2tZ
btf/LMqB9dWVYkAg5Z/hW8ofriB1c5aAndASXqN1sL9NrG/H5fmsZzZ4lbB4y84WgRFjiZD8tXJc
m8m5spGJwVqUvQ/tZBBd6/76x+XIh1MGr1L2s3EPKvCphkqBa4C0IFJuaCA5lg9XiSNe+ypDl58l
WXaSO1MmfZ6dZtXZNJljneQJr0/09u7/Fcz8a6qwNpU9efhR0RPRuzW6BblyB9ETI46QSdHRyh5m
ryQdg5qLNj3IK3qLU0oPGGc9br7Ii/xPVKtWgz3W2aROGpKDeZ6dEySCYYlDWpNN3ZCt3Kxl3woU
9M9Ca1MuusPObGFAxoC8Rj4sXQuOpu7fCWfbIgEQqWjXyF2V51JnUJn0qngrY3gmwifXlwc8t4ju
tLd45ofbLzf1r0d0W7re7rqsWWT39ppHJCdnz5z2cpflz64b+QFrUW7sh7rbqk6OfCRzri3l8Pov
6WGob22s9TbYGGIVF+T+e1fE49FACHCvw5ilCPUMAdLijM8kRy2d3JnhINOzHPU8YJ56kuDdVAev
kZYdteUaalJn92VQtxtpNXfZeFLm0typfQZIbxiKTRPxqsvGy1xza3sAPDUwRdc0cQ9qFFr5Hskg
DJdZ2e+JSoIanpxzowfNI5wscs2IxkI8zxzci2L1mvrj24JofwmQgX2Bf1PvUI0bUeWgKHUZgkdZ
QnqiHlGBiO0qfYk9B2VBs7ufYrQQHGALB53c/tGz/PkprZqf8B1PvamV72Nu4qqV+t/ykil5jQ/8
xQ9UkOJZ89Z7s/XdI1pPZtcPSDhoLeo4w7AJmrr+XM9gelmSl590NbW3KOoAr4qQ7VKLxRbAJJQ8
51aFfpOq7iokglGGKsFxY8RYPYzLEUJJmAkMOAqEiXZsCrt8mKekepA92WRF4aB7lucICxOEt4o4
2JUV8kP+NHw1SZ4dW3WR8svUysCOBCWO3RIA3rg+K7e4iFG9ViF8Gj5GoioKhrs2K8AEee3Aergp
3AtIDdJrHsH2FtWvqZ+ip2HZQHSJnnw1+YaspnKWqjLDpBvdRVS5CoTPDItsjRM8NahhP6lkQp9S
RdO20zgGrCA4ENse0KrU5l7mWIriIbuZhqF70JLOe5yXTZ0B27PpW7CrabEeCPUs3WqlgyvaQHbG
nDCbG0cdXRj/95RE88OtBJoD5V+HPreeX0WW94jKTLStwnaD7qmxdzTL3E1Tk6PxBpi+MDTzYjtA
nYG1ajvd1pN2gxU8Mhg4gJdeWF4rqHbXZtmsRfrnMSmIoQ5IG9lw00r9ks9mamw109Ausimm4D+V
RV8p28mD5e6FKcFmRA3eeh/AqGuP/ddkyL8YpNLBhUP3590y4TODTAStUFSoxPTzb9Kdn8M80b9O
TQJaAUGct2DMgF2jg/U4a+SSrSmx7io37y96H7enNI2LBx6BBuW/VV+aUaFzZal5rxr9W41q0L0b
JY+DXTVQX5X6Je5JHDmIPe6lKAdIhX5Cfj3f1+Omx7hjMy3NYy3FlC8Gy7WcRwabKkeBdsuYsfvr
ZCv/5qSzeSeXqhtTe3C88AQ5DKfODFm0Ax+carf+gjZI/oThnNyuWxtz+9h07T5XkbXZ+lgs90H2
ilHhTNC+aFgr2+YdRIvmBe55/0Do+CwljHbbF0zrIENlI2JNSwupc4zy40mJ+6a66HHhGghQG9oP
EYtlV4FBd0U/rb/WA2HlMkXtRA44KFmckcFMQLNxK3RTaY+IbWpbKcrtyVJ1+VQ5YMKW+2OPI0CX
apnoxUd7/HP7d9Ik9492UcM5W+4fqtMg8rLJw5+ePjMOJsopsiubKphhuK9l6W1ji4TkX5VyWI50
kDt2wyPAGRB4wbAB14WlQlkxKOn1l7oOwlNvDwEa72H1rSwPcjwewvqQ6qg2VbPiELBWXNzCiQee
myAKrt2yGRJ0T1zDP/51oO9T7GTeA9+O91AY4rtyzPAwXDayJ3Umq2wsG2wU1WItavAb/B8N5ZRb
6/XsbsQc8P/nlNQdwFeo2vHjZdquQOT2eXwoVaKB2w+/TlrLH5mKUm+uabvwKEg7mlYLAxZFyvto
2eQITNxLcfJ9FAsjf4C8rsYE15fDpYpy+WZtJHs46N3x4evII3Ny7BJVCcvKwxNjUpSL824BxUdZ
So5+OFWK8odbVEdPDkLgt1Plr/11Rqab+64EoPHxwPKrpjKG7Pg8F/aXFHtSkEuzm961U5XeuWME
4ERDebPLyDOqZCv2SRFqr2oZDldXr3/koaa+Dnahvuph/dAxwD6Qm4bpguggX7/eQP/LqVv9zgZa
8u5mXIpkTnmfombwHlXKZ/jIwaMcNMvg3i9i+0mOgRTepxDqXvKl5Vi/J4Nmvml+VHzSkrM04ZuT
vapNA/3yIazT6doHWno/LhvE/fRhYyY1u3YzbxizQeMtRWkD0ZREju/+VpMB91KX2CXMpfQ982p0
tDWj3UrR6JvhZOCauitNC0X8jW11/Qs2VkgXWaO+jyBUvjc9tggqfL3jwq98BwpW7uzMN08jlplP
pT2+AaHpvlrl99lt3M+W4raXrIyQTrL17mszA6RQHSt/QkQHLd2w/xM4dvsVyJa+m2NcxO3Gf9MA
n6Fh2w7gPdmLw3Y/Yw0LX/g/VdAi/zn4oU63HFCx2XwtB6/e49dWojDnFG+ZYtmXJu0mNLf74k2H
Mf2C9ftGDirA2N5AYHyGyaveS5XtN+QX3KE8SnFETeKseVOylWIdu+bTTJZOSnLFblDvVbTedBjR
d8E0g0sorNC4q9GKgRZd+6iw2fk9Qfe424HFQ9YTadl95Q/ORY70re/tTW2w6He4ncw+Iw+CMdF7
r1b9Fo5PdJGiE6k2MIWov5OijRERPpC6f5XirEzfXb75D1Ka+uyJ8Tp/MmLwPf4YnMJoUJ7TrFXv
Ix8acehjVzXk1RNAnz2yE/1z6bWfkrhV7wArDM+63vKqxKjKV4l7lQZSjy7ioVTq7EGqZGOichTZ
EBjqTsdwtcA9NrODZ2keQ0d7ys3npikObudWGBbWe2TMyzt7coq7qIMst4gFl3eKyqbpKheZWXXa
xV6P6LgdNY+h5mAFPllvKISlX1Wr8vboZpYnKcLRAVKvF++lOSJJafRgCZZmWj/5GzT9QNXkI+7K
agtQvEq/gqLOjtDxnYNO7uOrbRl3uatYr2aYOfdlYgGwWJq1k/p7Ai155tOm3TOt03AjYs9dNrOW
+lsieA343f/UrU1kz1La31Wva8d/O19vAcB0dvxYj3PzMCoVcOnCRfoOVJfJl+h3rvqfzHGw3xtn
RB8o14trFho2ysZVCiJumD/3lfssTUcjvdaR4X2pm1zduXVs3aelhwFLXaOWgi7sJ+hIPxXEr/Zx
sXWBDV3VkpfKHePvnQZAzDLc5tEzu+Ci2E5yjNJQfUVVpd7I5Z35i1p6zc+OvBEwIjNGh3EyTsRs
S1R3S+vZs9Ec53V3ELbU8k2S1QXKuGhUXUvG1Ktdhrve1+NLjTj5PwdubeRwudbCIwH8jIz/Tp0D
Nd7J8RDc41WuFjsulXYFnbByzPOtKId1T0vGA692dGsZaPqzZSbWUbUHuNvrJSzHvLOBl1+c0FL2
qVbo2FINzskC73vG66a5aobpHOwkm54mfFx2fas2n3gbVaA/rvONufMz2jzKn8Z7c4eEKelYWIfn
V7stzJ9wEhGLNBnn6X28tFniQFIJ5n1dVfVDrLf1yTSq4RK5rYW7r19iS9A56GMBVmXgg5mpl8hi
+b3/NQ7GT0lkKr8VkJa3P5TlGlJxhfVrSofvoaI4XzS7yVA71ubX0EYbnClK8AiF2j1mi6i4qvjp
XZ/G1pFwQProQgUC49xYxM8YyGx/Dr8yAH+DfKj80gN8kEEnMcNmEp4Ervk7QxlZ7/q3AGuOpn3p
OzDL6BQ3b17LmrDrK+0R3EYHPAeHJXhXzo7gmu+fdN3Ag2p0FkkDNcUtTuuyO9lznJoUIBII912C
rAv+NS+aM3hveep90aZYuTd7z+MeIN9bh2l9kWJnoDyXO3F31uMeYSqNedm5+z+MnddyrFyybp+I
CMzE3QLlVEYqeemG0JKW8N7z9HuAult/79gn4twQuKJKCJMzM7/xlbS6FY1lPwUI0p1qCOVzX5X+
U1TPb6oeqJd1aV46wE1Vv113tRXzGCm6f7cuhX2wa9MyvReF6j/5M7XEQm8eSs00n/zd6GfmW8yr
cteOcrsz2yF4L9RdPdTGe0lHFpY5Vb0fgqF4xebO7fXIumccecLkobjUvgQ8P0C80fWh4vysWzZE
BRVnnHUXJcu4A3Y0cRMBXtMi7e9qd6gDUwvNoHv63aHRas2rjE7fDlgKXrplwoUxeQ3eyN66uG6g
YFtcmhm3LSyrjzQ78c1BV9HdgOGoQ+6uuGjLxADFe7Qk7Zyb1XxPFuC1K6PpfYqWRo8WPQccKJB7
qfoaz8P0PtaR7o7L+mhZ/9/7WyCXfvf3LZ/j0J7mNoEF8O3fx/9d//86/n/vv36vWg0ot22xEbke
uwMD9ms5TPVVNYW6M5Z14DLq67ohZ/D7s27dBVBkcy2Xdf/rs7w5wVlJ9i5WeSeuE31RW9pVI2+5
MrJ/rZOxj7Zzsf3dbd04xrbt1DV6g6C8lbJWRzCJ5mtU6iHYmNzrXg/HxstGpbhdJ6Pg/1X0z6qj
NNVGDRP5FFQI8XhIrQsQ2uVTu0zWRUOTEN3/LGeV1zNcg/X4763r+t/F9RPrOth2xzyioe131c+R
fpdTHnrzaN2WnK6PHvsPiGT2W4KeiYuqzA+2j5ZUHc37yejtDw0AHdlCe7jVLQvD0QTeSpHKEdVX
1MQIjw9NKW011Z5fIDIMu46jrsDTZ2RZh/U7wox2vr5q9TNO2PbF7xQKXcuxMa+4VTlrT/SN6LgO
aNpWbdrxRq1DmN2L4c7qqPNjrqOHBeJcBl/rhnXSw+reWDRZoUTvzYNIRQlcp/WvmZlIVwDRnafu
bWzEknmG6aLBjgFCbgqHEARdTDzWO6nK+h2DP7D42ncl2ncQI8NLFOMEn3Rtfxs1vbKX4zY7+GMq
LmGg4okhlfNzGqbfNB1m33w4xA7+RhICOhbWv1f8ZHba2AWXqmiaa7FMNJnwMCzAJS47aOoiRWpo
2dDb8qKk6OJBJsubwS66y7r/uhsGTxtMIycM0IDTJIsnOy3zeMn2yTUA1oGvWpPeAR3CIELHGE3r
5HGLD1p90YMu2VVIa85JhqhCG8V8Mi06i1HHG0czG6JDAcr4aItIP5D2KG7saR5usmocD5IclcdM
KzD28fvolDQ+iKfBtE5JOeH1WpMkibrE38ZtK+PAINdbyy5GhK5AlwFA9XfUJ8pNGpvd1Yf2BDeY
3kGeOHQDVX3/MHdY/WDuPD5GOnjkTjh9F5KUCgr5qaEG7YajrD2PlgXLG+7pC94zvVNF03j28aEC
QZ2nXjWFESQs+HG8mxB8+On8J2msjY8f2SvV6wauTbRo7efogV7S78iQ5z9Sov0h8Yu8XA9IlAeW
us1aXs7+IHb9cgQrxr+DPrASi4eRAZUxAemkxeRPQV+i2okPm14DhoDZcISNOt7VGKkvNP4Z6Fp9
tvWpA4XMHcDIqNxnjQJIBnjfeImhtRCUj/tcSNGjL9nmxVRQ065G8KHokdzp/rDv02F6FQZjJ0UJ
Hq2CO0WZ8gJsgDy+RjQAboJy6Pfrp9Q4OdTaoNzkpjJ45BKLGxRBMUPVpTNYtzHk8FvnZ5WYACKu
u6xz/1hpLFvWlf97y+/uY7byCfmC3+Os66rKQodGAc/NcAy86GWLlWMrdc8dBpY3oy9n4Cs4JRm8
bfKWA0qPZRGinb2Z2gKfy2VRFROiJaEXh3XRT2vFQZ0YO5g8IJIzTAYFy0TNQ/yeSjGVx9FOKhws
mFsnv/usc+s6nMbZu1FpURpyurH+Pz43A4wqEaj/17HXxX98tYmPwIFIyPnHut+PrN8/RuV8k6Wv
zRSGjzxzfaeITf2g+mgr+lx7kG3T32lDKLlzzr/ZtIv4zqiK/bq0fkho9kPbZfZZ16U96KL5YncN
ksI2b1/60awcbTCDjzaQHhEU2V9CUba5xeMADrgbKLkasQNQ3i6Lv0lm3EIHif9UUR3z2mna18Xu
3k30rjyT5z7KQNzPCAWqc65U4Rac6ewkQq7OvxvWrQRY/9pPYMlTtKYrd8+0yODcvBxh/ci64+9i
b4ymYw41Ncv/fMn/OrQ0JuiFVP85pUcVYObyJb8HWBfTQd5T/IpvPGuQzFM3BhgQYR2K44vUh0hI
VPNOQHK8S43l6asUdBiI0PpZh9IXS6XU2pukCs6mjHFJLIP6/1lc1uHUPZyjZbKuowVT2eCLRhVk
2fq7Yd1vXVfVcrYVA64A62JraPkmAgvjdfFEer+q/0QIF+xCrt+UYEL+1pfTs1kyaK+nxn/I57z3
aBXrr2oXQ8M0x+zW0oCqxEDczpPeD/uCrloIjhE9+9hWHfTUhgmyPMUHU44ueSpX24yx7p0Ma5eM
AdnrVK8lEutF9sSvC11y3tZLYkBA0Wch3vEUffWb1Pgsdf9GJpEZQMJB15TUCaH0U1G2Bvg+kgwU
NLrvcbJPfp4Xn1oTf0iCLDVPSxro6RrS9R43LAFqQQfpmc3Z8OTXQwPTnAHEunU0w/IYZkgB1605
Fp4nv58bZ90ap2GG5yVMuXXr1BrppZbEe7IciYpHfpvW1cO6LRYWOSdAS8Tk0W3ZytIlxkmI+UCf
o9t1bp3IWfA2q3J1+F21zuGGGnoxPj4/n/rdKpuZuYspRDnrOrMJwU1aDbpT4KDu736/3yMP2bkR
hXHjzyr7zjGuVCiRHsbELikR+RRPlFQ52lanHGV0VGjWI2WXzqBi1g3rZLSgBrnSsk8tSVO1/f2M
4kuf5VxCtvvPYf6xi27GaMjWg/8ercemw+3NqfR+jrtu9tOYr/jHnrMhSS52WMLTDBsh2HJ4aaiR
CKJg/ccH1w0/X7n+wDCT/a0txPPPOm39Bb9fPtkJl6BvdvKhCVvv//ybfvf+13GVryyA2/DzG5az
sM7948cuP+7nN61bfr60K7PbGLArUvGd3lrysVh2W3fwRU2aZ51dt6yTaT3966ywOtANwx+bitBZ
6oYt0QZ2amNzbpKocmsMLIIIqVnQ5B960Uww9Ohp7OWDEfrzzrS7v7TlTl4KWFGOPns1wTpSGPhR
2PDB7KE7hGn7VWe+vSVmOlogTKNKjTzFmBaUrf1pSFhkx50j1TzIAc0KcPiWTY6xwd3KqpNnxpl7
RHhPoultp+e2g+sxPdZ+RXNx96QEIwdD5gcRO7n0cnMyY/SXFV1PJHQ2KdmtQqgfYTGcJKqeU4El
4gSCoVwKfoVE0SFB77tHR8ww1U6OkaRc6zaR7uSYIW+Jn9Fd5R8FsQj2csuqYeyRSaXJ+WedgomL
MxdDdvj9VEAmz8tqkEv4pkp36wY0aB/tjOKqanuknPNDUz00qRjuBgKh1qxhoecMyYeZlhHgZTE/
JHiSSkxWcMjB9qDqTMgO7eiMSE2FTb+hnl56ZcQBbJlMqX+tB3T8WXE0g0Gn659JQbbYRWM2btUC
1ti6LofAsJtxWSNh+u913UwgAdJU3VW46BWW7t9mywQchV2a1V1rgGtKW7g4IzHM3bxMolQr99Zk
Ts66yBNEu4uhUSAYan5W/a5vDPES6a12s66ypEqFSzbO2IU2xWZdt0401VcpE8FsXHf5xwaIedrU
/HzxulpXC+q7U5Ef1i9e1/nh4Bh2q3ntVFOxXn7kujFK5PyoGwAIl1U6afWLaUreEITxtSg3BYLg
u1ZRois18+8xqvzDoGhnQOTpacSs6m6dWDOsf7BW+vZ3XTr1OSZukPkTWYolJI2+hud1d5PoiX5H
sl//+WwXGZu58HE/CtsGFy2LQZuf4jE066W1+1nGIana1kUqXPp82R6Wunpcgue4sW5nm+ignytq
RVUn7mw7kW716BgsC1oU/2sy6vVbR9byZhLpMixE74P7H40Zv/uNCZSjdObRux7IlAsD74roDsO7
7lIWk/dzRc1lFNBr3DpQkZvbos6CqyBJdlXj4qH0g/G47rZOCMlUB1ugcr8urvsqUNY9vaJzfP3U
ug5FRYokITkzhhtdWw7suzTX7Du43PONpnXvgV9DCVnWq2bW4yQVO35sofxfd4OAeaByH57XPYj8
7uRI0Y7RzPVXTFG7lwLbuEMsat7hIFZtlNDCy2Cczbt1g9IC95RLijPr4roBYIq4VCkBI84bEuTY
sKWUrGluH/H8TXr99LtvSO4UM7PG3KVqFW+tiY4JcJbhtUQN4WHPkmw0EzKaa7aVv9VsDXI4/JYr
qOfoKtoGbaiWkD8YyYdaWoqp0OJlsk6IXWbcsnDzVOeRaKMMsMOTMAvxF1KfD3j4X3PLIny9l7zF
yw9vDZv+u8Vaxccc+madw645o3590y4qoW5pYVzn1smwNkouEwa1NE6uK0HXdjtbpeI9xgBfiukx
/Gm8Wvq8ZcLu+lVWZ9IsLaPYRfjwOyFGRuqwLmer6qEX2YtYhEfdoqSpl5+ANxHKI2PVH+kVYDdo
kCQF4O7erBO1ascZg6N64W/8Z1ZN7c8oUWFgNDnYx3Vz388oRNfZGOwMyP8kpswBOJ+iHZS9nzNm
TViQJHBGYsughLiexZ/NwF6OS1ZmB/sEuwMUZsgXxEaaNAmJXfd36sSXDy0iLardiP2XpysPAb6O
N0XXv5qc1mOEHdi2VcR7OAl7My5dtQmHKewjT5xss/69v2d7nVv/A9Swwo0IOFcSLmlHuVO9OgnE
vsWo7cbQivJgMEhIqrh2JLnbDcJ4SvmrdX1EoY+oQ+Y/zCWg1MTkFkD6WdK9uEbEvIjS8qXj2lz+
WetcBrRhU4EF4b3bKzcNZIugMih0aSUkviQdT/84MUiUOW+G3YBQNBVXkjKffD8JtyrUP0UWShtN
PxVDPd40oTH8TDQRjTe+upy5bHrPFLW6QfJb3dh5BXR8nc0tu1c26+xqvbrOrZPE9Cu6nWxoGEvv
fLHYsZRahUCHoOP/vLBK28wPUQYIYNGILn/mOln/4N/FLtMgyyj4ZvqLhmleehTX01GsmtN1tp1J
eOWZOXm//5n1Ov1dXOdsZcDeCgEvD+8CTiATbWn7+53onQh3ndCPydJ7v14H6yRaFgdKHNs5ak7r
qtLXMXcILKKR1dagXx0NDKnn/9sXxX2qNDXuo1qOBmxRjf3Mmp06HBIgX4jkOacLH6IS2Bisk3Ux
jqAQK5H0XRNSDkeMIVtnbsweVxQpHo+mVXgaNl1tMU5OkGGtG+JP7clWxShGlf0duZ8vOx0flXIB
6xKP4BtbYDiHlH6idL5Rsx7daHLOiip0YJRRKJ3L8GTQC3MO/M6l3t44w5RdMoVXRG5XumdDWT3K
VevyyCgpoZNZLKvuAG5gGdrO8hX1vbqfBxyEDAtPWvOlrdt8KyjC0MXe9XixNME2ajGiFLkj9Rn1
EdoEPV64PDTiW6Eqhjspk7TxpRZbmF7dwv4HTzc/aSI95GVJ/g5LoqgRb9VQ4Vk4pVvwS9FGR+hX
tN0pDGrZ4eWIMjksCq9BkBF2J8Cv9JPElHQlmdJrEJNUQUvlAmWLtkO1eES3Gl24pCgoTrtzqQ74
G1uNV4KoaCxyjf343ZicGKu3sUrh83Nvn4Ipid0Igy0/j2W4pliURgrp6l4GfKvF0PExzaz679hH
kS3TSeWOs27tfFg3UtnuWzXkJMChi4TBmRYhWvFmEPTFDM+2taQuMYIkHmu+TF7dy7NFUWDHmMYh
T3aaNCEEluj37wZpR0Qxu9Qf3wmew401od8vJSOBTUSbjjUTewq0ORZ4NNo3+cOD3J72iXUdQSDt
qXjKJ5ppcc+wcGCQc/7RJSpdNPNdADDYCiwZr61OwJxC9RRK362Pt0w9npcrSI2N9pyG81+djW7e
8KKsGGRLpn8p1O6zyqAjqdyirjL0mDVNA/XG0MQxR46FR0L0VCQNDrgGOjEU3F5KOkETiMLnRE5d
o12QIrCWnVFtX3zeFx6UVwdfZvxBM0o4Ft9lVHYEE2LuXbpyJohe+rmrpG0WNP51grg+V9afMsVV
L5CDj6mXtq3FQHBQem8JAHtDC4/0ym11O/yS4LA6xYg3sTLOr3ZFwoIEpCL9NbFIhGukRQdNIZNn
x/IV4oLlalPq+WH/OCnWFiNc2kdCWrEkIVNtZYQkJZ9JpXTbuRo7bwrTcitZz6GU544eZ/6mTnPy
M32+1Q2pOM0hBxxaMoORotwGY9yCppwOnfzByD907cnsN1390CRYtdb4dZHP3xh2+aa0PXgWAEmW
hulx2z/TkasBO4pDFxfPzCEaVNwZ/qpjY5jqtNOYObEZ7nUhyU4PssuIxTMgsUrQJAnmKyU+qmQv
j3FfsSCGykq3V7RAZ9v0Etj9hx9UNVCn4iueX2c1Ab6Whp8052Zeoz5hofjU0y9J1QVa6nC0QaYu
tY127CyPXNs4dSYpM5qADV/9Jn0DwsR4iwf9UowU7VP7JFR2y5ThrMlE/zzT402P63BbNid/7jCQ
zacd9rwG7rJ5uJ/+4JxNvvoxybt3pcNQXm6nOxET+XfzgustSARijU6hT/CEzoFMdvQMAzYMuCbc
uugAgsUfPSfJqUtMgSVNOpQjQVYolMptd5x72UtNEv5YChy1cltnun/F27DdUNqJ3bEyn4wx87S8
40EggaFN01c87lNPsSl4N3UbOU2TvdAvisixZQw9JhF+SXRvGjVGwotPLJ3R46aR0mdg/lfQaZbT
vPQGBLoqStDdDwcrUr8KKfnKIvWzqTTMAmvI/DJjKDLcu3zopq2VUSyIFHrZrZQ+onAKXhWyoGMG
7G+Yigc5ri7VkqjKp6UQ+1drTKwXBn5wSKts0wsH7l29GSVjkTuXt30YO1FhkC1ZGnWrYDwUCi+F
jB4hA3gfrBeemkbgxsqhzqJbk0YMp0yLS5YU35lmHqrK+GgiBl6juAutNPOEnO5pVCEf5Lf4tQw+
unpruGlxMwtAVXsVHeibTosh8gx94hkSbvSq1E6OpOej52vSpwXZKPR7GtEjbSMwlVJb09hNY/2I
zRtl6EzsyALs9JlMZpg/5aO8Fbh6b63QoH+YnpVI5zKTildbLuKb3g1Ca2GI3fdaCG08fZ7mNvXg
zzyG9fxZjMaLWkzX3nDVzKi2RjCeZ9CciQF5rsF/UjGMcwHG2ioaOIOFSkVNNIfE92nTNnZDJHlW
hNf92xSV73aQPhpldxoNehrl4Tls031DD04yck3EbbMFyQaapj+FgANpaAOMVqe6l5SMwKXa02ru
T6jyerqvmmIgiTvBjIMPDTQA74pAf5/a8R1v6swxU+mpsQDZtJH61mTJ5wBOT6vGN/Rlf2nbpS9W
2819dOhE9jghI3dTubgvO+DlERymPqGjmvPxIDAR2xWUAej508gdNfOOAiQwteYQdN0VTyM8BC3y
40Nr/m1EA5qCNywe21i95wLkLwBlRxIDlpdyDrYpPaltfk1A8zjKPOgbYdu70bAPb1kDoA/a0KEY
9RbefkKz/ER7RIiPJm7sR0wxigu6YVr4TLDpKndk6ZPZISvc6p9y1p4SeXjt+FEM/V4imjAgfabP
di0defI90FxWOl1ncuqDi4IzfaGruzYe9mPhb5t9M+TbhtPCQ4KRP7XD0aG2FxH/D6CAzfISkaXa
t/ipyQ3GYqN9SgpYn52WUE/Jt0PE3TtY/t80xUI5oT8tH+sXo2tPqt3edVbq4udwLdvgXc8YNyIh
w7phSN9MNPXwSYvepTSDy4PA+nPm2qAiADY+J2yolYGIZtxYmkyDcbcTjDMONqPlIrtgPVoTB0Qy
uSpul+7FaEkqz6k1OnB4btN4bJzKhAgoCxqOtCx4LIz0b9mOtZO16eBVdodjJKLDOpQPvWzfmxpB
5BRCzs6D/qg1RNll5793Lffd3KlbA5i32fRnjewd5JTEA3FnSCnV0MoHJUrvFMjdFxiENDoFpNA0
cod1r3GSTU4jliczD3Ql8zrVtBH8W5bTx0PmZQ9NBiOqTyR5q2owG5o6uscAvvVh2/OCI5K82l/y
2HUnBRAZozF9b/ntoyQmsJt29y5aSOOTFNH30r3Xjb0NepCiTYRHsZ3YXkqKoKbAkdIY7+WyxM1D
EFaJ2K0CMgKdLGdkrJN9NvfWAZPJFzMC3sMbvOvLL6UlNp4Gbs8Cvk4cnYRU4DA3wFCMuVyq6F7h
8eOhTqKrCf+eOapOQVR8YzIaOkLpKCtpT35jYVSS/1Eg11lzjUpCwRHMjyz8OfNzF1RHg2AxaPNL
b1M0xF8E1NUZAdEzsfazRdHC1YPFK0IdPyedEUBi9ePFsnnVGJOXWN3iMMjb3MBAKm7gqFYviVpx
dwyuUc/yrd5nI8F4mjjCIgYzUvo2gui7J5/dHvViIWTpI7y3cXjSi2GjqPpIYIVpRmTCdjC6O2kY
y0MkJXdaQECOJ22u6vlOIzNVVfNAQBv2O0TaWmNkHgmhJyMM/sC3gp2a0LMXKhV3ABeN9E3S7yMq
koNvaCPOwC3VyktWgjEDcS+clG7b/awHtddAxLSH2I1n/Vx3Nr2p3V9dusFq+RRhzJqThAb4SO9d
Um6QMt7FvRBbOa/egCzcdPkM8blYEM3vlcC4erQVxPpF+FQKk0iIHiiLJIFTyQFxZxGBmaQFPbd2
NC3pWEOagxsbiHuMCVWI/hF3ICD7YcKz3VC3QpseVdk4VTF3YMgZTgSmElQl/+qm33tpC3E424SK
sYuM8X0eb+iceUrpSHXwBak2mcJ5wkr8ghKDtpGZ8bqBVqmdlhS8/iJB5lt621zoIa9qc5SUrYHh
kWPr0oMoxLYHcLs8pAoHDipSqIkG6t1Cl8P9I+HBJmlH0IFvfaj9UQ1p2vpqDywZCSlEQ4anaQre
johQt7n6CwntAIEJtokh+hVi/DYKYSQl2rdmtLljjKT7dahJPDdJIergBVX5GlmyClXO9BJcTh3J
5ioxdfWDhMtfPJTLY59QtVYp3E9YFSWqcg+wL/NolUFAqSmenBT68oFNRI7YU1UK+1ayEzpcWmUc
96bSW8QBcemCmmugp7SvsVKBo26PUsTVVtTCadLyKU5z5EjGDWBMby6In4fWxtWXJIVjpOFuwHEc
aud8MWhhL8XXpNifZTbHHo1sJZdpdzXz4c1shk9Iovt5mlxDVd6LMdKhJQ8gehFf+GOtwycZcpc6
iFyKhz4xr11jIcuIs3NvdRRQKplCtv0W6y2O9pn26Lf3nZBBdcMQxUEMxx3Z9L0xzM+pLk5CMbh1
gxY/J+oYtWzelow6+iIfvDCS7zAceVJ7XDHtLt8G4XQf+npPL6B5paCCgUvsw2yeXy373jIkmkTU
hcWXtaPbtjEBNgEm+LrAi9XCm6DYYnPu9HVHvSHcSWV+ztMnsHk2xU5/zzXp1mWobcZYYSTWK+yq
RvlGUg3NtW6aAGAnST96F/AGtzt6TnJzM1Tyq5SmlFo6deePMPdGHzO8FAxaZXZu0LefYUXrva4d
iC+aPCXAGExHJ6pk9DXcysmBSFqHOpziUhXZrlL0Bl+DH0JqS65Pb25eaYprWfHXZIavIXXKaeoy
V+phA8a2Oh3M6aUQUbrx1V0qKEjn6FDRoAYbAx+YQnSvSR4sGWpG/n7Mf802apcXArWSWiHTil+d
tIsRkU5G8jSOvL11XL235UDI0RstZcKG8nCISbRt2jCUv0ofj4wkLC9tEG41jES29jQey0T9k0oI
dsMY8vvCG6raTzqSniiIF1uJHhWn4o7f2JLJ2NDmVhqG5pJPWxsK8DSRbqefq/L8JIDOViALrFAi
pFS14gbtX+qTC4mir8JPT7IpATWPS5yFfJ3SU9TsQwAbDk1LplMX6teggZ1KnxTDzHdBobybirQ3
55H8iU03j1Z+FQWoU3jdX/BmPoioh22lhpcZ5DBk3yRxcYOFQjDf1iEWrncjb1NuRQSH+QctMbR+
99/4W158G4vliGeUgtF51pvPtjIepxoYCZw5vOS1+ravxUfOPwskyjVKbHUnLZbLYTmdUl2G+h7l
3TaKGKfJxP5lOTxzj9IGQlP98jg0NnUw7fgcVfAuAHwbHrAVekoUVfJwwNo9IyT1naHy6R76sseX
ytJeyG0/mllHtEljqj7TcYZ1NdKJY5rYDFN5RPkaAS/3Jk225HqrmvaaN9lQ3yuFXqqMngkStvcF
J8/JB+0qpQkpQ6G99tQtlWDoPdx/Fp6KHZxCXTwGs7FXUgJ0EWDKx9OJCADSHmNYS4XdWnUajcaQ
hElY3dlhcC3/8uD1qfwMKCvHsL+mgpGaUaOniQdsUYT8GtYYNUxqgR/U8AiANN3Sw3UXm/2JsgJC
Pym9iDRoPQaBp2Eht07ag/IR5NaH2TXPjcyFmejPeF88qEbuiQCfQiyAoYBjJDvdNDV3C7IuOsT3
jSa/dq3+RzJ78sp0ujUa3nWxTDIm5v1vzpGGYqI/VN0lqeCA8wCgDW6BNytv/jJ4taTgNEMqBKl9
SlRjJnHXfJbVuK1M6TnFktgxQ21wh4LAW9bpZvC5WohiurywkYoL2dFFelP47Z9cIKEIuxkoJe1P
dfdgpuKoZUbjqlJHTJXTfi8DqB5jSfLE4s/b2coGKThW9HHxGWbhHnDFTR2FWznRv0KrJk9VUwXE
SRUrxWinTuUlMTAUrav0UPZYpnZyuaEr/CNRGtpFVRy69WgTJxSe45b+Nz8HHKxv+AnHLrw1o5wm
4eGUSwp8J0MJHUSP/qDd+y0SCt//nnPpUcVKaDSK8FFK3mEm5vqsulIg0401qJcJ9pintcqn2bUH
1Y4eioHKOgrAr9ZfTnaYvk9K/5Lk6KpxW4B+VfA3R8NlSoZzEdOe5wcfhBAfGKuGjln0W72c3rty
0eXJvMilzKYjcC5gj6t02xGbL5nKcUcVL/S0idSsHKkYwKtkE8J3W8eRImnyU5Zip1To95k1CCro
0tscDCe5AiFt52eVR7gwrV1bFJabDUDu8nYTDdFrlNbC/a708lPX0j9+WdJrqRbXDFpja2Y8XIwa
tyW9BY93nPNh4+MfT5cTWm2lPKIzelClnuZ0lL+oLPbTAJYwxBs0jmWSel3eczXScz4LzZOpqcLg
CtCC5IMru+08xjglRsl2DswjCsoPQ1Tv6Tzf9nC+KKsZZ+6QFyOB1iZ1np0X9GBawU6tY9ccOhqO
Jdyi4vmCeOkGau28q3Rto4M34P2j4EeZupbK3dXPcr/H0wGKPm3go9UBWeePKjX7fjRJ3pjkUxyN
iI6rOD9r6XMnEg8D1bs6bF/DnhL4cgnOExZTNJbI28DgQkE/cZlTf0dG/NU32wuZ21sfUD6jBHRo
aaVscCE6piJ7aEP1LRsNwUAvJKxFT2XZUJ5Ey4sxjx7WVoFAJilD8rjcMxp7wFT7tWzjT0a/j6hA
2wPYfDyVZ99D9/Kql6e69N8ID+jHCAlRfBL1J4lCTq1gttJNerKxMnVPlxFpvXjSCBmqAH9I6VSY
pXRhrPkyZuR2587c4pede4VuDIzpR3ubzaBoZpEm+7w+54VEgYADbKxE+mTc60xoIUTkW/txltBN
ZiArMckKRiu46aOBQSPkBGr7klvGOrbFk76bmky5kVIqWBVKBCoRJgM1K5SRZyi7abKrA/K4yKkn
PJhGRcvupakBGm8mzW5d/FkHhj7mvmxS3zORcADiL1XeVS1m42ZW4GWwuD+Nr5aIgHFjYGGY4+RW
9nQoTCTpiJzeDfLIiqD/1NQ6ac/fs50VAtVO+GT6gNgztHme07rZ9UTo9cA7rK9JQEbtA/7CH12b
Lsou3j6zNByE0ts70/828ex0p1T5oI+Md01Du1ssiwCf4/RN6gCqFhqhvTEof/3c4qYhws58/48W
i84lRWR5YAOErQFxlnP+JoPHklXdRMMSsoXSMTTp4fPNz9BWP/uG9u2Jh7Df+QdIzADSyVi1tvpi
J0C/9W05Sedq+bpoqcBoBu1TA+R723qGnwf2MMdZYs7dfopPs2zcZ+VtGYveidPhIQ+oPqeWdahL
QUrTvE1U1OSm9VWPOhD/oLqb9PQaL6UDW8pIG471UcjB4Da1xh1h4wKPquwGf4zcq4JqpIbfegTX
A7e1dsh7gaGOzuhtrwWhADZBZ4dsQCRQzBImaqKZEBqDehPr5W0d969jthgtjnG/87Xse4jm5txC
2ghIb8s6I2UtsHnBThr1AU3b2KH8Gk3m2Q6+1UajJlvjh2Yx4CwjK+fxGD9kw7OvRdCFLMZoYaAF
DhJrZ2xhOYzF6Fp2zNjZ1AeHmuoujmTlJbF5WsOOZXRLimXM8IdSoqPoyL4Yvbgwxn405Oylyax0
I9UiotEieIUxgoTdUneomWSXRg8eg0vT4f/wdV7LkSNZmn6Vtr5e2EKLsem9CB0MSZ3MGxiZZEIL
hwaefj44s4pV2bN9A4MLeCiEw/2cXzjYDhE5JEjVLuew57rTIavr/Mb6nG2dFIwhrSTZYmTKVfrB
IBe2UV37dYLJn/WEKv2O5AoSKlDcybj3zcAeTsF3yc1Td5nYtgajqXvQUgQBVQPJl64ogVURsLLK
9yQWaL/k/S4diTNrqeXtdXPfZE27GAMSU/VE8MlxkteWIB9Pm0JZ5IAe6rQI90HczQto/cWC4rIg
WhkgdzJUVzXLSKzo1lsxp57874IIy1JLFNauzbEmZglMtroJoAa2LEZufZu7Mi8IdrYqvJPu3MGv
W4JRKddebqGSPpL2sGfHmlYQ8Yumtidfxg2DMkKyrUJUKljeLYYqaW8FnumrGnujWZD/QFz+FFhi
mbbEbQYUNbSesCZrqXIfdwLFD54IoTD9pWgj9dT06iZjTbkYHZjT0YRjualevNI0tqbaig0KkftJ
xM7CTvJ1qGPYMgU8HILArA898fbEBeAeJ8OTnQMyVZtHsmb8/vkE9IeIrB/V8U1aEFZn34pObWxj
vdJt0GJARULk0bFxyJ+KiqB9aQwKpFj0IFMvW0+NwcO4r78h0bPOrXn9WUCNm7q9lTCTplHxlNuT
sXP0AjSzWYw3Zj3nhCrgNNhvgOFzkop1bYqfONyNtRlyWyi9CQG7JhDIH41tlm09ZWmVLR0t95dI
ruRgOWG9lvESy7YcAaj5L3lJB14iGfkLG2llLU3TnP0UxNEy4+fG5rv1tcbexVECgIm/PTSfp8rm
EwuLl4RPRCQmsJnWSMnYbvdseRbA4iQ7IvU5HILiViWEwh2VL3x+lXWY1Mh91xXbPV5bK8cNRiMd
WWdWWQ65nrXtlsUyDrqdycYde+EMi9XWzLckiw00YjZedypCzFvgyr6qttncZbq/7uLx2ehhXXZO
91j7cD2BAVXbHCMapujmMkQTnZSfJi5BhHWCt9Kw25XjtjcBOVQCh56OMEowEja3y3f0m/mKxvja
qa2C+bQLA6Zzsd3IISaIEjytToROx2ykxWEz5062fOTW+CPB+i9P5tgw3Qy5vkeopJhYVljcc2ap
vQ+B9arqP7thekd6BnMLhMItcZ1qW0UZxycO7b8ivsXVpm5v1BQGBSlD1GtqSCbEPZS+O/fkmG1c
fOKwW9eh8uJVprtutQrDtSgpTmT+nHU6ubjjmeR0SHstVY2VDvscyL2sWNnXbhH2MZdoYiQrHtv7
2PDHG9tXyW2w9TFzIDlOUAwbBS14cMj3jZKqm8q9onHBwlAdn7pB2021SlR4qB6bjoyI3TdLPcjr
5dB7GgvFdOLdB6ewbl5SmxSZ8VPvoqvLbp9NME/FrhuAGrEdaAcS0KGnsGbfVfDGLwF+JEqBmTXm
Tqu+Vt6ronsxAny9Uv+UtGArzfa9dwnolzEheNCVDw1BAfzePHR/c5vgh/HY+WwPY9Qb1hB0XpWZ
vRY642FwsC7I4vhWMUvU862RW24qi0UBFGWldez5nFkTvy7zD9Xo35pOZcVi9zuNuWc7i273RfoG
dgP3StRPyfeyM9ad6o5PFHNXhTHhFyvdhkjgAjZcJUq8y1QMnSvfuIrai2+KmnvbEKuAL3kxlh7w
QJLgmvCsddj0/bl01wbo2ZU7mLhttK/jWFx4wsasgo2FWUKfq4ocHEi5GeOZsNuw78C0DYD8VL7H
kKzYKsT3uur5y1AQeg0LK+KMwEkaFO0lt2HmKj+ItffflWBH9lVF2sk8dzVptmnIfzjOrM1isjWq
aoB1Hb+Kpk7bwJvqSzQfLKJvGUjaG1llpwIrIyIPZWLzaevZgsYfdhnwRzC5OnMpxuqu4qHiX3Xj
qhTMw36pPcRtFHMfqM818hIrTdedZWDsXNu2VubkPQdRaMJyI6Zd1Fm/rnw2MlkPDyJeVEMh9mKo
HzqnnLZ6bETrrkrPA5Axcsdk54wqFVv+PBgbu22CjvBArpZMHEs45lhY+shUEB1eG1XdnrvSvUtz
vtB8ShdZqVXnxmtKPLw3Lg99t0STpSG9gerYpfJHgvyEGZtweOtbDRVxh7R83GpPhg2ysKy/lwIl
FxhdLIWytVc5l4yM2KqczHrJonXtQx3sSLGimTMbbfQfcTWufLtrsC+8Sap22CD8DXLRP3tTcAps
9ipsyzaJXobLXkmIx2j9jYb/AIuc4YMpF/Eox71qRnUr2oQwjB08pSP5T5PnUoCCdKWMPwf8g2Pf
0M6RZXSrJs+CjZLijCA096djgdHMmqeh6fyFiQzy0hnVpVOPzM/G9G4O7q4ysMmOfzo2N+iUpT/E
ALdWdRrWfgomRvkYHHqjfKwSwBQNN5deP8DjOHgVCJ/AD9d+VKHi0eoLxzN/zIwTFuKok9Sebix9
3TnqIK9T8i/rLrD3HpCfG4iKj9psMx6UCtn2gi/AMd/rFLIlPKKC4Otm8F1EbeL0wbPJU+sOHkVo
gdzYxXjpDLIHlum/hFcQKMwqS7+f1q0OdL+rTmObpFtgGfux8y/YhUB9IRaRaANQHYcxg3F8znLr
o5qGk2m2F1apyBaHh8SnB3enAiCo3iRmy909r87Io1zsODRZztYZkRNjJ6xmrw34oGfDvTJO2qkF
C6SDA94U0S6rWOI2nvGhJ0a7yO36WSmaiThXwsOA702HmSkAPVVueGjIpRFze9XNpjlqmMXGoTtu
lKbxVvVULD0z5G6JblOUGZYBc31RbZFV2oOZ5FGeqDr8/vJ7amMn5g8GjtPKR2C1r4mZvDVVOHH3
69te8LuYEeaF+K1v7Kn+HhgEIeN4ptPHZNAMPJ70wg2WJhJlRBjI2Fp8zV3VbQA+McPexE38yO9/
57xVZeWtAuIFhGkJ+teeulB6tlVW8DHUw12tOx9l2jy7Y31PFsJf6rGCTr6DcZaHopTw2Q6Y2oze
IY+q4Bpsm0CysTxwF202Cbb8KllnxzcOCKW9aX7vLkUOTmzOZuUN9Hx2aukK2519N9iIP9yMxrh1
+AflQbHNmLh9W/lmtNFPxM1yIs9i2BYqsDbo72H1kTv1Mz5TRKPz4iLMjebz5GROR13Z22Vmh/px
/qYnLtj0Yd26EZA61SzxZYB3Ws72M8oIwM7X3h39g4Smuw4n7zQASVvlGtIIQK8joYLp9cKbwZq0
RRyFp7JQcK00sqMNWy3JRbZtRktdA5uzWF30yza3t1o/BKiNlQILFnGnMzAKa/z9E/OmYlMawOjE
3TGEeO2Jhhl+O5bxR1iIWXSq2Ru5wufGldO0ieKwvGUTNnugjf2TNoXegcjGcqjxHnetSFsPTv4Q
ltXVaDGCQKaatxGt+gysq0u0HL63dbITtkKCdPkyGlWMq4zkiKbeLfBvRP+GkozVQBJjwNwJ5NRW
NEq57stLM6naIc+6TZ8rwUokLMrKelfkGutWYsJRHvHrDfnaDadTlDEB+aHI12rZ3AQuxu2Biu0C
iCPNU+q1lyrQlbtv6VCtq65mCdAEV0Vj0d/nxXtAQk/EmFF6gRKtlFF/tRtxMdVml3npuG401rtp
k9jEgwzIQimKLH5/bQLjrTQPgcGsiU+gQzrspwfGoTAtaO6d94FHyivBL1O4T2RQtgM2cHBaDgab
0jBgGTEE+gXCyiXs1UvUt6A9tH0ZpNlGIzxgZ/Z10L0ZysNytBQYKY5gXctKf66H6AGEJctRdKis
poOokdvnfDLufSO+M5lTNq7TbpNq2nqlduPzJIcsumwLEmRYU67jmGgkjp1xVC10MRgrYJSU3IDF
Tgkups6ImsPljopwO3baxmkaViUEGz08Cxalkh7NoXr34+49qclVxNNCE3epaFv+NFD+/OKbHtrv
0WB9tF2BXr++MtS03CJ+T75sRFhBsGu3wzdCsiTsy7wieKZcjGJ6CC3nKXaGnaobexGyVFUa/Yj8
DnQPE4xOywPRqt12cfypmcpaqCUPDKQhOs/cWIInrNq/VTmygcmbaZj4sCV7grq3tkMkLm2K58n3
VtU4mduw0R49fFiF8F7CdkbER+FR6QFSALTDBSIbjlaG72mhE+DO3EcVFbfWLy4IHnUgr7p70RGL
aQLIsIVjnyCOYWjnl3cZRIaFN43HvPVW0WThokQXMiZHA50U0qzuxnKrO8PKXqsarzJFddDaB5Cm
dg+eSXjZ8KAVWO5932gs2KwVUy4ZaDQSgOGajwkGndBNkBezjOo1V9uVAkpV4Bo6RPrF1hw8Q9EN
jIm5t6W/mx955AWepzyxFmaYw02H6uML61YY9dmqBndJrpFtN6Z1C0UY17S163UOpqd3QT4OzUFv
yQYHpFMq5QdKDlg9Eltd9BUKkuBSdYeftidfnqYa+1JnTwieuTHSSp5r07bV2qdMJQSGKtLMSN8q
ELtrz2ZRwkKxh60ypwHRk4qQnVCDkeAAq1+//i5cbdNW5rF1HPRQSpwhE+ZsBC2cgoBm25z60mxO
WhG1JwIQE2m9XtkBH+kXtVIO+6w2y7vYVJI7ttXzuawoaviP6BTx2LR9tCD9MNCWlaXW21/NdFSG
bo2tobjIKuAA5CEs8+VrkLgPYuZxd1hbU13eEYcRd8DF7ksV8Q5ZZWDvehaeuvvsMPdKMTDd8G7D
1ddABNJh6fe6spf9AFsPt4PAvn4eVR7gluxCCJWkrXlnsq6262YJws5CxuWPujRylxqiPhfZA+2u
EbRLTEDbSvqLOXS/Duztbl0z729+qzdZGyCl05PQ+qO/JmxULMwjeVL9/FWdYq12DkAYyUFlfVqM
WE+F1pW9yKbUhX+N8fR8ED7AqaLsmxtZtL0imT3gpnU0xO2DVwXpQRfEEvOgb3lyNO4tHgjLFPpN
s8yd4dSrTL7y0rHy6mUAWG8vi3HqxVuIDebqc+DA7494FRI0m1+2SlGdS7TPrvKlXK98JutinuQr
9RGWjZPvBgQk6N63ItuxnVaWshjBPD31nv6YCYX3oaoXQ2j1vRxH40pCGZU4yoGsHFCfyD1/I1ub
2FqOYHph1aTFrTxYqag2ScVfC6msMFy2doHWRZ/VS9kMorm45QWjXYUHM7P43CeLphDUFUmtr3GS
ehzYD+RbghT6pmmM6EKIPdwU/ZBeScHPyIGyvEWizlkVQdTdJUhqrmpUFe7HSthLH/bNA2uvahn0
dvrUEH3jf2f1z+GEnp2TWs63fLDyRaq0xXezKj8wlYUuWeXPbhdnP4YyhzYYG+/5BJA9dYufzcCK
IiOnQoajWHZqycQxqVd/YEWzqI5Eq4DkZqjQmHYM/ABrYpY7Hb2nYhuSC/kgEXEwmkm8p5Vz64Dw
f4v6+MXNw+pVZU/A6q32XnRyt4skTsdNVAZYo3iauMVMHl3N1GEKmg2XZV2QlFAqJ4XFTyfErWzQ
As1hkvDLtSzKhioiOBQHqcJyh6E++5XBsLaBmK1ksZkHKBzdXXeDi6Len6+B13MBfJo8mtWLIlxO
laNuFENDhXjuI8f3yAluB2F1n29VNuS1327zmpyW7CLHHxQVnH8Xku8vBHg2GOm7qUuwiyQFesEt
KNu1woqxBC3DE38zZd0oQ3yPiEG0rDSr+Z6lylm3yj4gR3w7uX74U2TWKwBv77m3dRcL5AbabO+k
RFU8cVDywjg4eu9u2Lx2/P8znby40X3r/e6bVSDlElpr2AP8QFMy3eZOab8Mtl4sg6Cf7jwtKjae
nSG3k9XdDeh+d4trs3/B1rReGSJRn0AUxggmhVehJnf5pOtno8wQWjDsntQEucA2CcWZG4dEUVAk
54St09ZAa+GUJGa6bQUqKWlOgitL+vGUWEazNXJQBblJ8r81teyktaO+RdkmOGmebm/5ozjHJIEI
UDDh8i+7yQGdbEuo/TvDisNbViMs6TTH/hGkN+hK2O8N+/BF3QTjnewaWZNCVOaPrkNX/9bVgOZ8
p+Lxve0ai9m3Te5BT8VHvM+2vY+2KWrLhDNkHQHPbSfKPlz32IWuykol6+f3t5le46wc+9Naj6b+
Vh6wl3WWBnISG1nU5n5aBxM3MEprWzK1YdwdE8tG1SfY65EYPq8LY4LKru5XNyTB3yfc/BCqItIP
1v/alB6yN/CU2A26uwIXFTCWPWRgeAm3BqrCK0A7w1rW9YXr37K6B6OP4iY5IfrJOqc3Vv2IPJMs
9aGfnZEo28mSHAh+mreLcc8DzswY8mCZlo9xM/+hrzrwnBWpXFvft3/2I/+x0pG2u8iq0nNzJN2q
XVFhoT6kabNS9R50BQGUZqPEJr8ddpDhGjYifExlSohl6fXF4bEAEGCuJDaZLD/LtagQ4COO+9lT
FhHOJ9Q0H76GkA2FFTQXm5Q6mtMuMjB9fdH8Ud3JwH2upLwJbsz/T2Vg2epO0QjxywtlR3mQDfBQ
SQfPF09TCXw88ex9MG9ARVgZ5474zyXIBLAWVAO/EzWsSfJYxVUvEaqwJvg4RUvC0XDyj1wvvNso
gHjjCeLpsj5zvHvkPtR7b17uCgEtRglb+ufFoShRhbJG3Kb9MRdrWd+G7Ij6tnwmi+MgTjRgrxqT
uswsLGe1sFcOtcPdtJCnzYhzaT50SJlbykFWVXFCqyx/nsrar/bOg7iWZsrP3+pl8bc6S3e1fSaS
de8SQ8X3ajyE+vjroKr1bdTyWScTvHgWOtY3LYZ8oJZJ+Z2k3btllvar4uRPjaY1e9M2zK2rxeHa
ywxUP9CAfzILjfQZDI9cd5lPAw1dpiqNnnG8xNSYCRNUhrKujfHgorLlj7GxAhXO/JcP51GI7GMs
EfVsa/1bYNUqCNLCZcfeKzf9807XOmRFVVL3C7U3gp2f5WytG6hdrp69lp72gj+5codgdnHIdWQG
I2cCkDC0G5GV6XOnkkQblVTbKFC4vtv+kgGydfvcVUF5o4kq3agQxPZFG2RP7jjuCUbmr1pvFLCe
fP+QhV1855vBT/lyk+7yC4qhuDhF1p39gCzDMF8wvw8QlOS0YrCBuR2YW+Qk32IkSU/yYORDexJm
C7zWcpE4UNilCwCSJ0OPzGEh+8DlnE+BacOBMw+/in8OIbtnZfmcZWmx+xo6NYAFm0rXrFsBNWAY
pj26Ld5ZlvIEAprTIXsvi3EFigV46r5367NDQrDZ10RAQIep0bIQSvU8duRV49wUL85E3joa0vq1
SLNnYB79DyyaTy3r0Y+6s6Fk5QEO9sW0KFxoAguFjfwcjvYC+C3ZAELGDcyZbp/BE2/gKc/icoUj
UJjTtXIRYS29lcWvhiRVMnyQwVl2hLsv0ZPSYSNuIEh9dO1QeJu6BOLbD3a9D432RpbkQXax5n6y
KGZ2kdkHxMsa5zYaVGWfu/C6Mljq7NI7RBR0yFeraG6WfSrFV5dpSky0siz68Fj9wZZeufm8RNfS
ZaUH1uWzM7/TWcNZwqos5xbCEIP8+Rqf1/d+VnFn8Ro1kILDUDb9ZtmAw74Lkiy/8+ctR6RWYHX+
rHPrtlklhMCA7iAJB3NFv1aq6x6FHldHuCzP7ImtBxVaFXpj9rWsHSRlY/DkDjfiUTZaqNqvwIGU
O7UEJ9h0RrnNHfCuaWMEj5FfOOuyQxxBjwd4VNA7Mc/poLoNmf0wpaBsvCJQPjbk1/yPvGNJalSN
9ZAx1hqAbHIcLCNclXEKgQikwD3RzPXAWFfDMqz7qfIJnDo6O0xIduzNEXU3zCZeyFbHINM5No5/
JD2PwGgUpeeytquzA2KNFHoVvQknu6ny2HqqjNKBUxEgBzJl0XOpEECYOzh/v5Jcak1Q3Q3fwIt8
XmkzYy3Lsdav5JaIuDsifehTGEoIeEa3se+jG6U1BSmS1Nn2o60fYp4RwGGylox2XByZ35rtmKnO
2eT7WTtJYtwWKfZ3kao4D8MsWYQe70II093WrT+Ni2z2YGidUTuR6kwJXKK6NVflIPhP5Xz47NdU
ZoG3hfLrCtnSjCMOyb3pY0EIuZ0c9xpEYntnG214X9poVkQIva1lUR7oYDp2e8fKfmYBITz01UHW
0UEzCQcSAen3vteaONN2wcHO0+rUh322TrK0edKj+If8qTXjZ2T14XvMvUowfcToYr7GRaroYM7X
pA4xhSo266fJmNMHvf9h5p/X5F6qLXQ3+3WNsMGlJGl+gFLlHbRm9A6kPMlv9ToJCRHnwSbh2VDh
hk1TLpt+P2URbKyUNtqkg8haTApMeHy46i5qPj0qz/iojwEiDAtLdTnmc8XXoUkjDIBBvT5MEGnX
7YDjeh0NxrHI9WQdWbHyDEn+0nMXvltRdzXr3niGt5CTFq//rauftRe5dDXD4Vp60a+uv41qTioe
64VICCO+6lVuPKp+VT4E3V8KUfeqdbb+2aJ5f2n5/ZrSK/ttXfmAUCbR4SxeqwPPWBj/JERVcy1P
Ew1BgGg+lF6MwqR7UdHtOlTJvF+TpzkatAqeqn+vlWWU4aubySBk7Y3KTW4FBygj5jYlVXxDVl65
kfUQ3wmeykotG1x0kefeJP28fCF7tbbWWjvZoZa18lQehGuRK3PaeFGinPGrv2wZteB761XhYWSe
vwb8NXbpQGBOy0R+9XMtv8ozVqFPDcnUm6/6wQ+0nWuQuJeX/r0vaNNffRu0exdoHLTIDrvBSR4s
hD65jzJz7YgM7ZKmhfstT7/61CPpjt/7yGZbtRBr6TCWiYAZBg8K4u+HPG9U4tPzqa6A+JJn8lAH
PLuAJ4WLr7pOd0dx+ion9pRs4gwdM3kxFEeUmn4bh3AlSZq6tpmuXHJkfxmDhZOzzMdBBV9TwtVC
rq/zoitCBvk1UMP8KtLRgSPuGytv1LO/NuyaDgG/r9rSMJwVmVZjJS+UB6SV82u9q+aesqLuwYfZ
LDm28DQynGaeJ9KNJ8wQxEIWoTIV29pAaUkWdRPKqAJX8yiLkR2teEDqD6Wn69ckMx9kdR+h3dqY
eMjFYz4+1xqpXrYQzl62KpZ6wUlzusUo27yv8+lzaC8120MftyV6SlxExmNcoyvEfnR+W1qKmmBh
Kca5x1fpWfdxJvn3d2vO75ZlWLghkzQ8f71bOWTCu81qBJoFLP2tVELPeFxsmiIAFz2LpX+qo896
6l9FUYcw0TwgNLJVNkxDyswuy6mav6Ramu9kaczEgakSik+qrb2YtS60wCi6ou02rGri2euhdkag
TGG29BEqOBcshbBO8i3SDxXyWbL354WOEYKdFu7s6xFdLaWOruDNArYW/W2C/8URAflDqwzus6rz
8qM3wDryvKvoksd6rs49eDZVQjq9aRP3eWiMeEkgPjrK1saO8cQYk6dAAz3dmFjsDL3iPleQxjZ5
FQ8beZWu94Qj2zg+e0rqPU3xUb6kq3TqEaVXMoDzS/lxTCK3ypWtLI7J+DLhO4uGVV0+1IG/li/p
NeTGtAnn67ZL9ScT1lgSuacmNch4qCrkYoysTjhlO6deWOReYs32wYWa9+OYmsgN/dk8KGAYvi6Z
pmlkEkVi3+LRaliwTsLuPgjb7h6jJUKHKeBQP6CI5A0GMv34+tVDa/3HPjbSk+yP60m9NTqIlrJY
zQPOWdx5LHlNX2XWEk0Rb+sZ1rZpx+oy5PDtWQAAta8U/q0qIpmtYQfv4W0bdsU7Hk4ZOMFg9how
YdtOjQvRv48fLbt+8wwlf098HfiLLb4ZuiXWDcqER6KR9qmcNIEHkud8jxWxkl2FS55P71X3bkrx
hhvViCeJVfV3U+l1C/l6NiTFtLPFq18CVVTEwGJMSaxDDalyXUS2+wxw4CS7NrH+0rkqHETd1nhT
RHTkZyj8Xiwd9lF/fIaEPdTnZygy1lTyM1Swhh6jXLwB3+02vkjMTaom0w5wQLbSEfZ4lMWuSvKV
Hqr6o9nUv1onLzD+UlQTXexIGmUb2M7kSQwlflLxSV+po1qdAcP3e6El9Q7ZZHRElShdOejmfRvH
7hkItPnTrQ91qkwfjWCaQIQ8hlDO1ZPnV+eaeGbRIrjQG/lrn4lwi15Whvxd2pdHInNYRs1nvxVb
RJ6xGTabJfsAegvRj7AjsIH2m8w+p5qx9gclOpI2cpcpcde1rBeuDhYIonN+NKxiXTQ9lhFByxWG
F2H84g3u5wD93nBMXLW02V7PcdSjaYIFnUsiDkDxFNX42dhVobauqg5FgrlBdpGtXqcXBxIIqOjH
JKhQAtukVWCdTOKbJ3s+yGKY9vZhwlxSlmS97KFl5I9I+jgoU+cx1Pf52r7A4yi0sk2I681SCrDD
dH0sEfq/jwIAk7UGzkIKoTtT/Wh7bnJPOj38rC9TZ9lqev0dtQ3Y5t07auM8w4C/3Aal6e8CpIO2
bpjm90lPkqNR1O7d6NUlAtDtq4pq0woZR+2MdCoOaG0abQah1E+Vqj0GVdIjqYNR1ph7z1aMh0qs
OcmxLUWPB4gxoto/Blf2GJCx8+AWWnl/NPTGvrXmg6mDW7SK2zGO7FlRrD0BwTzA/wNrWZlJtdcn
lhVf/du6jjZqw5ZN1snLuhAU/hi12VYWZYMaVR/I1ls3X90ckFROXWQXyJv2bSr8+uJ2yvKrA8oy
LM3i8cfXMLXhiG0zQeqTF8mGto2GVZKGPpQLBpJ1WpMPmF1H2V4Wu8K3N3lUgoZQ8cbxAuvZZUt3
6D1AALJYj2O4RqlG3cmikxSPDemuK2Qq/x6G+qZuWuu5HAMIbN6dNsTmidQFEvyB+hMYlrqNq5It
jayThyjK6yOcK2jL9FWnwtj4U1Xumy5/AQsM9dzz9ZWmuvFdP+bW1dTfWmILEGewq9gjYwbldW4s
qiK5U81IXalkh9ay7rPBL1+MUdcOsoSUonX18jfZXdZElqbuWbT+dZw4LVRQEY2yrpyug0ja1C8B
HKrPMdhcANcW0wvkF3dZeWSmY1L/2jwBRei93n+VfP+zJOeqAZWLr7bub6U/r5OT3J895XXknPp7
vSdXPU+Af/b8fL25bRbc+V+u84YA9GPQ74N+TE4wG5OTlfh3bTZ2O+RYktNXvTz7rBMDCbMeZAPd
v6rzipl+Icv11P1IA4D5+DOc/MwqTvJMHmoxoqmipy0GYn80+JoaDX8pm060K9Qgu4l7fCg/h/ka
oauVca3Fs3bfPL48yLFYFHSLf/7j//6///4x/FfwUVyLdAyK/B+wFa8Felr1v/5pa//8R/lZvX//
1z8d0I2e7ZmubqgqJFJLs2n/8XoX5QG9tf+Tq03ox0Pp/VBj3bK/D/4AX2HeenWrSjTqowWu+3GE
gMa53KwRF/OGi24nMMWBXrz485I5nJfR2byghmb24BH6u0nkWjvXu44HDPBa2UUe3Ey4y7wC7ysW
StR7LFQwCUg3QZyY52qyjM9DNmlnk6n1htww3zVqSeYZVH65VbSgXXz1kw3k3DDQLCIkk8uIoKiV
70Tu9icrz4aTPDP+PJt7oJySs4wDdxqyNTn5urZvora4LSOgtL45/qXk5ereCr1x85+/ecv7/Zt3
TMO2TdezDNfRDdf9+zcfWSM4viBy3itsXE+2nhXnvlXTM+4W8zns7Zr8xlwj1taIMxmwjQHpkPnw
qzquPGQDRe2fFJKbq8xULQRvhvrWi5wKCQXqBt+2gJOqXQir749y2VY/RFq1uM+ETwK4/iUiG/6k
6k9p0rSPBqSpuwQst6x12yY+aT4UQ1lMNZIqg6Egnj9fY8E9WAdpXUHeb60nsBbpcnLy9CBb8yL5
y/hD+ZfxFUPd920F0dLXcD31/Qaxjro7EX3+z1+0Z/zbF21rKve5Y7oalC/T/PsX3bq5y4I1yD+I
iPToxfD9yW84yDy+VAspC4h9qOXJ7/iruS+QRa3z/OazX1i3MIXREb0Jzak6EtaBD5tww2X22GKa
OVd27owflqe+b86njv6rV2nZH51g3SWC0tujWWWsO7eZXptmMdbEwycMYjZqprf7NjPdB8vXrrI9
Y5dDxFwvYXL69rlC3nhZd+706tfJw0CM+YE54LcBU+AHd6pnADRcDim6pZM1XDvHCY9tX55kCZHA
8fqrvrvi84wCX1fm/qIzUH4E5mKsfPOrC5c2Zv55qa6Y1WpifbIrYlAeIdIhSNhHw53qi4dx0DQM
3jpiSW4zf5ZA+eY467G11BcV9f8dYCH7s2iP0TmHw3pvuJgERYWVYZjK1f/bqPPllYEWwn++NQz9
b7eGxZ9P1XB4cgyDSRBu1m//QeRFB0yErATDvEoFDgFpf+imcFsCmN5DanXu+qlHz3Cssh99m1y7
1Kyevnr4ijmth1ZHZCfwy5tRBwQRDfwqS6w83xD6CY6jUYT3lprh+D23yqI8gNJ/GzEHPIamGt5/
XZ/36DcuE017U/vDf/64+nynf03288c11XmysV20zxzH/u2fkPn/w9x5NbdupV36r3zle3iQQ9X0
d4HEJEoiJSrdoJQOiJzjr58HOO4+tqt7aqZqLqZswxApURQBbOz9vms9S86mLtTDbdsxayCTwRmm
vr96XSpZR7wMcOLpTNbLJpnD5m59vEf4lmspfUzqMNOeBd+0LxBE20ooK8js0HXQcGAS8qevfz2/
thcJ8Vj/kv/xl/tWs97HPotyqqPw2v7ty//efBe379l38z+Xn/rXd/31Z/77scj493/7Lcfosy4a
JCB//66/vC6//Y93576373/5wsvbqJ1O3Xc9nb+bLm3/ef9dvvP/9Mn/+l5f5XEqv//x2zvgM+rj
pOpGn+1vfzy13K+5BcsMb/+6wy+/4Y+nl8/iH7/df+d5w8r7PY/e/80Pfr837T9+Ewz1dx3VgWqZ
qqSIJpCU3/5r+F6fMsXfNcmSFlGCjMRdkfh1Ofi66z9+U+XfeUg3RUSMkqUoyx2twWnFU4r1uyGx
mjUkU1LoXJvqb//8EP6YhPw8ev9+UiLJovH3M9XAcqUYkiirhiRxvv51zE4zpZnB6UzbMS0fhhhF
e5DFDyrmEPRvDl0Q2EiCdAdvD2SjiKnXlNXGz0wRDkSqba3KSM+lDFgYhtfcDurGmtva0yOMwgQV
drYxou/T037EKdyckE81Hq09gPtXpOwmXozrTdbrpl0HaGSzjv+UMPRCZTyPw4i6RHrOA4AEQTRD
HifkhNdKEKAqyFzSa7tXcZIs2WMfyC6jHbjOHhgU4QIDo2Z0DXVYDKgJKdXFblMlGP6TztxMhgqi
JQmfLYU2QSpo3b6zUizDkNUPXdNe4us5YvGwIV8CIWjcb0PZeCXyut5ILE6mJvwxNDqFRQnLGUrn
FLfNDZ1mKtcyUKSFeJLO1wlL+BBtSCsVnUpXGh9RLkrEPFiCDXKA6TGEAzKcJne+JuSikuKBp6v+
UKboB0THyi0U4aIbfeVRjKI2MkUgXVITostVdSNdPhrIZCBKoGSO1Ia87eMwttSY1ZBI4D5yKPIM
0J7m0e1w6e/wAFwdw+qq3SyLGF+sJLqdriQ5MpPYF3p/jELQTpL+gXYnuVF69bgWrHQjzZwxJjW9
LkvMkynLIVGvZJcIlcRXGhkJeNA7xgRCYCpTWJGL2rgne8YmJ0zYKHGEGUuzgFtD4ioIG7KjEnVQ
weKF+UvziD4NUf0wb60SOWOPKVLDdSq0n4FUvOMXhkQ463edZWRIDuWSD5UaMizknp5le5xpjO7S
IrzTCC3fGtFVvsX/QXqg+kp3qL0LwvKGSTcRmH3mWpYhbQWRFdUwmxsFmtFjgMTdbkawUclgHaYZ
e/LAijoNMQhhjL6M1pA5esGdtSHG0ptSxfbzNseBsJiOgVoQrkPXx010td/i1R23HdAwxzQGjdyo
rzqlWR8BkssQSG0kI/O1XPim1NQ4yThDlcCjkoWhcqamhvDC2MUzywE57m7yJoT3BUQLCmYq3fAj
JKohMKfwygdnCG1HUTq873DxesPIbAZhCb7W3nhrr9dkK47lZKclmvymakNnbsUXGjSl08uIwNSx
OopG9TXkdEVRaD1YekGdpwneMmG4ycT8Yb5KnHF5dFRplNvDgg1KEh0pJ6nyUq+8AHJ6aGZSOmW4
t27X1PCWcATUadlsigm84Xs0w8LqR8wtk/wwRWJGJPdwsijziBLWRp34L0Lcw00aBY/hIHybEf0Y
kJbE8mjTTorljVElDxOtdY9cVSoCUv4DHO9CMm4BWQQK5wt9QdHwQY3WN5oJMwdkjwJJlnFrypsD
b1ah+T0TJDPsi5wyKOIHOnWyQTe32BQYG+4UkhFrcjubmnmYbmjEYFJ2PrTJxUpq+CniRi1nw0Yg
lp2SN2lEz85a1Z5HiiuTbhJYhmV2IDvUY/xGnNChdKecG78ElaQ5oYZ82rmCR/a7HMZejws+o/Mc
mOSvgmGS8HAngztV6geoNTDvRAchtak2g0EjhYl66msyQY76wj40Is3PE8nwKTwM3ljYXVJxLVWS
6HZRCKEl7X2x0E61Eva35XjNtjDZqBSoNJPnaNsAa0YyN9qylV9SuaEImlUbuqFJVxFGNiI0Z3zQ
rA1LWEAP8uxGAW6dzKxeNHNo3CFVyIYE/VOJynORliySJpqhzFGu20GZsXVLaBW7MXnqoz7AXIn1
Qs/jweub3VTlBmmHGo1alYFuaB/RzU3wDFHaSjPDxZwBtaokgAZKdjfJ6smA4DwUANTKsDQAZk2X
MlWINzBa8/wyp4ppJ0EHSsjEboV+IzNIUxQT10Dw4EyKiEJB3CtxKt7kJPGqyn4Ykvh2ntoAMllY
HOml6C4QyGoZri30LtaUJdRLjU/B0rZyngUbgRmc3de4nZpWDbC3AAbRh72gB+5saF9qJiEBhOnQ
BfFSuZHgC9Nwr4roA/c1gKEof249UJq2gGLJFaFUu4qEqTrQzV2wNTrxQ+wjiuUKqC1cfG5ZStuQ
IEvbCrqdcEVgpVGoRGXlKiGBekD9EKZD/qmtxYcYweVtY18ycSUyZYfuYKXHYE7OYD05FVpAakGt
PKDgOeJYWximVbcVIJzbTEQ2PdZmm8KEW8I3gNkx+drkiJNC0kqFRRH9G0VNGB1xe0s/7VTVgY8w
lCQEFFV2qW+wtL5WRInSDpqucMfopwqAgPBWkHEvS62n6SzGUvMBlGfrZIY8+xo6VahR/W42yYtD
Q7Gwd4BWBK7JvhPlfMahXmyqhImHTrRLLc27XIaNfy1POH53RcwpN1FXBcAevfWiph1DZL1xl/Cn
AIVx6tRI7QpEcWgpt5mVb4UmmVlnAKmbl3QWq0X9bw3Dp9lX1E1NDJ7BezgZFwtQiK1UNb50oiGp
ClJWnj6JpQ1dlCkRh2fYSJbqtiFMVIvMenw3TqU9R5P5qV0zye3qp8YUNkPS3kvq8Bz2M9kDNPOF
+IZBgThjwzrQr7qD5m23eSw4ancUVBWiv64cQWrpuyjlJmsgk8oZC4jgvKK9wQfZBjhWmG1glA52
Ee79ukKAJQwk4EzNx2ibGXYxIdGvBD2aN1IJFOyqhn4nx7BZWuWu6PunZMrgcI3mMWw5uVpFORb4
GjbxiF2CStQuLIrnujPQZjO6OUZhgCJvLpZFtLYyJV/yWJn+KCh3Zd5f5riGkyElkmNprTuMhnwI
2wljhoTDiiQa3Osc9475SpW6ZZqe8+h6yavqS0CThbZodK1Ax/BLkSo1H1VLQ5FFilQgTkixCfRQ
rpx9FLRRzaP3BFCogNXINNRRnU4mH3aiPbFjF7DiA9T1sAw9yL84OJbN0GrgN9Os8BLw8qU94N7r
AmhOQTgQ+Fnmf96sj+ljMPx8ghOAKacOmyLu0mqf/mtjama5r0UuWSH0J6zNezBSRAQa2pV0jeVr
Ls501wO7yqqs2QdLMMfc66nXldclcKCYdnH5kCUw0PuI5jORwe3CyvtjkzT6H3vrE+i2dWgc/CGY
mojGCNZMgyXdgLzFbD+1xNmoUrNZHzeXJ9e9dbN+B9iCTy1miv3roXXPWl7j52uuu+s3S9Bwm0M5
JbAtqo851pV9QYsxEq2dbsjJhqYbMZ25RjBhEKn79RuMeRI3uBd3hqbiiRKW1zXnnN2fv2L5Ouji
BUYDhT1ZMkHqJc2hzoDM2+vu+uCvzd8eW1/xb4/BwaDzrdR0/nmpf/ej1DXA48YzkquCgRytyGyX
KqkI9bLBRFjtS30wMCktX6uG9pSWkCyH5Qj+OqzxktEA1Jhjux5mnIA1TZPlm3TQ+llCiBWUXh4T
QRiAYbYgHPzznFj3/vaCdXJlvWJcI0/JSX/8tREpAe3lZbM+FjVa5tZGOhEox1tYXypZz7H1BX/u
oiB8lpMCBsEa1bIEqKx7CXryBBFdttxMui8gtuRgYHQBRTdwtRLTOjmTRuiFXqS7UGpg0BpY2zFc
LIctDCt++uf++tnHOqN5obWBK2LlY8BaPvNyCeNY9wiY5dNYNkN7TMpMpPmkElghUi8moWbZDStC
7lKgWhqWF/4snLnLZbRuDCPmKKCUNHdEtk6ArlnUSKWlObPFpUPpuMHESKDJ+uW6hyqg3qt9XInO
+rXVxwkrUXQ8uaFvlbJ4FYg/OxQRHgWa0NspaXCagkLA6VU/YirOa4YSuZ3emirYJBSizlJzo051
cjbB8Gh18II4MN0bwkBNm6k0UjC8OaURxAQS7odcLR9xSWh+YmYnOC0hYN083lyLidslOOdlvGQx
p0eTV8zLzEPG6KPCcrevxPvYlZnG22bWP2VJirc9unwlSehAzYay12LxtqL046LgMmEfWTEGb2YR
YSLskFxSf9Sb5DB01O2lHtG9LBfcIfWZuQtp1kBf9GQfkHA0amjzRW10dU2UD4QZvPZyHvkqrmiX
YIvGi1MZTW84JXt9QCEnWo8E6pQ7mHaWjeXuuoW3k/pZ1wGZhyxKg+O+bQhhD3Q93E1QtY8WXA2L
uwJVyD66lRVmhFJdRxChMC5tE7mtCPRjqVkup1+2DsjLOTf1NbeWYdn99eDfvmd91lqyWX59X9Ho
r3Vtlk6tWMf1ubTCZmyvuzMkVb8Y5fug4EybTfKCpGWzfvlzw7LEsQgBcuqO5JSY5Qwd5LnSd2DC
9HLkvLewX6J1KfdCb92Ds+z99YWagfN43asTsQSdMI87UrZ+PUemIyHSAn7F9TGccKivJv2w/mC3
/PSvl/j1Zd4AL5OnCM1tJHMrS4Jrup2AeSZLfEyJjZvHlt1fG8I6m82gD7uYdHpOqBzv9HIpcLJz
jaR4q1mCSj8f+/XEurdu9NqioIrXtdx0ucFYwc+umzCZ3uUmFhlI/vlQ2ZSqIzHPg97N57V+LnFp
RJs4UA9lJHIMVV29Ic3W9I3lSK3HQTeBqtnrcQ2zAlrvuisv9yVR0Z4lRRkdkEIyd1A2U1coexmA
ldPXs4khF8xtl/Gn1Voo74e4lLcmEydtGVuYlxf7dc8qOcR/e4y0F9hAg2zhylcDN5T4MzC5N3tr
WP/kpD5UQM5jIFanIouinQBQqYyYRGIhkpeRWO75K9e9PssmFIbDlnx27gx6OW20Xsb1N4aENgEI
Z5EDlHR9B/M6IK7BROsbrAdVtoscDvf620favX5RKrdKDYUrhsSxM/u3KR66PTELm7IUYeAuN0hZ
j2of5NdJWf7WNe0IH0XYHtav6SPAEWsgUXnxGCJBwiEISiakIqwS3rAzk+81i2jdoMhXsYQtdwQx
E+rmEMZTsbHEdL8Geq2bpiWftDb4uDHo/ZH5tT7RoTrlzrHeP+J12yVgQ64Z59b66j+/a3nxX79x
/V3rE//xMbO5ck/59Qrr3vpzvx779eWvl/n19n49FldcrEFIzawx4qfg1yuv3wx7i3vYz/f+62eg
VV23pM/ijeMmuW5+fosgIxfRNTpBXan0+xn24B7voe6XJGbJKdd7MQHh7bj1ssTnUhaWs4/i1bXY
qlRP9uuDxTxeBux+vhrHOqFFpLrN5D8XYRG5Kr0TW1xPmfXMXc+TX5vRMG+hK8h+PcclMeWnWIlx
bRlpv49Mbv/DjH95zjOwV5ASsZov9+EyNriZQP74IxZNrPuHAXirb5qTF0YKqdCC0eyNvDRcTCwZ
ywIp2vMnUGxu90pWRburWscGBK8g3hGr0+6jSbqX0taKHG7Zdisl7X59De7iwGqGWWs3tZQyLgFp
j9rsB1Xr6mc//P9JY+H/w34AZZKlQP+f+wG7L0JC/9wI+OMn/mgEIGz6XYQooKiSqoh0o5EH/NEI
kCTjd1lRJKqX1PwN7VcbwPp90QqIhgk7WrVk6VcbQJV+t7g56zQINJhnhqj837QBMN3/rT9HqUJE
mKAjecKYKimm+Nc2QCIFVQdKTScqnXI3OCpnuEbhrpMXRiNjp4JP4yq3+3VTRm3v6+H1vJ40KaJD
FErLObhuYgRBdgOuEF+PVu/XzSxcm/24bNYvi5EsCzsnYYXg6Wi7DpjrhuIMKYbLUPynx6hbbPAM
HPIkLLhNLquzaNmseyhleVBd5grBkiC3Xid/umSCSs6cgZ6so0J3WPTMV6HOvIoojIOBgR4g732g
Wpio2+qWam+0sa4ZaRQwLp3GYBFrr1e+boUDBJkM6liGy4JBCdp87CttR/mNAp1NGN0OutEHnI3G
5e7c76+62u3X4EWhJ1u8kpt7QeMhks26PSA10ibhvZ2nEKafYPCewti8dJNFE4AYBYRWQPEBuiSN
FrnaMoMeZytbov/YbeqG3XXIUiSUVmS9/Byh1hFrfcdRVBi7oPUrgj7360aaUQ+KQ3SHpbXYRvW0
XVMCl0TeZAz3VYjdfJR7j7Jx70v6zmzfAfMdrmDRxLYxdjLRBWUwlDvMvzafz7hTQ/UBVBA0sjb7
OdCuqXl41FRHGAfKKn9Nx6MZ/ufEvGm5tbj5EJ9Gk7CrNTJv3YjLTXrdW4fWdQ/rqr5NKRPBU0Mq
sCyI1w1l/j+C/5bbvDxmqm7HPaqgn6N/HPcgYjeysE0fFkkuoSEOqzd8bE51Um4k5rHYMC+y9oCv
afyqRRej22SR5QpoEZeSTe6X5KIwSH0AXI7gECNnTqgJtpXwUMmUJrozexZBmSyUn3q6YFS2dX8S
79oeYmbjB0wOjUMiHStO+ZfkByszG8z2kWVhrHkEijbJrof8MMpkutwp44MKg13zzWRbYydFl4aE
1i6vrtTuaY8MTnUYAaWKwItsAoW2EzW1D/FCG6ObHTWxozNUGwNQjX2lTZEZBIXsqIqKum/JLpFA
c3JjqDdh7vachfh3vpHdWyA/bERCFTeDqz2S2veQPyixrz8BMqTpzseGOxWcKFFY3Yg3bQ8zi6RN
On4eFHjojmnigOUaRrsynDq8La2P8ivDdG/3d/1jdNKfBMtGQtPetA89SSqpbdBvsGfiaSpHtrxE
Pk6mE1DKOyANgjF/5vHydbQN7x2DlU3/5jYbwUfa5WsHYA3QJcRJsKyjiwMnppTlUexjEq3uG90e
+80UYUJzcjju39Cjh/ozpsBG8Qz0WrIrKmf+RE6XtGcmKny6LTxtHdidI74T9GOhl0295na8buBY
Y2pmfkqFpzsr4yG/ly/Kc1Y7ksYYgpyRJbvbnBSRlbSD22g/Y9P0xNxbStSQCLg2z/S14ACWpGKx
Ts5ccm/TB/2Gqlb7nH8Yl/zJ8tI7nB/64BkduJpXcimMLXVQgaNINRcvIkgSbu6MSP2nITtWciH8
75hStL2H7JK1bm655qNyI7zQ7OSP4bRV39Xv8RHIJQarPRJHYmooQRHX4Paym34VjY9tIA428WdW
wYqygeZlR1lhpNiqTyw6WV4AFkKq/9DfVE/jvfxGNmD9siz5LIeTrQfBectB7X7o6V4lRLAApeRx
QmmpL88OevzKOFDOM3UnfKsPXrQTda94xFoCIp5ugEnXAneNJ3ntScUY+MPaA1xEGw5cyCPxdK//
sD6vj8qh+Va/WCq/R1/WiXFnajz9AcgRqQt0nedLkG7HHkW5KxaH8r5RNiMpk8+BS0yPtdcmb2nf
ERF4l2+DXX+HeaHkdqDDnrWbd/mdcmGRbk3Oh8wvI+/6VTU+joHS/UJhrrj9sQQB8azeXAnpzPz+
aLm6J7OI8xSaDVQkX+hykCIObsYhEqA6tG79WB3b+RBZjBm0U7bmDywiE3Jw9Aue0r40yitjB7lH
Jo4FnT6CmxpnjTo3FaAbMd7J7wRJUmLkkuKWy8vR6Zlmr36VRFvZxl9tuNEdwjeSbXGWri6fefM+
P9IK+Ci+LYZQWzC3k+4PI79/W9VO/DJdtJsQLDSXwSb01N3gj/z9vaNdote5cgYf2nVnD2997M+7
8j5ut/T+6mDDsaRPGwS3orgrH4O9FGzydpveC5+k9HB8B8Hj0HPtwZe7Ug12ZfJkqcHcdE/BvKO7
j8lkGgDl+eDTKByLNaJ1WxgPWgfZdZtzo2PckfbpY8xJCSBV8MJ3qp5XKkK1B1sVt6MYb5PA009c
3qfsGH9AwbQ+w3Mb7LU7Q2UAUb5NmXKQhgAssMeXor/E1TGRNtYDjoNR8HmZAE9O54AqN4S3lS01
+uAt60/poX0JjrRTjOk+odcDxuhpgMlZPC0BHeWCIKCZ7sNlaaWnqcTpfWrGO0P8cQW7nGKwcBg8
osxjiUzBN0u/s3iLkpkFgHwaX0hXMq+kBNrGw/wQ9G9y890wyHL1VtBdDVogNvEdaWPhaC5Bed3z
Gip4LXH04C0yWEAMYBsCP4Jes4RfcWRI+ni79s9q72YwQGBB/kh3/EMigx+MRE/6jP/ihrnZ/vpJ
BUSyHwVPPYXpS6Ie5duct9s683HYOdS89hDNIm595LL6KdqKfDuGn71+E1O3zXYkdEcd/UZfzohi
8OWCyOz7oiZSx5PaYz9seHv1knPjoueW6KiRYXTHm5W6XevSFQvtS5XvEHBAyyWSoTnhj6XQd0he
rb2yj8+YJbfqrXI335GstOeMpiR2QMHWehVDTEJyleiUL7wF4IeIpGCuXRdqCLbc1E1jTwq2lKFy
+UG2XFXbS7kTnFNveCx88iH8hYO8k3LYMF4ePUXtbTLeDOpxIs/okHuJ/9TSPU1d7Uu6fgI7DOQt
bUAF40PBAs4xa6ZfKKBDkbCPg3626Ds2BzzY1UcL8J8+oFAyidyOmpNgdo83gPnB3ci0bePHufA7
7Sj1W6gWZnrE1M/3yyXCzVOeeBTtEsGhi12eGYguy0sNdnZ3rW2T2a1t7cpvAsfqi3CvVhtJdwBQ
E9PGUaKFF39HCQnrQAKQUthEWbaJV8oHuYEF7WkdCoSNoLoJAc3g25SDlTwZw1aW4XcRkWtHn+oz
isTXjPiIE49O9SY4XA8j7H5mGo75XJUub+ksH/rZnm7GjfmhPheueJOeJwJ6luG0/SEYbn2LBlL3
a6xDbr+RXWujePlbexI2/Ql5Kj77fbfDx3pQXqvtaYk0+q7fxtt29sw74lb4//WgbvONXrjXzo2H
Y+YmL+IWEQC0IMB/5oHPCN84zE9DsKOHnjpu4MpMVy3WCljlvT55AnjbIp1wMEHniTvkdr0RP6xX
8blrnnukLRdSIPtT5qeJ2zxMB+ZKvIsNc3YNZgyZDKAB9ukRYG18Ug/paXoenusLnz+/LOoO5YnW
UX3LjaMfPafYNY/DI+HknLGlSyef9KQ5vSUn/Um6zN9X2CnQN/PjfKn3LAOG0qUfTdc4/Ozuy3fV
J7otIiVC5hyCZELhzzaS7fXc7cIH4dH44sRBVHQR22cW49qTpGykkdm2wyJCF5/N+aFlUsI7eZco
ATylvFgJJpFOyHm4YgLcoKSsDobiSyRnJaRF2zeQnGIbvRCswiB/i8EigcD00e+kVHmxEnmAeDBv
d/0GU3ST+UPmt6TcvMOQKRRbekcwcld8cZ8G4U9YpPKEAxTT0dfsCZv2lnSS3iLS5MKqqrprL+JH
hk/pxfQjkmtzHz6dMTpNcyzJtsMaOTC7ve/P9bkmXCFy+rNCdSrZJa8R6RBQGA4kAcjo3P3qIfnk
j68Ub7jjF0w6V4xjRfvqXkboM3pEPoE46o1bWXSFaN/hTLzDSca30hGhdZ6f1XaHgScnBl2kJGjH
b1PjBLckaDzzjjoMBTP5kuFdTxZf7satz7LJ+qExPRf2/C2lekqGTR09GOXHSEXtq8phaL2kNWF8
LlDX2Wc2Id0NOz5zynHqzTArDeHBCnPOq5nXdq3MqsuyzNxrXWzulYFg7rLbxTAA9uvGuObWHvgp
S8v6LVAo+fRXqyNohiLUurc+tm5Cop32lqgywzDJz4FLSJ+u0x2FpEy3bggDIYiqYrbPcnl/XYqI
694gUTVd9zIB2wzMM55JyfMl270/jJa4RBMtPwIqoSW94T/9tFqWnavpA/NIbWvE4FAT4aWqQ2K4
8SigrytKV1hK793yC+Wl9B4pfNRWBClPmvZ5DyBYpZbbBDn1anztqb3urjnv06Jfku91htvWbYtn
lIzfkXxAiiseWaKRMkYabei0Na2ZTRY6hChGBimRhPAh+7KZNrNKGb5pIB3qraLuemNvEt7+oUu2
ecOKJ25t4VZkJUEu7SvwKniwZEXLfhO7CADoHx57IthGR4hBV214UVW/7Y69bTjyg/6gHCfJL+ID
OiWkYEQfExSTfefP0z2oLeaiFjG2zPW98hkLZ3BzdcJj9yq/skCaD/z1tzHea1tw2q1uW6fp6na+
+gpd5Y1VZzh4pupeEdZQNDeRzdllbvfPFZqj13Av3ktv+kP7IUxu+E2Fkg8arCBZML6cuBx7gitT
zZNhEn/3X/E9i9QyPWsf+HpPIwuteZtcz9ptyurtI/fzHRMPuCDlTUuni1mS0/wQZKd9QX/9ffWl
NxC8hNmdVFfnozPt6Tb+YlLMSm9AYPbafBdvFWmqsC/QWhkb6cCHV30zuQTM+BpS+0ApgA3oqSZ2
yEVyASa2YHS9UT5k7n+nZsMRQYpYHTMP3yHR3z6Hu0SUfT8RMr/VTgBYjwPIx1vAEg15sGApG+5p
tviFDIAGJFVd9a6NtzD+E4D0DHmuVXgTuakskxB0nGHYvQR+GTgtwEeAky1AjRTvtT344Q1nJda4
/AN8JGuq/hmGrEj27bPgfY7OyDgW3QSPhhM5yU7fzaKdHIlsmbzGj/bKFrPGot/ZtB/oCNUvXrVS
nHly8m17gDVofUCXFUjg8TJ+fssDZ+EMYiE5qsQEIr8UzqyflQN1FCxcDCwP8R0Sul6Cq+aSlBmj
i3xtAIWfRRKYSGXP+CXlNn2uqc9zV8ux+iAj9VNu5JdCtSVX3cO78MJTHiDPYQ5fnZEWlJHPaYSi
g4f0wVE2CjALxbGONGRjGxXiJUYS6RrP1V46mOMmvSverg8J6jqi/r7AjJ2C3jNiJ7wATCZ4heNi
ef3H2BCGYl+fiS8V7/XIk7+g9UH5l0iN4AxW7RqBLlPqB3lXb8dnjka1sfzyLqAg9CqrdnIpJS87
snrplkngNnqDZWyxECBaC0qeoOykM5PzU5l5Tehy2MvCpcNRQTDdJhG1LXSGW1Wi3oUCxidbVlfP
HeUnbpwZxG5bkE4doqGH4urF78aR5UBm/oBnrwhHcj8E1u6wQzgdbX1T7pZiGbYTLExXT2OFUq0V
A2oEaMSexB+46Psb1pFi6Axv803Qv18DLCXgX9AQ8iY2euUsSHVupY3fvWsf2dbIHEA0M9XJ2Ddk
ktoe8vRRe/bFp3FX3kWUmUYmMduRDHDRpTGAmRYBZE8d7Dl/pYsbgjxN3FJ0wU6PH1LpSodJXest
jQPUlLPozfymiqBSgOHEWBP3HApAHPAOq5EtvLD41j44Sa4vc2uPglO9KbOrfTTTKUtvr7EPojt+
6b4Z4q6vJZTCBBo8c7VDf9/cCqDSBbd/ptMWIz665X1RnNjpJ1QnVLni++GNfAVKGYRzU8eatOeE
3Hmkn5UnfqP2at4w3HV8aMNxEXsvECVHjxzzR0P9C44sIpg3cw+FRs02AmWfMNoPR4vFNGG3H4Qm
ipzqR6Wzsycko5v4DmdDTPbPc/ZmnSftNgMC1rmSBOvolCaPaHjy5xD5ZELDcBMOx2ZcyiwMoXp8
OwbceykOhTeB4MsPZLBWsX0uGPRYOFB0oE6waCNvCIa/L/b9Nnggp4/DSWDHibIWYkSPo1t/JScu
klB5MDRunEciURTTpyGYXelw+ozQittcZI/VC5W0Lezr6ZKdyLuojuXwRNWLO1Gg3V8tpgoet5z6
w/CMWypo0QGNJLU0yB3H8k6/n+4Ly9aviLWdHK2pzeis7xVfodcDZc2uTlF55jhWw266LCMFpIMH
BmAuOeG5O6bgT2NEGVzvXIwf3DWaaQOh2cZEM3WMvIfikhyHe+NNdTvLSUNX/B5VtJhOB83royMO
XPHF63a67rOSyITt4k1GVck0wroPmMXAR0dn1u8K4Xv9vDkwqieeegYB89UliufabjJEIfBYbFCK
d03pa9h2R7BctmWQebCnQZYVTi17EotP1IzVtBenDSUs83sJRMIaPG2E9AV5PXcoRlFOLMK9DIml
pg1o9Sx/txzmBy43HZrn4C0xN1c7FlxZ9gPNlQePX6gSnY5Vk/srF4psM9hfbwnYYe1PCggWu8jO
38lgJsQgeGk4GV+mt+HIlcaALVLr6nhVGzhGGl9E7ZAqTrqrd4qLfxhKlZsXO1aofFaCcmG2MBje
vOWqJWQ03qjCGQ6UdVZY3/Le+bwhfwxbrgu9uMGuR2jdm0boUe6mmVfOO/JDEnND0KGZ3XWcjV+R
x/LY1xJfCoEceTg39ckz6u2CFGy8ukMT6zKCPCx/MyMLkmeO3XFGzmgv+uet9pEyT1GXAx70x2u5
DY37JFoEYXbDqpLbdrJMjITAiQpHHZyUsFzdWU4UYjosv01P2BaahtvacOS2UVcQh1wFuS2JN7cM
v/bg6U9Q0XDpmfIhxfJB/+cbuC006qZndXkrXrgpUhTsWCV9FaeGbMJN7Ed4pFVXeVYv4Sm8qF8o
943b/tC3lDaJFHeYtYVb605aar+u9Am25dAQPFWAUtlwjapL7ohdbKiLBLotXgouzEUMzE8P38y9
kM+0NIecBYx2JgWtvpM+ph5LuD1/jHwUTOdO7aNW2ObTRPCgu2S4nhoGkqUcnbBaLFDfuf5wbi76
PnvHs+3pb1Xhgq5hcV+vBf1u2EnPxA/8IEc6nB3Jvzq0dfKdMH6WaLw24dZ8Z/hFt5xduEnOpI49
8MEG3XLtNt/MxdEvE8lTl3QGjsI7t/Rk3zjq3jyWL8RRhD+Ipppq1CUXwEE23GVT3FCxSTiGTrBP
KITxkLoUVonTIji3+JHdsuZ/Mww6bsz25M6tS7cir/gyeOFTxhXABG/gxudnOZxSJwMuaOs/rozA
lo2LhTQDaqTM1OCM57a8H2/kH4y6aMij2RHuwgNnWfuQf6keLkTI6iNngl3eTKfW8IJvFGuM4DpJ
ANSB4v1M82P4VtxpH98Dst5ytn7yJoMK8/0NxdKyvOMgV/tgpzJ122jJUWbZ/mY+VbcgoQ7RJvVJ
o2lm8AScnhR1uh/clrGupo/yhamXdkhYlOzTGwk89T2pyjxL2JD7v+g6r+XEoS1MP5GqlMMtkpAI
BtvYGPtG5dTKOevp5xN96vTU1JmbrsZgDAp7r7X+RHFOkiJdFS6LW5jtiAsmbS0zAukQmseoou/Z
duS3lUdau+HL+uLmxAR+eONikX+gTXP8Nu0DSW374szd275Ob3PicEM5HL6fj+xlOTaX9pVFMWF+
wvzmJaZMcOWd+r58WW9L682vaWjnH+xLmnrO+lM0f7PRUP4HR+UjIKRcP5jfVCcCvmuF1yS76Dmn
fHjRnsgeMi+pzEfGhNDRj/ILRBkcH/3+FwEJTdk5fZiexJvWbMpdhrXlsTio+KuRE0gXHpM4sekg
gFPs74g0e8AagqLGn1z1XBZU4JqbXCFRu9w7R7iFPo43j9Zh8qfn8SZ55rFhSaJZOhGax6XbnRmJ
A1REW85Gswlw+M1cqgsiSqQvfPSGC2sk+WcqGZNfUmOj2Kd8DzG1XGfOJswLujFWPqrJym1q+NAo
e+z4qHmWx5hgfMFwimYaRh5DfcV0zGVrMuHt7RIZ77YR3NTycnxjsq156XGpP5gKygCbP5AqkJ6d
zHLk82Kbfm/gUPdasbCmzKKYNux7SmTZx4yIApHAh29p3+y7j/FlaLfa6Mi3ydYdTjoVc4/jIc3h
ma6PwvS5VGzpQ3P1XflKx3cAENjRWBiv8KetB/xkoh2iLOZ82NHSarTveEOGLPqhX9LkEujyGfjj
bfqDdA0OJTGIN6Hb9t/dNZChkPvZE2InUoTTaKNdzYP4xeBKIybtTdg3khc9T9excYk3ZXRR/mDa
a/KpmOYTYl2Jfqfs9WWLTkRG2cSgqeWEu/CmEXciBmqB8YpNNdnysRNp8BmnfGiRLR6Z+8yXeTkq
ruGZl/oWMlECgqIYN2Y3ZxjDmORZJVmWbxTvxls8XtbAO7ifXDrM5o9M0r990t+YCD1z2upgYw8Z
gzdY0hsTL2JG5Cwj/sKE86ezjT/KFdAjQMUHkROITfLjR2V5kDKn5bKwEZzU5mvbe1W7XbjyaYMz
XOb9CmRvZoN2BE/1V6kY1uGFMwOteuY3dmp2eMuYjxFDy2SaHFq8hhucJTeQMmEeBVQaG+4Cevjl
eT5npw57ZW6YR/N7xAibW4IbarUld9MHVu2Mbod+72feqtzUYIuP9Sk8GOGmcuVttc+5eSiV2UjC
B82ttoRuXrWv7pgMyLGckKhcJ2vW5Tf9U+J8+Kd7N7GIgPUPaddr9+0hegBjDf8oL4lnvbT70R5o
+OcP9Q+e5oAdS7xio5HdR76GfCvaDLv0ORAeF9p+/G4yjLGgvj0uy4l3jPr9dAuKwyRDZudmIrWI
ksQTgr2Z7iF8rWHvjHtQLBCWQGQdast5E6971isC5cUuTF+yPEBLJfQCg/QURzC9pb2pRKQvay4t
MBGZkDiKh5681hFgouSf9jYCuvqZFDliR/ir1g3iE6gpWU0lnl6Cy7bQTo75SXEcnJBsNQgod+Oe
ggC8kMbPQaokfBfv5IgUgsNqWVhP+ODE2VXzm4tkbWeTAmaTfEeYfbJlOamff6KzCeH4i04KGpyd
AThGi6E06KdP41K7JJoZp4Sk2I34EH4QfFVS3btyC8LF2aMCTgkEdxZp/QSLucmfUBky/5Qxb92y
nbn9Q3ROtId22Blob6hB7YFJjMeSfeLrUhknN6rlvDqufphL6VOjWZ/Ga4467Jr+oArlUs+PqW25
2Gq88LFnFqMPxkz503QMEb1QlCYo+zCrI17yhR4eQNF6b0auDN78rU5P3NJjyTdwhV8kJTj94ori
rBvS4FsUGx/kErN9s8ORucniCmXrpP7mT1juTzvju9Q3tYuOdZZ3QXDEVlf3tJvicE0U7LDcSaSt
gepgb1+4XeMQBM9Fu67VnHzK3hcHhjJoMniZQQDjpvtmAyVi6Gd+LU1XkCj8OaQw4cUrUrGzwHIk
g0wt1Db1uLFQ9ggbQ0GD6WCosHBdC5voNd62l5TURsklZYt01wgjJLt+rF7L0jcEH3ABxAEZE55z
1oBC75GwH0iKQUntzEJBscFH2fZfKXMeT2e8g8aXyRWtRPswPxQ7QpZ8RkdcC1R2lTO8MpedY4c0
9/RiPMJX087ynu1RvSrbZtu+KeW2EvyytYdXmRyOhLntMWZoTKJMgpUztdglvC4X9D298hGb244P
CAwBlOWTsAYwh1AQp4FYgGLKR1sdt7dL444YUEQf+kl32z1Klh6O8C2GbJC81utnjT8nkj8Q39lI
DGfM2+dHAHMAI9J3dHIDHIq4gbQ4Vz0Cni5XJhcuMNatB6Z8lR4xWD3XL9kzmzpkaf0gOImn/AAY
rbpX8jx2AA6xzVqMgdE52Y9nnVQr7Kt+gzfxbab3pfDe1e+Fl+xlZ83S2igEqW66D+b/0BNxtZJs
+dB8FG7gCrvuNb7wdVQnkFxQDmUX7aAYM3Lje0cP4Xl6KDw5X/GUZEXo4oiQMa5giq/mhVtzeuEi
Y8GT6612UW4mC/d5daXZWZ2tyMehfBcZYVx1hjGdN07uVGB+CiZrG+TLM7v5LRSsPV2TmRBYGVs0
x55yJ/fb2Y/orzowly2J9hrLy+ggFy7TfWISPf0ghU6EkqryIsPtVcKdwDK2sMjygPwYrn6kMyv+
QOqLiRlc4VrpW1ZRyhiHQThJD2wszbwH+uLokf68Hl4NjR3+muDRG+W9+Y0v+ddU2MUvgPATb88V
s75q3xKOPrLU2fFbe2h+G3J1Nbb0jXFMXit1Yz4jbOfbKcMdWWK0VW+AAIeERWkjvHB2+I7k+pB7
PL5BtXeMB/0MTcgWD+Yz2CHZUfi3Jq5DjqbY2AZAoYqQ70Bu2CeaMol7cJP8AefYdadm2sCanxJv
HK8hXmqKi/VplLrFU3gb6k3JZNd4MDwRbESktlUBOr2ld5TeodxAomd2dLOb+St+o6kIcnJtHZgQ
LeCJ2yMtYN6xkb/MA4IFAoNeMwKStsgKXEHcKlhJl0er3C6jj6JPcrkNaqdWqIHVx/BXep7Bm78J
wES8t+VXfwWmt2QTJY78xt8jbutNhiP00L6JvvIKpCg45UV415+n9zDxpZ2Ms6Atf7eUKD+9w07B
IO6VyILOtjywxVdj9lgy2kuzj7AHfwsvLAqElEJE01S36tcm5WQ+jD44Q6XbVrLh/q+38aPkjd/p
Ywf4Jjz24oYrvnpV3lVAnviSqU71an4Rka0x/Dn0L4AnS70ez8YzoXG/8B7dU/MkfqmH9GzxXRu7
BeC881Gm6/LReEq4Qq0tgwbmohdAZm2jYS4Nu+QmO/mF7GtGoBeRYbNtnoF8KuJqj5+ftNUpEwZ/
8lJqsF9j3HSvNUMhm3C/M58xvqgseJfkdbnADSioalnByXRD5knWN3fnl8XvWMc/GQfUOmZeiF+j
08NdABu95GhpkxeAW3hTbvY7X/Rt9NQe1gp5YuOFCLCBQvLKwPLQnfKzfhIcTmnyUXFjHeJt81w9
WTvtMXXqx8lDZwxgSICEnRxkXyMz1e1u8Ru3brQnUO4pO40O6OI8HcTYhffCWJ6y88mRdoVHWKO8
xU5tNnx4eIxZGMw/kxmNJJ8v0b91H8NJ59sC3/6sI1sS446glIsTHQTctTnOtOvRpnhV/ewZXfpR
+1NHRO5Rc6ols7od5/mHWUxEjFzr9cRRAflAOKQF26LMW0FEY788KfJOP1NipvWLtRcPOcsnW099
5Lqs9tkrHGzjU//iZz062V+WCC4U6R3vr4zK/q15wN+Nii2mInJq+XHs3ASkZiY7Cz6dzZLNN1RD
D7eGqrYZO4/ReomIL80TvE8ByI2OGvuc5JPqvVJeBoqkxZVkT6F3J1D4Gz8zel0KOcUWe7u5jhcC
4nmfuFiRYPOA+JucmM/+JX9JDlyfgNdlj2MEves+vXQPmBy/9DtYVPj9gPLTNT7Lx2h2xh2VesXS
x0dkx6RBxGr9DQibfLriQXpnrvs7UVUdw2txXClihHlPH8G8s871Z7Tj1lqYp97ghIDbYAPQb7Kj
wHYPfc6trHMAIxY+3LW5tauMA22uw7o93WrQXaZT+/AKo0M4Yj/IosAA/oOd7iVN9+YTxLInaK5P
3Xv9JjoNdXS2rT5ZsYUNZIVB4fJRzuwg7DT6HtaQusaQMggn/m4j1Q9hbWP4km+MR2m2p8guKY+b
p/mlvWiP46HxshRzC9ugsr02HgvMGQdw4WC9ZOFOP4kQSNiZGX8s30LshQ6kmEMy2ax8whbOI2MW
qt45shU8PzyC3Tzz1hjOdAXrbq7J1XqlKe1MJv4b65WgR5Pyyw2dfn8jf6aIHIO6lokxP0VFzvQe
QPxPbNnWLXmhYVgDf5Dm0jS59WNzSqg5aGtqO2jdUqZSdvOf7pNONR487Gc/gktDqS2zLey63IlE
nwgD6slgPBTVKRF9/Vv/TuUNi07EQTwahoNbEjB6fKOn6m/qDBzi6gBX4tmg2CWM4HH8IX+wvCR+
cVK4MXvb+BQe2ely5ZyH7zUcFoWLi7TyZPTF+diNvlU8x9nTqp6NtjVQK4Xpbw3+90YNgZaYMoNw
a6ZNzFZew+8pdWUyXOBJ0OZwB5luXvpj5daYN6Ve37yR+0ivztZUM06TYMv6XGVNyXQZ3JXhFVgT
0bkQoh7KQ+fZ2QfvNVNW8XOWlsHV9b3xnktu5Y1fMeLWlimAftB0O5rWhpqgZjVfF+QFAzzsFLAj
YLOO1g04vMx+9zt58iHmDsL5IN9oL+1bCkU19KPyiFwNiTJGKaXil9lDDDMjJE0N9s62hMSH02dk
S9/I1Y8Vs4xlLWHpbphbhnZbuxF7FQnzTwlD85EM27OxM4FNsTJUoKEe2aeBpbekdGShP87PIea+
0x6hdKzv5X5LRcIHzrObFEAZrVDYUYgOu750JDYVwAhqa3k9/LXspudq3OXCYZieuvI5RoaSP+SV
r5QQ2W1IhotwFcbdODwW894E7QKDLAEm9tPwoGTYWu1VE7LYdTYZ1xQ+ZQl1GbUQRQIWIw3DEEp2
ym7ZNeMtayWnA6vscTpaArJrN51tefaDAfMCB9pddlOfrUfoSX0HN9buAKxLXxCQ0m6IfsCOBY/H
dsI4GQ7HlYU51nfDq/41ILdE8dSvaP8/nP/+EA8jyC+5JPzlAtxfF5nhOh1p4MPxC5MepqKdN8Ho
Efa8u/9sDnSVSEnjEdGjtTNN0c17BmNJy52AKhnUaQkQsYQoq+7/MyoY9eMsabu6OZpI6xlCrD+6
Pymjp3HajtH2/WfSUvC0tT59f0zC+dasa8vrVHj1eYJ4WpziH2lcufb3nzXrE4Ru/OcfTOTqvw//
PXF/3d9fMdUe9Y4QD50zqMBb9xflmamw4q1vdH9pF5Y0Jomc7gcta87hsJtWh20Vy8e5D3yFDyvp
MWFaY1tug5DUBzhActJ1RKDrs6MXbvya9vNDE85PU9B2Tmhy1spc0c56EZ+zLPq0lPxZUYVPWRy6
LVYLqm0Bb8TpvIuFxG24X/sA6+dJQckqJUx7b4FgtUiDs2mbwadLw2Hylq4Nt3lCQmfJBMEqgBoz
aLGzkoiOQTYqBEKDNrmHJ5phBy7E6S0fynE3xNSnKE7Y+nT2TR13/k3V9qR36yDb8fhZiqV8UANo
UW3oz6bqclZ2ScEx0sRh20qmxjXIaHR8zDvsVLHPWmOUtR9TBIs3lW1FChBCX8ds5g9UIS0qNgqO
ftDzTQAlDbNqJ89iIMsYfqcG26Id6tCde2iN7chGmLYMm0dxwjooug2JjM8aWwxCkgB4oLcqQkq0
jsFc0m85IIWtlSFR6loN8dKqe+SAkLwIsoNMNwzEacu/LaIvED4Y/q20XRbwctLHReRVxk9CAFth
Mc/IYi2wSy11NANmwmTCfcG+d5fApsCgiRYDswpHIo1IsgWxMje6MBZ0rOc8gmwHIXAufsypSJCt
g73FzxX9QwtbDOMr6E5z6EzqMjpavf46diCHOLrGzUCgS4mBdRLJT3g34vCiaPPRiMrCK3JcW8Q2
y/et9jXNPs5Ee4LMWSTKJHY45G47QXGXEE66cd7fAjGqdlX+R0xgPgQNhHVjykZy4bS9BRYwIHqI
JWYOTRcnp6Qjyahb1xosF+MatYV0SqoaksLqcYL/Nh15anxEhtF5cqB/WST0znLGUMqUYB6L2naO
odemfKNQZbZJXOx0yjXCYLMy8LXIpOjlVtsZSu+WwzT53bzA5o4s5sFgiopeXmuuRFcaJeaQ9Q5F
FOTIlMWM8JU/zRg1h8qcieNiJmLGOFMlBfdHMEYiPA0VkCejdsVLaXSrP2oe/iR6w2gtY2/Dggew
gEu2Y4Ym18JwXMx5bywKdwk6642atO+CyV5QrenuHQBRo+qCK/c6i4GcfWp1zqirSW5GLFPIERrp
GtVFTGkJBqFgrjyAqorMDcOErS1RrEuvhoz9CCZ1GpaypMo1gslg8o+PAReSEwwMI+TQdOoqhJ2b
wf4u/hDq3h+llJVbRfqN6xcVeZzHnm4BdfeUNEkQTh6Js6ldQ7otZRWeoVjAns9Eb7EDjBTZVokx
njX9oHMAsOfBs6jnMhsWpuDhGKm+KUPxXxpM9Ulh3OQtVV9RpU+EG8XttJdUeF8iJAOW2NBX8UKa
VWCIGC/sPBuASOPwFpVAyqWBC1uJ48SstL0dExbiyb1abFtz5jaBqRricjl+N4sa0wCnb82yXNX0
caqApjowxCklA1PquYKjxtxkAkMs0k8J4SPNkfD4J0PFCKwk+ydOp2/REN+niXNdatZMYHXqQsv+
akt6+30QEeYrz8qZHMQn3DevhS6xV98pQKRrsupBts0LOLha8zzlgvqeMm6UFbBKgkPlMBq2mSrg
jEB846Sz4bRmt0+H+CPrTcwEMuWgtJEBK5IYLG0AIJ1CZAkBLJF4rp8sqduYfZIdSgWYGOErHCpJ
EZ2hLpttIcxnPAxcnAFDJzUD2h78fXAqKSC/MzM0JrIDJQzmtv3SIL8xonMhhfJJlPtbI/evZcN9
0i+EKUwibbzBfCIK2+iUVzSgGqD9ookbVUwZttPNGWNV8b6sb7IQPAtBCE6BmcMeLmLdaYdIo75I
LEBy6xiwRJbmTUwZU+IcCICPQkFK5s5vp9EV9OzVmla5gt5/dGYU7ESDcnjUvzKdbLVOtzxtGgdb
F5nB526E8YiTkvOxkeU8cpC/ScQCQjW3pDJ1TJV+qR8Zacmh7i1hD22iJewtsoh5w26kyZhTcJvB
lGsxx1HNhdT4cGX62ZipYZqDHKtIdFJp8KaFb1iI5LWzG13F/nke22tbYsMWBVgqRFxUkY553Rxs
pETRuE6ya4x/8jYqcJSQYzCapphHYBw4HhJGNo7ZcSsSd9tt8ZMCjgD4GHShhwKNU6I0C/YShcF2
GMjpCqhG8U8pyW1ddr0UEUTaZk85SnQfP/TNaLaeoWLAJUYLxIbVFpWnAoj2+I/oBiLzPG0RiPAm
Ex1OnzhS3pyx9FXZvdvBmdcxdUshrsacU4uYbmQJcFcEDJT0huFyhYGCLczMvkgaA4TotLdMZGiQ
m8elExZXJVEGdkjbwVxa/Koakn05Ya+ghZlbrhGsVo60LwmZ8lda0G8GEnO3AV1YKsTYbQ+0MBBP
RigLocnUUMFqY4tLsiJVghuRjkSxTGOfqEw9Wp3eb2CH3RgAT5Fh4UMpZ2CYAlxsmCNEJQ+bWm8r
Lyyg8Bm6dponZsbl3poJ3yt68P3YUG18nDk3BHe7qVC2ToiTmx8DtEtTto0Jg3CbSH6TTKbLAte3
2zFQw1QspkkUXq2sNZ3AzAE5R43xh5pf5CK5CjXmZBMLcti3I3N4mhGxkB1cXbN90SbolthM8sZ4
a1NNvubqaVYIZFSNyhd6BpizmKLY6kpMpwFdK9N6001tvM29+Y2D32WSO2IS+qE9jOFOmcADcAUY
D9rqDatbNPVDzhSqscyjVeSfGuFgeCqC4hN9M0WmsVeW/pWgmZGLlbKG6q4aWw9lK6NXkMYkIC45
p/aCx7WgvQF/wnfulucAWQIktgTryG0XM8Midj2DjSb9KKl2LZsaQwmE6cQRHOMA0udA/+JoAzkc
laR6RQp1IWqfF8PYxXrtSDGkBlmqPbMOGRWGaH6UUP9Q2rGm++rcLJ4YYgnFqSIGUG8WBGOAB1Uu
by1BEs49nx8XtrA5lXNzCoTofZ5Q7usj0xiyUXP1Se1EP0Slv8lla/FqY3AHLPApWkC2VTHzpqlN
dliD7onLIlyojL0CPzVM+dgHI1j8ZVIjQ4p7xIprC0TyoxtRC7QD23RsncJRmndGz/SlSUonxQlk
K1aA9FmUOIX6oAt5Yush8KqmI2QUpT/a2H2bYsfLwkdo0POB+o4DVr0GOVZ09dGaOvWyyDq6Wwkb
NSRpC8WJt1yJPVC3KMBxuZT2WJ8zmAi4aqVFO46RBphSCzj8wRXCAHQXa0zppxbDNX15rMIcwe2M
lLTVbMPEbguJPyHDiwHvanyYLHaJEeynrXVsuWbYkGN/VRQl2eEp9ggRYZIbBJcQ6muJUx13k+KK
QuMWqH03g1Ebu9moD+qkhs9VQmwMJoBtA1XRVFR9q9bdh0Hu1zG3rMNs0a5YWuUN00ehPcgVeRpI
hV3BMIGAZhyYYuMtkrRLR3KW3fNZOUwJbMI8IOEsT1/m0PyKtUHzlVkhL7HoniU8hY65ylJWzOm7
lgq/accBxaNuY2nDLtKq96aGYizk7S2XY3ANsTzFxNNDAp72I3euk+sN0X0dRyHWBJqSDEmTchFz
0ani4YwF+LyRvBrLsK1ZDjhoUjnVxUIkYfRjjHmAyvErSJnsBOmsYZvFTttV8wnD3FMeCSpGXLAU
tqpUQTkmhYLbH4kIWYT1k2iBqHRx2XrVyuxN6n5nGbVghwr8LwSb2jIwxAipPVsUIrU2X9UpR6xo
xh3i45aAJY20JTF3y9Z8L2X24TETvFRidlQSjUm3y/BtnoXHBmnBiwhoNsbtez4lrR0pI7zJMTU8
DWJ+etAHmRZaHg46DiLMpbCZNIqc/81w58RQaRzMIwmkVxo3jqFqNDEJucO3iFGlLXQF3/Spq9FA
j0jKImkOXV1DHDoOMTTFOUy2QUCrtyjpJYgIocp6sFrORmn3Wuribtu6Ug5iRBfNPN9MnZi2Y6cI
+qNk1My72m0qznsB3sSUAw+ZgBQKXSoU5nzBVXWDz8C44062ntvqSOhpNPfrxA2uIDcPHKcK49aI
wJlS9rBFBFYmt/OJmcKrkEnoNnJynQmZhBrcMAOZ+o+0L1Ib52SXal6w2048BjNorajlsCAZN86Q
pTX9Sacb2kva0ygCiCXzNQl73yJSfGNEEl5IocAB42Yn7zsZ3zRJwKmYdAnodKtetr0i7p4OcgXf
6qwWhXXQysUnrLqHEatFnqJPBH9LdN4NxUygJIxCa/Ok6MxeQyF8WIK1WJa4OKlLIeS0D1znuWOG
BD3N1pfZ9A3TqORABOYjnmAPfHFCvloaNmFs0bAP9ckQk49USVOv1ThCfc7iR0CnoxqYQE6wxwel
g1oyc3zF9bwH8EnxKz7IgZW9iXrAmFHoDkm36hTzAQQSSyFM7AQv6zSwPhHcZbKYTXMq1Q5gQ0ub
7GFa53xtJZya6KuftH0zd+nBMluuDlMF1mkI4aZpkUzainBWAK0X1LajYuwiUlOwkAbZ6L4jEU5F
w3Cg7mh6LHD1SSXm2UDbX5BwBHep6LdhD2Gnw9SLxE6aC71GtTXPU+OzCyCAbhR4uvAR9VofH6LS
2OIhNq6jDDTeMqS4WCY+Wp8UCKuLXOz61auqV5eCblu1RwU2uRhUptfDcWkgPmqlqiOqav7MLL34
vczHvM8WLotGh8QI+2i0SLNWCUA5tWnkD8PysIhyeihMeH8TDsZW3+Hh2QRwB4PY1ZLgicgLRqOL
fFBWeEdTWZjUvL3qmQEER6b8+LaEoYj5i3YdVAUy19AaGz6UvuF8Rr4qYEQ5TUDuhZYflKJHKNXB
nZ5nrutc2Coauob5qmQ6UlRxmeykglnVsh2EXPXjUorbqYgChy74DWpGJTby91JfIpkAznXVNzih
CEztFjevOEYbrMRPJcSOSoZhWM2136aZU0sCSTsNChEcb8FkXbLi3jJd2Q7LTmnRVghKfKAsfGJi
skC2GL1ClP+wUP6QEUkCV0F3V/SjxB2QO0GrCpumU4DX5MzWCrPEJtyioTWxuJ01bkKdC9UALBzp
4c8yiw3iLON7iWM4IRDf+1ak29HHdxRUHSexaY6zxpeNYFTXGDxuhToB5xC66GnWv8zwGYlDxUzq
bvblGqP8IXaAKeOKHs03g7S+baa3H3gaYy+8bQP1FpRoS5Fg7cUOnkfWR5+dyFAowTMgKRNyOEbK
qgSQsq3rG7ccA6ZAQi8iqoQm9ONGUiCeinohQ3MXvxR9vCwNmEann9KmhArQmtD5JAhkY/oTGXHx
uEDVl0ugsnLtYzVaOIkarhrDo4BwwhwZgUy4PwdLbF5ISTswuGBEyPArVGLpZJSSU2rIqNoBqmZa
TRg3K+KXWUnRF73NjxZwS0v6S2FpTDWV9of97T3Xmb1oXUiVdS7rvvEZZ2pTOG2Jl3hXRRVe1q4f
2VBjFTFv2zNWY2k45jBc5gLdfic7eA7VnhZSxBh4NTTKuGXrAppQy72B7atdSMNXICeVLcMULwOq
E1IfAlTXgx+p5F1PJstbMUufWWC9FkuCfiW7L1aAT8F0Itj53ZTa0Vv0vD3WE1biHdZjjh6LhJpZ
9ecwqt7aZthloy3urKvLwbIGqBzULeXSENEsBQ8sdMnBlC11E1YFww1Teqmsmt4wnwSonojitP7G
5hXjEd3NNtHXF9MILUzDiKds6/bVLAiXnGvVmcoaWWqpXNSO9a+Q1MbJcFUzBFHw4KjKFfKnwMxy
9jlmPBNrXzGJDa4juJ7mjbpvykL3DZgHSmb0XiBQhJooOZWgYBXKRfQIVEliXKKTp9UjqWs9yupO
UHEAFMIK93qCYAjZEvZhqX7HuWCd46R6xH67d0dZmbZWTre3kF+e5wWFvKq7eqKRaCduh5noNNUq
upPyNUI8yVn4bTrCGm5v6uQ48ndl8IYJpWsuCiT9ATwjSj6bqjQeTcbRdA3zRh+MqwX5Lkfqh+ZF
nV2tEv4Uao89nanTuQlno29+QgZvbtnAlRgrZfEsmBhLxbC+xl3RXaf2pZiX29BQMASMQsMfg/lk
ThOBQwYYqRbMFHI1xYEhwCgOBDgIOEFTFjO/CpdGhso6CbbR9+9hKFyT0tCcTKdLjqriJs/Laned
HoKgxSZyRH6oELNNd945+YyOXxhZSEuJYbPSPjaCiRUDucobI4y0bfvRCz1RdDNo0jIi6tAb/Ara
vmWzElpnkNDyiMXSYk1XgO0vjCMIhivtRLIyPyFxwa1ljqowid96rz0rba69WwIcKzOpPhJ9+hQ7
wgoa/che+zhyZq9VoO0nbOixBm9hrLTcg3mmbpPiRi6Z4QcNPjICbIbimI4I+ROo7/nI4t8hy2Ij
mTb0I+zPek02VkFBSnwK0//VefF//zeamyccyxBUrUaMk6WVyfn+8rA2zBmgem0iiJV0aPxxFb2/
aP3n38P87r54f/z3v/df/5/P//v1ZWj4XP8eGyYI4+hJwviHPxmhkcAeNl7/+efp+v/4v94f3p9t
Vh/Sfw//18/+10sC3Gaq4VtqAndezVOtfMr3QVrh8HA3Rf373/tP748XZeIpIcftQ7bKC/3Jf4xP
ubpQ3P57LCyksv19rK46W3Q08c3IF81PF8G2BBFTUJVR5p6gp4VvSQrMasSN76zpB5OCW44JepoP
tbYnq0vbL0Q+OJZJSXN/2NXLf55I15cYugryICj+v1+4v+z+UGAo5OljdLj/KNZUdT/Ja7RGL6Yq
+mV8e+6vuz9z/6fESZ/Zci08J7GCcFsvEHQl68e4P93JmrYr5e+Z4AYIw9aAulWHKxDjInagcMBl
a3UrMmrA/CBjL64r0F816S5dAkAzNHNj66WOqdz6j0x0K3SFslngNy4wRHCdMcruZxLgWhSmxvQz
keJDygaOTV2/idoWuJAAR/IDZT9ePfyS1SiquF/g68P7z/K7919vNPgCh51TSgPyhvszQ1hIxJhU
xW82MpX/93vZ3T5w7vV9QJqPl/51D1zfuwqF1XlEGA58HWwv//v3/v6V+9v+fc39qakDSZHGAlXo
fz9U+t9Pdn/1/Yn7i//+3v/36X/vUJk4flp9u/v32v/rb5ax6cdYW2YSBTCeWSx/Zo6RgmYlmLxa
l1GFuChL6OyMuTumjJ6xk8I9YzALwDAhZnT5mapkLxh1ACpQRjsjnYudHiXNUehHUKUUHL8L/SEa
cH7PsLyGt0JkuYqlbeoElvCJHf4fnRiM/VADxDcZpX5D5ULHqdFl41Qg6DozMTBLOaDztAplwgEG
DyIyzL0A7AP3fObthPFsU+uFAqw8peMaT1yLUGdF0Q27FL/DcKgRKwHWD1j34tROL6JOmBq0eHgU
+e8QxjjuV3CgqAWcnuysnhGdg1wedpFevnQ6AEId4QwiwaQgVAnANDPAuzv0inFGPEo9SRfZKM6U
ty25XSJEhDjxM7Zgf9Aloj0LPHgk+jIxiKFTmei5yp606pLNLA760yQBLPUgmJICTNevbPAstPZD
Oc1OkCLaSgS4xNpSLdxamOIYcJXx/SC3eWNWQvOIvTJm5ucoWDI7XywoNFL3o4WpuTqnE3ttSYcy
GnvopwFk9DbYhyYCENGw3lJolR04iBOGMQqiHkZP0TK8F/4Pd2eyHLmyZddfkWlcKHM4GgcGNWH0
Hft+AksmM9G3jv7rtRD31sunV5KVaarBxY0gM5nBCMBx/Jy91/7RdWm2bQr9RSJGmmVErQAOxAeV
3uuazXbiVGioI/y6AWpQSLTByXY+lWP9kGmHeVbTTLMnc++4aMejEmFAedenyA1VVr/hMshvfA/O
SdOGIUhj+qRmGjvcAvUMkIP1wbDL8VAr9g4hM9i0jZuTGoxb5gRN3z7XgrqYxNPHtoBhMmnIxt14
O6TmebA8Ao7zLtm0XnkxWqveDk5wZ0j7q6iXvi0vx+AUpjkiSdZJOpCBBcaYNCh+qyw+ZcGAcTys
jUtU0EPjdgZTKDZ4TzJ5G0IZsUTfrBpNO6BGAjNVoVyRovEuWuuXmxr7IsRcwV+90A7ggonm+9xw
n3q3Ge/pPcqQYi11UIC5jvKJl+m2Nc2Qo2GLCddUmh5Mj11Q4RsnFTyldu88tJn87Uhc/HH2ElKg
4Kgv0O3aH70W4FLa+S3aG6HJNmGWyd5OF12v2/5kGLhs/AZj49Xs9doSE5/VZZsqYVWzcnNmuELN
ahWMtJHA6kKJNWMsuSlT9TMkZfe1pL0VBH61joZ4Ww+A2wL6utsgD44ijQ80M19kbQeHmnfIIIuZ
VmfpvJhle85yHw2cxyJqQ/CFwubseyvy9m0VXHQUN0fbLlhHSrC/IwZzTFij7j+INfwUFa8grxDB
5sFDVZr3OhrZ+vF+98amdygFrW76NlPXuDQxPgGpaeEZkYmaBh1WGiMDT5zgPYoRVc+FgKkT5RSd
eIAJy7yUs0uvl+sDeoTxk+0aigpxKHwMvmF3slHYDRh7dANSieV8aw3Q+CojD9HU5vVX7tI20EBd
12CyzYuNvs2ktYf4JdVbNdvDU942qAwThDK8twiY28i4paYH4Gciup2KU6vi8F513JNJnOVdiMPt
aJmfXuIL1DAF+kuZvkx23O10yjbcjJRz20fBz5YWWmc6IDEk8i5i62BWdMl93FbgA2cL92zQcXWP
fY8sZrrxezpTTohoqh+CrTOPclOpdnjuyoGx5fBcay3Qlka/pNVZq5pmwbZ10PyOpjSp4fmhTInR
uHSLE3Hw/VWDZzrTeQvvJJEbo7/jJcq11EGLYpTWhz3qegfHmhOmQQk7TuWpCAeSCFzUpAg5drNh
OJshwVQBDShPURq7IOoP0gIs5BjRHVF4AxqthYTA9G4bJF57aENxV8/owhhWvXRzhqmpfxi0nlfS
o/cxVSb2QhHax8HrfiaQUmm0Fd9jApJwaKKCKk28GqLWvOsNHiQHUmbdTifheBjbOrXtk44WfmnR
4LHUggEtMFvU49PYSvTgNpBb+r+zrOZTi7gmc8L8sojMOHNV2cfntJrzTZPnZ/qkd4a4CtBje1Mm
bs22QzW7rkX/P4xzelxS8rb+rG/tMAZOU/UkURjjh0rRgGTjeJfStz8OFYOV3MPGNSYWpuHSP4gx
/RgQvKpx/MhchunCTS7dbKCPnrBauBILk2gsYoGQwk/9dO6aJDvW22nIHwjUYU0t/B9VoWnmt1h8
3eY19USMZqZ6chlqFXMMRdTlzpwb6ttdLlVXMsJJ83MzcAHRs6Pam8evQNS3g5gqoDn89gmOd1Ng
yfZyLMh19Gz62jGR6vr1AV1OXiNEgKV5ZXcPLnA7xszYoJavXb8xe7DxamU/l7oNT37kvMcZZMOk
Ed2xWwg2w3IwhxQzRVi8REYUHaO88Y+TPb5HBqAKXVjT0aTaQ17CoTGccOPkyAkSdFCntC7MQ+3P
a7l0DwMtd+MCyRaKfUHNPtLTpbkTC+TzevgLL/6Pp3+9xOUvaDjdx2Jz/UJ/jc8Yl1fuDeazkWZA
ftQg1h7ecnSRb/nYnqpiKnaUjwvxeIKA7EmPhwzSy5vShbZu+gYAksbfFTAR8+bDCtH+mz46z2tJ
fz0QhDpDwOFwfRoZHh10Nmxru226Yxp8hnY3zn+9KEtr0vXaST9Eyxme2twP2oQUc5er5Z+4538A
43+459ev9Z7PfdPFYERCGM3JZedkGBU9otDqUF+mzm3YdWzoioFAlD8H4sCLYxc74UowcV7ZNcPO
/R/YdpiG7FkKsRuXMIv+mmhxDZ+4Po+XRIq5phvjZxak6Z6Eh3lJrriSWfPmsW89k8AQiEVXjvWc
IeQ12jpbDWJYSFXAYo9dheusKZ1LRNznDhHY3zj466NmocOTfFLSzKAVGy6M2NqyllrMYcvBs+tr
uD5y2eqSe4aEK4rPlVObx1Z75hEdex+5wcGpoZnIFNFvWEWY4DOTgOHIeryC1UkZJekq8YCy6Y95
oM5jr5evGBvUfISEcAehgWVHaetYSdM6atjc6457KPFfqA+UZKlc0MmwLn1VQAuAeJMF0BQqBKUV
07pJ23Jl9exlmGPeV0EQ78xccTr5bHnJgjJ+X7npf6jq5hAgpp8tGkOA2a8HVcQeMWo0RIg/KE5F
b2JfMrihQfWqfIS4SYzCmQP91UPZzuZuXCjm83K4vv/XpxYtxSynmcPbHQLQWz4DKre/D/4IQ8VD
K0DohoECN2NDJCMLUemwKzsUL4RFrfz/Hbx/fQrLHsPyNAPu196TZQ0fVYWnrp8XrWQyJ3obifHL
wh7Puq8Ow1id/i23ex3ZpD/dSmCEs3+guQN8M+TOS88a+GS6K9NNulG4w8Tn/B2xgUhoE26QV8Nz
3PjP9ZfxXJ4YTQlEqii1l1oQ5nJCQbzC0aTO0cv8AV7se7xjYhG8RM85Wo+dmiCcrvLfQBSXi3Lc
0fZkgljhS2IUMN1Y9oYhCHTrBHAk0/D3YgGOgSDZsqjPT0v2xADodduJHVTHqN+Lx/mu/UmsvJiQ
Dd7YiCFAHDED/JBcvuYaYU77zj/lMotD/tXciEfMaAwJc9zgCG/cc/xFRCTi5crnL83IGfAbGye8
U22yoXJuxh2OEGlvI+cnYhjwthWg0Wfz4wGA1Sa+7xjH3WAzRmjxbNApNbbYzpMFNOWdp5/hvTyj
TgNcsMEfC5GALEb3u+J2lq3cJ/fbuZVPxqd1DJ7ox1PraexYFuzdmyA6UzOwrMiP5G26C75HvOFv
AwzsdheezfhgY+DvVgOLtstGcmvXa4MpFnLyM/DZmfAubF/vnAc44GemE0yNztkp+cJxWa2KYGPa
27DBUYAjFr0Fxl4ADx1hUTEjLGIcMHXdDPdUYqwbSOL9hzNqi934FdY3zuMvv922E1L584TP26u5
Ge7teu+rJyPb/ROu/e9s1P/xTwHt0oPnTl24BLcvia8IT4QjKCcc5SFNNR3nXxLaq3ockswyMWqK
Y2UgWdmkv41TuU+/umP4COU0Q7ewFcF9rNZTvqOtqM7eZf7JGUJdi0YvW9guk7s2tyRp5HwU2cJJ
TcJd5B0CYtvx+1UwVNeWsTN8yYydumEnkfy9LzkMP5zX+Td0v22+zT+gcFzwgO6r1/4hecyfq9eW
jsNKrptfyRFi7Xv2w8bgsutvsyP3fnSYYglLwUxj7SYmEjv1wGKG1mCPbAY7NfJpfPsWxqZpJ4eV
vebqWIF5Q1k627ij2ld1AcM80s0+u/3G77a/mv7bfc7P4Hij3xgTMDSo3zignHnlntilrQGmfSRf
iCHFN31r5K/DE4OF55oPHasNrGK+w1UNr8FA1o+U7IBhNjg7D5yyLePHR8Rm9RsSC++23N5ilMCr
S2844/07Ion6UDFF9j77Qqu/NR6sVyiYW38T/pq/XIzd1i5+zhZOo3z3rE187g5iH+3sW3yh9qeu
VtinNljv2wcwgAie87cSsgiuF5RNG+TOmCO5ThVugK9ks4pJIwLXesMVNt0tCIBnS6x+ASaL1Ybq
YN2u4vUemCWwTybYEQbCU7cYL074FMCpb8xHhpVmRKVzpkUOXXyhN3DaIuO7ndZUGWuj3kNkOPAr
hlvr3vzO80O9H3+wBeelcgPfOcf6Yzr5H+wrd1RuW2pzEuw4RRbQwu2H84mSEIXo5pjsvM1/c+Yv
cP//cuK7Upi2q1zfl/+SAQzIXqPoksOt9PpbPEvRelljOL1elP8uF4XpTQyt6xPbDMomjEYvOJL0
QvxetMr/zYshCOG/vBjTtlE8C5vsg3+9Cp2kHd3G74fbWNIr5L9WHCJy63mLQLThsOH+scZnl0DH
YA52V7V3IQNcbJYv+Efiu+vL+f81pkKajkm0w/89puISa5JIm/ifkyr+/kt/J1V4pE4QLWEr6ZKB
TRrF3zEVvvPvSvn/GlEh/t0l2oIcCuVZklWTNZWff02qdkmvsKVQ/AHhWSRg/79EVEgp//Us9ZWS
JtnxjudZymK55sT5+eORnEr9H//T/LfGdNHY1CFhhzjQPDt8IBK23V2zAa6pFFOaEeeVBkjU/jOo
wo1oWQkg0mJJuevN72tFfT145cTW9PpQNNzsBXq8FPN0YEczmOTM3Sde+dkKhHd+WDRnpFrryMp/
uZj5iW9uLmxVb+LeH7ZT7i85R2zE4jw5ByMc6RGgtduZ2OrqmCi8sD4L+lhFAya88Ol1TSZFu9fN
T/1kErQ3z6euQ+bppq5/IEPQocWGCQ/iSq0j+Csue8PGx3PZyDG9S9ONO6hjjRLuTYwkH7EXJ776
XKb85SL40hVunrAMzqi8tUXLihAxAAMzcqIyBrkivalYeyb9JqsbB+JtKK2CoOo3xDwiuSA+cx8B
sTcDeE9QpLwaBKUR+0y5AXPSQ9hmfgq8Gvm4KbGQhNEPM2ZpYjPLeLgSvyz57KN43SZTITf6qrB2
IRxLx6K14i1kApuFMUsAS1f9SyVQs7UIqjeenLYdEHeU7rskTH67iXpMaykPbRqu495OybdT91kU
3nvVdGjNBOaMW5HuV8OuoW9gSpi2HpIib47uQvoP8UYo1FQMAE+0QCuGuUNwGQJUkei8AxTW6l4Z
arHktrQ3U33XGEg2YpOKsU95xWj62aYF6fNcMJaIzYGUnjA55uVjYnbzDy23Yw2niq3yIQ8E7DmX
UMyJ4SFdJ2eTldmTM/jryiO5juDcpbkOvcAPaTWlfjluZoWK22uSAGMWZsjYGMZDZGSEDD1MXhGx
rwBbkbLx9vOmOQatcbB775I3lXHgrTmpuuTW6li/0NgA00VxuB5MPl7DMe5jJLu5Y+KRYX/AuJde
fdbvVYNFw+9UT8Bcn+wDG2BZWCF+mMNi4uY8xZu0MR9wr6hVmcjo2TMUiaSFXsmaTn6doZrN29a4
E5I3M03DA2adj7FzuGcJl/KH4rcwMScxSZQDSmTPxrZDCxXkbj1CDkGSEINbjjJ6OGjC7uYBvVRk
OC89ibLrQTpHkQz5qrQELoOxPRiSRqBlNdiFaXdFbLGiluvMawbecceZHumcrjrP/s5IufyM9AGl
zqmz86M9eWAM+vRsm2TmKu85nIsPs+hMcuRjex/FsIlRe4cVEuDS1nvfgupUG910kK59Iy3welFM
VneUWrscCIg38OlFJNi2gqQO4qDQDWIIMCPAijEdvDirbkt6ZwQHMuKcNGGwOCvpKc3hPZvMrXRc
sHjkc+Q9kR5twQa1lpHYtWx1KgU0si6nbVQJWHVuClqgCbdkwuHSJVhBWvi3swiwlhnfybEqNwui
0hpuabO12ph3TtVgTfb2MjfCJ4s/fmHyDLTf+1C9d9AD1n7TYAeR2/djzomc535/qqTzJTBIxHNZ
7VzNZwxhiP5hzOMbzyEDNIxf4kF3SLkbcGm5fkDpsiYIG8Z/BKBvLoEeFD0dMfSzuyCH+pE791M/
z9C29LvRR2+JDe1a2+W0mXVdkhDubUt+RuWUXw01oEmw+XbGVCrJNtuEBdoJwxc/QhOXJnPFHJW8
HbDr0ARQRbQXmFJ/o9IMqFKAqwx9JCFkYcttSH1cVRPUHSnotQUTrLa6ae0bTb3UFTXcQAMaQuU1
q0wNl9aI986cKExx5mkmWt4in31XulUFeF9/oScssYj6v+Lafu8QFB2IUoToKKs7c7Jiup4z5C8p
qp01gHG0baTCLG3rCTNklODan6bpx2RPoK2qGWul0ntkD/1GxNHFCq3T0CMQ7c3xXNKTXdXF0MJf
z4+IdPc6i+U9DMXGCvaJEuWuakOIUBM2oyqcbmvq+PlVoZXDYgylxZu974Ech5LgFm0GHcqm+r5W
Yb1Pyuy77uOfSeElp6CPkI0bRY+w8k21DJmayUvWtFV5gITfduYfTQzCx2wYgWoTS0ZlCPaeMmXG
F2fDPhXD74m22MYkRmDQPlSaVkDhH7FyF3CcyESlFwGdXthPdVk6CGtf3Th7b1WaPg0xvnj0Rwtf
jIiUTAy/Wj/vH4qkfwwcF1yYPzIGtvyTniXRyKb4jEle91IYo0wugBSNWLybMYdVw+TFhE3aVhni
rCD01wp/DF5O3qW273/mzluYh+ET8xywMZpVJb+dfGntxAxZBf71q6UfOgs1ikt3E39QV23GkGaE
/2Wy50eNqVahNyzhMSiICZK9Ja6QhblOGYWMaquY1TCIpMiMGYWFZf1pkGC0sTKJGMOndS965FBZ
UFoYWcYXN5rfY7siGSQGkDbAeuP8+Cw9aW1K0X60ruetZhdrTWuCJGmzBN9juVUWlJUKXRrs2jlc
mREj3CnWoDPM+N1SMsEebXw7HnoWBlPAghLAofZiw2SMWt/GE4TxAW33BXX0xhn6g0cS9H1pDvkB
CwXqmpqW9pJRNSUqXfpWGzfV/RFperJRPTKAtHLcXU6xkdWgL0ItAvIvgAnXEZzthhwkAnKPQjIf
7qxhPYZ+da5UgxXU0eSN0CInlsvdqlK8dqJ/t2COFxNiV+QuAqdWhCg/tX5GE57jxrk1CJ4EOZnu
igpctXRZz6sCcWJnPLpefz9wGiGOPYlGcxnH2vgJQdWyB+PZF2CVrR4lrW5vBcEY7dzCbCWENSKe
mItmfk8rLl5b9v4+DBMaP4V+567jbIsJ1PKIjB8TDpvjRmDWblHWdhYtQZbN8K4MMdBUCB6VpsPa
jIAdSnJk22zYCoN5a++SnTrqT+xzyEcnFR8bx/wVt9QZwVzsE3SIO0eF29oqIbRqTxyYRgDpyhfs
k4fVXNmmeW8K2s2Gk72MJljWWdE/V1IEt81Q0CZmHrdSirCmlJBGpjwBDL93w7TeeZXTSvtIt2PT
CF+1A7la+TsbYRUGWIpI5GarSokI0qiT0BodAT+KAX98OR9EVmCM52691nnOCuZZZ5t05xsvjbkL
ojYAjYGkuBpk+lBW8uggE/GFS7BMbm7zmalJ47suPYxNp01nr7GsgqDE2umDcBdjkK0Hx/5uPL/c
u9iScbl5l8555vxkUjlA2Ztweq1tRolGn3urfOjMAzdvzgyrhccRthvP9wpKs73Vi+jkW/SK8q6m
gDHkrzAFloqe8dNu6UGNjV6PCOUPdTiuw6J3bpIBSEKVAhJC3UD4S0i6VpLrTcz7OeER7sJl6cwU
80+h76zK/kQmE6BzbE50MMk/Sp3PwsvazaR0/9wKdF+y4/Z4fVr3TLt6Nsrc5BnKOD55LB3FKaqh
Q8vFsSb1mgzqrEQvi3cxVzEmA7Gs35nvIVOv+p1yyaywh/KxRpbcSub1KULu1zwkGs+tnA3da/Tg
8PpPODEvSUvB7jiRBv2+rusHQ5AtkRUqgiNLyzhmm6LdGrRQATuDPQb9wAYYJB95nrBy51UccBKW
r2g1XPTm8Z2Vz2+VYWtuwoZ9MjHWSoZCJMF5gyR5ykXqoxLk5AGWLL8MkvMs068xmdGGR2y2icDG
c+vLk23SyqQQufOjHum/D+DMhTPItHrrxR2TdHytd7o+h6ML40xbO5twQ/rqZMpJV7/NGZySNM/w
k8QUBaJ8KkeLLmEEwLMdGLqapXsemGNtdNrsbNr9/gLC9OTjKLsPDN0HGamPqSwZ3C9yiK5EQVTK
kGYyy+hIEEboJyiUSUybrTjilV4aY05vBUkAGRMhPBkzp5nWmzn8jKqJgRTu34AdDBuH98azk52W
3FZlS0JGqn/GDUakzMxPTQ7LgHrpYLX4W5qqcI+2w5zuGGlFNFzY/6Sz6F1MbuyrAKNrgnzjyUj6
78zXNdK7mEgdQMJh075Gjpvv4uhbIxrcdnUznrFinDJDniRDMnusGW9++E7e37GVYQIeX1RN06kn
LYbaFdVNg4Ovnt97PrUfU0IfbUyL3+FGJP2Fz3zCT2kSSFfPdEcU13QExVP2sJSzEWjh7G/R+3Aq
OQcl4FtmjQwPjRvvK6+jYzUvLN7Q+yldgK0DSgzgvKyMGLxfwkonewdfn8lFGhWNDz6G82j2H1XU
nYuQvNyknrkPKHiftjntbE8/GoIMIJQD9g+k0wxcaWUnRvEt6c65Pbk/TcUow8mKFR8OVzJ74E04
pLfjBIovjO+aVmZoepBxdw6/f4VA+miNfQYZNDjg+HTQiCwJKbwv+BkztZ4FngbGUOUOxJkjJn1X
IcTu4ohbJD7lnRD9OUhHa69zbqtT2d6Nw/xhVTkx0LI793Yvt7GEeJrTbcrKYimsMIoGdsHliLAs
FDHzBD09yN4aMJFmr7kCIuGyuR9tSTaOM7UkGsB06Css8Ta4jC4n/MF15VtrxekmCoaB3jCtb9/8
qT0v4zrNfydpjYMxiQkP6u8km22qzNTA3in1oQ/6Zz813VNjtyheU+7xo6XWIXXBuZDMNbOcgZtl
BZSWZXipKv2rcg3y1qIWNKR6ijve7MRaxCyeKdZTRQcAq3Z9qZMIpETz2iis4z7rwHa0kfebojcv
HpzyVgiMK365aiFhj5myNz4wq1jHb43bQMA0iAcwhHyKEF3daKI4JkPBYYaoGCU07GNFCzPktfGx
9b90bL5gebYP9IytJjyJABI/moh5h/LrRhv4Z3sWk8rvnF0n00d7sk/Snug1xzrf0IMgFifAEo4r
szwJPLBq6hBOp4LNeWnW9FERqFctQB6neJFl/GuW/LjcmtgeA7vORoApHuQmjM10HNpzOHBuFyVX
m8jBRNhNZd/6tDhZjvbupFygJwAQVcfloPgVcMyR4leLN/IoEGmHFPekgjl1c2d4z/GQQuUNoNVN
ZndfLBPOeplrsk6B2r0+n5cA7Ouj6wHDV9BBIfFcTcKA8VA3OAx8xDHH66Fehpvlcrg+ZfFG7iCH
bFXkGePS5RBlg83tqIluXddNdtKOHKo2/x6RXXC4/mt6eQnXQ2XV+tgrWuD/+SJEK0IGmPBORtzg
fI/D9dH/6aleBn8FidZqeYEid8RRKygejO6vT65fHuVIeFnf/BKNWawpQdh6TzOF0/Jir4+sHjgJ
Zf62G3GE/PVdA4ETp314QCwlj3nYyb/eJCspyCSXKKXsjkAdt+3IJPAtlaA6uG9bm/5MC9NhMmAg
dU1B7NWsj+VyuD7y6c/99ajhY7r+iZYCQIJeCGLcN3S4qWbbIz2T9mjpEBuzKIe10fUhvKEEtIy1
/D18aWxA+ZjswBc4hELMeWS7zkP09wGHDqDCP1/suaNwlqBuYK97bzQpFl2hespIHvnL4c/XCqr1
fYHP1x0DZrOu+fchM/pmm3rx8+gu7TZlPoY1cTt0/5jPR4zvqq6HNzCSCP3nYC751RTZYGr8dlh7
gqzLoXTjg+lD6W+NtNpP3J6PMAPqo6JG54Rmomw3jL9JnC5WFF7dX0+NVJgLM6K+Qb0wHJPcHY4p
V+LBdD+6ZYyMfKZAYhmfR6scjv1yuH4d3xfj5hSF2k3pQZUr22KpgJfhtL8oBOoMqYhvpC1pnfmH
mVwGe5FJjE6m97hiuyNe0gTD2EAAelghSPrHIUNFfEzdiey+sQA/zzf595Mjk8tEzJBWQtPS6Es6
fayWRHa6daDHJhPjeIlb2kmxF1VRt8o1iuQ/h2L5R7W9CJSvX7y3lp9gYmdGSs8PrJd/CP8LlNzr
88aAslVkqkE5VT6XDuddYvs5E3okmYplUuG9twTbpKIQTKFDEvCi9tUfcFrFfsqabtqf/ViTfJEO
9EVm96es6c6qxDoMqXEJen3wGoSsRoAIZ04B/DsGyaZDCS6qd4IPT5UPYdTsetE72y4xn2rLf5vy
YtgE+daIE5K6apRmE95TtL7tJWptxtGu+50YT0RM15sxh0zoOhDznfBsJXa27ajWoWoNPo667xzz
zQ5Xxibv6dJh1LrNDNvZJszy9kNBrlrBpmGf2IFcu97RkHmyKa3sNQRMc2ND2U2xwbSd37G/WPxB
TfZUVh4Gjrz9TUnXHTqHqtRIX+MUmIObsF6KXZ9NDnBLTkF3aZczGYDZG/Rb31PdXVLyYz0Dv8Uc
lhdrJDMvr4cU/VHhMvYEawIjeuys7xbBMJHm7CdckN6JNDAzcV6Uk6u4tIqVFRAa0g9QLl3f/WFk
rzpX8Iwa14A0yoZLeqC3kYRuy4EkZz9xjl7SEL+cNe5FFc0hTfpXv+gvfVNOx7pke2bzm4GaqLt7
DU1MExxRo14sO4rlfDDeSqt4NnAC7zwGtA29MpwPKA5sctlmp9iUH70PkctSapsd86J5i2ErHend
09sw5EGZ5keHchHmARFUiA3lIRxek3Zonulk3bhy2KU+bD4/G5ZtZ/Ywhg45K0VCbhX3t9o30QGY
3XuPsYkSkwZU6/5gYJN9uX33UagRboWKvtpZ4cSdDcw26PKwG3UjZpniizf8TWKG8zK19VsIzYrk
trCX333eP8UD02S40GEY3M+BmtZjR9/TN8F++jRAaEtANh/jXUMmZ5rbHis45rguKf0N7fe7YtgH
YnThCgRiZ5Uq3fn2AOwgbKJdNoa/rNQlF2OBgoeLEV+SLFgb896UwN3qjp2dqBQs6+w82Um9trT/
wg4BpfnIFrOlRoj1J72CzwEzzTp0Roi6dBgZhXArieLyfirAIaSVhl3qMQ2Zope+AV6hFRoEn/7q
ShfRKTfvm8dZ8oun3nChBP+YLQztbjWZbEh7GqGE64wY8C0rTTaOhGfTXLi0OLsc+zZB0YzExfmw
8zjfF91jmSNlHa3xFQ0bcoi+/QwMEigNBwY51eMSghXRuUgofEom11HxEfLBsA931mUYYQ1qBW0b
dozaSw5NgU4CiTqY6HoZQuXB8zzxSgPHK7emIirGdKILF9fNMsrAc9ZubA8VSJ+rg2VlFQSuHNIX
outH+77K42xtqZDALd5uejHWUdTejxBB1DlAV8f23LmrJAHGmFrx2NHqm1wjPNUE7NmegZPCAesO
Nzxc6MJRZj6YgSDoJYVAynw2CJGOExleeWZ4Ym3dFGWLxZlftmlBB4xs7SIXkE8EzYokPIa8bYwg
UzbPEYMVtibfhsH/gwjAYT8akEUyor+E5WKWM346dk6CVi9+NzCxhnk0X8t4mLdo/4mFtPNndxiI
AEt7OgVB2m2U7ePIC0YsYj39Z59lmHo6QOyIiNyN8upuNMDVT8cqcl+GtJX3Yg8NUJeceUFV44kp
yUJIDfdHocuXYgR2rnCYpbWVb5HoY/InGKFIHRLrpmLfzSzsGAOINws9/GbcTokV/YCW1m/hOJyl
RV5b6xNkE7O5kRaamIzWJJvL2whmbo++3m3qVzknwdEgEKf2yVfVZjy/Dj3EhTYg/XKanUMjXQAa
Fi1aoPcWqe6ZGZ/BW7ymVUx2imfLnRktYVFhvpum+NKnocmmizCmrNqoaPoKDT3vkgA9W9a7zxSe
byKyDNpY40753P/LqNn0LVD0LA8vmPv1RvhvXUCcqtNCbuKPvEYBqP1JHcUAsAhBnIn8SmFJMTfz
JHY2TKUbMGfY8nv4EVFY/iiz/q1eyBtmhB1Q9T/icpDsa81HPRKs0iL2zzEOrvIyHM696O40Abs0
A22Mb9HizgGuh24ioI+ryyA+XJ02129cD385hBZVXRJmr/Q1k200U6VcD3VNcdqx6Hp5RFtsKsgp
c+3bYdI3CCQf8xyxY+ismno4Zj3Yrz9WpkBQrlyfTkFLImxkxgHGYXNNTLRX+4RzAmGoOmxEUwBF
1mMwgTYUma0INzE9ScZ0WDoYfxJ4w8gvtMv5qGw97rMgveQZNx7fr+6ikdu4n5ieiZKzGY9VZh9S
IRDu2PGIfQ89Ov0iUrxL6ldukpoKhSIWDSbIVQ01b/l6PWdyl5OaUHneQ037fjN3jCfj9HEIyPsU
Vk4Qr+tTWPekYTkxmseOTmGOLM1nlHVQHoWQqwHAAQTA4mCQIyuFqDaTyPCjz152ms0uP9nhQEeE
7VU4xeAZBxeYfb3gDX2X2YwrEdHYIWWnuxyuj64HlFZsqa4PiyWHstz2kcBPD+ToNKaWyXzY/FV1
dnWcPK7tzKaAm8y4I45Cf4ciIQfEcDEul7o5Xp+y1QMibSA4nQb6H4vxTAXx35+W6udhZ2N0qkdV
rz3pg2NqMMB6Sk007GOSANj8QX/mn7LHgt45GJ6ZtyMJhweRx5CgbLDmSeBs8omy8M/BKigVtYxp
5V4fXr8zuTWhwuwX0jTKT1GLDrEviCuOqo90OScnMeIdTOPmYhTDYtf5x9daV196c064UNn5uXOL
44Akwatk9KrYvT5iHt0euuJ1wDF/ZOW0jmg9uRIwLl7DQH1QyPZyMJctwjzbaHajgAhFK6c3s+wi
rnLO66PrwUmIpTAHeNt60PFJ9sYuKehTxwmSMot+3hEkcxHo8Bj7Db08a0T8VdUe3ealrLdbeMtS
NZxjS6l/PeCV8bcyVLdXjW8bEwQ20SXltn5QjOY7K6IMp4QriA5d/S/uzmM7ciTLtl+EWhAGNXVN
7ZQR9AlWkBGEBgzSAHx9b0NkVWZlv9e1etqDZJIMp0sAdu3ec/bRoMVrP+58ti0TbQOtOWZgt2Jw
0CQP0scZ781AkqqKPc+/voSBWZysmC1slaBB430t9ws6WzFy4BhZ0vz+Ev7rO6cJAWD7HKNunwSH
KR3ucweW6CoZ8YZmX+SePAHvXdAmKmQvp94T21HvEUu9W4SKyH4mpo+7fhCrVrlYZtQcXet7u4Dx
NZ2PXjHEpySX9cSK2lbuTeNYN9ClWhqU2M+Pi4u7Ns4W+qmhPCV+z+QtlvV4HGZy27Rcu5TRUxSS
9LQ+jipLCCfK1Ze8DlDBIXLUYx8sjHP8gVo9qmn8ip4nO4pTQPSOWjdChoulJK+/d9rFumqgTa0C
F6H/h3pcL/DXjf7XVUwuqrY/OvjRVq3wiL58Fzkm4JkF09/G0XvBMGlSVo6BHUi3MBlKGDwFI01h
Z/jw7PlpVQHbehfqu9BOcQrAT1h/nuKRnmeb8l6M9XCDryy9krQVVgkOINIE8IY+elepe9s5mCVY
SNennjTfZ69or9ZnWgNPwBJl93dY6iG55XbGGEWrlZtix3CW8DIepDZn0hC803qX84A34Pe9rz/j
h/r92Iyqmuv1i91p+uefP4+j020rsTwaQ35JYkf7a4NjN2q6lq2PLo4Qa9kmi4GbV19c9O9agZnE
ZwqxW1+x8DUKdn0fMqP7vggr2GUTOmb99iS3FWKc3+LrHuFarXLn97m5PsVxBjMKfYA5nd6W4zT5
iOb6tdDtka5BDOfpVor+CbjNz3Eqx/0qyI8YH25FEnXY7UZOFf201vNl/XH9sqr31ZBgpwrpua/P
fJqN5uCQ+YA35J74YdQlfLrZagNwAWhLB+kum8BRDVdjWebXHswdCmHm4XL+zgoGV9Mri6PM20ej
ILxUPjtD4ADUIdigAu/vg9eu2NPsJnotmz5s78bUPFNB0IzkymUXIMbaEXwmrFC02R7t6wbjPQfy
tV3zrtqYuCV9zU0dlk+BtL9nvffuFcF9I61wx45SHGH6QsBz3dsiW5ajzDBqmGZ/7cr6pvPluzs4
zDtc8wlrUbcpfVQ5M6SwTVde4tBe4G7a5b6QhH8SA0qnxITHGuTHJhWvw3zjNPjRyIyCV6nggAz3
mSoudVdwnRV3A1BIYr3rT9rx3dNIrxKkHTPrZH4qIhKfqMeCmMgoqsIrMA5kkwVmpFX+d7Tpz0EW
4YV6tPxo2kuRzyzuaEoLKuNU9oAZZrF3bDbGFKkUKr26km39yRm5AEmgKLPTCG2tCfGwy8g0CDrk
D0wLqpu5cTXWpbqaq2b4qM2z60fiE5IQHjwYj2FdU6OOZUwssvkWC4NQBLPdZxauRk/1XxZQAKtJ
xsep0Y6k2ggP68lI03kg9Z4otao1NQHiuF5FfntS1m/zKbaxGYJMKbiuzb31YBWLcQh1APZU+ubV
/22Jpsm083+UaP5o5+JH9fPfJJq//+gPiabv/sMUvm96nilM02EA+y+Vph/+A9Ws64Sua/qI+NBv
VnW76jHDf/g2BGEfHxOFnSUQ3v5Tqun/Iwh8x+Lw9IVvon7/30g1LV7NXxW8PD5qLwblZmgiJvbE
3+TElTlkbZnkoCOXQe0Gai/QS931zJKaI+OH64ifPGdfuYW77W7HSUUsFH6Avt+KmRD/DJPyVlQ9
pYef/Qets/U3ebF+cr7D+eXavMxAeH9TkfZFmPTG4s2Iqwc8YYK4mBHctdurh5lJ00aU7dss/KMo
6deUdOKkRzT1Xz7P829l9b9ZDfgU/v4OBSGfhhCuJywaWv8uZe3dzoTqkEynuW9S7CWzTkRCAMq1
EMhf9CKBIJWxcx+13q+PDKzX3h3RIhrfzJyniOd5I0LrufY7Cv5eB32lBE2bxaXoLwJD2DbseM4G
lJn/JM523f/+1C3KnhD8X2DzZoaojf+qwh2GOUjH2e9PLgOoKBy+jT7bSNtx2MPEkCUnz90GZXrj
JzDCY7MFQNdsRm95T01eZW8UZ4VldLu+10s+Mr+B2WTjaoQyIE65W4MHVeXraJkvk520FJw6iCx6
501yThn8e7/iYfokfewRiZ/kCIF3avJjbA4NC5IN0b4JUuCfFckNJ8tvxabEgYv+BA3IXDMrlUVO
QqF8soVjM9UjastbSFBKMsXgH1R/GNMQMXW4E+SDiqBGOOKRiR43BN2ztcaZJgzRFu0cjbSXKuwx
8hkkzdmYYrlfam5TlMh3bKi8RQ71GGv3KW958UUUBFiNJJp/HAKT2+x8SqKspLncLxoLHqprb0ho
aSEXYSTNrVvM9F52liH2oH4ZIFMYNAFyCWm0ExFpHnl8I31nbxlmuEs6jz5D8T2u/PSUJA3avIgx
yWjHX2FcZ1eqHHHeBODpgKNdYiW+06QH8aAP8AiTLuYIZJB4wwGsZfKiUtAOZX7je/KzMEW+czLg
frMRh5vEfeDPibERLmxJu8EMQueT2TItXAfqQZq9iSFuQLNSHoUzZ1Xt3Prw7jWX9tx4CRKMjni0
IENLErJ3wrcOiuxidTuM5w8I9jZ0tuZjryT6LhVsXeRBUAUYLnTS/uX56Px6I+J+2SPPEWzE9Sw1
6AQZdF/BbJ1BDlziADuKwEAX+Opb52UXt0ruZYXtJswvrTluncYhhLUMX9D+kGKaEGHFdhxgNz6Q
2DzN3MkGqB2iPQa5HSkYk5N9o2d1Wf+ltPiYRqWY7YvnGUrtJiRDBjOn3Hb5QrYDIlRgGi1IBLw4
lepehdkphFfizYjzfeMBYR2r8ZSLCiwius++4b3zJad1syRfvoxvp6x4teFfeQYhkMlAieoFetyk
CRqYHmlQ0sjrHwoFSoVuK02L1CAhLWnuI4sDsYLTqyxalb2I8b1V5hVTNdKC4YYNowx26yuIU+ax
cH2fhZpGxBMcqRkY/o05pudcf+7LKL4U/jDRKiYG6kUtJdN3CxhzzEdX5x6ejOpoSS5LrdHRYECn
G6HbM4j4qpQCROCB1XSoqAJHgqPA3+77wG7ciCKQe4D/X+1E3uwH+O00lv14HyKCoGYsxy3gNNx1
DOizEZ27bdqIzBN0EWlIVNPE7bHaz0tztH1Xgrwi2jAElT0uxVvmWu61rZwP2yKsp5nnHBlr/dqC
9OPK8SseCO+TCAiuMqXeANABgTNci5Ke5rNZS6a5NFRqh6M3DSu1ozXx2pcMYNOCPyyr+dQaFK1N
F/KRBjQz1st4bbodJaWdH0wRkZWjyNnyAu0U4FDiY/YTwGvrxa+BYLw1IvsBmpUwCZKF7LQpRHDb
4stPAJ/4fXFww+FtsLiyBRkjqvWzkQPHRx0Wl3mhiCQEssaw33T0f+XASaLSDOxHzDJBX5VhtrQo
MsVHSyMaoM6sKbggS2ZJBJRmdWYPo6/Qv/QsvyLn1F4/kaHnwkzvdL9Mxi93Sp5aynbwb1zaBc96
Qry/TU+BRVZXEfPqqoiASnukyVhw74nSEACCYyo+o9rOvlCS6cPU4zjueVMkUuSNT/Bw/coc9aeY
yVJQ+cVyGpqI+oGoUjijp2tdsu+hn5Nba6ZvXdA8OBnLy3qYsDbY6ERimvTgRKqFU2PsMBGGPzKV
MAeOv6+HyKK4mhUAJ7sauVmB9j5d4kNggabw0yeGXsGGGJBLWMCoZhT8ZZssQLJj8Rj0Vo2ZA6e4
VTy4Lu0QWrL7LsYYBXOAfo9X8nwJLyU+CSHXVtBYIQhvF+q1wigJnLfsz1jvn5c0Kbf62HcivKDk
j4BOrXmdNDs0doLZiBLfuoIsh36KrtYDM5pZvNMYA2KEDM3QBiiHML166T569Mqb0G5BOw7P61Hk
hFxWRLz8cJL8Ad/w3iczhNQpPs5GH+BdTj6oWMrb2SZrYmhouXr1rA0oJpcSju0240pmePXFLsJi
O8X5oR2994qPLtRos1JfojW/qSw9a2POsJgaN+A58G+ylNd53HxWiR9um6xg+KCJNaBbAnRo6HDS
rRnynhp4PDSGivCN9A3Hu8liTITYkD+UTnVBHkJ/HyV9NkYvo8mn4pbk9dX4xlkbuCTj2wy4yHO+
h2Nz6IsFC3HMupM14M+N5cESFUbULPspIm4zygalCUHNAenh/pATWeTyY2/HtzVLnwewj+QNACIT
uLg09NHPcPXGlZbvAJP9ypLuAO9C0WFN2aJC5xCR+8q+19uNQXlZ6wBj4rhnEnVRfCabpbS53lf3
mE0Rf/lKM86/9Q2LSpYzl5y7/CuXw7sU/rl0DeJE+tsZXktmcXVZsvyrml7sum62UxNdDAjopKxJ
XTqTwUjnlqWWZRBVbjwR1yu5kNlLeVWZ8zahatnp9wzLxI8x1SA5XoiBlL3BIVyAH90voG42TRt8
1tsJyTOptby7OC+4Jtk2/AOSISQipD9KEKw8GxSDO42M5PccFn0AilYiyvKzB+lER892GFBxmseq
eR5RpBN3OnFC57G4d3KSaXQ2i8DYt/VBv23HsDkJL9l1XY+xXcMWhsjY1wUTdDe/a537uTF+sikZ
OTs5VfCx5MeCEHopmEoPYvoWFy1npL6sWgmvLZe8O20tL2HM1a4B77O17zFl5RsnWbie8V50cM92
smRbXFsRhGPwq3FJfeW4PIVsAlJM02o9ZSEew2J2m22fcy4DvNJJLPPPOEBS5AkupD1bkS2FmLvt
XeNXKIgWyYmxyZcm2I2RLnXh+NCas61i2rOHfqtV8eUHLK0ukHz8VgY5veEX+42DK8OEAA+T7bj9
vW9PPsxChEXxY5dgpaRSno+LruMnFJplX7xIo1gOzsyLrGoirfCmdDZXZXp63i4360NPqxDwI2VR
wgV0nIGkZjnaZcAjG7vkgKm68rMbhie7WSjSYBcy5uN9zdxvhKkHo7Pcaz2lvt5mmXWTBgRIiGmY
j4N6y5k8b5rxKyo4dRbmFRtnGm44BUEW2v1DT6G3iYrkC6SIJlYy58Lm7pkKVaFXnoe2uGRZdZbG
RzERrQqJ8wHavl5H63OP/+nkA3QSXk4uRhEQvcU6ZLR0WLMElE1tghQaxM2c+lsTNPghtjhWOweb
fFdTIub1ZT38wlHUO0hx2lyBue1HucTME4M7X19U13qunsrzWgal9nuhkH+uF2PmKi9rDbJexLOO
xdXKzMfI6fmzHCmymbcX7Q/TH+UwdK9hy7QUeERAhz94YV56nqrukmGB8+zj6E/3U/LqMMKMF8qM
MGZ1Lk2IW1GXf661r+/19j4yWMMdzP4jNbgUDa5yCe6dFveXKTnudcFddPk7ZAkW7ZES0jOj63RI
v1KLBmTUcr30iA+GGq8AN9Ti2prbM0aYQz3MrH8BO206XhKJPc4XXaIu+vK/5FDCGtQPrEdUGwgH
Jt96j0YuAS2Ok6RzL3nJQipm7xlbH64M3usxLS5+JxRS8q1DoobA5Guq4GVIw5epIpRs6L2bfnYv
6+q4GGxcbW+4L1V63VCCs6FA6pq5ZyGKS9pR1dT+8pMCZefrKr5gXG3HvGT92icFfCAez6OuG0JY
EdsYzH1QZ19UiWxDWPdcQcz6zAuy9BIQ5vUtnQ+KgOa27bw9winivVP3h139AnGi0569m6qwz4jY
jfzXeuz7nkqPaYSFcb1Fke4EtTLuKqqYauiey6ZF4aHXlxxxZZVChY2/XBG+kNqF1C+lHkaIQdIm
702glrvUsEFwTuNH3V/yhgVz/ZiX5JFILmgMWbygAU3OiGRPhig04J/0zaG62B3PFXTLMXWkf0TJ
TBZC92kSMTKnJP8a2ZfeIkG41Re0Z7VwtVuPY70ON0JgYuVplQNle16eRxXcKuuRkQfq/YwSabaH
X5SaF+F5A50651C6xVfvjBG08Hk/t3qfqwjqSmMgK2z5rlNjelJJLq5UfysZciEbzW8MyQch6uDQ
AJUj+615d1L3tTeDH0kY3vtFfS48zi9QqqhtvOJn5frkuXDkHh5yk0tMM76kC5O4PFHjEYat3vyZ
epeS1jDqI7Ul0Ml2+/2EqJmRER3bMNriSc93a1GpewBWx3a9difEaPgN1k1nHR88rVuqFgpCS6Zv
OdQwdM63gyOxGSKrwTsSvZJTNBEGbkzsv1gkF5TSteaig8za1o09H2Vq3Q7oS3dIT5MN+L/wRG//
oSrCrxEdyyaHLIJ4Pj+EH3bdIFQYOWsGclum0USZNFS3LNa3iJ3yQ7cUV3asoLi3Cye7C7ElrXAy
1db8gylxQEmhk8VHhhaZD7oE5gdOnOdVyOfq2VzvS2YJE3FWu7pG0GsiwuPnxa93RFTNvA4ma7nD
pFOdqyKpzT2OCQsChXfv6TnJn1+knuiZ6wRF2QvqwJgUVC4N/FIx7Sl991SnVQK4Y3x19EOvTyKy
KVZOq6Zw/eUQQaSofSvd23pqWDBfYN7CpFiP9EYKMSY6iKKBbw27fB15DZp4uX4xLZt4I7I7/vzV
75tgYw7RNugB5/pPxkrgNO2UHXCEyh3dOiyQf97N+t2fN/7zH0Y98Z/0l/V364/rd3/+Llzv+c9f
/nmb/+/v/navaVnRqaJT88fLK9cXOa5Dtz8fZ316ne9DZuxzZNj/emaRWVwn2VzTNTTa7ma987wP
RfnXNyX8WYfpRJZBM19bWIah7hjkmZuEveyt1tEBeOusDhAcfEsNeFp/jn3vcZABU2UNvgo1JEuR
xN1oYaqZXIbe7w+8l0hNhxgVehdNeDYK73rwBWN7L+i9a563y5iTX65fmqZgGBtnxsaNHeOaLljM
Li7HPd1N/nVcoLhdv+Ny6l+nElDL1EOHtLozVEBxqOfYRsgqESHTkGEGNT7aczgeDI8dZtc2nzml
r4zYcFzFI9SqaWD35Zd7zyobIspK4tTN7Mh5yws02YqUBoPTyMO3F5KPmYD98iqyPLHPMVgJxSt4
8fDnMO+z2bluWwwxcRbAZ0aQZNmy3GOn8PYC7fxYs5W/Ct3F3DJiYXpjo62OIl2DGPKgAU59cu92
mPqTirAo3shrzlWHkz6lgCCsmX7iS5aPj3IE7mN11b0BqnuL0+Eeh/feT19jM75WRW+gJyQ6PlIE
0XXWQmZjgPXTSO5yT92ijyftz/c+uyg/S6QDG7QcA7DghS0NaUC2JskN7kIdHsUPk5k+OkN8XgzZ
7Yx6OC2D/TwEuY5QSmMWuqBiNBf8smfxGVSEHRmN4dN3Kn+GIP82XdN/NiWhLCMB7SRQUCFiZ037
s5sN9520qIKJLI0T1C2Tx4W3YYCFsCK4YkxwV6EUHjtINsg6p50afkLvGp866Kt7R0SEGJb+vkl4
yqjJrtECnqC5F1eTq8CQ4hVsC6d+YKSDOc+iApyhepctaYS9tPJTmRGqqe3ELnhqeju4ze02ITfN
8yhacgHaj7i2uShThDCD5v4CEFDBs9tDmwnL+budjCzQo4MInwo0DaC6LCEIGxULer7lfD+WhnXy
s7nbKUiXIBazrYAm5Abxe9OM4V50I2D4niSp0ZmvxqLddVJtTLq3BBKMF0DuER2YcafCZxupAzok
DDhqRHySq1vZO8EeEQI6yQp4ixPgRPPYZMqo/8kzYL9iReExd+SNC5+gGj12I/jK2VolGvh3FGZy
nYekXcVI3XgaMGjS/GqJ0/4lC23It4t/S0hoFaGaqfL6B/04wujhlI5m716FcGCdEZrZ0MlPtoan
WNoXwdJ4zKnEQKOa+wF2NdsYeohZy0M16Z52KilYsQUIOgjuR3rXHED4JVqz4S1MD7Y5nlwPQKGq
xcHt+gZLDThLV8chx+LBxMJadUbPcY8tBz3tm9cnZ9oIr15EVIbDxcJLmnPthXel5b8QXFdD52UO
jDG9M9T8YnTmBxtXWiqEtwxG/Q2DPPgMfzjLbqKXZQE1xQiH3ANjehU2H4UiLl6R6LvMZFvRQr1H
mpFtc4Wcsm8RP8bTFTuVD1pDH8mSIY1xbowCEE9a3Xv3pAkOB9hmzr2lUhZjCSswugU3wHUGi041
GYR25z+sARtH18UctgQie9Z9hRQBphvtqthTy0YHiwXU5ae28b/Nk1882G5w0N25ylu6q6ZufpVh
CWCOymix59u8ootQ4k+LQqSK2ULqFZapc+vI9tQMzmGGnNDL8i6E00Yos+49htaDGsc7+GnDNf63
Iy6gFhLIwolaRAgrg6ugi/dLJEm/Vku6HyR64hHWDb2Fq8QFnoz+67YqsuTOVgxWJyO96ksCoPtc
cu20yPYDsXHz6IzCfSaEDZi3B5Yzic5mj3lniBEW9rP35gr3FX1AELF7IY1hbwxy29vqbZ7DM5Xc
Lhw9DyOvq7ncxyXtfkTLnVtmL00tjlzqcLkoaG/0/ggN8BnubX0XTxO45qRxEZ841+FYX5fwDJzR
0JHZbE7rmFApp3mWQCoko6BoPhGadCgZFWQwsYg6KW8TMJsM+LGJehA8/bMZscXJWcQCd3oE2v3p
iJEEm/p+LpkZDPMGgXHRYMIj0mqXW+kWJdJRNdQqArQoGUSbuKntbV+Gt0PjfgjdyzDoMNJaZ1Ji
7PBOMyW7Xzr7TtYSc5l1qUr7gdkWeXv9VTSWHyETQlcf0hb5R7djYCS3Pb5uo4t2uKtZpUtw/jWr
5bsVFThoYG7IltxI5y5pSLoyuGwwYL/Lxh12so/Epgy2m/ZUmdabiu1HH4WYzs9zHdQO0nNxWliU
5dB272Gz3uRZzBxgOIkRHwLvednWp3Sxv1uTPFtFfGun6sH26B8w0p92S01+LQk6aVE++mZx28bU
apjm0VTHuMo2iwUsL09oUwkkR13hPznsuQj/gmm9TDhJp33WtsBXnZuSfkQlxJv+aPRdpb46NVzZ
AjpjdgtY4rsgrZkdu9yk7fgeBd7n1Pgv3U6EAMCmyX9FfLodJvk+cw6pZdkH1qsbJR9u552wNO8i
GD1ZCcbPKvyrePEArYEVhgph5Yg/IDve0YOHqmAdAlrgg4aATJdpHgE50zotAhylSbxDqvyDfsrT
/DTHBXtGUyu9kbIgukTDCm8NR6JRMqHgstQfi6Jhq3qzGMTKKd74ueDKlvqPXVD+qJb4uq/PAU2d
omuv3Ky5AJmGlJYYPzquZH1GZ0kEpdgtFvA+Jvd3juEe27t+sm8JWWUNzEwtlMifJnf+RU/sG6UK
UazyExVSkHEYVixXRKIEV3Nt5XtR3kxleZqKib5oB4CiiQ6ehdM+zINHXMoXn2gydtgKy5Jw9lWe
NVuQ72cxVyZGTlQhtSxvI7/J6I64N2QFnqywvTY4mZW46bMAZEtxT10d72avw+CQRpdman7Jqdt6
fQcc2Iq9HfiIpjTcm2k2TwQHcTWoej1lkrs+mD66vPkgklK3qjkIzZwRq0tTWd6WmAosutwB/K+k
9m+nTn0loyyPlWVvO5fcsaiSbKPc+F0ZHGtqgbiSUB4gWt0rA/dUGRCWZg59S0BcgkHJa64MP3t1
ZvZHTYlidRJsLxKCrIyJLVXZFm9COf6NZ9E5zownOtyPnuE4OK1Z6PEk7wob9IggCdHKrKeZIkl3
XvId+gcaymwHE2A286CQM5uQM9EJcfX7tKzozcWueuzl+D5UDlC20tSSHQANDFCTiY80Pdf18m4i
5IPYwpou5/FWqBL7Ciu2EORS1d9Gm2NEZeW3gYDnTe544AVSLEAe7TYW1zuEzxzzanifk+QwmKiC
/LohvQ/hw7YiezIGR09SdfNqjDPG6eS1hGXg2z5uhoWos14NN5ntorKxt+VsEx1K38TXrnJVp7g7
2UOLZfwKQ/oqO5dZF7arBAV3eFZl8CroyTn5h1ior6n1PNiim7lkL5yX6SP0jqOKxEnY8n0cHqye
BBzro1mYvPLfjC6Cen07KJsJnDp47vhM7jNOHKkOFvQ+Zrx0xZqKZpcraMOSr6byvf6zgLXb/uPf
UlIi4L9QJ9JGz5g7BeW24wAxeQiPu9f3ltbsxKV1HJMf7Wjs/vmndiK5GiEW0TcJmV1NBNXycLUb
nvRdDAC18ijazv6wn7k7Knn9o41m0Ulfl+Ws7zdu5o3N//WNIx4DI7S/iaycKyHPanKqtyUncTh/
QU/fYlSQ9M7CKj9YLEh4AHaS7x3ogev3+t/4T4btJuTIcQBErL+nSLWaARAHDQvzQ53a2tg4TrL+
XzLeZVeBHOfYgg8KDcJT+Xt9E2n5B/29Ph1DHosA6rt27E5OfRAdvtcHrkNbi47d2Jtf+olV/Zwz
oqTNm6pHmYGaxRTQ8xdWdhPy41iGtHAqTpyjBDCkb6EfTyaIDWv8mDyG2zXFfimji5OGJ/3gklhg
qV8Ag2snn66YJU8N3mD+Vj8v/bCGfjlwpNfXzn007jFmt6X/OgnMh5ZJNqnfmITEBi7TVr89+uXp
t/CfLxVl3s6eqObomzULmwmHCo7BWj2JPdfvQ0NUUMnvdJr57JdYdgl847+aeb/pfZhsW0RNN4Ob
dvnvm6cxHNY02kbcXR5G+FZ68O4U7T1jfCTV/Crmn8lWPOmbyB7b+8AOBXyUsIpPfVcm7oMSY7tH
031u2w9VV2d9l/o2YX1fLA/6Fvo5VfUvkpL/eFLwrDb6CaNxv9IPxUPcKSK4KzbPWWetD6fvziPA
gbtxWixc2fwULiQrgTCF/uZV9W3ZfjdrhliETJ0nm8ZiGy/XvcNUr8K/U2Gz2eHXZ+TrpF8+xbbD
WZUpgyAWw9MOChN0UzGf1wG+7LMvltsXAxwGXb/msCTlS5zZ4Y1Zmifo81BWbcbBGZLGnl60WXEo
Bkl/l0XRdESO8CXDDqcr02xi49JDBbbJU25zclsLeUh228Q/Mhp6LDb2I7uFjxK9KQN3/2GVQYiG
A3Us71kkaZbpoYhoXkSNIJEouY4kpRkhueiqq2o5JcQ6Xzlx9Yzw+CUiOB3MgsW+SSnaDcV1V4+P
+r8ybGDga5mYloJ1iIYwNiwHCBI+JNqFRWSrkuTLjMb6kPqfRtg3W2z333pcFUxqaFGbYExOCxWb
6yA3cFr/1Vmyd6fyA0yGgKDYMKiEFUJeZrd/zmPqocWlye7ZTJscQEA1sLWNYV75U+VezXrBajNL
X1FoGnuS2jOIzZe13R0IuulGDRTW2LUA5g09r7T0BIaGHanUgnlM6pxmQ6SQu8FW0GPl8KYpPJfz
ucfVtQEbchcXFLaeHpmZPQqKrso/RZt2+zpm92grnn/1qw6wKLdO8Y5+Ym8a2urOcP9KtRaQKQZI
dgqjzyThtJffIOpUt0rk2S6Ch9A64rBYDFr6YADFNJjPMIaYktnFJaqB1C4NIX96SFHDDjo1Dnud
dThJ7XyqfHoHVUKj20bXR2S9c1wiJPQAwQkHoqmC4+LoeDXhfNN4Y2q7imzNG4iFkGVV6myVHma6
dn27tvDh19c8zVV5VSMV25gSow3ndTqtCYj0si09hlYWujd4KnFEkboe6IGfTJCfvX1L5PZeTNFw
KNnJzP5I8G/H0I/Q044Ki7nzoA95aWDiX5DNH9zm1ptd52omS2QzAM9QOXWjEQSnyp3VHWj/HWMV
98H0r8PaeFui6TMNFmufhtlhfehmQn+BOzTdT3ZFLIKIqyuT+tqFL4acAREJVuj7n2wF9b7SR8fI
yYrMTcvBKmAuS6p2XRzclCnHhTK9t2IKWkKbaZwOhXsYQ+qWJX2I6no+pjN/6Wcu8AoqKhRhL45W
Ziiu0Vl66CfDWpUMx8ptXojlCwDS+sbGnqNrR4CiVuMVRG9Aht/cqA42Dd0Nb2qXQ2UlFcmen1Sc
9X7OZvuIpuGm79ART/Z302I4kajiln0giSzkIByIWj87Sf3JvDtBYWyH+wQ1+RA156FLbsFxfgXF
XRhSGpEFIrazQddZnwsRubAIIKDExmrYSlhTDB/wboBw3Flmf4tH14rpExJkzSuBvOtpSd/vcaoe
KK4qqbLm+VDkEWKUXjzl3FnU+5gG5L5XlEdgftHUcyjRtknCBKSinh4LTzHqGin0ivR6wEqux0Xr
0KAtmMtRflxyCqZtpJUL+idT1Gd3cZ9KFIQMexjccAIP0r7vB+fNzdjAVcbRZOSYj/XtCM+G5eBg
Zh4zHzXkh8hnIlCTB0ysdR7BDwHx1wbjbsG6sK0cqjL9IIpJdBVZ3wpZX7rCfc4TdEBa5cXSQfXI
sGxB512mnMClx2FWBAWxLeYvPT9bhTnLyHWYB71xHXQT9Irv4jliTsseTSS4mPDhu2ww15n9FNN/
c8YAg2Z+ISzh7JB1xjg/eTcUOaAdQ217gH6H2Yzzedon/WDu3IgFv1/C4bbr2YGa07ck7t4T3QZy
R5Q8aeKCXdQaGUQoLxYRm5uKV9hOcmJP4uTbLIlZsmOElWGc/kQg5jBUhT8Z0yIzYixmVOABxC91
UgNoMQEI4LY0goN07VuRj08Lo29ahxwgOAQZFukPSUQVZUTZ7uum7vYB+YuyC7Vdg2ydGpuyZ6H0
qDO3uAo98eDULmF79qcciEDKmCE7CzVAZaK6H/kINIKIBFwLMsk6ZmxKUioi9PLJMEKwyal/4xxI
9oijiPhxxkxDy+5BDMRpMZMqGc61cfeWT+Exc3nnWp+Ztt9/VVnw8ls8pboflfwy1CNUI7IRbwhh
QherR35FCoDJBpuhZZ2dVnrmiU+wE8iSRJKdZHYtopG4uuiJHVQ4FDgMb/Z4Nb/0UNAL5Ftnq+cc
tBFO7IBZP0cvjWAsAdJ75Lh5qlqijw1B4apnZ8A1NrIOv7dq+a4mLkB1xuyzweK/cy0JWrPI/gM7
3dFo9L8QpBECW57lsTHBrh446M7/XRXcYrit0cD2p0iioSDAWQ9FmfwGQVZhFHCfF8Shp7KjjSig
CmVLuF21C9nAm1QZTN21PMrsufBNLOxaq4TxIt/VbX0mKr7Y+jFlURT6V+tPIGv14V5ceE8InY69
o5303t3ssMPBW5MVA/u3kXFkqAd4UIO1a/JpiXnf/mclt/vf5eS/X7bjuxavPfwbMx4ZV13KjJwL
tmkQW+37abHuQh/xqMHSvFnau1x+1eRB7GzL1VxfywHspzUXdcYJwU4OVQDlSo3+DmqkzpfOuMTl
2RdFyI+m0wXYEn4EzYjgJDiAQGJcrAfhNNiI9jNuxoJlzU7K57GNOBGQIEdG+qXLpkQfp7nWA00O
n8dvrb0WOFSEWW6iZj5TZb2rliu2vsLh02NLlAAMNJv0lCc38leTLjBxC/Ef3jQn/H8cLbxQ2/EC
N2S4+7c3LfCD3B+N/2LszJYbR7I0/SptdT2oxg7HWFddcF8khRZKodANTBGSsO87nn4+d2WlsrLS
2uaGQVIigyIA93P+8y9We9BiCwJchX6dGSWez6xlcpY7NQ/Yo8FykKwfRY9g6oKhFHCc3FpoWK68
0kc76GiPQ6HdhLW5U+QYRWtaFhYPz53RwsfZOSUgZDO4nEKkI94Bk/74ZLPZ1uOAm/JuoUWS5IZw
jA8L6qVumNhUo2NDVGkEKC2vwP/9nPH+85yxHBYNVBgCJuN/SBAQwqamH4cYg+p4CCO/1wJp9kcA
JFhuyHxriGFus1boZgImKFCzSZKeZnEoYzRX+0SyyYM5+OaQumzV3pbF77DgnRjnw7GtoFiqgmGq
57sJpkEpN5XQzl9mFIPAzsQto+ReewZwCxwI1h/tHOQjMyKfOCNZuDpJBGWOtiKrMAnKx3Y7euVp
whwTutQEwyObDp6O0+EyKx5SMtpocdvq6IoabqHc2+zI8PdObB9LScQS4VCtjYwxkAV8FNOC7/0G
9mf6ogdwj8L5MYWasHgtXktyd2VcVVGQkzSpCmUz8TfwuAHA7GMNE2vzvx8RaUr+H6ekZ5mIVixd
+Jbr/dlc3Ok1qyLUqsE7FUXUQLG67wQO06YNZ6cYb9zFtVYdjqYbxFQn161JYhiiD/bkqofYbHbh
4yw5dZXkWRV1cY78/Fo4obvWMLjYaHHxHZc1wAXmV5+LUmscbSxv26FOtpphvurj8kbe2Avcsx0i
3IvpZx8iZeHItQeADzbUxmSGAqssbYguaEvvOrH7lyXHuHauA46H+6OWPE47ABvCfzfeRnO2zT3t
MegQi+VVP37zvWmLU+ZZqztiPwdzo9SpBe6kZwe6a5pa+aFhTBLx1ldDPp0CfyBf08HnKRgJfs7r
by1Y3cGaMuLDKRACihjMgsj45rok+8rJdEKA2RQns3yRHHyvdgE7WfAkM0zR2bDPQ8pqvckVvyFQ
XHF63Cb7yPxwh6gV/q9NFaiYVOrnJoWc1Wh3+hB+4CVFCqC1Ksz2TRWUYV7duhoTzAYd+UrpLCRx
q/GcyxLIgHAu7Sp+9vACxdTwkZUS2R4eJy5BMLPEhqKseybd/TkgKY5IaCi9Az5fi9/sgSGv6oWK
y9eoEZYSwf5S/pDEICr+ta1FlGlOith4uqvz/GzqkUuTCIc+tqjCF/8NZ4GnsMnwH4Wp2kWvZdj/
1Ez5XhE9hG+TP4EkwsnziXaTwLyUM2WJmNjpfUliMp1oXBdXjetdUg0Gr2R1yYqzzVpTkkFw9ACi
F1l0FMTpYEeg+G297DuKgYtOxzlzzTD+EMMhFYAIHqbWSEbKFzti7JQSa2gXfFyzJRmM2RPce7u6
9AZ8/rpF1itbYSrZbQsxctf21p0IyudArkLewn+ud/VTXJvP6gKPGvwWnWK6i5IBBkAVIoCpzdsq
mYIT+jQMTgAeQiZ6sWi+i3C8xQ2exYa+Z+WMuKXSkwutoZTLWfINn7bI8PT7qS7vK2nZInUTHaPk
jvbYb9n89SBDh2kHFw3wfBOQGNig7f5suzsN4GQwgAIWyntD0h9LjRcm+KvH41UfvoL0a2TAcdpG
0dkwGnYPZkaZJc6VC8M/waaPQGhocQvpgWFRPI/Yt9YCIVtK1NyZyfhjn2K/3kNPczQMZsY0vk3M
8TjjVnAoTRyhhEcK0bgMuAKTU7TkfXpfFgP7CeELe3uJbh16y6MmcwOrQGcAKMYrtN4/nXQ2HwgF
S610uNIitGALIpbOexRRzXLU5KSWdCBOMXxPPco3jVd1wFsFgGwX27siIneYUPBhS4cuNinCir7P
9m6Hdcrk9kQA+JNESTs6VZvBXSeJPZA0CwLKna0iBnXIemaMHDkS28kh+BBW2clKq3qXagVuArG7
aUivxlBkuTZBzfcRdl8RGeLHvJvN0+IvZHHi1o8E5lbrDaK67Arn8yXdL/aiQ+h6rma8UOheQ7I+
24/J5FlHA2MoZewWlDRk0R4pXOoeY0MjJYtOM/W7xXBNzHNIxdHR8kaudXF9HDT87kkmFYAvQUUZ
kb1iuCfvygyknjTfMkon+Iq1dsaj4AzlYTrg06udYy/xTs3yoR608hl1D0UdQ1C03Hx7M+4VArfW
xBLXC+T1g217/jnocWgQhfU9rv30agpR+VtLvvGNHB8rRirnsC2vMeeCzjIuN6HnES6bZAbKkR66
eVbnWH3ip0gsITlKpeOco8G8hUSHf5L8lOpTWB5Ws4XVfpQBHJagLBrIDzEjFYGXdUAbimLccva5
GPZmOEdHNyPmqavTqyxIfIwu+e/0Mj4Xut4dqgzg3GB4uLUMeLwtDMGzyJ/qHnqd6YTH1GvccyWL
kMAo4dNN7bRHbHZnh113GB2x9wwglZS6k0HL9OQn+m6JcX0yzTdrTNItRrjN2a675jxFxq8acvou
n9D4Y03Rr2DIhLvSnQkXGoyjZxcMc0AJz6Npe+skZGzIWvwQhOIJ37gYkZ0OnSVAdJS7GFXTQ1pW
ch7nO6ebb4qWyyXyjVvsYYQAMYE/qGFJOj2EBUaDIiZG2/iF6z4GvElg7CE5DfvWyE5hP3d7PXfp
kpU7oKNJ1xR018PCEGWdzMZtIR3mINgn6JYDuMcoF8AIpfMDbWGKyOQkWKnZeBIPO96lPYVQeQ8j
soy16eEolcXRTQxDfGNKjQrNGB5NlGZFa5wUAxgnXNYhXPOzCA+zpg2B1b3ooCRcGLaAAKfDR+jC
14GwdqVWrUKWfdCr3zL8iLA6elTVRT7M5YY52X40GeeFXfs8hLAdBeM+mNzZi8DvEq+1jkRkPo1T
ArQn2Bytgq2iRpNgGe8jBFWzU+7GJv05h+FZ0bMLM0M6TiHNuA67RxPR2uhqN/CjdupTKsK0hIiW
AK/UaAOp8WRExo1h15BMqNcXLD+KuL2oOqmZ2T5GPIeiBLpVFvjNWus/q3kDwHvtFMud3D4Vhxzx
C6z+hrWfv4KMtOR+CUB/8zZ9GSU1WId2TpneXJY6f5F8WMk+dy0Y6AibGCVOmxZJQIwIMigXjMlA
zcdw3rDrU0q7vFM1Qs3BMqwNqC47RIhWyhyuqtdpnZ0ScMVV3/P/dFCf0xrSmdbXtFY8o0QyCzEZ
qxfF7Sf/oYuJpvIyMII8HfdGP16WLh6ORZ4i2bei6wZLtp3e7pRmSxGEpwYZQaPTiw7w7LdejbIM
IuWHVYVwSlpwztyiv62nRaxiNz8ZHcrXpJQaVN88TFp90+j+JXQWZpXmLd0t2hB3vDgwd/Ms/ljq
jGuVEVSvXdIJxMF10Q4088sgYKh0xEqYc000gH0oZhehiXNQDbQn2cZ9632DLfFtzFtMk1tYXOSv
HjOFpkk9oK8R3NDc6hn4TR7OSCLwpOvLU0vS8JJZD5kENCuprsFvxV/ptX8e8QJuXOvKMeFN0ekP
LcoX/o1HsMrZKwIcMMj+0+uUNGVQNHM64VybMpBBRRUG71hcUhfLM2KJLLBIykj8/KobimiZZUan
PAX0J96Qfff8bp/EDSnYDvZ4fMlzl44bUkRQEvGh22PeQ1exMZhkDE9d5CIYsPplQaKbv5Axv2sz
7bv6D0IngNDD+mAVE+6MTnuRoh2b9YHVFkcsak+FHwQ2lUjthBtZn7d185AyukYkQ+0rbVgwRgCP
1cqruCEkT4zefTZbN7XWXcceLGjydtNN2/gXPYwh1TK/dX2+Ol+vEM4kN47pCgjy4JK9cxlJ/ViH
03c8InAtleED3cjhCZ0Yo6yZXzRAn9f67L0BbsHnH6UILC/lEXLfxeCX28GN/atOSlFjKUUKdIuP
ZjOnUy2ixlv4XnQthvBNC69LNOeg1Y+6FXzgyYtxA/zJEvnOZvIwT0eCeTsWfFZ8v0KmR6Rl20P5
LWPeyuqD1GXKtrEW/jQKvkNZpbJhb3HRfVnG+uVQzv4PPc8/DBxsmX1EH50R3bnEkA5d9U7EztGQ
AEgO8ouuVz+mc/M2gJxa8jNO1L/4dSWbxF86PqIPc6ig+8gxiTwtTXXMLRxv8OnRaTQOo8al45Nh
vdG0kdhGC3FjX9t7slxIo56SD4WICJgOoYZLigcQuLEZuquntWheBYPxIFLxKib/BgxqK+ulaOi3
+oBXPFwrvgGp9ivDl8KxUUj26QCod05lw/65loUc6LFMXvwpfRVh9F5EOFX1okJJ3eOo4wXFbjJ2
c0QnD0kcfiE+o6i1ygk7acRa+6rsaXCk5q7VoDQOtbeTohXZj8uWxJlpr6nJ+E/SaF3Dn5nLmVZB
6usT6zVOZwSDUuGh+qMqYtcOI3zoyw4zmsG/KOGUUmAY8qSqZ+2xIJq4QE6tADiFW5uyavZaRCnd
iPoGQwV4pdiWjRR+ueRT2WORri0uVBKK4kM/YYtIusPnAEDpc3R0jtj/Afl7A1Ra2XXYpiBBajfq
uI071L1U9gNe9Gif71z/pl+6fV7iGWjAPTnGrQEZyxVMceLsFM9Rwdby2NvYvw3OObHDo2GbeDm1
XrZLXEyacDXSEOlqN8Pi3neVzDmQqjIsUkC9rV9kUKCKowcdO8IZCXVI2VTYMfF74iIqDva0qyIo
rXrselvbIgWZo6gUsXo8sxMV/hY57ZQZOOsUNPr5SLenPoKdsOKOQf3DjnT06Vzc2mR/a4nxGOWy
n+Q0izUmpnxRrHEtxUE62ts6mG+N2YCAgeqiX/ziaFXEJZYzQiLEGiclEB3Dg+30tEbdBqmnVnxT
A07V5JoDuj3Lu+o1zMt80PcmL39YnbYLy+WmHblQleo28JhXOvXU76yfvT9dfK2dNp2NQC2eCvuY
6CO6RfetRAax63Lvqiog0M4eQH4169axDH6SpQD2gP1kFgYHZdMx99p8bdpPWejgLTsOCEsk4uOE
Npq/VhRXYNMnz0d7MLGE4sf2UaYa/E8v5aIjhjHLbpMYlpCgaiqlxFBplpXyJFrqIyvaxbfrH2rk
Ns/sdbgl/lh84wqn37shX5IVVHiAMT+VLIViU/vJDwVbKcg5jPqfeFl/m+Btj6V36erpyc4Ihk7d
yxgM103pkBJG/9oDVcAaQ7MlfR0I/y0JlwBZleNmt0Ysy4dXY1xNx69h1MJkFZUpkE9cQjjHU7ll
v1M7X1I1t23P9Jhp5k4qENXVlVrzziaXTBQm1KX00Q75U8qkPvo9HDqyvzJZ3tUdy7O65HI5kVFD
DTko6oefJOuVIOB6vc/mp8ymd+84uazkNnb0t6LnutS0aDe4rJwE8OJiBHIsPLiuOi7m6oOJNPyp
4b6vRpifI2mjIUPAW7tSE0U2+VWgOQ9q0quOIVQLZvUJoHPDML+pmmPvMZtovQuDJnYWWSOVMrek
F8jl4F8fp4ncKzmM13TtfbCH5y4Y74DDGDikYbKJsFbk8qgAMNTZQEZFtVXXhcIQNAYsjHx4Q/DJ
/ax797JmhrSJf6ecXKgBVue8BqJ7UFoiH2nzSoPUSIQTrp6COFMEOE/RpEFpCKIddnwSe+Sz2oCG
GGo6GBNKHgXZIcCWOFroUYB6gOsDIBEbAwlnTMtVKE/IikQmykYmnxZ+CvSgR60pbn0htb0svEbG
4ttSM8WhBuMBtjeF0HSw5I4noHwi5c5uZT1mkVqUY10j9YJ4Q0jsS1ZaBqWn+paTyP4+UneKCcBH
SbyMR2/BVl7m08D41tjFMISj2iHW6Tzb4Yec9cUR/JSlvqmGZK/ey5FT3aVikpo09YXG/6PQAJom
zTsJjjwu5giLc7mOs+oD2+2zNt4rDGiCdaLw5ik0IJwyk5BTF/hn7lqn2mOCW+0StIf12C34QwOZ
yel/IzgseXOLvPm5pbnFa+0R6QODC7AMGPXmdZpFz+oaqg1j3HlTg2DFK4lKmreCFD8IwNmLlMTh
nMvpL8JbJaQVUoAv1bye9pYBUqxG09+jLaHMkFemGLIXgCN9oQ9WK0XPQNvA7TelUJoSU34ZT2rE
seSYElTuA5a+/bszk7Yz2ew9gYchb/lS0FKvfKAL/BkYLxXZh+UVL3E+3sbEl7h6aKj5t+2R2wP3
WOknNcGmalbsnJgVXs3STCD3UgKapr2NHqC06RvkyTrjuL3uJDolyxZmZPFmbrudUhXKei6WVghW
jvxVahQVbcTBNDazEyDjmqE29CnUmtrBwkTcRRW0LeIA2DjhrJUXFmOfkzPZd2bIvEzX5nFnI3Ye
K/tgheWHIgxAsWdmSrrwaJHu/NI0GuarNGrx0lOghO4LWpiD/MpY6Z51QrxkOxNLba3d5reRR3Us
h99y1UuqfgvbnyinOrRW45S9SQxy7KkhlYKb/eMpxEsHJwfOa5EiDdbR+sg6vQL67dGJLoFzxBss
Xqs/IRomYO9iWdUlAVBO9KAmGOrcnERwUb4WKTJr9kjYv114wDv7Ja30fp065gu5XAzFua7iEjxd
hMs9XrbVqjb5upVhEG1IZaJXDVvNhQyMpsVGbU4LUa9Co76fM5fgd/rWtuew+CROTb3DAA0hMaeF
KlZQQt0WhUBHG33Ib1T+b5HV0JFJRUdrMhKRmHRumxumZ9XKcdKrAgQZI29SbyTMr9OYGpuiyd/6
LMaasHpZUko0attdlsSoigvOHcYqOEADwwRoRHNjHFfm8r3uEeB6AB2uLCQc0zbw71jOas1opS49
SSA0pegnV+hYzkEz7YDFt3xcGj2G6Z+yeCqbqfdonQVYLlGV68YFJi2nZV5TbaRIKuh2w3wjnS+A
iRjvSIUDppbvOgMPDRuTNUajSZN/QB0F3A28Y2/44Cl0YLYU3DrdsIFLlqABSRfYGMMvN0n28nRX
a2KaxPx3fbJT8xBXR/WfeYyUKMFUmalHAiq/80uUSCD6/Cqxo2gtBBlvzDTXY625G4mBK8sCEeM4
n4gbZVVgSFF8RE7qpnQQS+XUkOr6iSwPAQcw74qwMmvbLCHp2/7F9piHVuFyM41psG7jBhaf94iR
YgWN+1GBCQrH0MjVgwlkPihzjCabYdumLWxP9EBDyjIq/Ige2vKI2SjvrIgzZ2GzcU0R7trLYrN1
pynKrFz0yDU+ZhsDpFRDelo7zkPEBHxV4Fk+dZwDRcHGrvuDQdj9oZc2L7lXXms92SmMKV/F+K5U
6kGdQi/x+c5JHiPdb1k7VXwVodQVYmArWNB1EdFSk6cQf3R0RMDw1TobWODLABgyYh2ygprtOu4Y
Kpwio2eOVmzk9F33QB8HudWN1VPHkiyRlbwEjzGqQ01n5PmQ/iAPf6gGulvaB8vqn4ZxstcmxydN
M9zIUQ0j+++eNaa2Y29tpnGKaM8h3440GJ6bvqdVeZwznRIQv3Pbk1RfCdTDLvsxx/krmZfoIIjD
wKwb+3UPypbpQc7QEOnE9dauIHKNmXuOA32GUmff5ZLxgcv/Td1g0Tib8Y0t4GA1eDlvckmeqkKK
d4erEnB2O7C1hLNrr7IF9K0GJd3ofrBRlIvOFXSeZB5gkQolwGc9DpZ3j8IWbg6ql8IrChkqyNR1
yZ/zGjWG0+AC1Hi835Q4G65QiF2pu1XkociFSzeHtKdtwNVvZ9nz5FiKxdAaw2vStese39y117xY
pBJxKCmO5U4uZ2LKeSd2GYDUDm+q2dqHZutbBaBwqEmysb4rc5U4ra+1cniQ+2YNBx3gHudUG0ax
auETpkOewWXehtmvsv+ullC1nhXJS+zSFFgVXEr7e+bH+yAGH3DJnlhNTXPtMXvd0ea/aJGzJX/u
LqrfB9G/VjVzdZFwzDKTki2GVbeePASYVnrV2pKcxEKj3MooxqsVbn7gry+yuytC/yDicTVA1LEK
F5An3NfLlTlE0h6gBa+Bv7yzK/+sacE+N9KfypQj11jhcglNoyEgbxLIMgzExe+owAKLCoz0hI1E
vzxMARSnY1yi0ygIQ3RJ34NRr2DOilHPGj3h3h+8+KCMoRTTC69sK2QfUMQBOfxLXUi0IkzfoTxR
GQU9CZh1+q6MhRyXHcUvrQ078Pc+sd+TNnuUBkZy29TLBJFG2byJsr2GRPmmxnWw/fZzW31fBHUQ
rjsEAoFK4B4KTwvmwNDBtmyZ7Eby4mu68oJE86gGwPh96mQVUKgSJYcX4LcAut8WUQZLbQjnvQse
ZPs0TZT3JG7DT5Vys8GTDlZUh7mk+PV2fu2mvrleCu1dgcMmkWXY2gzAU0TrutiblQ7H3cAzlvxp
AcdamusMITwZ5nOIivrdAPkNP11OUgajZGQNLikp5NcwiL/vI9iz8tvn5IbXwwAy76orYMIryVVC
vXBQtZ/q3UrthiiC7UKcI2dJ7KAZ8dB/NRAfIWZbGDRB0Y33k53uu8T9bpgsybBNf0aSUhsZzdZv
TUak1CFWI+4FPe0pHqrvnSHIvyOI2ne7G7hmEOGllZjs0ghUSHfo/eyVHf+QmO9A0tAWEIt0X+D1
sr200rhYtTeddBpTY9S+N98w6i82vfOWOROKQmknITsbiY4S9/ZRtPgx4HGNLJGWLePH2ORTxXNA
baghySC+zb1+HZULVAGL/sx26hNunSyjhfcqL4gkh5pmoquRVbQiwKUtlZa3xD/qb0lDQ5HLPzSS
FUDXf9MObpMX22Aip00Y7Z3y70oXtutY7ODNCzpAE+8+xq1bMgEAu62IaznQCLNEOG0yslpXPcJN
071IdHwpvbdCa16lo5XsGRl8PKJpOdRZfSs9RcrYuVoAPQCRqRknm+mp/4Bt6TMqQnSYrOQsd6wr
t/miX5T3YSY/vq9dTbqmb+sUDXEr3ehwEsn3gQVNtz0DYr4qlMUgp2Edka7e6s1jCc6P8DSGBhhb
G/kVzkta8ZGHeyHJPGUZEMLhQYKh1bKy4inT1VRdUShl46mu3EW668keTGFPYBQni+ols/NflsRP
5bcsquU6r8TJqxjXkauTjzUyGSi6ev4xS88jz34z4+lOHh7LcdNdxHiT5Z5hAJmk8mhogEzMbGqP
+pBjatf3SPjY0BnjyR+blGgTKo1VLSsr+TWriljC6aq/njwueuVWJH97xh0Otjgls+oAO+wVUB6n
51kuFHIHR3OUdjjv9VMCSYKgjn7WpG4TZNvSyAqlH6ZreEGX/MNpWXi1xqXgxqeGb2KRpbaQ8D1e
l9/cCb2aZHkuPYzrphb3aicZYPlgd6RTyjPfTyoqEU7RH2RikORJRnYQ4tnGEtVfp0X/Q641au93
guXGgni0hSdKnqa0Yuuh46zMMP4I8MFYOXp8Niq8DeOieu7Kh9lyLspBSha9rrW8ZIV/RoEn7Qct
kvjC8Ht3o7fRj0qz3qo7e5faJXn2eDmrqkJtNppADTrPOyiRIpClqhwomDctZgkYVA/HpBiPyKS+
QdF/akd/WqGuvxTjfZQzSUYScalN02KQmLB0pS+qvtUKW1vnxHu2zmPZEGKvUAfDAAxwHJSNJqbe
ikb037+m/xu+l7/5urb//B8e/yqruUE73f3p4T/37+XNa/7e/o981e+/9c9/f8iLfnvTzWv3+m8P
toTPdPNd/97M9+9tn3Xqv+O/l7/5//vD/3pX73KZq/d//O2VzKZiQxJgE//q/ugpbCGBw/32v//4
P/z2Svkn/ONvD2wr0X9tXtOye/2LF/5mRuy7f7ex2XTJEbIcBzYb7zm+t90//gYWbv9ddxmQ245v
e6brwLr6zY3Ydv7u27YuPNATSLeehUnwb27Etvl3WzDp8FzLx2vW4FX/+oj/dgy+jskfvXZhYUo3
3T+QU7EhNhxT1w0oqr6pO8qv+NfrfVyE7T/+ZvwfX2+LDg8I7ZxocYAOKoByKgg76ilLJCh1bEMs
v7W2fRYOnqo6RPpkap+XXLvN5oAhdY3TWoJVvQ3WtjMZCa2Mw4zaLaPmkFyWsGeTYDYfQI8PGq4M
nBlXkFGXDWBHtgNc3UZGIvaT7yBcQ+6OA+J96/bP1tJiXAutpOmLm2giU60Wt4aMPkIc5BwtJLAB
w3IEoIxPGu/B98tHzM1vRnv6BWoCv8Hud30+n21Ca0Qw4bcORJUahLxH3nXqz1jcmRBPuvinlZAm
vRyKSsPZS2/vU8eDf1PH3rbqIxvRDFr+JNuSs+ZcGdISjtBq3FsK+uSC+PVsjxfXGeF2UQ3bpe1v
CQvxMHYhmxIhA1PXjzHil+MsJovbxjJ9tDcw5J80DwSBdG+q6YBqYGzvljIsMVGr2dBD89di2NsZ
vQtWMOZ9naXEIToP3YgW06rwJ0h6H4qa9tI5w6Wqi9duMwwdjhtzcjSSpqEeJnohLRecv5pHA/Ry
ozOeWwwEqz1p9m48In53rzWPXtEgfSkZsAipCZofc4Tt/Lkp30KrMfA1iuEWN9ByXZkEiVZxROz5
0U2q+66YDtjkCjRyKfY/Dqr0kVGJZsav9Uw8uDbHQAQifSuz2zR0vjlh/4D5LZh4HO3SvsJkgcyc
zWiSJmyxzIcDWUuJpt0EKZP52Jl+NnkK04fFvwZ22PnLfRbfV+4vIrKuxyobTx1fwkyWxP08Qbmc
h3QLITiN8WpqdLb94OJMy23EsTaDuNyPjKIdnVG0QJnNkIRYaY2IqsaYvU2UgYxZozhgSQEx2aww
Dx4upbDbbZT1B1rMdDdIMoPT4oDIwVxR6nEqJ8b3PJuoi60WSEWkVy4pczsDAYs94V9XZAenjW6s
AbKP5QVyRFM856J6TqOUslN/sr30e5VW0JFpvlbMMp/Sovg1D9e6X8AhgryQCiZRNm7E0K2pQBjG
sLOUo3uP2OtYRjbKVVRCTahvWjfv1xbJY67T3pjFjUdhsTFi5x7nJDbr8uAsWA45FspGHdaDVabn
bhqp5zorvf66ad3YJsuRPzEXgNVIhrHYzMb52RetJMtsgZzf+9SCFClIfl6Iq6DVzR+rikNkDu6W
jIy1sdg/CODDTSIa6PM9um24Nis8S+6yjigOZHrkx+vWWz00JJkReu430TFwumLX6IVOJgfRKqNM
3lT3vp7TamOFHjWTxknqprfT8vNeK+/JxXg72eL5tx/KYJAaUi/AvMpF+ryvLZWzyfsG5az62R/e
LkdxblfMPQHO+tM0Yu7Difn5KG34mrZGnMzQgwBqzQnSxKrO0U4UTkdkZEv4pejjX1BOiSzodYwN
WgAtTA6iA9xpHK8DjLWSEkjXl0E8lV9CrYGS8nlvhPiJG6+x+3pK/QZ18U08xd7u6/dj+SL1azN7
yWaRDBytJOvDFPhYVfgE5Ytn7ptYhoCo5/BCJ/pF/oq6IbQVZoCOWPtfz3z9VuylvCou54LFDXmG
fOXnO3Xq/dQTQ5zch5BgpR8BuN9QPrRkGO7SIrYvY66dZ1zFxjR5RZfhEabKciOsH2P5GCw90Vh1
LPZ16dW3Rovd1dhNtnQA3PfMcs/jUF7GeW6uezMyD66BpYn07Oo7zG5IlybTCuOhwVyZEc6uEPPv
MRUiqAJko8LLyMqZgUx1coOc177CIeFCTFG5LQZQ78BbEFIvmTg1HhwMMywfW6Hh1mHpV1oFuNsl
OGFkcbLtoo7h4/Nk+AUjDHxbg+W5sfD8c7QfiwXAuGjNsp+mpLsp0/aYmnp5qpZWChO8gwY97ZDP
5U97os7rnDrCUHAQjzGWbrnrpRh9kEFcaSKni8eSZ+4ZhfftPc6G5a1JGK0lSC3Ruv6yFD3ULfS3
fUCSiDt15Xd3Sslaiu7zJAp2Wus2UoSdbFtPfx6gM+/xnBX467DhtrhHRG99NTU3ZnTXcHbtRjj+
jFJJgIWOkGzmoq83NOd0NfGKyxgToCHMw6M91RGIXnC25XWWOFxYUdNS76vHArzWGvzjNAodooJM
5VE3Sxx8G3BN3lFN5HAndS9ddR1N/lbYvbWqiOnkEmm5IrF/I44yObkTYpe1svOCVocMe/JphqVr
m7oJZHhN4suT8evxXOnmvsKOM5pKcCRzwpNN3dBVCJJdOEObk9vOSFta/Pw0rThWdlWfQsy/T83v
99RzXw9BDJ80jHG2YHCkxcogpfkzOom4opha4YAvBzUzhPS1+qldAfPHJiS3vIuthfkkA4tijpEY
Ep2jbpCzCAg18rGQmT/wJb+77iC2hKigCqAqMO2hOBoyVHX5PVn166ERjXishoCCuXAHLPBkdtHn
XTQEzUk9xtwCdDqtfmFz3ALkYZiXCLJNSP9pTllQEM2Szd58GBdBOIBXn0ryLPFiHKD9yuO6qAQl
IFLWzip397Xr79RRjrCp4BuuDsqw7esoK9e49ndrOvWDbE4ZK+ED5udTfipH47cbdSJ8PVT3lrqf
YdcCkKrjDopXsCJxE/OxT+o5zLWoXsh4CHe5Wz+qY28bCzi6ugskyt2Q5KCggJvreXp11OOfKvs2
wMBwg4sYRHX1tcqvTIXfdp6FyKIIsFT6/bkYvRFpU62xdyYUWprenL5uCA7440P1A/XcgpygTLoj
+FsD9Uh+p+p0U/cwDXWZbQiBao7z7evm6xz8OhE9BME6F9Z+0HTo+2EmvqVFSQaDXO7UDXgHx0Ub
kEKrx2OMqCGL6/exJf7r89h9XqN6CZyo7sZFx9KWzpuvA+eFGoEzf3UMrZ6c4NHrIeRy0LD05Jr9
vHI/7ztJ9Qs6XItnP0fn6xCpI/an57zCB0DOoL98Xa2fZozq2KmrWf3EhL6Ne5r+pKKZPy/epuUb
UI/bxMP/MR68HLYdy1IhA/HUJaMupcgyf7u+vp4zQnIVW9PeT2HZnFroq2lPdIkHXbc1xuakspzV
zz5/QT6HfDxfDU6PuZPOeqhrUXvyfr/3p+e0pmYWRO3OrESAl8V0DjAdoZpP0dKc4R8j+5cLxyBj
peQ9hKWMGf3mRR1CQy4oX0c0twPWNPUYcNI9tAlEcXkJqkuybKOI4PfQYKV0UrGFSBUeGgOzuM9D
uNyQdJh8rrlIdhhEkoS5VpekC64HbSqLtuoydZXLpDrulWVgYps3TDc50EXtwlZUV6u6CQR7PghJ
wMnbp3Qg8oL0UXSQnKfufj1uhattbHznsb2X2WR/abeZD522T7tkp/++PCtvT/VQ3VM36tCr54IS
oUZR+4ev5TILloovSa6cn3crc/pR+GGED1pr73y5yTDqyE/unJb5Qag/AeRT/mHqZ2bYLFv1G5NB
fXRQd9WPqMN+e616GDJ5wXDB1X4OVRVFP4Muzfeh9BIdMPU5qXtfN3/1XKFplJhfvxPm8qv5q7eY
6FW2OSkW6m0y9bog1M+OY8X4h/z+sr967Z+ew7kKWzAJgcXys6qf6pn3ilHSuFWPyonUXwjAG6Pp
3gj+ZjtimPDHuMmBWfDp67nP9ElT13Z6Y3r7aczOudbne8uVx0KlUoazjLNUL1EvVk/+6W3Uwz+8
hkH11kmsq0L+8VFj4X9n4ucn/+/Pt/v83aGagE7xjzgb1pASpMfP1Y3KyPz86bDAVMk5UZDksEy0
I9t/Zej6wu5Wj8fWrebt0KMKOAySou5KPnscCcqCotirhDdod9XpMxexAgFkCS+N9LQ8lLI2ACCs
T7WqEiKXD0N65HOj285WBXjNUReQkDNeqcA9lEE57LI4gAChQQ4hML4gffNfN+qhUCuvejLxcwIS
oiTexPJS/7xRy7a6W3XMY6g1uztb6N1utPq33K6aLZ+7OunyRuXYqYe22hGS4lF4Vo4jEta4tlx5
Bp34+YFqVf0t6in1B6mbMDHcPYOAfec7QN6t3LgiWSXEcmsUfhWBY7MFhrK20NgYaPXkHqgnWYrh
WIGpvpCzgkjumrPcRNW9tkMx3nMiygX0/3F3ZtttY1uW/ZX6AcRA37ySANiT6izJfsGwZBt9fw66
r68JOvI66lZmjcrXfFFQVJgtgLPP3mvNhcvtK4JYc1UqcSFef9xvaRa8t7SXRL5x6SUApT/eb3Xo
EzstWvZEnfJC1kt7ziSXlYBP7/fvo1nQVIKRbApLhfa2llP36MBSt6DkxNE7+NBxAR5Csbisl5vf
tzCVHxNlM5YGuIpsfZ9uSybq/VbLGwuzRV4ywqbQEF+idZ29v/H7D9ASEgClBcgobuCvV6uyS10L
ipq9vLptE0aUroxoI/ds48aEaGo6gLulGGM1sNazcVbih9aqp/B3CNyKp7WWiuspZpjqGAmdBdmM
zq0XL4dlTb1U6WfN6Ca4KdeSutLVeVfJbG+sNfg97fJ+i++IdeHPnSr8RV92LSS79U38+VG6mbNb
epg//7rfWgsLEVfxVvQM2Ri9duGkKI/3RxvWkuJ+68+PeD1Shda/yZKo5vsDFfe1637Tnko+eDNj
StYNcA5NNmOnaIjlPjFamErU4Pcf0IA41KC3GRn+WDVX+ILvf1Bqg82BaL9H61dzP9pcr4S6cv/d
ghbA4SYM4tcb47tOmmaF0p5iYD347j9SeoRILSuEYOWMmp82Jw+NYW8hCvyAX2E6evE4Hcl3J6Hg
z+8lxkNA864fdfl4zNZg0todGIkR7EeM5/3eNE15cVb1WVXtgN9zHo4xPN/j/df/674MF4dHSi52
4UGv6ls7lONVRqRsYZejrqFRNKCozM0oXADCI8tWngd3yY4pipIw0W0EPF5d7ZyKUWGzlND4VICX
neouD1r5NKuVszexFhRNC+5hcUG21agtomjfE126EYb9Vdfm5Dzi3ujqRX2QUqvPRbzHvnSh3M4u
Et3qaYL9p2UOJ0ScBKM2iwCl0xae+4NHN/fVZcx8yAewVP3gPIFCW7swAjcQ/BdkIwyAUHHuu2h5
zInX3Le9I07NOJwHw472IxZnpR6tEAYV8EVbuUiH7cfcZ+3edpJ4q4wGkv6pNw5mX1whfyiB4pGQ
ZM4c0XZry4OQsKFidC0xahEMYss5S6VCK3h+Gw1vBeaMM4SHEeGtMtWhbqnaQejjjc5We+oyoz3d
b8m8/dkb5QDepm/ORnIvckv4bgrunJg+53ZptBn+AVZI7HbasYqZZSoRIQIWetJrUZBbqbEbxy2F
3wkFmmqY9T4rknhfdd11GZwbl7PxxZDMIZFR4h51vAzXqEpCdjGWt3wmA1Xv1jZI3PsWng7IGFMI
9U6edRdi4dDIwQdLs2rF0tqHuHMxsDWFTgtbJKE3Y6IHplX4aDXKS+EZgtDsNNAEjdTSkJ9WWp8M
Tx8DWq07WeANNiU/MDSXJKxA+I2GH7UGoAtTHPbMxm8j48WqyukC9ChDPD1/mVQ9CdoMnQUQaoto
98XFsAbnz5w6wHAaukY663Omftg9Tdxq+NHEERD1RaXD7+2XKSVt1paXqkfD7RmjjihIpRNcZE+t
rXU7o01EGPUGwTYMrR57dIHdWIHSUivdL+e+DfGGmEjpps0gYn1TgC4aaIJvsedbO0vBZaro0ncs
JG1ram2YlzV61Dle819TdNtzOR4awLPbcoqhGZH2WuwFkCGDEva8KNlPVcMyLCn7tqpWOUBEEfs7
ZX0xDAWlaMsTN5ZBuPysJddJQZMD/NKiGU0qj5AMM1K3/Smstd40EmTqbDBxr9a+zHsWex1Z5CTA
qOgwv1IDQ2BcabvI8jyfkb7uR6kWGKjHfFRV47bq3Rvz4pOn2Pm5dcVeLZrykOftRzMxLKk1Q/z2
7v9PHbrpawLn/2vodv05/q/jz67/Of9z5Pb3P/uP/E/jL09lQMYEzTAsD/bIv0ZujvWXxbBtDWfU
2Srxh/8YuGl/GTaTNle3PH2dt/0ZuBnuX8R0Mp3mLzQ6Ve2/N3DTHR7qnwM3aDAWikBX81yXP2ru
v8Vb6m1XcfJadIWnadsls3JZVvN27NENYWozIkdNkXHQZg6w37ww2SbILC3LY19idMijFkWoeCJA
UPUzQeBC1Y+EO42Cg7MrGKi7iBVBpmVhPzWIeaT9zSyn6BSl6rWrJyvU5sU4Eslw0FSmeyiamp3x
no0lO9ge7iPufbRugDR8TQxlaEqPi4k+Z+ynjPmZVVrLPjq3zjiXdYCtvXNFqTqe6y5/1WERkUns
taeiH1CW4YLbFgxzwmRUTC5QzYNbCXFFsvyy6hFma+h33RT3hxi6raKqr56lKwHydIKTp/lXWnX+
sCLeQRfozRRvbcU8CpMhSysjRoNTeRvopr7IyvxUxuwbs4Z6V6vu8ADdyW9aUR9EMUCfY0Ah5/yI
NNlA2ENo1QU7CAoUI7tkHVwulBi97/Y1vvKpLsO5jrH1mdVLtkChbCka4OQh+zbbxffirNx18fhl
ZnCwr0Z4qWO100ceubGLNUqJcfNd71zX6nFQ4veYdfzue+lsHc6g88JwCOTomJ7LhCKdCb1SJenO
brqQYB+HLCJIRk29iGD1SjCvXenMyPcqSbMOWRBSB1UAr9C2A/HoAaQpCGIDuKMirgafqLtvZooO
VTWA6M/ZXowmN+iowxgQcuvi+6gzmK3OVAJR5sGLKD8VFA7Ck9UOdGw9ivoJ0CGfWzkQbdwNIliH
cmaJ6vAu0B9JmCT/j1Gpm9H19zIeBUdz7wurfxBi3hNDaGw6D+cf0dfpFhycv3SvqjLxpSSHWfA6
jfX6OnnmfpHLa5WwmbSWAkQ7jYxldiDcQNUd0+iiLY59dnNxHkcN9OesEydoYXIwNIIT0O0e9Xxi
vOlUu3ng4x3KL+Bhn7yus8NsbgxAmsfZpZ9MxS6CZeTUaDjo6Pkh00pTpMa/06qkdayT5VWfONQ6
s9hxDE+hXuggNLF9Le5RlJkIYvw3RjKCSvDcXUzXOsSDOrNIIubUUl+HWOY7GJLs0VBuc5q/V8ut
Rjh0Yjw2bUksvBrWMm0tQH7jRKs49yjY2zHlmB/GD9t+bzJteJbKm6Ut2fqlLkdTKnyptgLVJnPP
k+BDypfkXdIsOhoQpPE6xvbBNGoA+lBZkkyvX1snD524t3dTOlb7qeYrsFssoLXWPcccCmcXmgde
OjckAKx71NkElJ027OxSPNad1HdoOAfMAViNnVIsl6LIiS20VR9pXbOLoGl5dLzJQsMBGdXGzmNa
PTYcPGWAGmXaKrq27LuyOa/74WRAmFlQjWxnwg8CwSYR+tbeWAof+9o3TViPncGFJO2K53lEpsxL
cbbxw0zLYdu4Vf/sghZ15s6juhqKIJKgi1y+Ul/t5U+7jjwCYehDjcDCibCj8MxBTO8inD7LNL4U
MUGq6YQdDE90v/VScrqpPQmiGSpAsM3jBO5/A8UYI25ZfKQDJo9yzn4AZicuIW5f8p5xdmQVYruo
fL1Zhwqdb4GSBGk0WJVJCS1jO0CZ35u/YrdOw2jke3Yhms6TdlycTttgACnOsyAovHESxrnO8FwU
QBAL0mCDocNPV9Tuq0KuOPpAjbK6CsZR+Zmr+Zd4wbyoKcOBQhb0RN+rQeXssCT/dAkob6LKgqyi
BG6SfigT9aqdUP4wuz7Yq0hRr/OPrleCdAQmMaAwUx1Grncfo9VwAnV6fqsJWd6aScR5OpW1b8F0
y9PpVHRrIMn6PwE2KvmEqn28guvI8iTXwdJ8t7JnHzqJGWSMfzYEOBkM+PCXYZeZW1TGcfniSuRt
ozGfPYNDoQLbcqgiT3CNI7W1c1rEVZoHGpWZ3jhGmW/WTRRKAno3dYo4Dd0c4RVp/DNTmj38eaTc
6Y84GS5x0yJIU9TBVzQw8/RLwKSRKTnaKd5ozP+MlxV2qpLLloLXkYy4a64aCyxFywrt1P1F9q7O
nF4fdktlf+0b1T6jRtNDJsGkhBmRegX7sTPMsg+60sDuaxfaOUrxO0tjKMJSF+2DTrRYXxXKPu6a
R/yLzc0ZlJQgAhDrfckuR++F7y3O4yTV4TDyxzXo/ghVN3/s+sbBj9qxV1JQ0+G2fRxAOBDg0Z4s
J82xc7o/JsU4xooeXWaRkGcj9V+LnlnnqORNgCPIIKe2/aXtq+645FyaBKdnpUNUtdLUgMgiT309
fVUxkIT5Yq2Hwb5MhLqdMry6BGBssakyzUSn72X9FXiFCACMKQCTuNY5R/xznPe1fU1subqDEfDB
qr/7UrL14aZyeJ6674PKCH1AjwncGl3asjrXZTcR0VqngH1FDl+CfWfc7SjNeMNp8gVneEKMH1KF
WGXyej8ZF5kAnBWQo8YomGpYppYbBw06ZUD/+FGzifnapH0tSG7b2QVxW9E0h173qvcEvozomDYz
gsW641Kj8rAcxQRsptNV0rjZa3b06SK5QsWK7QaRB/TDEYaIZjp7qDoWpoMMzf2QPgkFz50hn52J
mHO7gPwIgxL/rPUdmcsLy9DgE75OaqU7pr6U08Rgk9Rgge3ZJ1dS+m2Fa9TttV8szKamzdcM7WLY
rRlwGU2se6sW0DA0nu6rYQgODK62edScey3HE+muZJ5Z+yij/K02Pf0MH+K+lBlJJY5oNAmwpECy
xtYhFQyPtlYUvsM4tGL7fdQS0plHgZEaK8/GTRXSpr/2KZCDKsNWLcClAuC9GjPym9GbeWN8uKRJ
zMzKamWms2C+NQoumFGhGZ+6lnWY3Fu3iO5Saxa2bJ1IJeI3uMhRmxAezYUhSDxdBkVz0HTfZsri
J0BeWAshh9ixs2noyZ2V2eYLlSNcf7s1wMZ444FFkdACNr63rgflWiwzmQWu+HQX89luouFBg03b
9Zn7VIJEFjOzbz0l+ElLx9O4Niqlda5Zm6GcZk9QKQ02fcLbd2ph7GIRpioWxxIaxQOJgpIp3MIV
NSajt2t88tDGl841vHPeGj/Ic1ieYaHOU68+y+mY9fHwcv8xNtmXeZqz6+j0JHBMFQyrOSaEKQYV
bqv6gkojUndNh400JTfVsnkkDGDV42p2sWocUbVtaVwDUz6ItjIOUSMswl1VFm0remFJrK/0b8hx
HJI2SKzJAX6gO4fcxBXjZmigqkU4ByPSrYtol68gkL2Asb0S9HLUnlYrp1eW1otqzdYLmqlQrVBI
/77LS2Blj2pF+wFtRiLMlzzm5OjbetjXSYVYaGz13awoc2AUUg9lIqYvmsLpq4HJCcmYnajDzU9r
BqOaADizdQGZvf3sG48dMqjfS6U2oMQbO716JWFRaIsH2jU53XYcFJyuebodsbHIGLPEQGeoUg9s
nhGk8b1t2AIn7pOmofAz7eFLUaCZq41u3hqNFoL9fsRpfXMk2HRlUY7N2GUrpiLe95ZNj3QUL4aH
IaHt+1cbXcy2yw82w8dglBGtP9lEfkSYboFfHIz/iCdAQYLBEpeG41hoTO+0t3EFnicjFmKdHUAk
63c7J7BEMVhKoA7tBeKZZYYz0U2I7dpd7dF8bHcTq9YBUciXcQNOPidxJ26SvSVtCLV8QhrlAh0i
XV7ZcDxWMRxmDSBE6w2qj10U5gh9ZBN1B05Cun6pa4aZOTGCGJyXcsIyN6YdhB1RtzsLOlCHAfPY
6toH2oPBL01wYaXR17gIzJPkvBGVO2GHXZoQuq/p8olomGmWJXtPZUaBuNJgubC2TINUBV6EC79Y
EkE5zpj8p+FH9q23l/KRWsQhE0LduXl3toBHWQRwOI6V+WKtUAalOTMNeqmgj9/apQIZYX1QnAOf
XzysGpNEbzISjtEYj1xuTh059tuc0IWt7YqKhnfcndlNTZoN8tXQjf2gAKUvcQV4Tv6rTOiaTjan
gN3mZCnoO92aDy61ycb1LDbHJHxZuCxVld1k2U+634ObcmHkKuX4yKyazBCdU3dCZJkY88Z8jy3z
YsQpY3Xbrn0B0wyq8uJ3VHG+VWXPVqK9uw3fCFwaG16cszHcmHSMIb5Uy0S5OBTPdO3PShd9c202
K+nUPw9VRErWLH7ErLvLCC5dlIReDY7+7rZsUPPGJqhooonE9DbfM77+NjcDu9hJp605xEtgmTFA
PiF9ryhHyAWMWVObXYRauOqZWWXDu4vxwOqZPKfL4Mej4hx6NywIcnpqqU1YBnW44eS70SL9RZhh
qPfLsMNujeezqBHw/nCY/e1EUde0dPVpn9nmsHd4xb5m44aLYNVvSlGpmy3kQXY7Cdvb2nGC0UNp
4snoSx67JKjl3WFaLIcd1OidutWhKmmd6SwSL8Pi7sClFLgAHZD+Q4nX1mtOXtycba0UNwK0vroo
zrFM61eyCZw9/NvbXBTKoe/FJVLx3NrQT3yYF0QseU55Gxf71k5s+jyt/k558Jk7GGWwLyaevXem
etkjzjmpTv8S58hWKeEQjZqEYBe5BE5saZzyBAxbQE93IyfXZmq5XKRY6jZVWbLMdWCWs5YhUE7U
p9rTm1NikoWrJs13Wl7KALYAOApHONCI9Qtc7fxskVPgSHEyE3kxEFSlGX6oSreTa6XLkQy4ElwB
8A3214t7kKOcfFpLKMkiSmq3VWDdUeXl4mIr7SVhPQLujy0+TbRLpDgGLhIbGymOBxCTJPEpDeeo
xDVuMjihwPpZZc3Hokz5gQuwvdU5Y0G2UIWNKPC2MkMNVHrqi9V+uh1uSTR11R7Fv28jBKRI4MUx
MdzVqMN2g5Rbm42MScwPnEb1q15hX51wcICuMfQwB8qzgTbGyhyZxgmEx0OsS23bdsVXIkKb2a63
SlfXoQ3ax32aJYFFpopTkvjpNehj2sCPXclHd2hYL1A5U2cvMWO+IWhacybk+0RuXLSlCtNUtPk0
ZYlzSIdR+C25RE7Re7vFQwteZSi36167wJ7SHq/9PO3YuL6ycv0C7bzyML3H1kBymRFDzeStRrsG
uc8Y6VNNbrXva8SfYoQEqKjmc9lh5HBMSvJFTTTatG+k3Ks7KaadptFB60RFwbD8NHWQc6mdfoso
wCul8naUI98HUYPiMljYH8GefbMGwnRccOxM3thMWL3LVWMxPwf24TKTXWDYDf6y5MPUmPLq7sRM
TqFEc1f8j9Gn4SIoDdn6BWBUy3CQN8uRz6KrT3YxkfW2zgAysxeQNqwHtJ0rGMOMiQ/LXhmb8vFS
GtCUz6OjlZdEHYEPctTua36rTMgIUd0lfmFLAbX3MxG0pfr4m2bwAB51/q4i11obmzjwjOXBqVZi
8uo/Gdi92qgegjQG8O62tMhBNVZBN3tBhTknZEcJ1AWSkG8QBw93QiGVJPtYErbMukorBqv7qbJR
vpbMQtf+Gm00oMWzRV8fW+vbfReXtaAsFONKzvC8wyosfUv4hcnnfN9KEE3Ho1IxJu0X0alTONWO
F4wxceTL46jTtlFqqWz7AncQAUJlzyg2xuC5pZrodqawN81a9zegs3cQ/E9sz6wwEpy+LVXh2kNT
lw42D62a0qmafa0iKopZ+oO+HbUNAZmggYX5kSlYeBDYHwH0MhXSURmjz3SKZ0Wz3rs5qbdIAwkn
aomgtXXI6FTi89Al20mN4/1S2s+eyBUfP7mOkqtFNkzax+w68QmU8EM0tyzbCYPPui8bP22iW8HG
CdE9Its4ij/HQiZINgsk8nNx0rPsURCYKYdEP3d9DMaJjXdAl4RYvmm1CBBu/lQa6Zskpp7W+nwt
+ubUp5N7qplek6+AsUdq8hgRo7hNShI6zGZ6TpnxjBwj0O4rRimEdLmadfof7fbRUGxBZf+v3T6H
6kf6vfo/jD5//5u/pw6u+RcThxVdjTlaNf9p9HHdv3DZOOwuNfZLv//0Z+7gWB7DBQopzbRN9x9z
B+cvRIsq/G/Dcz3dctz/jtHHYMrxb3MHVzM0l4fzLANQmq7jRGr+YfSROvl5CyiYw4wN1ZS7Av8r
WLq0vEWsL6DWEIkm0rn22ZQGdsbezJzdjTVr5SMkDp2JorkDFQQ2TEXypoiKBN2xAJKNr6zvvou+
VEhU1znnmtk3K+2Rhrd5HMiObR3yvcYxSbd0Q8WprkFrFiVlaVYy6RvtRCXFJg3YgFb4Cfv+IKZ3
gf3xrOYLKl9jOM0jdleXBSMvW3oXTiVXXsjZKwhuTkgeG2aPVb3GhUQddQGrzvKu0+Bo2+xj5mJA
YUzCWw/6v4JXt22EfKKwo0e92k6x/vv0VAjUWwF+huGSgCHnTQIKZ7acbzXz4nAuIU81XXFqFXPD
/8JeIB5xbUY4Ewetvmj0iTrU35lZ/cAo/TVjGuyUKlCtpfk1vGHCCi3m3Se5gu2Zr3u+jrXcy0qH
DRgYMyoEJgwxwWkmZfB20Kz92BG16o1GEKGr35Brd1CH70yxf+a471vdAW6IPKrSbirjEyS7C0Df
sX21SKgiq3yPey65RNokria1ZCeJSErT5IEYiSLQa/ODq5+4JaZtrbb9FhOn+qw8l4kWh6TSV1uj
bHBkk6DsImGc9cq7ehED3Fb+ysTN0/X4bZzIBStH0uQMR/9kdIE6wMZ80opkMyGGvJqlXA0IT2jF
dLq/JhVe8ZhnPOGgZb6dF1x9Fyd+6At2uKVQnhSjouSo8x92C25vWGile5bXbjNljHepUz7VQx0j
PaK9nKSZscmAGPiaYzzSa6DYJcLJH5riM6q9lVrZkJJcwI8b2bn2jtLvU1f5klZR4DFbe0yw9PDV
lXOYznF1GmxedNWS8PxaT7V90Iv5STA0YIw79ofI0Xp6Bs1Zm1YjNhWbYuCTmnq2wdY8nmaixK+V
p3nEzs4YCFT7eczr5g2YO8QY3y3wwDU4scNole0MsYkETxQkmyR0qR1JIW2ScFOTwycU4tsbbBQL
8otoiseDjtlIIZ+Fxday97Y3g/XKqzZMAWFbjNMrQ5HHpDQBvSXL1ba+OfjfXuQATj3q6OrEOpGo
CqIyqaj+rCtUBWMblHV7c1xYD1OFN0OWEKaZi561Og8tUljI3AZyMKplck7V/juh9W+ynymp6Mo6
nvyGQfmWzQbJYilkzlw0T3gYrHPRPjojaJI8S6jNkIxhCVEzf3B+5nGaHcZy8KNl0Hd03QxfEeC3
ClxgPeoFbyk/lTzHwq4geJq6vc73Hegy4UoD68Cw6C2o8PEqDG15M+AD1wiZ1jI7mGZz8e1xrk9s
wB/IgUz2tUnvaqiFzU56O65IzKUV79ncnjJJDHvB5lm6y2dVuKafSvsSZzQLqqnBGhGLR2nJtVFE
yaFjHIfgifqATkjkSGJ/TYd9t2M+tRfyLs6mqKPNQB7ZZoGRsxFnXe+vsab6VTxfBfpAv8qtUC2X
fe5EkC/rJScokguQaaGk0txlP4jsohh6goiiSYJikEdkjMToabWyVUrY2HI8axwdhwmjXQarfYNf
fiQOr31MKvSqgwvjhu7sJC3jYmLIDFIPNYPIEn/QjCe1cb5aK8UhBsE+Km+FLlPGjPmbYuombeIE
K/Y4V9slNx+Zea0Sojl+z6mnvKmhaBIV1wi7fklU7z0ZJyuotAGyqT5g1+za70RLXIeUKmrI61d3
bpx9P5A/kOQU1WP6U6vr8dHz8DyZi/tSDkoUmopwn2nuI4stx51Rxw9sW56mtFyIG8Y7gEZ1PHpc
xzVZtX4+ZeYG8uHGc3/FWoqkUZdfGlGaj1b60xWTYGY1bprRaoNMmchONSXGVMati/3uNdmFMu9J
mdQnIK8/TKgUCMpLuFOje2YaBI52luI4TzcG4aGrEY0Sr1NmXcHE6bpTTfrNjr1SHma64TfqldyB
5iY150uVaMsFEsFMOkeioHH5Wqlmeso05WzkHp3nGktSmzW7RUt+Gks9nTPnl7YwqCu8Q6UQ0O7a
xmFuNDY7mnx0jKLetsvNiLLlycTSutXzKJCTpEcss3nfIRnctD3uxXS0bpk3A49wZtAeBQPnpXP7
oLfgeJhyCw7jOSYCWWeYfrNJ0DUmq/RzkLjo1tksJxDSzr27fI/MKjvmTf6K8GG8eg0usIasMauZ
mqdyIuAExyEef64GNtNBN42tS9dWVOLreKwnElp6UP8I1imCXm1+Nl6lnrsc0ChOvQigifxud3Z3
nK0M6qeeXdCUs0F1dbmzAK5vCsSHmYj60LaMeUtSODomdfxYDOuqZq3yamBokqb3MTgxiQyta+2w
HzR0JNnmVhihFMs+0lBCP+stP/JBfmSzNHf9ygtrRTWfuCgds9hgHS+TU+VaCJi8iSARQgxMyVIh
F405smhf1JwSR6H6Z8K/BA1GScS5Tuvr1fLSguULJNC6pmQthMBuh3qtgsfTXpIGqog3czm7i+o6
+COZrdiHqSvplGbJvG1Qp4OYw407ab9WhfvObeyLI9R9LB3bnzVjkyxs8PKSBbrde4s273MjRiNE
MzWwDdXZZZKFNE6gmBbCvbEnXbba/N53cC9WynCWxvkFY6lfUj+dZkd9iGc2dPoymFcxFPPBGfRV
UknylCOdSzyoVP+9gs3FyZmQmGjBY2s6tygRyKUguc5CHpihTkC0oQFymRxZh7VWf7HN9tsKwt/n
UEXYNIFfE95xrkXxnIqOLob55GrwjxulfEvS1gyRVm/UuWhCjK7QgVSGN3mDq0pXlo+0Zw+lZRVS
FIsNjCU0Bsnmqy40PdSblPqNtLfulbSjSNnVbglrXpB9ojWaGbrCBQHBDFgSerd6wD+TMcMBSKXH
GGHNgiWornFKrvANYtkmb2lcqDR+F+2rIkVPEYcvx8tjEs0LFCezztY4BW4noha2O9c1rQV2oTTb
Wg7qrZjasKgNmNMSUeJgrW2nSudKC8c0VqhB6iV7dY1WvWXlJVG85zQXysFIIYEB4AvMdgTR3J/K
zCW7ck7X3DPat2QGbLz5deFCP1mMT7x6DN3CDQdNgzihZAjo6kwJXbJ4ts7UHkTX6gcRgVMpm2tu
qt+Su7CYKh+KFVvwzLTT+RQlFm1pRT3mTvWsO6SkTpWLP8oAqnN0ZgS/iJsaNWiaCq5HmfwA1Vsf
7aKrtxMW6dRMXlLwFRv2soNfxDktDuYkdSDqJIEzmMqjvf6wVr9qiD7879/vd1Jja4e8e1o7MJiz
TKwabc7FlH+bMUbk/RL/iDnOoscduCMyvfufq5SQFUuqt1auovV0ldyvt/6zX/+z+6ZBd9gBM1e5
/9uiKzBcl3aDoPO/eJT7/xe1GoZB2tWMV9BW/OP/pqdSYeT9178W1PB+4hY0ev785R83/7yoGK7H
pnW7wv/zrxUFCn8ck3CtYpD8+3H/f98lkkV2Xs1obzkFvs0oKYM/z/b7HdwfCiYnh7ehEKn9rw+R
NKTV45q727sXmu75FiWUQVzpeih0q7/g/od6PQLut3BYgHqNWM7+/KHruNw461GG1BthqxCYSO4O
ruSPFfPu44qyim5DXuz++Ljujp77j/t9qEUQ3Fa5vimrbNkJWez1Vc5+dyflxUS3MCHmr3f0YoFX
1iZM4Ysv+vqFJmS7I1NHCX93KKkWwvj7rX+7D8nfXs0GuZsd6paTDjlsZ3rV0ZwLKkCrwWw4xBzw
67mjE5zE8wCv2yQVkOSkrAHPIxzQ63ggeA3z4p8f8/qMd7fUn/tq3JGFs1i7aFXx361R8TIoCD/y
890c9+d+5DAeejL9DOYfST+CK1YbnvO3nyqxnxKtqsPfHqs4bjE83v9iOBLNHdlC9xeM5envl/5v
v+rzLMPFPHFEn+9WqvUVFIQU7iAWdse7+/N+y10tHfdfidTT4ZPjP7nbFbtVlH83wN5//X0fxx2z
sM0uPzzM4XJ8qNPNQ0ZQbymOihm+qd5mh7qZEcdTF4whAsSNc3mbjjSWD3MIfsm3dsOMF3k/kspr
hQ/L8W0MdyLAJoY0JEDrNWdnLwq05RA974b8WJ4Ld7uLnrvAesSjH57tDVm5PszQebNbjr1vb7rg
6/pkGLTZIG4e8s5/y9ztmdH14a1y/DdXCe3b/Mkd0ucJkew8g6xf6h9aSVbQMyf2rjy/Rc+CaB8K
nRT8l7tdjumBKviR10bCNk++W/tzm+5X74Ob8FHvbOFlbIgkahNQw37jPRPUsk34LOBJ8O7G97S9
mNWNj2Upd/3yUFuffDxzrgbLcvCsd9rV07dpvlUkvC+pIOH32PaBiIJ6BugfEtc7lIE3M1B7sJ1D
FAfTckDbSpFz5bmjSyFioCPmZnwYQ74SLQoYqJE5XOT7gezrX0A56VnAh9IS5M2+O77xOvKzdHe8
DFOiDoOSsBlDm0XhkJG9Rb24QYcEgBFxBTf41TPDBvvJvEV/muJUR8V1IwtVHU+AX9FJ8iVQEtge
WLeN/DQsFtyQLpBu77VvAyhGyZVqCwksiv0ufx4Z2bUGFu9jWkB4vVL8r082XbXC51uo3xemnbDG
5JZnJ7kSsmV6YKow09FB03VbWNcuki51euCwYCaxrWaGglyfsHYTdPns3lrigG5F9MCKFfAf860O
9B3XO/0Rh6yFlx15udjlr/O8TV+NG5rPZkv0Nsr8J3ga6CYvyVHhnR4ZE40v7DDhKo3uh/qpyj1x
7aO7Sz7Uh4Kcg9EffmKlqL7x6ZTza/TEVXHj6dci+S6DJUxeBj/Nt/PHvn9Rw4ARbn+uD2l3EQom
6J9N7evKgejwp3xboJu5ZKMdlvkriUpdDDmjvahPcuP5qY8h4tf/5u68dltXs6z7RDxgDrcUg7Is
y1E3hO1tM+fMp+9BV1ed6gL+H+jbBg72kZMCwxfWmnPM4IvFosb5Wjbn6hTJh+5cPGeI6HY/KjdO
Pb4Puym7dvKWVO18p+EiqoKNQROPLShqmTqgb6AoDkscLdsrP9OPwju3y2PywSUAssATjR0Gaidx
+9twzv9U8aZ5kRIszD6uCBxznKfkRa+uFhbytHqSsD/W17Z458+7xqb1wPEA3W7ZYeNw1iX22Lk7
TXcBWP184XrklPWb12Uvfvn8sH+jVnKXUIdtBjbv4E1adxUEg9n5Qb4HQ7h9lCp8OxdeG0msSVHw
h9MP3IGbkN+khKhWJy6uMHIiY31JsPiLeSuIUHrhw/GU3BARJ9ZoH7vZrdX1ik5JLkNuw95sORXw
VCAm86QFKVbjQRU8BoNZ/hEG9vL9B1cyjWFZcmC3ReGJizIzHAVKoerxzR7qaVUczHaf/R6lIsWZ
/lxXT1b11St/onrjW7lbN7uy2dGLMihsNR5PGSd0jT/R9qo8gWbeFJS98nFgcT9kCOUkXxrnrdR/
KMHDoLAEXHZ5fU3nesNYAQpUxE6QgYCoTuZtkfY1/X6yfO0xK23ub7QfVFbgCmlQk3yeIir/vNJf
L1/a1g0bFmLgfRm4+MywBeHrEg8DrBaJ4kb9MiUbKViz65cH625eOMNys+W4DpsPGpaXzj7H0aPm
z1/cwTqpZGvJkA3RhuS/jqrrNrcu4HI/lCsxDPacbRjKMVnkjJ484nQY/rAf3HXsZox951LiNXxo
/V+MqxObohmIDKNu8aPxhctbOUK0YyeG1HZDehKfNLQ+qmgj34TvhkLdfQ0fw2P8JXqVi28DJQfA
4PKMTOqmX4wT4DWuk7j3EdIx0Ct7LkLeybSf3xBLnjkG1N2oYviL+tZLBIq6wWX2RnozT4ycMaL1
HQgnjpbRP/MWVH5Zo/Xtdly8JkYdjzbP/MXow1CKgJfPlZpMi8FW2kv+OnOgbB7ceAPVKXeLFwZL
5F/rhUqVL4HlzGcwfDM+6heTLM09V73wrHZ+8SPcSyZ3wRv2nKzVdnzRJUcN3XxnGaxL7Ty5v6s3
4fQ9Ba74xaHrHd4F6QfcSdyO69Mnr1RSGHa1eLcE3PkbfspQ/fvySu6jiSuPiGA/jLvL0ReejWtn
j29QH+7GlemP84gxULOjj/GLBz4xv806iwBQSTOPBGPmYSZ2tE2/M6HqMDpIexJF4RLbXBtK8VDJ
XJEXAp+YzJbrwhnl0uK9osHY5Ec29lwOBCNzOhQOF0tJBDp85I349cGVx3RhoK7u9vWR+cu8cJas
K2dzYSZuPYAgR+Oa83zMB/6rcWcbdqx4YmJ6+XUGBcUXL8JJeJb2nCT+e01eps0XB0G/TSh3HQ6T
duKI85DPz8fi4mcKHfCNcqseKphOfEj88DN5BQRBvWQv8o3TWB6ZnoObcepcrmiFMcq3EoYsjpVx
YvbTrtxl+ZGnTT6i4iBz/jZy6ArzlldcfKYy00YAovmjxTXDxcKelL9kqKTO6jGKtm/v/DFrlJxL
2soPDJXhrli28ZETz+CTvTAMSnvuPPolRz4ZYwAB5I52eudTKHc+TUgAHRVd4Il257YCSj7buL83
7TFmQr3zDxXPGfiaEz5x2ee7OXSNay9wQYNPXE8QeffRB9rhlnlyh4THYZTkYqXnwxswfI5w3jjK
lfGfv5rWi1SfPC4zmOgxmjKAei5bcRy7DRrkh/aL2zowfM5KseyYsvHi88Z4aes0uAJBYU4nHPnL
Wd9O5m29SlU3k3yZC/2oiH5Q7ygaTywWVG98IOWZPServfARHMHiz8t0o34QUXjtn5k3wTeb9R1r
MKTC8YFDQJzQQzIDkvXRleQ7xJSoCIih2601fa76jnhUgC2gWQAgGo099yfh0aAYuJ04xJoEd6k9
UvwYqJWgsOb3mt5TB/2QRaTeKmzhdx3Ypdmpccu2D4DVOv2pon2Q4V9PpI12+jBvbNIxktkMDdM6
yMngjWiW4158fpjrtyL3EV/E95ETL1IN2IQCeAp4ajGQ9q7bAbk6rgdfAkjNEs2Lx9trhuO+Rorn
QADGuDEc5JssHfUc0QCsIpYuX9Me/yKSdooA1YaOyDvT6cjTkAOwUeHxNsxqU+0GXmmdqvJFO+nW
vuIk0hDBpBZ4RXG2JjT762VglqeqWWvDm+ewxTBjnqPGm+cHVubYGeXyhEyoYkVMvqMjKm7J4M/K
lfPzGJ600lXyQ5R/m+z1X5hajeeEHSUXcOgq3KehQ+uHNc16gWF2tnnx2xfXLNM562yuXdRbljM+
NKrXvg/zJmDlr2G99DPNq9/mfifuAo8TjS80Ub2JHEe4aYTImueOL6+TeZZEYmPswUK56/q+zyDX
NY/Cc9Ng33FR9Uk2V8AkYr1A8ub11ilnORTSgT+phOq5GBnGDRyFdVhBWkgBTN7RFGSHwWpl2oh/
zNhXQFCLT+Nw4A2z4+Da8kmqb9nvML2ydsOiZJtPBUhVtgYsgBGiw4w7Zw15pZhsXFSz/cgEtVFO
0wx1ysmP7dfU/uQFzb8r3b1C42B22l5+ku61w01p+IBqUhr3zQFvl8nSmAFZ3SsqaXVU2TNxeqip
SHeBujU+rUZiwx+917LuJh8h/DK2MrF1A7CkdS+pzx+GbFG9OH+EVcKhMHf5HR75ZOxJg0oaN+px
WW9g7mWHJb3EV8FlbelqXFwER7H/4gLsQN3k8ZHkbkE5te/gnLmumUhZtXaP+paWBRF5yDRINDmD
/v7ilsOXwk2ckCuPyWSDLinhfqTNwELOIixgR+Vrsq1X6k2oEeMQdJ1df3U/TFPGwSpclJLCicGE
kxuh6k9PZUIy1Zb4xvw0nig+0uxsr2JMhOid5m69p9NC9yTyRAqILF1yYYMuXRxcVXfRQzTwgVd5
NKvCHXLifrQF4rRp1J7xPovvsNq5hCZuZQTt/R8Y9/ZDLfiR6uUYcPhG9IB6vuhfRjrd2j4R3lIu
m2YzKScB07G2B+AsvJSjrZ3nwgsUR2XkJ5V6gn4ub5A7to7Yu631reuMQu+9tpEqP4Hyw0/oHiUk
OnokSKn9tYsulvhBQ52PoqO/wnzB6ll3UFzpRBNvzKdHhLxedP5dmMjs2uzwbp25cYxHi9zL7/B5
fmDCA/RFQLYqHhIquzIcyXA7UAhg1s2FGCnRMVFYhvjCZv4TUqR/7OEmHQqmQbt4FXqPpNbgKdiy
6SYiqY8UAnf0bC8mBqa1bqTZc9UeWwrDqpPUPu5Ei9an3dZ3g/Gnvg/EpHUhO6fIYXkvrPEiG+0x
uOrop/5kyiZ/Ce7kBFMRQYFiJ7fwRH1Xe7TwYFWfZkVjbVfV/kgz8iaBKhxIZz1J9+BoPXa1tCk7
E1iNO2wT7GzKndOsDrvYNxHMd4wvEygUm0vBsHkmznWmbGvjqHXnhkZ7c5iHa6w9hIQTZm+ws8oI
lFj0rvAGqOjaoMRzFTa6jujgKLWb5pJ9LYrTX4v38Y7yewHfATjbXg6Tzf71ODtzYFv79sisLBcb
nDrNJ/+PLtlFfu4eaMSgYII9QDFaHy7WcEb2AKIKqSC6yjBxhVNOfPTq96TEz5KMEaMlzI8Ei5FQ
kA3ShYLY4I12rHa6P+85dmPd2cF98aajdowY3dzuGEqMhJgTWB58mP4JOdITMbPYlayocEOOCBIn
wyHqBPUCGZ1ubOy3ScVamf3eZok+WsF8ECkQOtVO3ZR3y5M8xkwmc7d+CU3HPOnPFFlccCdILOD1
c73LXLWv3UCkhoeeVKJwRx/V8kQyqNhfbSOPvM4pcHTBbrJTDPjcS0l/ReR5EQ6HOd/RxtCv4aH2
w2e539aJk/pp4iA6jS6Mpup7epoIT7GVbZ66ylZx8kcLxXZ0jBjOHCmxhYN2IVbkJjMqgMPYTseS
/MTwA98f+UvkiL4Vu4LmjxO8176I2U71sQvp+8pXj/0OMVj9cAvOmhMdjYtAScE2LqVbHjA6opLa
9qsX9WjIx/xnYnuHPtWZnmI38/RxEy5v+nt475870RGjfeLUJFhtGX1OnKxkOYroEZB8TzbT6qv0
qCFpPM3puZQPpek27Y0TjS6Q0cNGdAoTM/ZobY3CtilRYrDY8ssT2Nd1TCyR7+2VcwVpcme47Vvy
yigqvtMhC30oAZ2yiwn/aw6lig7DrgeoK/cqftJjh7tYeqzVB9T/ErR2dWdKP6y6zGbLGkFsdkm8
KVh15zn5K7j27Xe2Tkx/rBDwHLIWJS3xTCIQ5O/wbf1/qZHGwKLISY6mS9axi92m3TUI7xkzD2hA
M+oqvJdwl+sYxbDj65tu0x/HNwMJAmta8zU/xn6umaQ/zH7zikahDF11Teq2sfoIB5pZ7Kpo6dBq
MxEGoRq1+6tKLuZJJsyVxkyOVcAWC3fqdkW/lSdcZD4CPhqDzyw32aHPb6nsLDM+QZtQBethka6U
+sVdse7ZUZK4MS9S2sz/VDOE0+x9cBXgPmbZm/u0bebkTiIeKahudI624x9af+yaCrJ36JvY4XM2
sPc03O7V0vdILOz4BQ1/CBTxVNrB+zp6h88drSFb8aa39Adt3mdKFYbyuyN9aVRPHGsL9jWwNsG8
E9tjOt/bn6wCDYtignHcOmFXzusN98UPLHPGONQFrDjIvHVoi9OAklsyzunzbQvIDXa2o82EPojy
AQogVgiM8ig6KsEhSfoWpZvWH+lgbM0di/zbUu+hkzxCN5ESQs0/ymsT2UaFGOeA/onikHWOLmQF
kV+VvZLd0qJRx2NBStSfpJDcdJeb/bFV0IxyGIvemfbxe+8IVIqUdfcSvQyS38uOtmySRwEZE9tn
q36vXiipfnXJlZWW4OfqA/aDUD1b5V5qKQlXtJmWLUNHugcWGwiEOu7Gs/RqvveC7dc+2/sjtyQB
rLfuVX+PGEVpiXslphJmJW3aEk+U9qjXNB+pQP/NEWAX+JOf5fJbQ1LeqUflcWI98WwAZR5O6YfM
vhehPpdIaUseetJNAEGTkEnay6/VZ/VZflknDdzpWuEQL8gFUAso9S3jhu6nDeZYl6XKd0Jq62pT
frDOyoGrI96SmWb62mWqriH1hX23F6Wf4Nh9xs/Va+Wuq7JL8FQo27AjVpYED7DLqaMH33VLXDOh
MDBP8KzGuPueTXJqvuFYwB7ZhgdKAwYxp65A+qLNFn09LWwZ/eGzsxd74PbhWSOabodp220ntAhk
S22GLSNJeGV5eyKus7afKq88p8bbQhnNE1VnKQgNc4fbo3UO7/SrInjP4rt4o8b28kEDSF9H25fo
lSVUwlnmZSFf1M/mQ2Z5JWuAEEOPPbwaZ610qItfFEZy4EYUP+0EFLjb+oCkX6c/MoXfu/II93XX
q7bxGu+nJ67E7zp5GIqagvaLGu6NxydV4LN91Zv4WbKNc4C6od0I53RPzDIzMpdC8JABsHZqf0Br
vgnvOZJF+5JG2wGAk/i2HPSNvmdxtoY6ydduxN497ro1HkU4dsCYfoFoYT6x9/99OCprL6iZWUOK
huWFYwkTvBtSekb0feZeMBB4DbQ+RhBzv98DWnvAnc9EtbawonkpaI2uqi65oSSZLCNBR//6Sb4+
+vtLNQRnkIhPnViQrLCSin///vef31/tfvHEc7pSkiYgx//x96ncSAT5QgsCZNUJ5Kb+/hOuX/5+
L8AkBSzJ1D4sNEMulofcQFH896/+x1/+/kAr6RX9/StlA/EmS9ubppmI/5rIpVG7DWo4Tr//AE3i
NX4fksCERvH3IVzCVnKN1XDQTtHh718f/vU2//6eFa7wp7+//v2dPGviLVON9x/f//vLfzyK8ghw
zvqsf/8kVSMFhQxT098/MJWOF/n9uoRoZ0tVRf71+jH+7eV/PzaKUFz/kMpXugsLSO7pvMJIhjKK
4tdaw42L2Rsqsn+aOifgpN5qmoGBFeO5Lyv1KczpecUJtatFeZJSgfXoeCOsattXbP9SRd0JQ6et
XgC7IeC065jadaxvJCWCKu9OrUqMm0FUToGOshMpowkWulrllZC1kfAZiZxpC8HImpo+k50Om78l
ltVCsB8nJjg3SaJiPKjeMEhbsUFWAKUJj72GTDZKX7MxmSAAartubtDgiU/Vr9YnHXBtqNMzOQOM
gmVyG8flkAcsz0TcosPs4FYlJRKQNmvLOn1I8rcwZJ1ClWNk86aZ1o64VJaKa0DNmDWe1QBfjuJL
1IINwfGGTjZ8WD5Ek7zTvkZdBLNAzRty2oUPUV+uBTz1IPwcV8oEtIpwBeha8mVpinKDRsWkS6qR
6NJ3JwMRO7YWijqBcZ+Qi25wejwgNQvx+1YamyPUkewA6L4yi2jWexgi1qtUCjrlOAinKDuPgfE9
dxjHMMf/QUlyEkPjLUyRsMr9gqPvS5L24Zh9FSNu5rFYWARELfrV/icqzE/ayMWhF5UBvsgS+VEc
Ew9FxCPSRE1jO93JyHS74tWYE3rl0r6p5z1ikl2e02dZguMUy4+QNAB7y3Y8Nqijiv2c0hFqCkRZ
nZd38FJH/IMragrmLQddfu4tAuSedJVI19KQ3V5bfEk3DyE1z067c5g+W0R/kpVdJDn5VFltZRPh
H4sUurIKkYGqR84xUxLpu0p60LjkLkwLHmiROb5B5MIRm3Xj2Bn4rIRGi8glIaapk1S+Ta/Owmbj
VNMV25n6BVl70wTaY97Nb3nVUAe1eqqpSobOqPgmaBZgVS8cxrZ0YBkV27SGHJlTBtN69lQEMSwq
C8skEeZdVMNXIHdcNkQnzMfnymR2nTsNRtTQTrshTQBd4CVuNYLrhaayczhJZ8K23pdqDXWRTQHv
CvvJXH6ZeqnctflCctXCkCJDAgvahhx1vDdoA9/Z69N9gkWfobyMm8SzFPWbK8mVpO4lGM2PbtYv
GMld8IkERYnT8zQNZNsDXcOJ6JgD8X+SeJqN8Aa/Hu++0lGxovwB6upxemlyCjqZNci7hF5mRSzy
BnjPs9Kbk11r8kf9JSrWT53mwy4tOVwTRo3ImA+yJgXeWPPk1jwzeQ3BAeIJcQn1tOACxsYtnInJ
8FD4BkBDQPMk3bc0WhCl2Dxklf6MmrxBiIn6dq7DEzaeD71AvjCVrKPpiC3YNF1IMXQt5vJPMufu
HCj9JRVLc5MuZ8TPF6lOWX/g8/HUMPgJlDE5jv0bTro1AmOC4qjrrqTQ3YY1Y6JGJ1k8y38aI8Cx
NzKLm+a1CVoWGcRCF8OP2i431M7YakK2hUEA8STBGaTr7Wvcs7vI5RHzFIpeOtY0OzKTQL/qJZNy
vIracq4E4SXi3uToam+xblWeJFCRiTEMhzO9Sj0mhSq5z6P0OkTIv+SmC31RYMccRxrmhFmhPIQV
L2jHndLqJwBMBz2WW3Y04jmPMlaqY/hQfg9N9Sfo6PMQVUHOjxItolOr2IcjA6MYwJdeN1pXHggq
MDSwYmVCxwXM3d4yoaItdD81gbKnwNizbbKAitkUP0RZfdeq9hnr/5ljfl4amTSpwJn6hK6pIL6G
JkWv1HoKxprUqMUXquohVhVqHwUTQ2MsoBXy+EedbqTjqthddcwRZfQgqwpcRT2jIk/UXEIijC2j
MN0I2oCiSxcJ3ky7jThkX0JpRoirux9Vp7xFlNUuVNPPlMF70ynRp9ksyQ5p8HQAm7CfGb+zGvMf
eAXEiEjhjA5yP8GJsUzwdrdmCIao1VVrpATBLIjsAQyeOcSUB/vETdr6LZ0qUFVdcVEeFCohQkUm
b/6t5bK8+aOrtAvq6D3DgRUt3OqiPEKcF4uNlC8uQv29nF+hw5zDqW7PqKtXVSkFdakE7CgHzRa8
AN2aLn8Rov5Tk5XKMSD/aPFaq1Px0+ZZRnx1ITA9j88YaFtWp9YF2adsBwjnKvqe1YyAXXaFDBbo
ZBi+WKq0gVNgoCUV86qjCGKi7Z2q8kEp6H0hxS2AcY6v4mTNdqyau4bgyE0xwb2OLe1VJGraDsSC
q7YnSFxv0idxkb/KIXLLtt9beMBCirWVxuopQ1xiQJ61k1nXjkpCJb1j9xlREcP6BytgCLJhV6il
tBnbjaLshf5oKGTMKSJthjCw0JpM2VZKteAUUnK0sAtiLZ2/rIzqlNhSMspzSrQDBf3UPOf4LnGG
9hjTJvokRTHNrHQkCu1V8di3desNqgj8pKUEYAJwCAi7keJpcuIApkIjYZRFHAZRoPqSUn37f9oJ
JpP79P91gp3iovhu/yP06b//6p9eMIuMJgXwnKZaiqSrIslO4z9CnyzjLxn4j6ibuqhokqYrfzPo
rL8Uc3WQqVzQ/zB8/Sv0SfmLnENgdpIimv9A2v0vQp94mf9pBRMtyTBF2TANmfcnytJ/IOgUsBF5
pxbioRCFMoKEWRlDo1BCGlTFnVuzCw561SnfAWDzxKlMAzYo/cEeelmdyHn4Y0jKqP0RsQbQ0A70
2nwZq6Zrf8JZzcqPxVAG4c+QmEB/koXdxUKU08JGf6AGWJumLtV2ORnUikqgae2tQc4uOyKxOi8Q
mknwSdoq6rdTTVTZNgobyF+WmQ3Blxb1CPTJ/g3lQxUN2SUVTMaGYBQiwxtKgYqXKvZTdOwtqy4P
dRHHEraRaK4uYQ/8Em6MqcEW6IeAHiT4U6Q3fVbcRdMUME0YYao7TaZhdrbAH6h2XYRqTBtK6KRv
eZ5SLGStME8opULqQlE9dTq3stq3GNL7Vj/OGZj26AKQTkbvPHaZ1ba8WjKL7S4KIW/S2M+0WPrI
h66LdpGUNpDa2kykcIeRCodMlI8NbR/1UR11OqzKQrcXA73U0ZiSK3QtjEmfcjtCWRJUK4tOXTjk
lHNgQyDlEFWVriFg8YmEKE23gvcib/EdiwF+IpvV4ioTiKUZh8Wk4MuBfCNSUDNm6wHUpTE+K6NZ
K7dpwQz/lail+hVarInFZSKKq01rvExJ05Dx02kqNaBZU7o7gcd94CrWGJxzqys3sgxktJA0xGSS
VoTARcl1pLOxrjx4WXmfYj25Fnqm0NkW6xI3nlRi1WvrwHhGIRmMXgGuYrpavUyfJ8IdlziyPIus
qhs+KpmASpr2DrQmtQI+0ekVXulWi91Yx6fGFq2tmNMUmZIByxO0CVEfLS1DujAQV5/VgvmjAY8F
pGcBKYH21KXku1DszCe8gI1BL2qIw1g45Oh6Zydnmg03alUtZuUUOgFQCNraEdmxbKimn5hjjWYJ
tgF4cLHNw3NY9bO8TeI2lz2c1a14rqpButGjlRN/TLWxRtbXhuFJmMLJeIFYYMnbuQYXCZVRUxWV
lBy9Z6aIxYqzgtcibcezPvaTK8914uryEO/BLQlvFbHKt8FQlEcJezDsJrrJbaqOlPHn8MgdAFe2
0yiRVxi5+JxZ/CcD2ghSkl75WMiRr8lj/FkPeoh4XNYOuWjijW5VpDdmDtawgghlwFh3FxAYlQ20
lT5h1ikHtZHqUwyCkmzVQrkIKZE6VixMTxmmT0K2zPKQG/RbJop1vhWMdIMlQ2fHrua7hgDXm16H
AeZ7dEBAkRJMEYq8w0yuvYhzTdczsmLt3C7Kt5qP80ffZs0Z3Ll6xSIXXMdhkRGHScW1KoaQ49Gi
UIqG9mqWYf85ZFK168VYofgpshxNeyM6mdnEL2a1TnVilN5yMky3CpTInT5zq+C6Tj3FisttaiY5
+wqCtyEqh+lWsJrZbQQ9PIZlABKxLqXkMWOEBImUFPdiUhOU2RZMD51CdN8kCH40A/YQ+C53mfGx
tY3cbtUeIpClMLrEBiQlhUvRH4R28cip1x4GNRA+5HieeKqyehniqnsw4Ql4DV4hlMZ47ZYkzMhb
EzPGBr3bUNVUH0Stk3FtRGp+Tk2hwHeSiD+5mBS3ps/bszSZkYVSh9kJcEAug1tehFeRfKIToBk8
/aQr6cDgWHQ/REpmXK0hgH05TxAelJxGEcldbk7Vw01KmZazMCitq4j0tuSE27yXuulx0eseh5Ai
gTwMZpzzczXDRqJ2L2ej5ae5qUDC0kDi5LWSoLo1IHVBQP/q2bFyhYgMt2If3Yay0c/NRGRZWUel
G3B+MADiSgrydNrJFestNcUVUUWslQBkTlvMo5qDtWg6YZnImK1w0LPG7vlby1ip7cZXAx8E+21N
w1pJZi9vKlraLCX9EXOFo8QYS01Db85mA3SMRW70jPN+PkW9ObuyLCZevUwTYbxC4lplruw1E45I
JGQqvgwBVU0WT74aq8Ypy2fzxWz7xJ/MRDvAaqtP4MCoDS3jdA1ysTlzDAyG5IJM+HQsS98SxdhJ
KknfwnSXXQtrlD83KAtIM6owDKLPLiCzeEIoFbtaLmfYLUF3NuZqFUHOGD5TwjujTBu9jnHTnUIM
lWJJ+Wch+PbUS+EAZtqQwXtlWPW4o9nkLYFfV1VJ51FMT9SC5D9ZODZnLYHrUBnaaBdmmfumiE+7
ShOVJTXlVxPHxk5IYzB/S0+HGry2izydMz7Pwy4SRm1b5PStFUWRjoJoiGhAE+vVMHL9OW1M+SJg
nHSYMOnTWAnkvK5TCdjBNcztzSDaYVnM4CuzcI5Qj6uK+ROpYniQYhbnwiI0j6Y50/LRetgtY0vb
b6ATEua0Y9PFDJHl6rqd51ay75elcfAAjBeTRb9LYsVwJgWl8ZcgSV0iUQOIkEOISVDJ3CI2SOAQ
l97ThCihTKTE0zYOlQGLabjGqlTtqbKy2GHHT4AWWUPQSunoK5h+XKsfkIDD+V8OIQ3xdcIl9tfA
YoaTrHQ1ODu7PgFjpy8SG/AuSxzDQmIxSdwZuUoxkQyW1pkKMFpmjEilSxJUIAXIrAqqiR+N+TqB
jOUBfgb1hxC6ByxfrtI8Qdg2kQmcQrpYoZcdm7FBZA5tRFJb5x5fu5AICC2WYrtIGJlxHnWeoOFm
DOolgGTFMNMqlrA1LGKTNEzdLuEzvb+k+oBkfE7bD0pqtZOIg+oX5aRAcpz60dgIdRVdBx3MW2aa
JIIGZtu8Vj1JRXBIq7OaJSPtXYg+Bh1APNdem7ZtcJpiZJ0OxICs9yLKV9p2kqZxOZocpAzK96J3
T5OKj9Jjfdl0jtpUI0BkHUukIkUs4nQ8HDMdsdW5mqiWRLOuaAYgsPjTw16YxWOPkfkTB4YqL4Xz
f3rzoiiizFr//42xePpeNy/t9/e/47P/+6/+uXmR/tI1yBMGexqF9YZu/b15Ef9SJE0xdNnEVW/y
7782L4r+l45FVjfVf0CyiaX95+ZFUf+yTEW3LNJsNZB6MC7+F5sXWZR5A/8DoG2C2NAlC5yGosPH
WCN1/x1kAQtWEaJRK1g/G+h71rQPfPnVflShKXbiS78mjpSKXLE6EemxCzVqtfZfMSS/PxbyGXxS
twaR/H79m0by++j3n98f/H6v6OkG4RZDG0BF+zfVo12tRPBeaCL9fv2Ph6aCkjyzUPfqgb7FNYVO
kqaRsXqEfh/9/tPHa7gWlazZE2rlsqa00QRd4/B+H46wCxb392G9vkqqkk69kRTqYqUmNJ5e48KD
pr2rVR2nMhUHUIrpi5YVuC7yarI1dGndcqCvRbsam54kGtlgL8E42vD66NDoxSHG5whCp54d5kCb
e2rlP4UfoCIKskWr54bNHTxL40u4KKr4zggbnWcZHRnwEO7wJdhGrAnB/aitV1XZpROHh1GNGGPn
sUSGTOt9FmA70bjOetRw0UAeCmsjX2TDhcOCZlU4xYcOUaUFrM8Ri+itYvvJ0iPx2FgjZymXkxFm
8UFQ+iuQS59BRNuQ7FUvBGmOzylUYS+nYAxQkiSgsfLkXH0V9eypHbvF1QEAMmLLeAsmg5JTfqUu
yQ7DoDQEM0zzTOtmhtJA+guWZXQJgJplOJUNercgUZxZtI7zAGhLyk1hKwI4cuO2XW2hFijHhi2I
wDq869BuicuzED2OXfKekWpUxKB5VET+ZMtITqoMEoG1PYplS91AZyDj0qS73xsjqDftlhuSuhXj
xiZ085IGPc5ZKcM0iBcukzKAEyb7kiQyT2pbTVtVlX6EArtMEcvWvgamrqRNfZXTvTY0BppTodvM
emWHkGg8k22kHc6y6rBOZnsvLI+M9w2p7gVKZVPw48w6hB1hhlPD7rFXpnfWWwDsyliC0UdtrAj0
z3F9Fn0+pcn0VgR1t63iAdCQudzjQI4R95C3tN5By63Nypw64vQgFqQFk0WiMmeuKsiILWSnzzQK
jJQYaC6bIKl2RVyw3skbv+0penUybm419Zs8A7ogjqvIZwLghj98rFFvAVNw8xY9RYSSV0/NdBsO
rCs7DObiEHtaM+4WJDlVo0/HmDxNJ7hacrrTVjGUOYCaa7SbHA+fWU/FYV7Ka0cDFrHDZAs9+RIM
a17VQMmIlMWRsG5JQVVvFCKMiWptH4tm7J15Qos9pbRJNMSSAsZ1jkahFy1YSHBeU4mMt6qlgxCm
Tw3odZeMyAPY2VpV/8TsRDd5mmtbvRSPhHfQWlIxY08x8ghTKT+5OvDO9WPsijHCmTks0VbUEPcF
y5YV/F1cxU4cN28E1YWkcVI9JuVIogIRpAXuv9WO382jJ3W9RLFgIi5twTYlkwInm6nbCsBTFmub
KcAj6PX6ukj7ngvoWuKSqWY85Th3Me4qsjuvb6wuSvagSrjySYDz5+pTLul3CBbU5L1YEx0aF3e9
tSQ2YWxPrQDGvuKNJGoY3z27ny3FL9wATVCgu1ZLXGHtK83dfEtZCEI0cpRuAQIgUH8KrBXBhVmk
QtqnIjKYc9saOiShGDiT/+LuvJbjBrIt+yvzA+iAN68sb2hU9HxBUCKVCY+ESwBffxdKPVc9fXse
5nUiFIiiK4pVQOLkOXuvbVb1TkYRzV17THdRg9Il0NaXmg6iaN7AOy8CSifds4DscpdLQ0ryfWR5
7y+/pFLFbh40+k0olevYvDUtAzPW2HgPvel+5eiM2C9u+2R8GIekuyOwHJ5G04hDGz3GYyRe2sCL
eYGoDGfK8IZzzOwnfzvndMSljQB9SsS0G1C3MoxjIAbVRw/mLzvjo8IUn8JYNQn8NTCozG2AlRU5
ABR5mQTmdluycg6mT+EboNXKN6KtORsXeqUCxh25/ouDd57TBGTfKATFUkhmimD4HjLdXBllIDDY
oQidtTr4HaUleLwE7aKOTxIUfkmPwtMTcEsdfrsjy8vgT/keLrBYsUMmKfsj95FYxtypwqZ489zf
RqG6lcVwYUWv4BBXCHKr+jekcbo28bA3GqvfMyR9Ggu4R6PRNLsyG/I1kTj+g7fgE8t23WZGfJgt
1s3+q1Zi3sez80L227AGm2owYtclydKRDV0uGLY2y1TtWsDfABYQNhQSXGTEyN0t9HHaQzrFtE8f
yqlDs2UVAxnjP+cawknmdN4pRtDv2x/DoD6cBiCQa/UtVmhEbCZEQ5IJyp9jpD/hRDPxLpAmj/fs
aPHWmtGRjLeW9Jx7M2D8PZUZg0w7fm8qUx9C2XOXkRbbT1okHsNUtysDKPZzvjdgrOwaopy159KY
F3PxYBDiywYFeKhp48QJKpp9k8+uoWuO0XgCxM7WbyTFo5Hpj4nwpFW7DA7F1qAGWdcz8xoY6Ttm
tyMdIIWz1mN4DxuLU5hhndPclxIZZ5XJJ1VwL5ptHe9ys2hXWcmiobPfnhjYzWgnJ2dpCpCY9Pah
fR3ceh8N023d1yw007Sj4n6FXeatatUD3wuW+qX8XUa+AYmhaTalVCH7TvVDtNP9lM1Pjd9228xP
pzPsFgbLCmkOI8ELLBaAK7N3In3wxDp9l/i12HqOemmiGoWq6d8Z6ZbUvnFntCZzGQh53QBdCeAL
FD+6LztGRGxVvH3kLVjgyt4u5cuxmlCLigL5knkXlN4jV86bGebwb+t63DWZPEbUM38OGYVEBh2a
Tf2l9sI1wgjyxiRqQHfwGL9KEilSdguF0tWhAFJ7rJaDI+0PYpnTNU3f27Evg42XsajPWf5D1jVn
now+CAHD7ZBV+1F4Dk4lE5p56So8SAtqeSgZ2sfTO0kj6Ua70doIpZff0GSzNyIsP8lW6o+9S/U1
ZAbBjF1RXMwsZUfOtFTAxD7Q2tiT/3PD0Flt4+grJgiJbWOMVjyykhWZyiG7rnKvDeMna367jQx1
L7rB2wrF0u8bLv48zcgpQx2wRgEw0fYMq5U7pZymuMXoJu1Sr/1RkoodF0aOOaUxvQHb+7J+p5pm
3tW8T7ddbfGKX+h+UUBjEUfhP9DjickDXGuHqjpzLn7qEXzqk83RuLUCAB6LQ8nvbJeU9qKrNLhR
rryd7+l7cFFMqkjru+bCogd6Qn+AMqFJbnWUjMcAXzsNifQofOlt9SjvR6fSx8m1G7TPkNpkmtv7
SsGFXbzphL8p3IHhpWy7GbjG4yRfREN7xOyHanX97/gECnCeyEMQFcmWMQHyP6S6coyzY9rQKSR3
5VhOdDWAXlATRna+Nbr6Kb2CDCYq6W0/EsITZR69C1uz7sHiWmp3qM5AtibExxYaCuUZ3SaDtnJQ
PkyFALmyr6yY6TDWtg68NbtcBNYy7hGcJ4Q7X0NqCzTubfyczhTLrctunovEdECad06z19J8AdbX
bpkOA3msjrplatxPiFfIE+j2qYXNmEDvbdf4b6FozWNL7tlaRi7mnlzMx8o0/U0AI6JISBCec1S5
SyxeQB3VFZxSovxQwyNCpW+dsF5Is7pjzglZxc6PyDueRwGCRmVPiTJs0sicgdhB0g6c1P+knTvj
cpAxk2/eeXOK1TrRqLIrLidL5C9z1AOUF+5KFNEbdaDcRnaKANtPACCZ29wevocsNjYo5GKBUWIy
5e9uzE9WXznHGhUSiOCD6JzpSIjnfedW5AT5rQe0uG5WfTUNVKMAsMoIpSGnkefiCi9NajCzrmnx
jdkPQ0E98Qqc+6Gp9n+ymqGN4pUacKSX7XQookuDxOUIwBY6nfiVB+GEXXIutrYqX2hZOWipZyva
SZwRieFAuRWygd3rtcSZwI/Q0iHit36nomDyX7DYoDynhdWQI8hItSnmcC3G8lmx2G59Zy3raTgl
iXoctMx3VR8MJyMcwXGH1mHqgRjnxrFNuk+qhxcm8AmXVXvyohG6MtamAoihltPRBsaIXIA2TC89
99gThZYoUhNbjyFAGcD7qovcPhpZFRyC6pUgeZzwrOV/LmpXFz9shf8gWpLUU8dWR7shSdOH57Qb
8wD1sagsMD34NEhLjWumQoVpNCvR52dwHCwdPkgRK8LfiVaSqztMGbV3vEREVlLwTUm4byIcTH2R
7NhZ3SaxTo7TQ+HlGEs7ni5wxFNFMg2drU6e+mKmEYU+xyhT8wgKqthGMnihZ8l8Z5kOjYuM0lMn
6PnpEaprmSf87r52MWlP6UGAMwGZGr3Q+qVeWKJHr6f5JE0cnH2bbSL/PUjsD3rZzNan+pzaqD8c
p984zXzKBWol7YF8r5cO4YxxoTEpqQMPHfyS45oxjJfuR1FGLRAQqE4q/F30vXG8HkxTUoHFnvND
FzPn6LJ3dUX1z0Ne9y9D1Y5bbXj//JTyIQQ5csBruRxiP0C3DQLwbJr2tUjfzOQwcyNt0YgRJ0pU
nbUxCMCEQRURs5X4q9EAxmPOXrcultzJxHf7Yz4Do7nJ/GqvaUn4gOC36E7GVW6oYdu9JixGx3g2
3WOiCu/PowyCjMgUqzX3ITTsXotroCQtpzSAoTmjNNad0P2+xSVHkDnbSlc9RKWQO9NXAfo2HEcq
io7D8rW/h+vn8hS/qzBQb0fLt6iqiI9+ml5KywfzPlXZ0Ul+2Eyo+I3x9Mulr7KalozBtMq4gQJR
uVOGICrFN7kzR0G87hTekrLpuqPbhOEGfeybRkTBvYFURV2hZacp/F3jOHXe655eQZGFEvRTIzmZ
USOxFVNHWlCEbC+HeLlLWpJqN1XdfLweYMSgm0ehjkQI7HmI4HvEe3m8Hoz5h3KgeF1va38/jW+r
9riGJoalR3M5EC7wVHYuavawx5WduJ9xmwnSlGx9mgNOqpToTgggBtVyUR3mOdMQkoeiItsmLTdI
O4iN8vNtVA4HYRhgyqItawDCzwLTuAPM8eF6KAzzp9lXj14XtIiurGcVOT03TiB/TYQ5JE1OVYMb
ZLC7ekeGxnGkKN21KXIhQwFJ4MxbuUjz1k5muWdsW6R9pS/Z5Ij3sbwYiN37hSRGOg58BSv5dIce
+1butad4juELNsFjXVMamOGqljWXOnOVhxhk1gFB1VfXGLs4GsCi12jilTtXa39MUR1nGcweqogn
HGOE2Yj4JnPZGIzwdU6N/TGbxSHMov69bPGoVvyrU+e1rdHuuGRRkb6TVKfMVLxY6Dp1igehD83x
wMj5G3YQLMIiImzBnLajE9ArZ3sWy4phVIITviw/46KwfpWKHGBfv0524VyaHFe2l5buGuGAPOpw
wMEpxrs6UV9mFM5r0ipQqAN3pFeYDiddRQevszFtmx3SgwLWXhHq6JzUPy2dO6f6fswL98IOhLSa
qtBLRMPalayI1TTXh9Rm5ytqq8B72A+kE1NPIKiE7KWDfsfudt2oUu2zuGnOOh7js3DTi6c/p1Fm
H7aLw9nsMHGOZDBE/mf4mgtCkrgrwlfpPOtJMk8rusg+jAspo5bldO7I/tzOBs6/YGqjs6wwQaYt
bLWmcIisAzILIeRY1x4AgTqbdoHzu5FYtX0v1buZcoQNSGhs8jZ+quaJKtakwEgDdyRcqJ02TucP
kLD0z9xI2nuvbF9lFboruWRExwtaiAkoXf+Qm+n1JnxlDpF/VuwFZEV0h9Yqjiy9ipblPxv8+Rg2
YMorI326fopaaDo+ECzV09fiME39cEw1UqfcRp7XLz2mYenfQvVuAC6F62V2kYVRu3UmgDyVxQmY
W2bFgEA8Z8vK3QyR3guHCdp/J9dPdvPArl7/+RRYVZqute0/d6MSWxto3fF6MJdHoa+2hE/k+Du4
4yj50CYVWMXlSw53+mN7zQwvJbVCYY7QceyW4tpfkpXzJWj5erDHFl8gp69pEpDV+xJlsUcH4Xgt
euKWP/r6KLeYi2Wl9XLd6VRsa2DYWbtxxIUDk3bvW9aXpUK5q5PiUKD52ht+HZ1sQZRfNdAwjGir
xJZNu2Uq030tePOGMfepcqN+z59HU6TfccEQDxZL1g/jYbTApAxIfdcz/YIbmMPfA3Flp8kNTyGp
frT/lqx3TaxPdZEMxCQJBUeeHZNSnD35M9PcOaB7nNgF0VCxlZHqpu5Txe8alGtxwF1pi3gzxD7G
xQmWEWcrycVwWhep7VqCZUJmGM7yPuw2tS6RVjvqJEIGPyGULtpHeh3Vy1IjHnoneEgHN9v0EP5y
ZeOES4NLJtLfNLWyHe93No5Mh81mk88JCtN6eM5S8hldJTZTCCSNsQYmRN6CG4T+SCuQ2jOZtqZt
kz7nifPdTyWK+gSrsRbyk338fS+IdonQh5DS2G2bKF3ZNBdZHoftqLhFBwtNmncps5w9cdxwoI10
2DhePGLgHYGYWnCcnHCCxpzwYgczkDUy4yIce0turXfj6vCcMZ1f93Pws8wifCr5uUDQyEiDPz+a
Xz0dHBldKnvM7hWBIfwBlreuW6mgHyLLKniFDJPiJvP5aWDcN9U8n/rJwu7dz4+jBU+M4pURYUL3
usVbnSunPttZQWvTSK17goHRt2DYNsOEhGSavZbLUu7bMAlBqggCCm99eqU5ObojfiGY/+o8Mg9Y
OU3xkejI29sFUipIpOu5mxm3knXsoBVTnfFIo/9xo2LmL7X1NrS0fZcyttSfJrtrQgbM9lLMyZug
Krq0qDUZ0RBX43YFDWfKwSQXj2wEUodRNZBXkcgFimys3Jg73ux5kDKLJ5RgmAPGzdACux6XN1pN
LkCRFCG08JE22b8CFc7boHspo9y/yYvgmdHPi+fiVpE9uG2ms7c6oBUS+THa8rC+UyKMGSwY0JhS
ONUyJoBFWvaeqOrbPOVuVhoZMmFzGzbja58mwcGwpqcwzLeWP0XrmjWLuxqgg8FbjxNM58wZO5r5
Vr3tAawgaIr3aMwuts1AIBkAoZkCOpjl3/q04kj4Y2yCwv5YYAEuizwmZfuWBDEwRjZuG5OpiRnr
YT35LkmjBrY/rb2N4WWAVZCJucxeiQVxAIw730bUfQEXvrPLCoqSUeUUxu9CPkgImkBBhhu6hni7
KA/QkaDpRjZB85h0JX732SocUNOt3gQgQiFJzooXy2RRiY+h0Xx4jft7/FUyJSTqr7xlEOudCyFf
y/QXO1UUOV6XbTqyn2bM/qbPWLisH6aElK45omsFimks2vqpxQRtBPOj8syQ/RKeeeFitUg+qh5j
8aiXqb3/lkLxpj3gbLt2gvudodftc3y8KGrMGonXoGkJuNLC6Gw61po5d9oQHeQVxGjab1WaDus0
c2Dv2D8Tp6w3Spv4pObqhTS7fmX16BITS56avqm23ZIilNFNLCfriQBo1UxbEXPN1b37RH4F6uRg
OBdV9pS5vbvChVOuGftjN4jCrUzRoNtJ+SmsJXVpIcvIhohsJicrS10CGiOaqqftHKBsJUinhBuW
y3goqfdzWeG7DYyLacbdo3Tt12qK3kvYJ3TdZLTrWNJb6d/ZcfJbpESDQ8XHZ1sjKwzRyOVWyd1I
UkGlAoNoGxYDVz+1B3zt4+KNKjd2ZhBTQ984mlJr4ztVsnhsAIZYkcBgjwU5T4yfrdHuvDhe11Yr
tmlS46MdLXdDyExyEww76o9fXOxr2Zi8jSXabWnabK6lgX7+HhDIYHGlqfSZVHIc7E29hPIyrGiF
9RLkHQZgwnIQ050FmaQuYRU08LJq7VbNOSMucIeMgJrmvgWuAgLSX5mObHma25ndHS9E9qhq57fd
zETHgvc2AkweQYdDVUY9IK38Vj5lcAd6ffI9gmZLhcgpiHiKQdaK3B19A8b2w8yw4xtJ98oQwVsp
x75HUGHi4jBOyusgB8xDuHJgAOR5dz9KWd1wgy/w8FfBFlAwyevYi2wDtPu2aYAid0HpbEbSFA2l
qu2QR7+6uOKVmesFLz4fhuWCaukRxYuhJWpuAlWzHfDwvmbcJ4ixUUxsWFw8WwDeGtmDTn3LHsgM
NqEfrnUZ9xu25ZyFxPnmwQfdTahaYM3cBAmjPgRWZD4lVcA4iBg1ZykShfMrmbpTRtrcgbVmPY84
7k1mRFEgNuFXsLNKUnLyEleskS4tI2zEhU4xJAG/tdNPJmxg5jtwPXTvvbVrpI9NlYGXC7LLMHGK
mSMDu5JLGk/mVJIAuNDZS7SZfjs+uUF1LAocN6FCaY6Q+BLImritFpYcfHgW1SCstqBDkg4SI3Oj
o2gC1G5oht2JutKkXFdjsaf6fVO5x6lpw5BWg3WbMODUefnp/kq93Lmz6wG8L94zjG/uwYPXN+vA
3yBJ8AF8tuhxxhAJXNj+Zo0hX9kMQnTy0EwE04WRNWNnDXRe5dxvwiL6SVbPKZgZBae6odsT3jHL
9TGj0DrEYlchpyJcVMIsQtf89xAsZXBqp//jc3+/xZgtcCZsx8QScmGB/sEASpSkyBmY8jAxKxQF
dBEwxOq4JjGh4Evc2aqjs/hI/+X7m9hm/g0ktb7++PV7/uXhn6dbnrNamgm+zeVhLU8RYgGyZgvb
4PUXLofrz/798M9/4u/v+5envn7T32//8/smDVVYWDNLdZziVVx+C5K28iiWJ9dY/qi9lk9avrT2
xQzZohD2szk7yS4QZoksrftFU2za912dwd8Mq31Jdb2pU/+XP4G5HF4TVXE3dGB/EcBzFwTNMQeT
t1htPyQJZqWExI+xyNsb9kzHatmVRBrd8v94WKqiPaqQDU7X9x+xuXzj8r5dD2noowi5PkR1EFmb
60NpR4hcrw9bM0iPxeIGGtxDVZz+/evX5wtKOtZ/ngWqbvsvz+/b6f9+putPRoiebhDQUzlzD/7z
qeU/8/e/9ee5/n78n77nP33OhbF/CNqdWhroXovjVdNqvAncyVlfP5TLedr+91evj66fu371+uH1
cH2Cvx/+p5/9T0+FHUVTt/FeNMtwhEEbfSXmBoK/lhN8+fg/ftKpG/Ycf79eLT+U/P2h68fXL/uK
3U8fHvQyOmh6Tmnm1TyMq4Bc9OvD65euBy9Z0yIzDn9//N9+xfVD+PPOzf/f4jHLXYwg/3fx2CMl
l/xfq8+mwu36f0QhOX9+9J8KsiD8h8dTBb7vmzhcFkXaP90vofMP/C2h7zpowRb92F/3i+P9wzZx
qtD0d3zX5rv+Csjsf5huaHqB57G/sR33/01A5vwPAVkUeKZnusjzTZ8Wv/lv9pc+sbOSGVIFbQUT
oRUPwTlR/VPhMkMPxtdGD+1laBl2NiOhvtK1vHM6nbj/sy/w/HB3HxRRhVIpLu4C9SMOjJiY52je
gdQ+MuEcqURjGILT3dTUzX4wo19koXCTnYHb+CNx7I6bShRKLYIgf6zWggjsPH2M0J6YTek8M8cP
IcU7xtaa0UeNhGx6U4bB0RTVmuQQsGRNKLZIJSlLrGHemAGaJK9k829XaDtqoNNBKbxThMYBfP9N
ZlsWspaALXCHvjpq6vKAnv0YjtyaG1Mjd2lEtCMMcZPRbSU5jUpEaP+udYctyqf8EWVSw2TQ8fcq
gztBqbCmGV+fCBAFjKGBiSXs7mw5PkcSClyZp83Z8Hb9GCanerR9TJ+6fTcc1PZtQzxvmkak2iTu
XdylQKY4X46+Lr+ajCZFSdbveqhsC8tJ7zFaHPGn+1jB3aR9Iy8YbZYhX7q8BP1ECo6TKIcM+uhg
c1YRsBRAhNTOz2aRfIWtKhlWHQK8KE9ExQKDS9ShtCHNlYUszmKM931sC/RHoBkY3lfj9DkP7blw
nj2yh06OUaE7jvXFQVi/n3M0NchnwtsA5MaAbiPyi0vcLRQ/o3Xv9YS/oY24bWcydlexCExSaYxT
hvACyXaX3KUDxD0zqp8JHOq2Tk8WCA0LknPYxdxIEmD6IT7HLcIcDf4idCTNxdJtfsyk1ZY16R1m
E7yMFSYUx6PQmmIzuOgMwdgATDBW/XTwK3QqKJRT+AXUQj5a/TmJvZe4h7yGN+dgN+LishFDAkQ6
B6rejSpKcGl+fHLQF65Gm6HxJP35hARgscd4P5rAyS68oGuDNM5Zt/qpNiI0lZFJYngu55t8SP31
XOuQdB4WfyMTzlY0XxZ/7o0d+MED8n3E7fTtC6v+JOEXhHU8kJLMpB3LVjusGnvwiY8g9iqdkJTX
JiqRIL8P/HzaYDWlfyso5EM13RYyMB7a4ckXZg11qLggi9kkffeIkHE+TgArQinkCXH9magm55gs
GnUVOMGPuG73Nfa1g1WKfe+q5pyMI7CGznUOcrYOaa4IbwpDEtKXKjXw+vbULVOBasj2zIdhvH2l
RBcfA6bcnEDFo096h50n049KxF9Fj/YMU7vJ+1rSKRLI4qWKYmLO/OTGSpbAKnbSSGjHtVGXem9Y
pnWy45NlfGDBelJJo9ABrotUeTveKKnJTJzS8GzgN9pUNFcIcWpxfDbZs1m4mIAjdIp5ec+UnZYl
td1oj/k9UYIUSf6poht/GunrrhJ6LBsi3I49AXHUNe2wi2Stt15VHeOx7nfZkMoNqboNOayMIjuF
Tb6UT439UrIBK8JwXJemldwJEVirlOyT0TKCBzY4TyxBwYPWUBJaB9gd6WqrpCqg1KEaPZskeaK3
cRDM91RvpObtUrXooLIK/Z2v7kaRBOeqi5CzoPLBmkamfd/1xq0b9peiVvqYJr4Ea05EkcYjtDFS
hTyT/HNeH/vDInNvlass2pmy/2r9bCtovJLKBh49ddoS8k/zHfRTvhl1Bh3XNOSGeKriYY34KTzp
xnjO09jeJg4m6qJmGlv6VoJRGXyTFMbDzG5+M49y2EhsCW4UvzTMZfCrsc9j5gpM7JW+THI3hULw
3sYx/+/xnpcWGOdUXFT5XeRd/0yBcoOrm2hP+mUmaWzsmgEwke09ok7uRDocGsuGUx/bGZJ+c1wP
Qz7eaG4CMqR5EkzfMc3TXavwkDSWnOmCqNfUszJCtRs6IHxPVJZvDXrQmzAQhAmB9SgDeoTTSOnf
ejGMuNYmirv8NYfq2FdWtzZK/auwQHjZWXdAnTtsgkmmqyonqtRiUlSACsM76iAONeiDQz6K0S4u
QL+tPSVclGgXahLTV5WTDTfJnBFWw6iZve8IzRORRJgRkOUaIxxCtFh6Jh3HN8lAqLg9zCwcTuNh
iRAacD42dcLrGBW2xqtLR2RqiSD06sg5AKcDG61/emMBw8QJx13kt8UBX+S7LeafoaQ/1jQHf3SH
SwtDHnbOj5AwJkg/FvjZjsa7i3xlPVX8Ea2bwLtKlnkzlyazEUF3ytiUmXvrxPBFhxIGkJXBGWuY
TBtOFh1zq3Mh5EftZs4BHJrmbTh4830XYNgQdWnuwxJB2ow+RltsuWeXtnYa0fAINVt8GvytV94V
rquYiC0ZV2VabJCs2UciDJFflam3meTUHcmA3sRU6Psog++C5uuVoYvc2x0GVgu5LLvR8nMC0Dl2
UbpMFJGc+PMSPzdylnCC0RVngQ3a6FDVuNFS8Qz8cl+Af0XEOe/b2f2aApxwcwoqJ3fYLFnd76kI
rSe8VmZVvFmBJvtpEK+VIhrNIYtg7jhniol4oMpr7+k85IYDNA4/n2Ecrb55D/1MwTkQS6OejmTs
EWQYoLLeRcFcPFp2d0D/gaaJ9XurvNh+iPkDnCa0fkSwJdAUJG9TdkjHNt6Htp3Bt0KKS0eJfFtf
dK/Z4D6GyQiC3pJvAxSc0kPOBcrEewpj45llCXGm7F4DS3xJlxkIk8f2LkB3jqGqEyvRVSYcEhKC
M+aGjy6GGvo1eEyUyZpnKgfBIs39t9GfPuyp6+6shJ5DlJ59Ybufgwn0UAeIKTvfugshUZzkIsNr
/S749GT4FtfxJ4Fa+mC6SGTLvl5odnlwpt/nPg0BeDt8TDfdYsUKQyUu+HH1TYNEdT9PaIa7xHCx
XY3ZsffGi8u89NYZmnJtg1LY+2KPXUt+K4PpjOc36SO59MwOkUUe4t4hBUzzenhu5UPdsSVeRnmo
M+3+rkTK0piftT19y9A8BzKoD2qke+kRQTmrWuy0zGBUJRYyxskiv8SaufL77uyXl6xoAE7K+hhN
UfMUdZzEuNGHXyOtrNpXlyTEKkY/pD3Ui22rqh55qUxEhwmC0s5ZvIAzROe8EadQpZ+JCHyG72HP
m+IRoIFxyxsT+eSnD0udNRSI+fPY30FWATJXqGfuvVu/EdkhwOew7k3v0gNcvkqymvAjjGGftdYc
Pc5B62xI0ytvE8pV1upuhtSLTDOJv21u/ug1K2Ndlwi6jeXEwYiWbsggN26MgKR3r3R+M1aG+9i5
/r4ozYeQVKq5fXW113yx+X+PyaJ6Q+cWLmoSbnC44bIZs50jiYsS1QtGPzJCBLmWJg0bFMwp2Btv
lu/xQ+kkt3Ggx29RVyfpyvl9ap1HI/B+tlFZXUpnOExuf8t6xAoSOjnKZXX2NRYAEujAzPeaVDv9
5mnYmYVHVYoZvd5Us9V8xx3vY9Am/n04uKdZFsbGNH47+PJPKoTGl5qgJdAC6c3Y+u3GCjJ3Cy9K
0zrTHWjuOHnw3XWBt/kl7F3EZlqudVib91VsyIOls686XIx5mjCyKh5fFUwbVRswpgGGvGdDcxsr
/vsp7iF4hos02X2JQ+i1gWn/1gWybeqebh30Zo/4Iyu3bBO+nJKoC9/uT2U72Gi3sBvYdvIyLKE+
bD2WIC8C5Jnn91CiOOhFOImpFWDIYmynQodyb7TruWJ2xh4rzedTa8oXDOWoG4bxK/QSWqM2ksZc
dT4Wi/jFNw24dFc5m4CX1i8H1ueDNOsfRmeb6ypHaCSTQxhwxtmpf1dZw7CjALsdbWRmcQ1z6TrF
ux6uwkWiyt8t7KlgvEnqckwPPViEYgCo8ODTe8iEH63ywV6m/jOTm0nMazNYGGTN0mmJdVrCnqqZ
jdXpq8XYett36s5og2RneSOw2AwpXWIvU9e2P4kAqADeXubGHiocZxkb24sQVlNbQttGlMXo8Gen
4AxguCQJi8HnDRPdJzXCO21DuojOLODNM2MoFvV1N8kfygv8rbd0TihPZhUQqNpvAvnTz4bs3H3J
IRLsH9L7wkNa3zHfY6zcnuiIikNseO55XGbAibkjIDIiMdCVt5YRy22ZpfvZC9P7EAAcjhVivwpE
8WEYwH+f85dKIuEbMze5ZJqcKAU0oY8okGWWXizECbWnviNTmo+MxhjA0jPc5CVGpixO8SjNtHeZ
xq3wDYM+Fph17ESh1tDukinQo5dbtWkLg7XE+qSd7nFOI5rZInxPx2o/NYPEIJC/0TR/d1N/19XW
OdDyp/QAGmXYhozmFgwaI0tMEFBThpWNwYOXcr7HVfEOHGA7m2DDdS7YfhgOBF0GYMvKJoFSRiYS
Hn84ZeQpuvldnoCALyBP5Pba9cxpp9kVN3IY9iVC9H1v2Lt2CuNjzD0LqA5d7Z494E2Tpf6+R/OK
kN7YitG8d33A3LF3HgoN/bVXnwP2W7Cp3sVoadFHJm1XD3f0KZEvGRgrf3QeuHYfyj57jZ3aP0Zd
gSvOvIPu0K8p7K9PVM2jtSfXcK/iBqh/zY2jdiD4MXL0gvnVFoV9iiuuY9mEbAuHLoayU2erq2qh
zwrNLoj2gYxynBsoUOIGWXpRTHh5nH2umMg1Osp3WWbcD3oE4l66B2ISFSNEGpDC5m9qBxiTFuJQ
zGchPOypf2Th+QEiihqnoIgssBath4btyAZjaXyji3vykpuTSJHp39cjYXN16xjY9gRyIo9BptF9
GT2b3iYKelxpqAGmBlv3OIXbJAtGPCUjIU7LC4kAGMNvFT6xs/KOrqNQoy1ywEj2zs7j+eraDRmh
gvFczCI307KmRb1+dOfiPfe7e0yo4B+0ntaVQR1FLfNkoXzbl1Ggt6YA0htL8YtqiIwAYHk3rvRw
vXnPGs/uOhqMSxmvEPVerNCCzdxpwoCJuZ3D/M5kpLYRMxEF3F5fTH+CDeXLWxHkX0UIDCkkS5Hk
vZ1hUivbRHqyP5Ak37gZEu0eJ/pQ45I24+dAg2btrelbl+8tA5RH2wZ4Fr3AqULmkiH1GcAdZkA0
QGNhO8/lfQHpEOYuyuLRqA491rNYIgZJg+6npSw4s5RMsx3smBY/pML6gLTblj3Du9587+gBHiu0
7N40B4zd+nQPAH2OWzRlKdZpx/qM6EiQy9TtGN56GyBJ7GImhIvC/q4NFd3ekbsdfdh0ysKWPL6i
32o6YyIUJ79F8Ri1E0ArG72QB2JATnjLRKegYjj6vmM0twJqaf8Xd+e13DiXZelX6ajrQQ286Zjq
iKE3okR5pW4QUkoJ7z2efr5zlPUzM7s6Zvp2biAABI1ImIO91/rWxvLxuUdZfKUz1F+2goehpt0h
6pvyUJhrC4+RORHcPFnaxzCmISU0cQ9AZYT90j76SuAsgCmCAje06ga16EdsFY9qicF6xlWHpHJe
NcLnNcBNRGzkwWI1g/DGAfNBnWZIVn2ndwTuQI9MCjCiCjC0BVpKOqFZAipsXJdzeia5mXTz4rPi
XpfmE6Jjh0ajko435WMIAnIY8YqF9ZOnIDFOw/TceGmzbqJXPVQKTCZEKsPiQvTsPIYtJ7SCUsis
X3Ncb+KpPGQjsVMtuwNYyqMJ7XKJO45wSlCPGfKGUZ9Wcw9jyyzzN7WmEVXZ95UakzFAGnXig2nT
TTxHaK3fJgKHe5BEC89ornWuJYuM2zjHRmvQ4s50LK4LBWMWog8L7j8i88ONww/qhl4Y349B1q0T
w+AHql8SO/k22KJEvDdrfjmtKjcmSjjLt25R01Jm7dO3ItRO/dgSPANIN0X7g4Fn77Q+ErL8w62r
/VhgsIQUcPDzZqnGMM1NRsr4rKCc9q26N1u/vOKm6qjGyrkkl5lqzw1WgYeoL+9d5IviDL+JGd8w
OLrjGGmDEn9E/2kLCVOj2c9BP15j51+YlCjquLyjwHSIdOU98g2kJCkxaUl8UF00kian+aBFDq2u
G63KNpzUFDJVjHPdonbyRs649AgxEjzPXv0dGu0nGKRHEtDXM4G2IGOeGjzCXj5+j3xMK0D4Tkpk
vCtjdT8P2bKPo49e1e6ceVipXr+fk/wbWBNEMwX1I0xRq65L30alhO0+jB8a3ihfbzl8+B24Ubk2
aYaRdWPsvcguFlagPRq2Rd5wsg/oW3sNQqKy/VZU1sPAXcBQxJuUk3laJLumN4lgQKIRwmkGAhJi
L+Of3YXEohr8oCE7dwkvTFEN0hBo7hSQ+VuHEE6Ccp8AJ/EZ/ebO4S5Exe+zaF2lWqU6Oji3fKcM
fA73ZvZRVPTJazgo9cCFVUV0RS+Pg8qcToju3lvdPPrWtC8GsOnxmD+NVkCejIY6O2Fc1qrUPYv0
czKRNfvs4am4u3Gz3YRBWHM/EI59wwGE8l1j/Fjk7toucxL2StzE5xShM9L7nP+9SNqzxz4VwGSo
MOhB1K/mgR828fWFJYAZCHlagzqu3kPdaCJjbTvExowmzOGqbppF3TG2ptN+n4fcBfmx+YTGhOjk
g2dR/wDlsZipQbe5olEMHX+UZsJtVOI91ooJ0cCdv4VCo2H5Bs6WWF3GCdUWbwh/NLlx3VrOxOHp
7Tsw3HrbxSsjzNVTVXxO1MFsNCyRERrbvMOhbHd31ZyZe2TnITUO6A/JtDYH8Yt0d403psvU7X30
ZeHJT5qQu/J0k84+VuAowhCHWlUUc3LCRDaRwqlXg2ABrGTY1r1q7LUQxuXsj+9BEr7mFc6hKDw6
IX467sKJYMtghNOwVyieHkmLwRpH3w6+jerjkiH9CKIOsRg1ZSmz5KjDcwusFSHh7HHFcxvuMetQ
RHNPHaUqv5iuyGle6ylWtCgjGCjVgBo5pUl2nUH6btaJqGrgTXn8ZofBsB/VKsHUgxKEXX9hjQnR
Jg7Ubz2y7Ksx2RojYUg6KmvDyoQ775DhXqjKjviL3noMSNCpoCtZ2luefq/83nh0QzoEdUMeqK/G
x2YCrjs71oA2JMg3aUAolALsVoMBgktKZ4yhUZc0zDV57N0q72Nj0+jR3Rx3BeVys90HFcXPKuq5
Uw9IFPDxFNVWuav7uru2bubuu1rCfBrmwuUqNzFsRM6uK1OBl7R/mHTVWyjKHZ7Hiq+BkgSc6nAd
wv1Mck80dgYiYgrQt2UC6rutTKD4nbIy26RZeRYBYIafP01U4eogeIBoAvk8jp4TEeViDeYNwLez
YGpsQW6e1cp80EJCB3Q3jE52jYsUboeBdc+6K5u43k8giDcgzt7rMHhoEZOSKE2iiBtQVy30eq02
zb1LWjVnAyg8DlLNHG3RBIQE0YNLBWgRl1whSM+eN/XM0emSDr/ADc1YxAi9MzLxjQWHAA80CTjs
B1fIIFFQt/ouIdebz+X+yGMvW+acq4Cr5Ou+sndQQqZ1FD/Xk1KeTWR/Ws1u2MIe61KCqtQMlj9m
schTnxjggpAsneSgUxNhBJJ+7woFI7D+GCROtU88bsIsLzNu1GB+bawMmnhqFNc9YUhZWj1mvoPm
2MK0bk2Er+cDweqZ/wanK6UACI6ph5pEVSrd6ikvi9YZEUv/RLW/Ww3dZ9xMh9HIPqDSrhq9gCGj
2N9MO7+ZA/BUuJ0rEQiIR+Elb2A9215+Pzp8KPXWdaB1jlT1a+GxM191Z7h3c0oY6KqJdbYoKAQQ
egkJrzbcVcD/XOCntAmuG/iqA5Qz9aQShScYKjlkybHZaU7HgQ/3zmwncgH9ZVPf+5R0IigLCyfm
Bk7VyYkBuAXC574x/BuGBZT+Zw9HR5wsVEgJDse41+gIP2YEeF5CQYE+xN1Um8nKw1KARTB9C9k4
MYMf2fRhTfXJUX19pZW0/YyovNOjtebFDL7NbTbF12VWv9ZDyx6bfrMY7tojnv4wWFL/XZYKPlbL
diD6G/05EfcGhLYznDm12bM90jkME5sxl1p9zmnPbUrGXQrlLmObqN2tPg7PdBfXWUNGpu4cFK/7
MfOV9Jb56Y5pjZCQVxmCXca+FxmkM4KBTbKPTFuNgXdbTPa41HRiIjzoDSiCzFoEbvb2bW0hf2oS
vMAghm1idKLmtXGSdV00T4zyzE3Uudfd6JwUm5iSmrvWhaqlD33XvpSWfxCvVVvJCdP9kRHrtjVe
KoJy6Fhws0XCF9fWyBy2PgDqILupnPzF06fzoNoE5TSr1sfV27/ounPFL4noZaVDwrJif9Wg5TQj
zj4QHcmc1DlFLkZGJgSvr1NOUvBzGRKrBMAWM7c65XQySk6VUabdu9P8EDX5y0iho4UTiFH7imTt
ozEUj6n5wLe24ijdR8itO/oh9ejdWEN3I36vTqGgm8U3vOU1xFq1sG/9tnkdSqpacww9wu641x6R
qBaCKeZDeh12xhTFCz1FGFdnXBlNauulUVeU6atbO+2eidbm6264Auh3uu2SPWQtYpvIXJhKNVnn
tLO/xRZEvyKubhvvFgvSNeLDfe1OGxsbXs6weDFU1lPUgeTDwON3+amqYSiWifIwYjnim7uFwQQR
wvFo1oTASlKsMtiwPugqwj1uMAG1wdnokjvVJWC7TPvd2NbQGOgbNArS6MQnbag3byod0WQXfhQp
DdewIotjjJ6oPYecCWukiDqMaFsl8PHaN18pbB3TqdexM1K07kEZeME2HzDAcpeczauB06PZnQP8
fS37CELjU2Rq2ygOAUyFD3rMwFsxNjOevaQpd76vbKykXvo2XZcS32U50lVCD+v6aL+t7h4syaZV
uKf18i2Ybvo2nnqlF9E6i/J7seO3SvxWpFQ9uKYV/fUw4aczqhVh2S9pgkBWwYmSWOumdR9ptL8M
CDdjazxyh83pqlKftcEl63X6kRuImhD43k4c8gvNDvhxYDEsBy0/MvRAHG3udbXeZo2WQN190Kk+
YKCmmqBfj1GES7V8o339rRndnRYjQQz1bOsM33NEzzltT1OZVwIwoXBGdVvlfdaajy4zHyfdfWxC
6u4UIz7y1n6YEntNFjuAhOqJPuYrmmur819Vy7815+ZHUoWPeZ5sEiu5pecMHp/kSeKiXPQVeFNu
1H6rFNWDHRL9SfBc5KXvukof2Dbu8wDkpNV9pwyzm1sCjJO3WlExGzXfMo56JS+vujB+0UtBIVec
ZWAaqz5xdkmWnWdasEZB7zvQ602VcAEihBz14SF0CCtymr1rB4+6oZ0LfhPDdT/4rCBCUY/D7yiy
R5VOms31s9Kyc4zW0qw+/QmpYqBfNylch5JmnBPv0jC4iubx2oWebSj5aTbMY22UnxEGwjrpj5bS
vRgcVLZNB2rSslVEzzRRb9MmghyqH9IaoGbMDS7yzAUH2LOlWFdWhPuaYmPpVIswKq9DETXQ00xR
2+HGmMubQcepMxvXSqZRfuZ66QaHxieVWhseKC7d11xTFjMdkUJDozfNxL+wa3P2tDR1Mbkcnpl+
7krun+5ya8B4isOYUqTdtUe7EHdfoApIIZudG2si66W3EL94GLyXYmfx9ezsB2fNB3ZTQmGPqF9x
nsHs5jQ1KZU5RSvY9n4G2nOCaFKQdL8Ibsw+3Xlt/qCZ7rqHH+EUlrFoi4pAs/ImJVy4c+6NeNhb
k4E4gQp/oL9YU25ss5ESkDPdwxbiLQaYR1Z9A4vsFE/6Gdv+Oy7LXVADMsnmK58uajPP11nSvGZd
dFdkD14IS81wnOfJffW9ibzT8Xuh4CXG0HPdNsmdv3Tn8XHQqreh2/R1czU0zUtoTt+A8K2zxHsK
XQ65HEyb2bTfJz06mVTBaYtsSxW+NOgUghhqgv6gHEZAyxPHIWUGzW2PLiZCKDF41OIymtFJcQJS
tPUTxkicMdCH8zMNJXGOow2pTwnJINDyTcUwCxrCvUZYx6p3tEe6WyePYCLUAQfucXaRmT6ZPYf9
MAe8+nxUKT+URrPLtZrdj8KTZZ4Z835OPO5r7trz8PJpN3aVPRTw+gLjdpyj52ao723L2kBEAGAJ
qKUNoZEgkY3LjaKEFKgtb41h5Yd432Syb1XDO4ZVeMKXRvixwN+IN8xM7d7JEAFGoXc1Bt0dcWgH
bjswDUaPOozWti+enGWtzSdLC4OFP5rch4Q94ZPuUQnpP4uNxqx67pyA273oU2/ClsxKm0S98rYL
Nw52mGGVFvm9i6TE7OZVgo5Yb3wS5AzrTp2RqnveauYGbuEXMZXhsaGNOD8ZcycoDZsSwX0TuUvb
pCgC5SuhK1+2MO4pMINTOcEiINJj4nIwDrva6W8836ZMaO79obmZFOc0BTjpQ3hUs7E3X/qOIvb0
0M/Raoymnet2N2b0LRClzKH4jAf3nWrr3s7pgQqBfuC8V94jLZpd4Kefvume/BCwymSTs642b7Nv
3/kZoIsu3Ls5FZyO+HiNVg6h1NCUOEWWGRasyVt2k/Oa001bWXTI0xREUQKCBg2XSWCeqS2B1Sgr
h7bqMm7B9vfIBuhA5UsY94xtM/2bOGUGzfhiZ3jA6f7YS6W5sd3WwGShVgd4HBAGVj6qiZM1hbuW
8cQBY7rUNP7P7+O/B5/FuUjhJ+WNJNB9L8qpZhdv/1j8j+1ncf2WfTb/Szzrr63+4/dFnvTzRVdv
7dtvC+u8jdrptvusp7vPpkvbfwLvxJb/rw/+26d8lYep/PzH394+uAKvImRH0ff2V3ifYxug9v5r
0SaCjaJ++yj+83N+qjXRcCCvhEnuWYbNLbSA+v2Ua2qq93euJCqsP0u38PnyTnmBRPAffzO1v6vg
92yeqeL/1VWUnE3BIfiPv4EC9DC3ea7tWJZBy9777/D++Bi/4/5U0YNzPPCBSEMBqpt/4P5AF5eq
r8wkz9UMNh1A3gKTgbL5r7mvdeWIujieItFBk/Nyq//02OjjXamnCe2leJXL68lFOSk0gUxwsYpC
fTi37MAzSWjwYXrQvrlQs1NFwVvXNM24zAKXHD2xMhK6dzkBqsXDXxvV3CvNS7labpX+vukvL3fZ
5vJKcm5UOP7rbvjWM6CgUPLPt/njXQeZHnV5WM79sc3XJ2sUh0AOb+SkKF5MbpNrzTP2eA9BX7sv
nbrfNn5eH/IZ8y3KLcoqQ+JjYJBr5cSxm9+WE6xEXOh5EjzUBRgpuAPi2XJV2gNU0R7k/GVDuSgn
ly2/NhdP/OUN/tXDf6wL8sIFOmqfxPCvs9Vyf3klOWd4Djeflb1h1FJwHy6iv+SsnGB0Io/rr4k+
wktdwhz5ubIz4CjPXuN8/ZSXX1F+eX8s5vL3dykgYtNzSIe3S4hotemWB3wz1SE20chCwIeiFAbs
tXInLDKS72sNaqXcUK6Tc1/Pk7u0bjHa11rtWu6nk1wnHyYC6lgZIRA98SbpYIuMRcYBvzxXzuqD
ebY7mlVy6bLzy8WvFxUfkGQSJH7XshdvRjpFcTkrJ9Gg9TSJ3nKBOZqCWgcZhCiGY4JJznAD5yJz
poMwYBJIFUm6cIo0rHdytp1alDJQKbQwy1etKwQCgoMpJ11D1iaqmnoFRzLawWvB6M2DRDv93EJN
/K2e1+pWEox8wcKLJcrnssx4xyBmJP+mjzW2bjGxBRJCzhmpCjBUTORiOk/P81S66y9yRAAz3cvN
3SitK7jbMbC4EcMBr3Z2qkUqnFQuBI6In/1lFtjFSE0Is91YrRJsQgmFNj87ZHLW1YDJDBURrFZ2
tgOPXGtLPcl/LJ893kLOulaHdDjNqKgWHpfgXHf07EYRwTQxDeLYnDx1ffn4jhY7K71S04UtdttS
H4tDK6ihclFOMIf9XEyy6uQ2oQtoAtJT60CsJ0PSTISLi68ny8CJzOTgyW/hQtKQ76Z2+HMYFtG6
rEVebDTSNqWzhU2vQlrpcCMidRJBVDFrWbg+yyTHKZNQZ3HRGSzLqFQWE0gCTPLiI5naTP8rjNlD
C91zKLnxoeRvYsKh6fxG38lV8he6/Fb+Zi77/JBKc3qSZk9lkweEzgqveiroHxMGPmKqhOlRhfwV
AaqSuBjfsZ484fMfzHkfo+fdAudoDheUDKWFtW6m6U7yDL5QQtIaNJa4giTQoAoVNDUGMdDtQPW0
FaoOI1H+KfCQy/Br7jU3KTdWDyUAZDq3GnLWF64XOeeCO2RnCq4kI0AT0t2kDcaf9ABXIAQC0ljI
3YHFZXnBC6rV5jCJiZy7LLozwiBzDn/IVV0XfHP7kZxr7pE4pShOc3DTzN8YwQwQHI6KXIVWShR7
QZsl7nNpppzvhQ9K/tuuNC9dlkc1GhckWZSQ6/hn5X/49W9iyWSvE9aisiUrXUVJn/APXv5LuSj/
35JuwMHsMYi5tQ93lII7dIloKf9z+e86Ss9uaMmpXCHoX3SjYWALlgKlM87nOkb4X/ZXuXcUCXGq
Bi6xhUFrFi7iX+wXr6N/FRra9rLKhJNfhRx5koUUCyrSZRLMKZZ4K0JGJt6ycKthU6n9OZYuNmHB
M8VlWy6CpeQmRC5bmonob0Zr78kBQadU+UFOVBfHK17QfkMJOlra1IVXpd6SYyT2eXv0h0PmwEmJ
sx7hQpmPB7nOz6dXp2jjDR28+CgndprQhirgyQ6AYVbGbJFxKogYY4AtTs45bsBOmif1uK8d5BST
ixLbtZcoOZtDmWUju4NaYUYTk34cuV1WxwyrtDAkwnyjeVPhZvxaNitUH7nHnVAYEKNa1hxb8uev
xQ8pJzPdPFJzJ+T+OnFdhCE72rzUJR1D7M+tomawCJCptEXEFY+vT6Ix5NxlEaiZtoa3iO+SWzxn
mrWDnASB9mz1GKZnwe5QxalTTpyI8+llnVxEA+gBORCPyG3kw5dFuc6IARrpk32US5S/OTfL7b5m
5dpfXudr1oVXYrec92zcJpu6qa50slQOI8LIg96M1l5tbgsdLkrXQQQz4WmQPRmg1rNAdw15lqx0
xA3oh9nPWjEmarBni8Y7K79m5eOcVG78jK6mitV5ARiRy4S4yNAq4lPKWblSTkrxsJxTGDVz0RC7
2+U5crG/NTor+noR+ZBcK19ossU1K9FnOhSNXTI0EcuReJHLK3HrV4neWY7+Thx48uFCjmfkbChH
n+I5sZiTiwiD+BEuy3LDy+LXw19ZpnJL+aRUHjGX15TbXxa/Hv7j3ZB5Ma6WG1leXGzbrvz6BHLV
L5/ya8Ov13CqGjMTCQuUvLjoo8TnbENxoTzIZV83eyK3Wm7JxTo56f6ak4uzy9VJbiznLs+Vi91c
hQf6anLBRLCTfs2qlj3PS7kxuGzWytmvtZfXubwVV0R1GZAdtpSPyve7vL2cu2z8yyteXuuPj/jH
Uy7bjRFnCjfa6eJg1cRhKyfzX3N/LBpTxt09cClyxNkYbUN5qMRo4zIxraxe+9b0IVepHfjtBSjQ
Xzf5Y1Fu+F+uK8B9QRBPVHqivJEhxwuXt5PP+3qXf/k4rV0fjkll/vzEf/2j8rPL/6KRJyk5+/Vf
iW3kw7URc/q6/KuXbSwtsPZ9tUPgZewGJJbyG5QT+eUNSGNmkt+GbKMkNvAsANE9lq4V5FEGeULj
HUJjQi/CKE2y4/EYMeSTy5fJ18o6By7pVZXOhen3jeibcY2SLylfRC7Lp3+tlMvqhORIy2cEsYhT
QuGvKQdV4UYWllsLh2eBdLldVzWSELeOyWG3atppVUlGi2kouCHkZW805+GediEulKrZIWmPV52G
7E8VA2hTDNs6OZaUGH49DPn/3Roz/gSOiRB2sus9waSTc6EE04l1ZtQ7W271dxf/sCdHVXFul0vP
oAI5pUGkLpUjzhhyN+UQb5RUzRyh4SIS12/hNznIlbbSKMteJ0WbrsSdHnr1JlXRURIO6R5UgTTs
heJvFJPOLMp91PqLGr3eIRb3KnIu65t9HDNmqFWwpiDC1cMg2HD4FeETF9Y7cjeQrkKefJnIdfbQ
tAjdIDcPLolDylxh1xIaRb2ZQ+A5ZP5qVfwy11DtSITlcgyvktGZmDSz1e+L4lnlFMyOIMZZF5+1
nJMT+UBakvDZotdYRplNDLSc6AguGuK8fXluRNzCmXkW5Qdpw/+alWvVHKeSie9yIizpIBIWGDRH
/L9BPYkYmn8+T24sPftyTj4i56yQKi4/BhWi9pdJ9vuifFSuiyrIyoo3WqtcQAypbvcQAk06xtga
l3Ld5QE5N4qvCmolwgYxmpe/r5y7THqxD8jfXK6Ti60mij6X5a+5ubsN56nbJF93C+IF5QPyyfJ5
+BOuW9vEFyEuuZ1UpIvv77KoyEskwjwulASp5YdKExfey6YhlhG4z1Q/f9koBW4QRUJ1wK2qNxd+
s8Nx1B/I0eOL1x2XwZFGWENiR2Dxyh5YDsIiMm3L7kpOumogNqZzd4464rgIBNJATjrAPAwiTHfV
q135dQKv6ID/83QlzmGZpqI17IXAJXenA4mRgHwRqBucwbHtMLksdrNJE+qyLOfkNnJruVj6avr/
dyakpory5n9dY/3f6dv7W/abI/7rKT9LrK75d5fYE9X2XN3U2UN+ccS7fzcdTadM6uq2xpTq5s8S
K454Sq8WTnnVMG3b8ZxLiVX9u66bBrVSPPYWfQ3tv1Ni1ajw/haowsu4hvgY2Pmo5P4ZqBJrpW42
hqnsWriCG90dY/Qc3lHBMAVNbkPSQA4iNFAXQQO5C4JstJx75KS/fGc/6+7/lnfZuYjytvnH3/7l
x3A8rN58GkrK+h+FXlq49dTPvYI6CzPHlOrusfW7d6dRP7y8XQUVhEhAZgoUONdZ4uYEzqWPxte+
+Vv5/7eP8Ue9GROm7WmaYZikcDq2afHT/xov45pa3Hi94e9UbnZWfmqm60mjg6z4S6N39sNQoGj1
z3bkvaRTzaW1QBug0SQFPqlsG6OnbR7l1fr/8u2YJtX2P34mx+C0jFGLTArDUcXP+P3tjkAq8W3+
D+InrUpzan/n9GhdMsigWzOubrQidK8yB6XuOJrjqghD8IezrnJHNaJdiXUT+XIDGq3Hp7K2bFy4
fhcc+rLwrjSEL1eE4yaj7141ej5TdsnOaLnMq+mvSUo1eBVaSJzLiXJcPqCC7rxwvJmraMJePT37
wNuPo48lyIiU4hRMDHYIu/hUKtc+mLdWcFdRrefMPmy56ci5QhJhQ7TZD4LPRkYb0lUWoypodg4E
J5/0k7WtGiFxDEl7UrPmox+x29CMBLeIdkON53u3qH0I+t/9AE8hOY8bkVUYHPwepQknWkx/kJix
ktFfLIgtWbZ2huVdqa6d+MObkrMZD+ExTVIPdgC9NqNKp2OuDw9+0MMs6jp73XhHFd9JrOv5VUoJ
fINQCSGoswPINFwVEXmddSjYX9RCksk1gUiuCj8lPkDbAYprcZf8mCpop+R10AoMvc9W/CB5OJ6G
6DmDs7Yd2y5bzQEuVRybWMwgTpJxBnHbaFdwkbZDj0AXrfhnninoKcAakev9w8nnc0HoYGUYy9hE
VTf21W18z8DofXCyetn0kMDiwkPr07U3CdmXcxkRANR7qyawUMwaJZ6tur8KMnCxCrJu8iYnAkXN
jVHrZwLod06eBAv6qPeiCbTVtXgveg/boMcgWIbTyiK33dUR/yoTnnmSLNNDOVbvNgZO3zlrs/Ma
OMCSSwvNphL6z/QaiDqA5ICtVr1tsc07SfqpmROI5wyYZJ3NDoRChEHq0IMqc75p5X2kEclJZz+6
idX3AD/XMrFWjotlLMwYTaujujWS4XMscKiUohVBJgliHy7QMfdbG8fFDuLn4wkiYrMhNMM4m1k+
r+gjsVdM4XaskRzFmf19ChCZgkRrl8U0/CBf1lwm2gTavYP4qNlENzQdaSJaGsBsYNSAlbu0Trlf
X1nJ4K+iCmx5qen1jnzmQ4E/cxXSyz1gmeoOpuKgRZazajx0h8ska0NrVdF3QErHA4pVvaMXm9eZ
qKGXkPFRzViI9xilylW9rLXLZTlpu/wRSDcEsr82kXOJrMGLyeUBue6yKOdqa5y3MRkMcjiT6z3l
L/KUnoHd2Wu5rhOjQjlHtpqzJontWQ9zDKNfI8PILJrjZUNNVCyL2rFRETGKkpPCw6++/Bo+ynt/
vtJ6iSIaipkYT7EfUTr4msqtIg+LyjygiJWL9V+vJBdnu8Nr8TX++uWTTDC6d/6Eqbah92NWGulM
4omXz+bKesrX+8i1UJv58PLl4RvyGeRsJT8up5B8GfvI4+yUiPXY++wMk91LYfckkfF9AKGMUYKD
J7DaaVkH1bENA3fTx/658dXtMKj+ms7Iqh7r4RCO/UNkNuAhbogdjp9sW7/KEZbmME9vnWp+Mo0O
MP5wKAlRIohDQZ1Shi1pWl22k8HJHBfqnqDmEHpY4F6ndY3zAIiHYutrK6Il2DvxXYxaI7aNGz9R
PeJk21s9cL1tn3evKUVeBxYzBdsaoZoHCdwKiOnQXPOaEr5/leevmkoYBu7PVRtzZ8j5e1j4XvnZ
khS6yO16h6t1gFNdgyK0hF1E1e49QOLboi+vlRGq7Byme0Qf84NuFFtc398bB3ZCZOrrOscKllkF
6sigus1n5MGj34yrMjQ77uNKj05kbKFrRnYVTZA+JsS0jo7RuUUWqA4q/peQxkeRZt0iAThQRxPM
wIhI0zqcbxSLaAaO329Vd4NMq0DkYkBI+EicwL6yCSZZ1XZOgnA4duuuFRctj/RScjOAzwYbt+m6
TUWpS203GSk1FC2iif7N+DjZEBwNUDGbXnFN1LTHZgytszMHO8zV/ko30aZE3Uc9ZJ/mPL/3av2I
eCO/U3qn2umKh5WfS10wROVNTlrLwghoHqpdXBzNH4z3PPLtJ2yMSKT7cEqXVdK/NSNCXQdexNJw
IiAaNtdRtdaPRCxzMlYP5GZQjLUSDC84IvpZ40qaaYvMpmZX9XqP6WPVpGdXLcjN0fAqlGX4Iyr6
Q1ZpR6uuPjQX7McUuOuyusEV/hJ5ugGyBDmhU3VUpHGDDpHxbHdveR/pR821skUEZH6nFMq91hn1
tjezraFF1Co1+13Pqk8Uujr9napaTzP3dnBhWmK9j5o9nlLXpIVazNezQkNxthrohqD0BxpOOHgo
bqjsAXqFYN7BZhBbu8nSr5J0QgFZ7FTKBsiL4htbDye8dYw3TTvgnqfYaLp+rLp+XAdT6KyaNlHO
BaOZfT9+ztyq4RsN5k3sz5ugHV4jMtqAihJXEoS3aZR95xDf95Z9izcwWzuldTXX2Spx8ke/zYEf
FvWDbV0X/Z1rWmt3bO8yn7wFpdbf6r7coeEB1FHSvo3c8IVCC1pOF51rPo9rrwQiibmt6oujAcoj
G/0lBF2UVopOOGcdnNXQ4dib73rbuJuy/mXwDYhTUJiOlF03Sh84SzwyjPz2iQXdeca/qkQ0G+xg
vKs1MyN2rOOSOxs/PBd4YaAfx8KAcQmPat2X5dbN1Nexwt8TeuV3M0/axeBgawFMgyAy4iqWRPeD
p1P/73tj1W1z52Qb0MxjCidcfsJFN3prLeiUxUhPpz3omXt2nercCCzKqEDCmJJv9C5OwLWe6oRM
dw9lQq8A1euJhx6mMyZDvujJvfXrBj1f/1C4WNjLKDQ5Tabj0lW8O8d3ObuEIcmAQbceHYuLcD01
YCb0Xen0z7HaW0s3iImuqGsODuw2SbVpc7NYVEZ0ZdukKgbYcPtoF47Tld3S0EB7fJWnxmqc++5Y
z3f6jFrN1YeAym/5WtLrX3Sm9hS3Abe7pvHgzEc30vgV/fCkqunDFNuowNU3bEjkVz0qoU32Itm4
DGnDuLgPvAy3BzlIpud+5EP2XJQGndNo5x2nDmqrnTnhygi89Jryr6ni/h6z67SyDcJVJ+6mxCNy
3dfDAFIZS9m0tovyoeIis8M4/iK38lHAr8tuFGF+QXOtMIjZ6iq7DebLln9GU/CwZfk1fY/pSif9
EAzABAPTWre6kq2pjYH7sj20wzNd+wij1wojUrAis4EQF7KaFphpkfepP5xdX1TTlRFUzpoyxl1t
+vusbJyT0YK+R6xMB2DWxo2DppH6CqrlmUuar5Yjru+HCBkhUmA+iani47Ebn3wt2+Hr61XyOBD5
DfXcr8rOQg8Mr7adc5H0w2Qk855+4NsQ1nitEy/lh5/KVeKOcI6dyTj1/N4zf8m9579us5NX6p86
xqilooyvSmngKPMX3CL5V3E7gh5Ti3MD6HKb5+Ypt6A463MHUg2+uGqUPxTFvkkcYzzMbYA21TC4
6LXGNVyOheOn6eldjfEGgo7co1bf61ji6Z7UJ3PQmmtKiLdWqqt7J2uyq3LKIPIoDc91AIaKH5Hu
Wgx1CA2nqheEX4IUX7tV7xMZAeeBXMYgo76qjPaxMzFztRiPrkUE2vWIHjz3k+uGxvBOm6r3qAgO
hum3Ry8eEnLD5ju/G6Zrc3RNyvMUw7LkR2jzGT08TU3P2+CXIB7MKq4HpOEaVSAGjdZzRSQcbjV1
R+dpVeARdS1+lbQmqIM7jv5ar9V9n6iUr8vpELr5TZpo/v7/cHceTW4ra5r+L7PHDSDhEovZ0BdN
WRVlNgiqpIL3Hr++n4ROtHR0T+tGz3IWYtCpAAJpPvMa8Of12rJzfzPP+Nn7nratjGlCrrWoTh5Y
+hwxkHuoPcO9J4bv1Dlxq9EZ6MAYUyjeK/sQDzhNOC2Ri+WiMKL7GFZLM/rqBaAWI18mZ7cusM0G
mOOL+Zssxkfb++oAUlTVqeUB9suAvr8ScVyeNou04/KRqVQLXATiVZ956Skvz+JFHvLn6+VNa2la
Lk/D5fOla7m8/sc3G2QqE6VXmXeIly0d7qW3vTyLVH/0f3y5fOW37vjy5eW//Y9/SiotTmxAaPOr
JvryB1i/bQ3lzt8QCMvLP7/3o2//T9+pWPhp9mMCptRGf/4pdxEj/fk6U1qly8vfMQCYjSJbunxk
hafMB7cPe7NVWqjLm798HlhKNnV5N5FKTHV5ujwsmIIO0VUoGWJLqNTqdKc5ZlLZLNTL05T6O933
11SJxAo/fsB2JyXwNNOPjp3t2yIwHuBLIKCfTIBySfHuELpG1yTplZ+H9DcVSMwt4NnHMA6eItW9
rGdGdQdZPnQyjCitIrtAM0RhuM2aXSX99CIzbFEBVwCvVy/7wEgvkUZRFIQxpj7lYKHbbF5j3bb2
s0kqnUJj21rYz5cbx+kOUV4bd1JK8+yikDjr9YtLGyC04gMEQfTWwyg9lyH+d7rJHmYgFY1+Xn8n
a/0BzWX4zjMEifPE6eHciqrv5B3cdi7QODy+kojP5z7X5vPyTNaCIKHw2GnVB0Dc5zM8iyOF//iu
qaK/vhYg8HsGFQGO2EBlAox6VXIms/2ZhkF+QfeS9vdETtAkOqJOpr+R7ayE5QNkrxxx7FM/wFGE
B4PaRRPT8oqrylghEO9s0ntL0y6IiuCOllfmSQSPKRsb14g/SDrP9jIX45nVdDzbQfahErbLusw3
6GgP50QbBjS6ArFtgGfBtikz0vSUCgMkGVfU5WVWQvqxT/8CV9Q38Bpi53eIh3tNdZChdUJC2D5p
fXvwKxK8OcW/pvDiDKJYdANej3x7HH2qPSfaB7LQz2g16ufl2fJgDviFe7YOWiHNyZfsaEftRzO5
Bf2cCKQ41X8qJy/fUZmhqi49+1RluXOyTYQQauluJsN985QYimvXwCODFnoJrzo1UsgvqFNaMNJ/
vofB1bRSgO9+eC5zol7MgazzMrCWZ7IfIAzZyu/KEBOBY3vuhs45YOFunr2hhb0Wx/DILVFulJWo
jXyJ+mj53BlK8yzbQx3iDhFCOKZmOwDsKOY7uySjnIr2hGKE0jLUXEIt6Z+Fnmnn5VkaoKAVmYiL
eVl5ibKz20bNIepsONumrcG2T6uPcyeOOJ/OW1ENsO+UUIwj0uRsuu1nhDw9C+WB5d1Am+qNY8Jj
waAlPrv//c3l68uDK0+x032gAguLdAKRZPaZh2kJO3Gkrjv4lnYt1TWEMz2flwe0+ZFmMgz0sJuS
RBBYzBwOfz1oUYBm+fL6x1NNi+GPOWS4nTZflw9wUItPRdxBMf7li8vT5a8tny8vXV2piSZ0+377
4OdRly//fIlSIoYFHSHvz/d+HrQ0m+w4dR/NWILnQngu+eXUy8AhBUBr9Zfz+3kqP0+vWs487amc
+fQC1ssnAwPOs2J9//N7Pw/781R+O9vlK7+dxvLl5Xt9G72lXXWpQS3uAwsswohhiGaXyUvSIbA9
QIFSbb2NBVL9saDgrMRjPhUY797H8ITWAZWfLVF6tMaWy754YbIb3Ga+x9L8ZOrjm17DG5kTj9lQ
2zCl7RThkFSIM8XHx8CenQNRPVp480MQf2xcfZ9Ss9iKOnkTxLmo4HseixSZrlVg0GEyO62Aemyp
o1pBbhl+kfk+KtDZlXMjt8MwzrSZhb7PWsAbDmqyVic/A7DSL06XfgrJa/ZUN0hHTcydeSnuOAmI
HQ3hIOgSudOMx2CeggtM+S+ZPsmPfXgrMWMsa8gqsFAzKNx44vZPOVSaVdtGHebnlLlniXwNOvif
Qw2Nv3mYh7NVUUgaOvOts5o3upDWnap0bPsY2lw7xvet1X9ufPmIuxi2PVgqhkmDCepH8jQbgmC6
nblHW9ZzZIVBp680OSAyhHqk1oXei2/riNOjValpmaQBAALVn4ITcT/AF6fcocZC6uRZX+0Sr8wK
h9ucKfgMAdmmgg6ovg3qZO/pBeYyMEpGhbNHhBe5M+o9hgV9f+6cZC0a/etQNV9a3TZ21kRiMVvm
Lio/zbEdvGRNspeecHYMksswsP0XVvzYVxiFu/X4oPX+fa94nkxl65geZmA4pGAaVHGnftK9dlsn
Ubntei0/+Oh/nGys1IfoQUNRAydoH4s4Cz6/hAVTFCKkAN2V9+2X2HfkeUCk7UPrRceW8uVd0ccW
rU+USCl+2btQQ6/CKAvnAYwq+IAMs22rmXd4RNrPRhzsoH86q75wLoM2GBdf9/cxjojHNM/HTeqH
8lRFw3eBCTmo48BUfGPAsC2oNWpnQM+8GcpUJjSA8R1oDzvQ7ghIwD6E2jYhJd7qmd6uYxcRCEQK
oatNs/aEbuF9J4cOFg6Yvr7DUNTuSmifU/xuhTJ50K3CA3fcqUqbSZFv2MNr6fCB7Qdc/zQbavvw
lawPfQxnBiFti7sqk3eJgdX10nj6/5UPg4i49cdm7eXWNLe3sGu+t23zKyvmr//5V8/W8f7FYJU0
ZC3X+ZuIuWv+i1nomLRmzaWd+7Nla4l/EephCuFIRwmVm3z0FysGwoxQJBvdxXjCw8vc+d+0bGn9
/q0VKKXh6p5rIphOL1D3xN9bgZ45URqED0+PcrgvLB17cWuFv4a50yTSN5HEE/7P/cd/OqLQFd0H
xpGAJ/T3I6YQby1UhsoDfu2+2QNxK1+Fcx6sfkCqOuzWfz7c771O9QM5kGdSSRLgGVST9pdeZ4D4
w1yXSXkw0p0FtW6tudO1nJObQ8H8f30oadKYR2De4dcJ6++HYg8wvKKey8PUJO9Jmrz7WvSO2ItM
gq9/PtLvnWV+FEey6SC7jIF/u2sIus7styM8bW1Ah1lWFXGDk64TICn/4fopJf3fR4gEwmNBnUJL
3zDUBf71AkKmtgrsZw5mggdyb+pXyIlYTTinUacXDFcb40V5Z9QtAfRU7dzevacUhLl4fvnzr/b+
6UyEoJLsmYZjyd+ur9tnEiO6AS9yT9tB3mD7nZ6nYLxCIL2O5fjcWO53H6v5Px92+YU/2H133/7v
/2FecLUhx4GcAFqhoBJ/vwKaYRfALgqGkNIk0Ftl36cUlJ6rlmpqp+GCGpzjfL7GsvLRN4putVXv
SqzqEFyozRWuMR9iJ/nw/3JalgmdznVVmf+3ieTQkwWylZeH1lIqZ6l9cFyO1iIhttJl+63TL12t
UuwYlRHdaddtkT5NSab8p/oXiWHONKOQ5gTgUf4bsvIP8It/vE22K1iekChnefn75Zq7uJuQ7i4P
WlfVh7InGapBLk4TGdtgMSPQnEe84HMpEHP886H/Dfmx3Kpfjv0bskFKz+qJlUpYN+bDoCNu0wWJ
ifantqLldB11xOb1eDwMjvM1il5zpDf+w2j5h/WGJfvnr//trgw4rwI25wyoG6N/445X1NNvs1KN
jlkS/vx7hW78+9UGECRVzOqSuQn3t8FZ+BmKVUWZHQq93LmVC7M9eR/0OVlNek90Rbe5yjd9Gr12
LRJ1U6i1iDgNz2A0D63XA0HTp5Pk/xCNnDyfsWNq3nEcMH9o0OUOorWX9PeB3j3TXXxG4Wu0i48j
C5wXoZtERYN8dLzOyoO2OCMK3DkwwOeCv6O+3ylORW+uxYB312S+AP9el4ST60bi2jWfQNaaKP3z
JbuFkG929/mM9rhro0Y02OvCB9CgJtRIzmtZzl2PAURohIdUKXKFZr/mjuaXRUNKswysJKbb0IyP
UYWofWBi4zLeFR7nmOuUS5L8sXUVMCDMtXWWodrhhMldVgWHyad1FM/XttIPNFiTLr6lOC4kKJit
e2+HbGSLv3O/FV78jjf1eyHidzWehMcQNihfrKL8ybSbNxjsFcbL8U1PBrEOBZTsATX7Ubxpbk9p
tw/fnTDaC9e9wPlEd4bfZYzOYaC1i8L71rabTc31XBaP1qGdo3TucPrS0DDJbrCmrlbNBRKseIMH
HH2YpmcjQo1Q726DaivLGc24GGZH34Yr32UcDC2xemGM9JFcbotSv5sy2DB4USyXH7Xt9yGBFFNo
H2zaGqTd2XtNWcurw/fWDS6AztBnmjINlWv95Pflmwdv3Rr5qZoSWLRn/QrL4p729ijRpbWRpUPg
+ioF8rWtx7pYYuscGg9l0dGvsTgTX85PoykZsPPVk/2z582HLLPpT/b8f6/xtk9JQ3nJKYObZ3MJ
ckzj8+hb1Y8nCyUgdQhYm8/hoAYaNpjqeNFUfaHKhAVSejNnnT4lV4rg534sHVAi+lVD1UaztPek
SG5GnN16Bagwx2sFA4X20EoWwZNZCApLtfEcy3pDR4IxRW8eB47uCc82/ji5OB4kjE+LTgXS1dTV
dLTwZHiiXEC+RHgxc0ZrxC53VRlpyo3yFiNCCCSkAonRf5cRhxMKolI73rSvkvvie4atyqONTCEq
b86ReXVezt5N+H2j0T+rfTeuyL6im0AJZq5QcUDZeJjI31s3xUcBFWiAaEg96lc1lAe1OUM1vddA
WVPnyw6g8xin7HV7zEzXwu+vZo0CQoO80F0ST6+IliM6MHJuXRp2PKAHlrw7fo3muu6PjA8gOIEZ
PyzDERzWe6wmLg7VFZiH9JMpgie3zcXadzn0spTIKH0fnPHqpcwV/LgUf6IZrhiEmtB6WYsrH3U2
bcYXsfBjZKrCW9sTR+DYzeSkPzFNeHUSEy7LVq+2+hDlqGFkCJUIbI0jBoFxO10NdaPWRaC/+fOq
j9wnfQYc3bnd87pLwne3KDHg01n62jqgVZu8unVy09A4q6L2CyyXnnRp6BkuRpDcpIb8qq6Pe6dj
y/IGQuAR3uVqQLR3v3zB6/ZBNTDJ3P4q1Zq5iNFhr6PkxziUwVF89qFNrZn3DWK/CNudxqk9l2hc
IshT4zexwxrupNeRtkk8/6J3XBsPLuF+QBLb67dj7SLmY0aUjlPWbc0Loh1NxIu0QSZMo7g6qZpd
aH3xh6qVg7892CVm+pJ01wawdBh13hZ8+qao/HTjXzAXsCmccmFKiT5piwtKYVHbEw2OtSG4XrO6
c1tW0QZ5NxSXRn+l6RzW0enSTVW0xzYQHRZNrkXbXFDvaFbYpqMBUlovYY8ziTaW3jYt49cx6Gnk
5Fa29ZTaJI7K21hjXqUh18oZpqueDnKzDMgleHG6+F1tB7C93rFnOVBpBDE3Xds2r1ZTq39DKv4F
pc41YpZPg696pUhNDngHkbW36x+3aGo/dl62H7PguAz+LlMy/aCVgV5pEQMKy/SbYaBoaKRw/Jop
2U3VQL7MsAZaU2yLqfve+RDX7QIxU9qidwP1cAMHk11EtXiVTijjjnBKYULWr1XHFQmaaCer7Nx6
mrupK+Or0zX2xp+hmxigNoAUCHxV40ps9IExbwbaHhuBiBvY9WswDFvpZkzKcgb5MCJUXZvB0R2Y
PrbGPKSJt+nRzVt1MZ7oZVGiyTUfYnqpDM9m2oAhp+yfe3dRjpFI2FbjhvYx5vZMwtopLnmJwS41
JMHw+15JHGY61q2JPXPlI1eqZ4iYVVykHlRImYKS7CQGC6bNwXoW8yo2sQGJ+q2d0Ptf7l2RMof6
uX3PrWtT4xMzMlzarHY3piduSTjJTaJTi+lxiRS1VHKw3HbXNW78x3vAwRFQgeFgWQEWFyomwsLm
DdAOSZIXe7jQOisvMYHBIqu+Kmy4g3ZIfhEOVEezVlt3KpZFpj5ed/gI4+QxyHWR86NiC0X81rmi
jt2uQ797mfPhSai13HbuqfSjZdmwcgSD+cnNaZYsS5DdIeYbG9k2LDHkcgVSIuVb2dhXqtrf05Fp
a0r91R1cfTNjsLFCk4huU+T163TgGXcl3bRyPFekBzurhGxXcs9N9D7XCZoPbdfRMRCougX5B5j7
0db1WzwtYxrzFvviZp6gz87BuQGkxAwnMOiYyziNjva5y6kh5y+ilf0L1qNcqKK5iFm+TdnwZLh4
qMfon6BTdwyCyfmCRKEOHajVhg9xYZ373gTgYpjRJh6iT7Lp9RPYqOGsSfuURKm/NwtYoYhrVj4a
REE16hhQgUFpBaLIyJJirBQWb5GHuMVcxck+xyAgMq4eWApnirw19kCvEVvpBh1Ad5yru6mq2QT1
dK9XGJAwoFU5UlnNZJKKYa3pGyeqEEoS0xbnT/BW5kVvxEs+OMCLvyw5ucWwH3Ksfjt3LxsfqdNs
rNepec4jhyXTFo/2iK2FURQPiYP7q63JQxmWG9gg+RZsR4YZt7wa0VTctUm5qRI44kHWPepGz5fR
mMpEE5ysrDpVVlftOgfRKKed+m3u0dyMK8S/MSrrsCbHuarFyyfy9mOZnWzPqpgUybMHtdfOrnIA
+lGqkIFWONGrDmOoRMAUxA+oWr+XG4Mwz3bfgOIRbHYDSmlD0q3T4gEC0BlzFmg3Wl2s8YTWJfFW
P1qfaIbNiFWykqNfRaAFj3BdmS1T32H+T5516DPwjGMR7l2TA3qVjYlBaXdrrMbLXS86fH4iCdrQ
ZVxOW9urcTqYPLl3J4ULxQWD0qy+6dpiIOcDjVXTiQT2UlNbnypl63MsKAyyI420VFAVk179kAzo
e9mI32zy1toYbeJuQeOBw+ipMkfMtHkeejy74KOaMt3kEg91T+QHV2LQiklMfRigNDfo91UNkGsv
qKP9gL9mofn+umaH2bShP8EN1oENaUjQBUR+OAF87RuUfLCHYYFQR3daNL/tKtraTvhu1u6ROZiC
ulXlZbMgyaRXQHnXWPtjYN3NNcLWAXUCljNv7+f5s6gssZ+zEPGHwDx0nonTjSb3owb6ZxThxXM6
vOeD1xT8+W7qm69ppfnA27IQV/PkS5G2HnIJnyoHkSBd9PRDG4KiNgr2FmhqiTocZJ5oR/bm7Pyo
vzhT8+pJPDTAZilts7BA4HLc6ILYYIaNI0eq+7jstSugcOtcmSfNKqSUhkDvtvNOoIERA/eMay4S
ECoTGYZGmGxHYFanMr2pDfNHdYmuI4K4SUT8ExcMH+a6tdKtj70tjiDvA0Jo7lPiwtU1kL4ptIr9
XRBnOWil9jIHF4lAKPZ33n4JWxNaJUGJsIbRfESujB2WbCbu2xKbo+FxxDRpjXDsXjNGzlQZOg3a
KiHGA+fMNZlN+aHIi0fWpI+FxI5QhbptTJopBbJRTRRfYYXAHQ7aZ2NVF+J7O/G7a726eeVeRcqF
j1cYPQ66lMHayZHNQx0yh6r72WbtYBH0AX0G+XbGeUj98wQ/Oqnj97nufIL4GB3m1H/ATE6C+Oat
cijwQKy6nSC0Q0PnPchA9hgVtFUNRby6PocSQPLk78oIsLs1QhawOv4+0YXsyO8yX6MGnzFxMQLT
jGqbatzGWCVbnaq1LLZWoazlpovcV7+Jv86FfrXjWlsHZnITFtd/mBsyTvI0zfHiY8Uda2MsylIy
EpoBXNwifXRRDUcf+CWTzr1H5RAsCstSu+1ldV/4aorZ89Vmn1YgyU0Rl8166qoXW6Uhw5h8QHWw
OmgVeHVDNvPGaQAP9vlZc4H7BZUctyh/fp6se1uQX7pQcBOQVmrlDdB0XpnqymoJDz9CqjZ/clFW
LXOSL7gH06ps/LU3s6GqtNRpvS8IhWsYeTcocv0YoUHXgH5Gpg3W60aWPur8GfdanXYnkb4vUAHt
DbKFHh6YMPUHB1rYxoFjgZYHivwYB7xEqXdISnZqI+ufzcxD3xMSRGAOz3TcT1FNcNy5XHgiexK0
XRZF75qHE2Lc9c9JRdyTpQEIp+KCwB+ZadOfZiGuyz3oImSbTZgpYafOQa2reaFyC5Uf6+H00XKm
G6YBgF0BBm+lj4CnS0N/tWTJZjofRle71/H8WTk6xWq0Qm5Grww21UmIptjQw04AMmUXFUxxnVie
VLJaxvOps1/d2KtXWjEhbUOrsmJONPb0VGk5vJkJAgmmEJQhJmM+Lq20JOcb6k+r+ocd9F/RTLWc
el12U7rBY/g+N8NHj5KeKZxD0ckvZY9YNcyIszET7E5udDNVij5AB9H9j0v5bTl5Q+05pcV4Ra/+
BmNgWBmReG+dfDPgN8AgyKjz4oFO5Vnlu7S7GwZ8EiE0iubtyhhPMjOeRoXdDc3xYsbsmJpNYy7b
cOVf1YLR5eUnGr/gQlj5RkTAI7NmkHJ5NEWil2lzJtAgCCbXg0oLaeZlqSZXAStdbX/RcARbCUF6
mVjTSe3LQlnGzfn3umdOq6S+LwjZO4NuhQv/yLKQ8QMztsYtfVpVAJMJMbxtSybMCOZ/BCbapHi0
6iO2vszaWVXHkLz5VratTUecNEKa1an8MdF2cjzmXfMlGUlA1EJbfkTh/1td9c9qKVF3FZvvg1PY
tzENb7HxFufJOsA5cJ1iKF7n2sNkiovuFfgkRPxsVYLoG2ZPMI7Ptvsh6cK3Cr4odBxCdRGwq+PH
xZIxq2vS+wgXjp/Uz8SpnZoyi2LZOve2pJjpatx7VbjsGuQ+iVrZSF4Fs6NyKFQMlpVsx4yda+kN
mG3lgg8f+RU+wt+aMV8rrXkfy/QZ+PpuHsaNFzL9RwJ1cM353VghfKMaGLExAXtqxDHWKXr1+afJ
iQFhp+QdquBjB+H7ZFHVcAbOOmy0O1o9e4Mg0VVDe3mIalWcQgm46FaVHiHRj9iekzr3KIdk1EVo
MNGw2DrD+LjYcy6FhfBDak9AzITy8BgYeLC3WXS8DP8+Brgx7QoBTVVFAl1nGERm1NmV7HyW1j8q
HqaX3XI00ftU7HpqJ46tcmtGpRixCNScfdRQnBuX8lm8jxTENJT+ZWgVNIRV3ePixAioq58I7+Ir
xcNtVQ/btPOzVWewo2VG9qnt6fGq+dAi7F87NZl9REI1aRIQr/MNBAC5UAX3hzxwh5VvYMuPoKIO
YKQY4sv0a9wPpo9m75Jq+3gRjWZ6hBv23hfkbNOYpmvBgFbpPfs9bivvaCzaKxtqTzeQFjkyuauH
7jkdxv1UCpR2Kf5DmLeCdaiUMlVEbVOFXTKtQJXK0pGVIYfj3LY0+LH68pll2P2pGmmG1ZWlMF25
fR40stU4ZDXAuyJBxcVa9wiuA2nkhtgpQxIfFxZSKndZiKZuVB5ITzVcnoaCymC4B1VPDuq1Huou
0UvjVN4+vhsAve/qJNU2BgmybhZPoUM0mbe9tvLxBgGSYVcsr338Ci2BHjgOZcDk0m953Rv3S+6Z
zw4K7TLcpA2XqHWz17qdzkM8sEv5nYZae4Y+pO3eXCMjYrgPTAvka/a+VGkWVEOdRpuqBNIM3l7u
baQBbLz71jmlyWWzI1RMtlXFsLVJjYGNedsYHIA2ud/cUKIKrkpymW8pWS75XcLX29SZ0r0Ghr5U
skucyQDAce2AJFN2IkZe5d5jEaPXoJYSbGXSdenRQwqN/KM1Ou8KTuBJr6DU7aIYHr7H5WM2sYXE
MxWlufjUzO1DqZF6+0VCEpXaLKhsbyb8yBVJ3mnJmXOTUb3sbYiXs/S5zveq0cBeU6yeVWlK2EzM
3ExcIsYHqgwrHLczcKNIeQeYKDcEJMKO2bO67FYjrITodajJ7rLM5UYT5Kjl/LBEc8sPJfSaNqVt
sTaT5FGZzTx1082WP2pp+z4Q0VNgVM+NLL96NBj3aXUxJv2zbxNulzQB/CD94kalxJEC8GAfGz9q
Ao5FJDlUd0UepGs16sfkuUqgKWj4lm0YIfsmnz5rPrFK6Ub3s/c0uIHBDQDzbKbkoa0joGxdcFyg
GOjXAmxlhuRSnB0t6AiyJCmop2++6X7UrLzckZ7vYZWyuHlTt6687FNZtccARCFAzH6UDC07T3dZ
3q/D6g3zSoT/7Ae/L+40vfw8B3CIJ5dcF+mXc2MF5V2euIiUOXG/QcjtNIhIXEa9714mPXvNkn6l
ZfZ4SJD+LzU8wezxufTAeLiU77Agwoqmm0qIsYVWX4GXzKN9hPgPHGc2q7NhpvEDsmTAF9NNN4pu
p/fVPbJXEMrSvtwlosf5EG7btgw6G9+PtNmlBmFD3I0POI8g0p0jb9/j/QpzmqKS7/eHIB4+1J3p
4L3d4O1Kkh3C24E6h973q41Tg501wJlK7UtbeKpGGmDTVkpvW+rJx6xKrP3Q2Qk40kHsgX4/5oMM
jLW09WdoJghdLjRCJY+xKPvZs40bRx//sPEKBF5evsFD97kA/3RkLDh/PdiFe4RGRvivexqFjtx0
dyB0nhaDsOUBUXfnaDNzhiAo7hpFX7TxMU4jJ9git7Qo/m1CA3NAjCastROy0hhV0FIhZLXzE09s
oBc3uyZN3xpdE8cu0z8jy9zt0jhCFTnECq5ANfe4PESJ/9mrJ28rlOHXCDjtl4flPVwp5DasEkD4
OcTzYrrjalrHVnmGLc9+e2mG+IUFqF1GRZWfLIBFWwfimDIl0Y8/H8oBbRfDK2NsKnxKONUYITGS
o7jvA8bX+u5gaknB7K+GCpVlVgHoLVhnv2QDQn2D1+1Gc8QuPIzOWTuJ4/LQhYl5rBs1ryj4b39+
EPscKE2oaBiaaRyXB8r94sezLknMbAURC5GtQdUmdWExW6MKkWqd5l6pPzeJoT8XFZCoJKc0GPrO
XZjn7jkR0avp1NXZatuaxDHKDhrqKkqv8bkANZyNevmiO/WZj8d7x+jQQ07S+M5L+45CZI78mcRr
T+a1+WTDpH+KQr3cOkCjUX7OUYA00ECGemyz6OD3S/NXtgwo9ZJCe/U4cIzlFQpE4JT1UVO6+HLf
dZxOMEzl82xm5fNkIdwsC+oUy3suaVjrdc6jpT2MiV48zdU9RbFp587RZ0sv0geYB6SGDkQehF3x
6rES3KTVdW46zaH8rZ7aefjNGMErO1iOkgIY5nF51qu78Mt7utPs+sD6JAcUX+AEY/ch3M+ajmDs
6GEcbuVucMrs1ajEE3v1sDwb+/CFwtm8akp2cJQOxmPgpO8xjXbQfogtLm8tD3ri/fWyrFtYgmmZ
bln00jtBn0FQkzza4RdO8CnpGeWiaEt2fOt+evJav6fbxIOcpje2I2vluLP/Mol9gcQ2nIOVXxfo
RFugLdUsdtXsbNGa3HdWfAalHzD8/K3U8nZHxf1sg3I8ZyIQxP+2vm3He7erExDSlMPNGu+KiKVm
E8KCAem5nXDA/UFEbiLUEpy2xOwmguKGGXOmJET7xMFxfWE4p2q1KfxiHyWdtzetKjbW2DGFSOeF
uNuRU+7TUdyHuLnSShQHv93h5YL2jdmc+K5DQNcrUxyoz44OPTPO5EMXt+EpSRGoQwkfN4NZ0wki
8rcKZO1x2i8CPr1Vd8dCnUwgEmKM5akuLQSq4aHhbYNKQe5H1tGFlHhcni0PvlX/9TKySwGBVLJz
dneTW077VGneLDTwRW9neba8ZwevQ+DPd1SPPfa5kfJ4GM3Y4JQwhYQv260AUI4jWfNlMriskcsW
PfWPZRh9wuqqWZsjcgwloj1G0L6KxOXOw1KbJn2bMJgpPAzB2Y/kUXQmntnKFq30bIp0TnBnkfLk
aYy0Vql/9aW1j91TE+uHsBi/eFV5RVzwYzISMRro3KNmRVpJHHKcBCF8MJmvdoz8TBfB4Jq1EN95
ahiNplH3sL7oAj+5vm++waO4tDVOJpA5yu27ifJnhDf2ZsAa4i6chLM1XGBkRrJBQbrcFIlfrzy3
+RTb2dfGkV9JTFa2ciBH9errWPm3ycIOxW2e8wAFomK26YeMu0DDH4AfoAugketSMiXG0NzPCbFe
jKU2i0hJYCTcD204bCiyrMs+2GFnRAV1ZG2rvLVhuvc4JOyS2vkSpebneuaP1OhpypFtbsC1KQop
NRp29jEo4dti+vxBeMFXoO9fTSxVmgoOqTOuMMAWaxSExHrO6k+Dlpxn8zhXgmacoN/rZPUO71KS
2akV56yIPrEKXRI9rO80DA9Styr3ouseRVViqTV202FO4WxiErY1e/h6Q8QGNxfRml5cv6qfRkwR
tkSz9Xl2qIDTinqPBZ6ES5XH0kBWFzoUyPA9VIlAGn/o3XpxiyWiTpd+ne/hQRIXh8yvnwwMTDuX
9Gmp6MVe8K5KQeOSUIHKxZQiX7fCR8sUv/rYHq61h8erjXFODNxCb30SSBPwKsgKjbwFQRIKJG79
mKCBZTrJDYORF2iykHIDcmaZtesIMqOEwAzgQJWQgBJ0lIXSKL2JSmqrAzy545/xNpaCmP0NCubp
ZAXAmtA4xzXD+g1f1MxzYHVYER3Mwj7k2DZQcNHDrYH5zUiPxC2zr0R6PmlMynaWUZ9QpSaUmzad
yJShIY4nRN0UKCLY1iozWC5lQJkRKabUHO4CQTpLyKPKws39GDt0mW2Sy84n3wamC0T53TEZBF1M
TKi7h6iA9op07q2IHWPXVJ8dKW4josNrbVClg3Q3s1wT8sebrNMwiO7/k6CMAnT920UBQ2q4aNyA
f/wdlxcIeLqURA51Zlw74ER1QsqqTika5cVwT/NwCLx6g2mQ3Pz5hoh/OLahO2gYWRhlAor9Teqn
sXpMO4YyPZSq4535VIw4kBFebcoMmoB/LaZnB7QIEjZXBc33hgG+WfROW/TZ9yBc1LBsiSNoKbeX
OvXuRouSz5/P0vk3UJinG7pre1LqnmnSNPw7JC6vxzxB+ZxhIznLsFWWd00zrFiGSSbhowBwMZJ1
6XTeKvDAVQEZq4bkXYE5ooi7mCF0ASJD7goyYozvbqbK5WQK+tMt8ltcZ7eUUiFjYmcJgrIgDr8U
TURw+7hAEANd5e2qHNhW1n31KZ5cdzUGJIULToM04Z1GsLNxoUiLnkReJGm5j9lwg3k8JeospRkK
BGFoxY11ehljC6k37G1xFod+En6P8uHhs+ekzypho85zc+rhOa2bfm2NH4UqMkb4QNg58W14K2Za
j7U5/Rd359HlqJZ26b/Sq+fUwptBD1oI2TAKm5ExYUU6PJyDh1/fD8StG1lxy3RNv0FqIZCQMoQ5
5333fvZDTqbJv/9ba8ZfxLH8sS1NNyxCFFX7L4JVMSYVnIWO+BA7AwKnmgEaVWa/i96kXq5kiPbp
NBbiSI2mJ/0OM24KquVG682dPaoVtwMqyq5Dho2Si+ZMusJwaHplny937mmgnjMXuVOc4oj6Se31
92ZIA1ho1dXceMWuV+dfxawQyIgqBaf9tFuLzVFMxcKIYmJZ36IGCJTQqFcn/HRLQ7FMKJKlA9f+
mjmKikYFZwqjLp2CqJEufnaqb5QZiJmh5sYtNEjbyxDTmMo0sjyhg784MzNietpvhS4QChHzLCau
PHXovOatw6hw2R7nPKz91k75macDESjOVtFaEaRl+73w1nJ9QXwzBYggH5J9rJZvnU65sTDUvUs2
iKmoRVBGPTmThrO0RogDHkr1iYEe9SoqPialuUyvr0ieddEw8L+2vPZ+rbULpbrB1HuMhfKz0jl8
yhI2cBVaX7We4R7mUhojGRMsFV1ZA7mgpt0LzXbYK4Vub2RK4ivtEjAKqTiKN91Ip9OAbMrPcuvZ
YiMdglNUDd9MTOEMznah2RFH5hzFIhKwE+4TWPoORq28RgXn+fJV5TGq4p/KMN53WdXfTnYOqqeD
+Nh347MRWog1yKrMhrY+5VXz9B8O139yR9Es3QbzhunKsz4j06IOjYmpNNnBWP7Ly90Alv7AGM77
obTn0kmZtGIiRZGTkPmyNO+Whlm1KOnMRUYl2/w/6Hf/qvj2DMhpOnxhziKurZ+uqe1kD7ZItOSQ
W9FXUaQXhs/HpfSdD7Cd6gmeCn/HauifF+kVodJvoSq/GK71H/42/+TiDpmOChsWCRNJ5GfpeZd0
fWiXVXJo41GgvOGsAumfNqQGCfTMKMW/10zV+tn6btf0XyIk581S37AX/Rh6Cr+BO7QtQvcRxOsj
QT6QZBjH+okY/4MS1/uLTN4zVa45KOQX5pv5WYfLANukDT7EhzEjM0+hi46yYqv2TUq6KZ5Mj6cb
XKZOYPGznUv1HOvhcHJUs8aaRvnGS66mLBmCLnELEp4TCB5LNSrBngZzL9lSZ4W70CDMqzrvGZMQ
ggd1wF/EX0ghMM5rjkM2PuHlr0jVQhWrF3VEicPcYjL1nj3mQrp6r9cPSpbXwVoTj5SEu089H3Sg
01T6YH8MFNbyLwLy/oHMzQ6ARBLvOC38FmXlk02AkV14NzY45WuvnzfJRN9CIbQoMomKT2tOG0OK
0tc1bSbjTPlSC8J9EuS7HMHqy5Qj1lWMw1JzXKWiJTU111MeYxq4KveIWI8vvc0FGQTeA7mL3MmM
AniAoRw91SKUPvplVWq3t41DmOb1oWpcCtrVmO4kKaOAJeSV9IS4zydomnbG1aqY2vFQJ8nPdkiq
99HH/1RHEyYO7pV/SvmXCKE/ooGWjKL/87//b53MDBZ+tzK9v+XPgB9SfEyggYynl4N9Gej9PeBH
g0ypmcyFgT+65PtwevydPulAn3RVpt4YoLR/pE9qfyMmiDERuUCa5Wnuf+Nk0uzPd37Vg0BhaIyy
0MlrprnkGf1uVSmk0zRjZg9XrpF3QQKN77Q+0Hecyb/U55O+zNzLhX5LsYqwgoVWH6pAUd+XlqfJ
nH9BScY9raV+v1nn3Ctxdl1i4gjAI35nkq1Us5UPtj6sgNt13TsIbF2pyKxDExMf1TEF8FFNj/gD
otn3Vho90o/6RdXnKz1uw126RJN8PGhNA7ZpfV6sjObeLL6s/LQVPLZyxt5hsfY7lAx9yiaiLrY1
F5zy+qDLlkSIlakMj//vi3rufU8yvQmipoRhvm7uewym769Mi3IiwABR8DbtgbbYK+Rh/Yu5Uy4P
ZLCSPb6AGdZ175upPJ6b8jSqu6EAHmtN5E+0NpTvj6cgyenclUq8SCAIt4f+W86ZRZ94WYyGWUdz
vCyuD4qntSd3lCbUiJILC6R9ctsW1tvHAy5FN+P/jPxmyTUDA0dXfgNn1Nl2MAJP8UIOd/pUqARE
Lyhx1KVaeVhXry/4eNVQ68/WYCjBDOsQZSglxAXRbyyw/nVJ+3OJ1LNa9T9tJuIi1AID5PdOGbXH
0CUWJGuX0I/1hetzvU8XBsbHpo+9/7bP0lj+tFPLaD2fSI399OniffPy5davtO7j/ZPWxY/vub6x
EHtwMwuZP1uQDK72vqSYrU5pNC8Mf11cN68Pcs5fmc6FwceqdalYdrAuWZI4g7JK31/xsf7jDVaz
1MzFvlA0ApLQhaG3RfyVM0teltfVHw/Ocqy8b19X/tPnv+1qXUzkkO4yy3j8eMu69L6fz7v47XP/
sph6Pwy0wsfPn/DbnnJ7Ig261x3/t3f/tv3ffPnf3vDb4seX/u2t/3T7+srPX+3zKxM7pe+aGzuH
nBFfX2IGPg7vdelfrns/Lz5vpoxVHj6tVCpOpvXUmajszv6nTxBNVauBMi+BPGY9guLgkvbxno9X
f9rtusGe72giW8c1tmWNTlmX1myXj6ef1lUmg4DNmgjyl8X1peumdWl9WHf0ERezPv0tLaZYd7e+
0hrQZ+Hs4UL2Lz/9Y7/rx1hm/Kh0Q75b1+uZtPuXdbFP4x79ezNre3Vw9msQkm0RIjXNVN2pfsET
X1euD26uMwl637S+al3LDNQiD2CW4D9kOmxN4nV7mp2qOM0qCcYP66IKKKW6/W03Ot17pCdUSIts
iQd73xcZ85v0DFs/3GVUj+gna9eeAmpf2OO3pDa/wjmnbohtpIyZj4519y3LzdSvW3pIff5jGqiy
A5EMCmXxwghmsYObnKFOiiBH9AuCdtMVJ8OJvhszeT0l953NkGmFj5TBCX77lu//jWkJMZuSOg7W
xBt87eV7Ntb69F+ua1Yw558Pa4TW+t73dyw3ik9P37N11hd+7Pr/YzdMbbo93uLD+i5vvdmuu35f
XNeuu3FXAOi//yaFmpxi2Jj7378NqUM7QaVKrHcyOg7FySNr+rQutct/5WPd59d8bP54zcc6IW0b
f8o/7uLTbvW+5v65rvzYxX/3Meu3/fiUj92s67w0+4p8uTzRCyJvaI2++TMEZ123ZuJwB79oqUqG
6/KKdX0fL5z63xbXTel6X13f82mP69NivUOum99fub4JNfQfn/2+/eP5+z5j5OyTYuXbGaHzxqkU
lJLCOmvqazwqxTmei6tqUd1oBcKosUNz06gDxRlGpIsgeFu56Kvn0EDpbZI9kcbiW0a5bOuSc+Zz
f24DO3bGTWRl3r4uiqvG86pD32p7T6g90hH3FecAaOyENvmrrWCpzkRxHFxyO9B/xb7p3FNwppJL
SheZqfJ7OvcgHxhhBIlBMnME/ESG+0aM7imrc41MBvmoOoq5j6vmJU+U72mB/2LSmOctzY9oUAlQ
RYYRWV8arwRfnQBGsQZC1LKYdhZw0xzlVZ+XKI0ILm5k/D0L0WxNAxWUBjWKFQ5BjDygEGMT9GM+
7ErHPIhMXpYKa1YuBmi0sJvUtq+YIuBHHDybHNfsbcpRVaBmK89LL23p35yA430pjGy8KRJxpU4N
sG1JGDaa0H6o0qMldx4TZ19W0oNdrYxYKCb4pUNybyNs3tpRnm3e+rKCrNdVMb8kCeUm/berZJiB
yyRv0LCMQBu+qs1DF4mLRDEYyUNVUM0SznKds+L9XBtIUyZqq1miZlvLXRRfIdYPZx595w6H30Ha
XX3S9aWW14IT6NzqtRpoe7hthKu0CpmPxsadbvzIe88gbyTun3KKrS7mmPuitXEzyK+WhRq8Az7T
TXcRfqVUF+eUmoQotJIILeRqloCGbQ2iJaSRgh2OjHkTlnFybCe2ZlN9DTPkNLRcVKWKQclsEBh3
XgPMT+98GI3fU3DuG73R3avJKHB3yGiLUCI5xo7+tY/BataoQBOMinLRognR7jWIw2ZkOYHhAz5i
7E8mzK5L+G/Z83AcB/drScrKbd+J+a57cR9U9Jt7Z1F4W43yUwGcLFHTLDXrypurfU07LkdS6Dez
cTFyPKjlLrIEdWcPoUtrjaav9R26snjemGVNd8hFxVVCgonLvDnKlFp0gjB9K91FRCD7rZIkzjYM
o2CwCnkwvPZrlHW/BFCwrSHbblNkt73aFsE0NdatpZ1jurSY626E0dpnl2YkFcrEH8UPxY5CZBH5
Li8ETHsqCn7baSevEb9KaV7IdaecKzgcgriOmsCcE7H3sotMwb9b5FT6dpMirYOV5SMY8KgwEWXe
VNyisYBGVBULJNERRQ/IuvcCTtvG1Gz2EyZLjfdrO493dmvXQZNgc+p02N7LOyYRx9tYna7LqrmU
YSQgLuYkXc7n1nF2BedHkxWAM00aY2l61zHa31Becc+2RmcydAu8KF1x8XTzJKtJO+tpiq5NMlkz
I+37aNV5EA4msqNoEpextI/T6E0Heh7qVrjGYqbs7gRnFYGfRc/dvop9C5/1BZY4/l8DDWAxuU84
PriH1yow1o62uWNE2l5a5iO9VIovaftQG7F7mOdTMSfo5qZaTL5WWUzIGELLLGquVfdUxLG1R+14
QYmh8iOZ2IIq6wnOEQLBeTr0Q0bQuIl8q8PVAVWoCejM7ua0fzPxq27GgdRIYLKzj0qq2sF9L1q9
RgoT7jsrGnd6RhWQA/WJcEYHb7lhEpnep743vRoMRmwDy6NJ3JAP5YSrW80Okr62giiiU4/dR3PP
GUfjce28WcALlnaLVQv4Tl3+pVLxRw2LUJxvht8LM+TgUW/q0cqThB3hydPQLGnjS9v2hU+v+yD4
cemsxD/Ju/hJKfw66eeDnY4PYQkVNxTW3m29c65Ihz4C2LRWMWDnVi3R4AoHRVjVpCzl8b41jIee
xiSqYu9YYvgJuBROlyGF1WskiO6QjGziOM92LWCAjahMqmIOGrcQqVhVzPsIsqGU401o2C9YwjQf
ry3tA4/OQjV/3U6lfi8d8czZRx+8Bpg30Kbd5jxrvXBXDSbz0SwB0kXkeqpLTDiokNWJOh7Gy6eE
03TfGW8afnMKKKP0NQlFlMLTwxh62dbpYxfBPdzktHWQF9molLRHrYPS13r9lWq9enlY7lFpHLzW
XKj7SzG+Lh4Msu02OJgiXykzCcwo39teaz3kwu97Vz+D7JZSOQ+cYJxpkArTZMJA4/hyEt2mKbyz
PhE1Tv3WDSL7rp8JUEgE5+QQNs2mlIp+HK2L27U3cszqrXQ49jBtufiVs2PWfqkZRRGuA4yUy13b
Zq9MELD3gCdA4+rtqnCR2toCtHQG27qt0yRgJH2sl5QrfWoumZsEU2qmd1lkbbnaoXuYJvOcVHFI
XxQpX+SQiywBcZlJem3M+2puiUqjBeETC7if+vB5tqeKZpr3POnqDDiS/jhRpX47hW91Z517Ct9b
8BPUtzL7Z1GjsnXGKfE5UwBhMRPYRALD3UjjOQuTOsids24Tr2zKEBLm6OFSQ7gWpBo6ZHjwX6UL
Pdyri2jjuKyqheoeJgd14lhWX6moFce5Z0TU2clOseynsZ92tlY8wa8micEtD0QcOAiRqGzH3nwl
XWJhM6t5LDuzxjKDwofwppvMrQZAWFa2kVoSQoUoF2Z/FBhlelvfq60+3oC82zkpQpyKc8PJwgF7
Gmyqtn8jmSiIwAlsE1JUDCePuN3oFge0esL8V8IB00+Ym6ZD0pnZHhrbM/Hz+WlOFXRG5jezH3ex
Nkcn1Y2XI4PGla7WZNfaNxV+9r2ZIOm2p6tw+UsLrb+pSofJkuDKN7SAwNohKHH94HxLfggtIeje
ZKDQQDmHamrSd6tEvQFTTTO1F/suLR9dCkQd1+MTwb27uNGG6zJNYK1beheYoHy7GKV5ZAi032r1
0DBykJS1t23bXjxD1psIkkbe6uLWsvG01Oq5Cvej3elczzJGrDiCtkA0EGQ+dJl2xYv42Yy70dJy
BCXRVaL33wS4MaLX3F2pgtZFKH2q+xBZqR7f03vqOUbb3ZDGPzK4JdCDJ338lQ/K5EtH0cHcaMdm
gfAbJiLi1Cy6oLAbNDW/jIkLiCpzdEeO+eR6seMbanyDGRJvgEvvWjr9tMGo4AFUU9DDZGV4lAyh
1RpqiJhpC6tmc6DPkDtoiekRHLsY2moH65dPxBVRp6jB8mZrSkM9SmfczZVpHLjGBYWGfx4yP5z1
/ntHpJCZaWQ7gm9o4zzZpeREMPLpzjK2beq89lmKQ5lPyRFm1DaCfWAN2rn1ZmTFqvTzFOG8jgXT
g8y9Z/rg6+brUEnjttGWS2deZiBCR7QU/fdSBZGJxZq/OLjjyH1kxiaY1u2rRuynyLSZuBT3CApg
HJTiOjLovwxFtzXU8sHquh9Rg71SFSoy5vglTz2xccdYp28qcdvq3SEuxmCWI5fmOI3PCAxusv40
jbOygQz1UuPZI6tV2kGaiSvugwy3SOuOkSshHib6DGwJHoBYLLk45l4uQiWrgYC6WL4j9bVvp1fF
6neR0eH2M6p7VGfJHgF9CFIxOnTkWW/RYkHYD2cHrVY6B2qv36Z2fQH4iYKPpkyXOem1SPsbK/lR
u/pNPej2F6N0/Dw5CfDywZhR657Tn9NMfnfb05EC2hkHrjVzjILcVByTiklubhiiKZvBDWM/rrRu
KweNky8BCZ9kjEzuNAgyJGnoN4pgH1WLJjgKK+APir34BcKg1XIqDUOKelrNzknbYamp52CIpuuw
jtUdWvIvcTdH+xJ36KZbxF/UK55aQhR0M6NrxQHmaZ21zQfKHWM7w7iP3yAZPaoRwogyHH7pLcRU
r9eO2tTjxHiiHA+Zspl+DcVoPFux7EC+i2VgORrBoCHGTKumu7a3qaZ7h8gMzwoKSNH2c+B1arR3
lWsMbt883DbXVI52iWWYJxISr6HrS7+eiZymKnygRv9mVQCDh3YmTFE92nE47x2v+ylcvLF5GMRq
8r3XM5xqGMTwGiTYCUACxnn7oy5CbyfJBXAxWiQwFLcaBm5fON53WylwEXZ0dL1ry2n2Zm1zx0Qx
1oTRnVtnz5Ueoq5zn8wGLWTPJHljONNjHRLVnXVPWjSyM2gwG0fNbnq1ueIqnfiSjF5SIINcr54r
U3+LK1zn8Nenqs/9Cb+pyJL5BgtEs8mgGB96HWtu7fGTKdodDDHloqZWeBEkGF1keDYVDy39umog
9Lwe8+z6fZ3mRPCLq6E4frwr0pF4FvUY78Syp3VDPxtv7eyMW9n2GA3mh0Y+NLk5XAZt2LdOraMA
GWCoz1m/Gew05YtETwoaPzwpjGJT2TlB32NeHZOzZXJWUSK46ZHy3rXLw5SHd/WAJrmozk40kOux
PFCOnH2CaBmJVs4f60p7kvAvY075P9d1s4u2ELroflGsVa4V3hbLQ8fBKBx54aTQueS39W4sdAKV
lgdKs+LgTg5hTMvTpo2NS1o7ye0ANnJd9bG+sc0vCcPf07rKVaR+ycU4b4uhqYKP1xp6qKOetxAB
Li/5bYNB85nhy8caS69I8piq8rh+8LohjNFWeK2xZXIqtuuqdWOSqeXZsqeHdZVViOTGcdBvRnF6
R62wgu5+aTUtuRvk+GtE53QcNLgAU5pfjaNlXtYHYt87v2pta/exLsfyvw8bA+Id4W10vym7XBlK
d8qszLoky8P64i6xaeeEWTDFbYPWxI35UfPI3syWcKFJL89rxEi7GvqsL9bnsbB0RkbjBX3d7exx
DQFmgXpJdubF8zLl1krO0fLEYHrz/sDU6muXxvNpAp2gMAqZSWPEjhN8vG7Meu8AkFy+78ghIeAM
0f9SiKK7EbgE348o4rVAM0NX8vKiua0Yfd2Zihvd6URHiDAaz+vL1gdbVjocJfhv69P1tZpLvJ0l
BzVY37Wu0ycd6lGVXefdiLZTjTxA24Z3AWA/g3zpXqOw9i7ret0peky5KQEVrsr/Y3lZ2E1H4Swe
+eWdzAIvaqIZlG04/qopwQMcefaFoD3nIspYBlrszlvmWM5l3aC1aXNUBZyl9em6IcpUNGi59I00
axUG/pCSmgLxZ08KnMx66+rjtbHEv+hljbPPdUmc2kS62ayE8Z0oLXc7mlMWGE5YRr6Dy3MHOLDD
VyiTu255MNumPVJTwvAyjuq7qO9/avMfJc9Cy/vX3X8GtW38v/w3DvXkH0UAf7z1DxWAY/3NRJLj
mCvmTgdp+qcKgHhKiJ62qaIRsOEzLtTSv6sA7L+hbdKolBNCqev6IpH8A2hqGH/jpQDQ4ToSSYiy
9r+RARhk9HzSowJF1Q2oiAxwQZoaziLV+Y1Y6WSjZPrTpIdEhbVvj+LJcqdwr6agPoTe3SFbi+/w
PJ3KQgNY0qJAM4A/3xM5ic4LjdGJSxXei9K+FwrVxhlN0S6ZMWpjEVnuFKZ1QePrRqK/2F20i6Iy
fWD85VJxHajrdkJ8MeprD0UnVcT5NeyYmZXeIDHKleKczSUt65Qbeptozp30Zs+frLB4cLJumyGu
B/4cGvcujLddq2v62QI5c6a40O00SYKcHktrJ8YCQA521e+gh65jV4PCUNg59hBKlPMIebvHqPqi
1tSLmmT8mrgC63VrBRD82z1RdRWOcJ2Iodjpj0ZOk7aIuqeRqJhNrEziumvn9gl4S7epRAvN2QV9
ZKta/MQ4agsCb58XM/3+sbqZ5rspjM0jmII3JLrlNs2yvSZHDHOJ5V7RnIr3QDJ34ORF1Wo3hpF8
8UQ8Bo5NaW8usJQUVz0+ynMT6lT3uvJZbettLmzjmHrzY0XcYsA4FSa8bSLTI4Wx4uPUhossOYcO
lDKqr1QHy1jEhwUKx8ASWaz+MOCNTiLoB6VKbJ9iNtVeqa7SBvmUek7v0HiXl6gbX8KhGHaEKTP7
KdLBn+quOnj7bIj6XTNg7PFQDIxjr13Msb9frahFxyzBLqjHePwXoNfiTLQY2cigrRQKmbVaHKbW
xQDkJMx4zDp9DtE+M6MsL4pbU02TGomo5g/OI+QUaWEenMlWbxNvAXVVxmNDdlAdOE2Ayay5dXXK
044ViqOHzmtB4YyUSNpxZ/Hj7Lh+7k116nf49evjii2K0kzZlAWgAIXxy6HNKAUrworP2qD8qhr1
m1DU6TBhtr9TlVPUh8ZR00vvyuo8cRzZqY/U1Qha1Y5Ohk4AMBWAfNtTYNopYertW3shzVDfvhjc
NAmBwpwdGvlrbajZlVgenLk9h9kSrFR24qyiJkZF7Kv4jCmJZ2gyvPs5d/RrNxn1a8OwCuLGTNwk
ZvoAvXuXcGSd3BBv7YDC06Uxe0kM6tDEgMINRM6uLQxHu5GJXxc18BZR5oGnJiG3XHTVwpy4f0dF
sS0Ux8FyoPLzF1AKKgrIMZS1bVtNz+WkK9ueP7nvJLPcpwAr7AJbbBqm814vAB9AR+6JLRKBJhgo
Pw5j2Z2hznwzwjZHEUnQi4UOsXTTfFupteu7UtnPDql603w/JO1ZSuGQwoXzodCW//6kw3QyANaM
ipy3remCtVkOVkFC3bYqbXPbaILRSp+552TIvqixWcN40B/sKDsloWFck8X3HCthdUZquG0WIXNv
R9VLUWlMdyhqEuNhXXPufIHkmHDl0pydls9386hjRXTIpqyT9FwSC7gziFKDPF6RmtSF9r5bmElp
GjPTUxH2EfruElmbcaKB6GKQJOztsFimDPTo16kR79O6fDVNCYnErdITM+dmfEJiHbTAD6/x+lDP
rmv36HVpoKhGS0IQeXgWNMhyLMWtY1Y+TF3VbxjWn9ArvrgeTKeZBDLCNIqvWgi2zjZDslWU6muS
0lWBb9VJg2l00ZY3tgdHQSS0P3JHxFfONFNcRp3sQ7l24MZYELMUghKXAf4dFaFbhFDlrTs4d/PM
5J5BH2PdyO5vpIe63pXOt6GPA1lZx0ikz9EQzXRShBuUWyjw6XFq8MZ1WpYce8dptk3hALpDVbhP
4hinuK6kh1Qo36y0Gh6Ypd5WubUzY4PJn2p7gF9rMvhGUV1Rab4rSXJQCf+4036qTqzfCo7+ZQqn
3jSelW5KlwlPNPYgBjHi+FGHHTfpzRCrpu6b0nmLktBDlzyFN2atneoM9eUowuHQpRjwhrQYr+xC
0XeTank7e053haOOlzmmT4Xrxrx1DOVpUo1zUdvdUwXQSQ9NoB4OOBAt7Xdq2/1KExyjiqqTkthU
8ZVVon9W1Dk5FAuNQ7oZ3UTtIUpG5cyEHXxcnj3W03fRM3GJdfcpVZQXIgDPAtH6ds7s+JTp9ED0
hd2oW/xpi8LhTjvL+kaPyX+ZUOEDuH+d1fIV8THGf/gVO+DFHkkKpedDE2rgrrWkpHHEb9vQq+88
5WiYxg+k294z1BBgQGp0SVzqwYQ6xw/plKFKmJL7Uc0kc37+lSnz7djYMlkPt5rw+rMJCOmQyPIl
jC3pL7XTk8ji3u/dGY7grKT7PhTdzq5TfW/H+qEhI+uxyxdkU1OAh9Qq79Y1+gMQZEqTNTJ0q7eI
hZHIJyoSmPbubA+BMxbzMaJWtCV2BujRVEY3g+KZ11llv+qaCi7M1p8GrRpPSapd5qQgP8e0rXuT
Ywhqw86utP7Uhlrod5ZO26SIAAHmircdpP5Ln6a3gnLfMw0ftS+pDufDPQOjt7mk9SYnSABm1jxF
vRcL6pJdczVLJRCZ+xab03CqlOFFNCdFM7ytzSjebzyRXeumdn6/kThTeoxdytJT6miBKQHw1A33
RCyzOmOAVttmtRR0gRsaT/kSXKTjvlKtu2zAmZmr0rhCXEwVbhnHx4BHcV+U7qFuKVTWWlw90qGl
HOJyW+905OxFNdWH3IBdVCPuP1YFxv4um04qjQBaYfgkwuE7LpM8nENs0GG6bzWm0LXMtPssJ52u
7b2zIat9P9TeqbGG+uQYt1FnqvdtezM2AgKclpzqqaqOwPqwL1fKuR+JeNRiG6dgI5q7xgvPHheg
K5q55CZkBcXjurEBvcYnrCRkMIiC0nae/4R1x6hAKSEnDney4MgWUTPeR2r30DaK9QiGE/evreLl
kuqODvFecar2qkhfc2qAR7edftSqVUGgC9sgbjU/Ttz0epzpYrRNLfg+GWwCisHdpneh9vE7b3r8
b6+Dabs72gA+znDXtzNdvUlyjn1KzqgbITzu+KWBKkZfXS9quDRWXRMYrRIdh5mez+x6275yyZG1
OwaPgAHDSWqHcAjpqtUWCEBXupu61+Mr26p+dvVI64d8HjtewpFNk8n/4NYXQ1G+DFVcn0350DpK
9ZDu12EEJmlwyyB0i1LbqVJm9CW68qWXAZQ6WNyoPKzsu5My7DD1ZitN4Vy7jAu3IhL1Pp7Jj3S8
r6V1r8TmcGuG5hviqm5fzAfVxbaqkqtOQRAWZ9s6ZxfglWTyc0XfrTXz8pzjkDMsI75qw8ihZj1z
U3ASw/cSrIJpWWTnVhOwukISyDUBMajGSVMw1BpNOg8kwVwYsxZXBX9FWmd0C6FV5oeYEruP8mLa
9HQ8d7ljPxc6rSMlm9VDsbR+dSfDlt2r7TnD2ELsHJXovAIu7U6U0LpkT5Xl0UFndWiB4ezpCt7G
jN02FCSPJb1Uf24551u+ka0rj1iIsfDWLw7VaoZBAuXorTDLwIiGO09P5DETJ40M2IOameHWg6tx
gvhWLSNsiRGQCk83b+talPC8+vG+MMVzTPUq6yxxdPuCe6eY77OlTZnE03WVYGAETXSpIiQNRkKd
fzSNo0KKJ1YR6mYKg/B6qJB5NJlKcEj5owTFAhppAQ2UEwGRE56juHXMG4iVMH1IE9kz6yqoKEER
lbECndKdqeEud5Qm678UdWoe18EQ35dG5egGfSsemqQTyyxAv50j4YfD7JEAhTOgy0Wyr3Xx4IB/
oxWQIPmPc5jMZnrN9hOlb22L74OWbqYXhAvPNWIPaNKlOUl/HZQNzjCSo4YBN1xaI6JNvTMOite0
glhSkxF3JbtUHvuShqdD3fnKGsqgZE4UeM4kyA2SU+DpHgBBpNx0e2mWSThGyZhbNL1didsONoTK
3TJA/RzAMCMjwPAm7YZAI2Ls2Zj0Lm7RgcJlgbO7hCw3elZxH3kkGpEYjs1bbY9VRLDw1NO3lAy2
d51VYrTQZc6o0sNswcC3SxhTg+jxXdhKh3FB8EhYbPvY0A9O616XHiVJ9txsceUGLmXXoOpee32l
ZmIitXHbQ7r75bjAVxqPe2reZt9pf3FCGoI4SwHzYGVWlybAv6gx5u0wA2/0PNoq3O57XyrFKff6
I95POjNNq99UQkvpmMk4hEZBR4s7ptzmUfqSZi445AYa7HoZ4KcjtO05xbB728wLHnV262MrMyKp
8MgDqBwOdk2LW9ejG28oy0dNlC9ezQi4oogWMWDcwh+NiCYagW6P40Oh2v2+alUIM0uiiMlwhdZz
vlVz4RwKnD9zQ7MryVAKEN1BgKs3ulvngfZv5+ti5iqadQU3cIrnPbzrvaMo/T5Ppy9eKrWb1e2E
a27YesthWWPm0QajPxVZdk1b/wttGJvDrwRRAa/5jBzla1P0MxTBqTqnVWiTDT1iA59DftAke+kA
+uMJJq8y62ZgD659bekK0nW6TPzilbMjDzQCVZOdS92UR01aPzS3BgkdliGMa0T+ZZIrB9z1A/fV
5v8xdibLkSPZkv2Vlt5DBAYYYMCiNz4PdDrpnLmBRAQjMI+G+ev7gPnkVXZ2SVcvihWZGZM74YBd
vapH7c3UU1wfakB0DNyxhy0qaHNY+yBmhl78KTm/0BAVJdso7H9NDltqmrzJKEvvrmX4XEda8uLy
GoOjG/t35sBHLc4pTxwmI9zh2cQgklJpnKbATUtSObtpoXNFjXfQuioOZHOjTawII6eVxcFOuJdU
xOXFkAvagtOKjANzJ2QXRjDvfsXQBEiMlVtrCK39FLTNwd37Qof7CDcA2/UgJLdX/3Cd6Zeejy1z
52HWo3+p+jTGRVT4lzowjtWY6kMzJvQPK3u8CWt0+R5Ow3mqNGN5y00Yd8yqoLzqMgb9J5MrPyHr
g9PstW+e6t1jZTntQ1M+FNQi8RRvrwHPIwKOGKKWDH2EaIWbYWPPmX+3+F7WQPLmleO02c5sUrEx
w9HfxHr+7QFl3oz1mHAUZwhLJu8uswzx7IauzXdkzvaxqup1ymzK06O4RUFztB2rvWbZgk5qw2jv
0pnuUyJ5bOh0LS15Zw0qg+wc6HqtigXGorS3ItCmt8Ln4VfqPN7nQRLvDUlXdKrBwcMpEvcmOEnD
B62aR8ErXNd9Z1bpLkz8bsOWDwRooYnF0vEILDtOq/SeiaDddz4AuCoLCUrEMyDgyWvW9PeYa7E8
AsfGMu8CP3lxm3a8qwTPuSk9zFPzMMGNOecZK9ok0M/uRDwGfrOib/HC3MECtfAe2tG8gU1a9JxX
VmvE2Kg9OnYs8DgT5dxUI5Ft8IjWb7gLK3ZKax6XM2xip9uWeuD+0lj9QTFm5kU0HI3ZexS5Fg+l
99kvgThzKB8qke+EJg5bzrmzMXgcfPMEmk6e5VwYh6mYhjUZ0nGXVohUiiUSH+P4OIlLxzh8idPh
PWsN/Vp7ABj74mdrGPGTzOL3IOnzcxhEn99PrIR+xEAXaitEXezK2XhhN7Sbhds8RSn3F7uxL6kF
LTzq2h5iem0dua1wZH+0wzZ7jWwbb6LaDLbPa2sm4Cphvs9jFquDKQfyLUG4L7nIWcObUX1yS32A
AyueZ5LtDCLmwQfUtTyr763l1Y4GqdyZrrwjeOd2b0eqphFur0bOe+EgpsMQtM5Khhznauw6h1QA
kUO7f8gy92Dahr5hILjgPM6drvpIDLyYLQsVKGFU2o8Z2pQszw7U1EQ25sWhO87JI3KqSLzHRBCy
82El71vNst/dSp9q3XqkxNBN1jqo93k0GEdMbmz3RhvPUOovKLxa4XArjQMOk6cSdjuuy5Qq4bw5
OJZd7PvIDxARiTHKKYovFKRa+yojphRO47T2Ryl/dj015PJYOYN+FxS5SoGqyRZovsqcRHmWBBzx
tdp4peFfzPKL9vX9ONbTutFQ+SLT/4gM3i0PfWbNYQ9rDE+3B52LG8UpMTUkTDOcbIaHmiTMXO4G
Gyx3QzhLBkF5l+eGc4vw6iXafIv61v4MjfcA3v85tp2TL9zg6FpQehIvO/Fihqur5REht9lL9iqH
DNbTiqe4sTFomTwXufloJOTKqlj194PojwmOi1Vqe+lT0dV7jAkld80K633ANVsuYq096JsTY51I
PJJCSRGp7ZzQnFjCLlgrs3jV6ePoYhlNHPeXZcP27w1VXOXSBdcNz3GYqquENYGGfufzXLbEEBwc
PQJldCdGGxpTVzP7YQbxMdnmnhegN3aoWIXiD0my7jRClwSZlI5rIwyNQ2xwti66iRK8NPDWVY8L
zWp1uHOqXkBwRLHo565Y5YPK98D4qc/LpnbLkjXf1U2T7kDW+HvFR52E4gYRKHoojelW2kzjmSvv
O6ymr/i35yPP5/tBer96p/Sf0kT4T5VEIRjRJjz5MLh4VYQwcFh3RsJWyT0arNqx+QX1U+S0gLXM
4jKE6Zsm2Q+UScTrHJ3hEX1kXY5luh3mMT/S2FQj62M0oLTmUKTDxmBBcJoWJKZh5/hSqdWBG/Rh
oZqT4HBp0WvjNxccjZc2r7Xza0nTLQqHt+lN84+b+vQVLvKHF3Jyjkb/qNy0JiFV37suIXuku+wx
Gcsnd27VntPXeMwmec9RBxOAmeKGi6JkFfWlxo5kgDksLRTX2qIRx7DwiWFedcKyQQumvi3ok+YA
foCSWZhiI8+KxGIXoQv9s69idz2Qwl/1k3gYczvfQWP64WHuieY0JCJcQiViNdEY3JKtDMt+O6rp
kGF3TjOeRy4Fg3Wohn0Sqntl1vpEbn/sTGqAEmTjNLvh+qD7FMSUWL6YX+x11zpPp4OlCAO2sfNk
IqFgSAw+jXo0trLkNtkJTIIcxdZug+Jq8JO+4WdeFx2mHKhTQ9hrBcX+ygnE3g0LZUnh01x7mHvW
xCRLsMD11m15fCndRUsu0cI87HPyd7trF3KqHiGhOQmlDoSpt99N4F0YUhdOcabH24Z2Cz5UNdED
Y8WmqR1jv/AXWHo6OxI295riyv0w148ysBh4lwYJIw/L7fffc/H583odZuyshdZj8/775YvqykuC
93Y91hQe9x7Qv8jg5gr5YC1iZ3HhULrw61/l3jgGBhLL6bGuZ336/hJyXE9LZULYRxyE4anB2G77
imwVntS3soFgW9IokSxwrYV6VSz0KYJ9lJ50cEJDTAEIzQqdht1w1KaQfCe1H8YaRzAPaxZHJaCh
pPE/5uA9orOVkCwufhwMlFAofVLLlzCdqJWGubSxl0yUaQBHQgLr6ArgEvn+guTL2pr9y8aAyH+S
Tpnug64H+kbtOYUlw7aMhp9t5Dc72FhPi2+YlgShiUcuewlZHiV5hLDIB4aGnomQmD1cifRWLI53
Ny6cjY7NlQtSDHWw3PVc79ga8rvJG6k2zqBZhVy80zZlyFqNVjps45kThlH4P8M6+yrlvG8r9Twn
2e/ApECOGC7LGxYZPCVdrpXjRHv3SUDo2Fl42ANT9ScLt/Fq6qdPJ0KkxOnNKTDb69F40KMnjlMF
Btoj7L6OcuM0YYhfsaSHW4tD8VQXL6Y9y01nmhr4iewIsz5w5fIILJ3Ld2jIlaRF6RE6lwOsO5FU
8x59gosnDF972VsvuEDpy07VweEmQGu96nZhVQa7uZpe/My2N987klmXzRmyNX/W/R0FCOY9Yf70
wyvbDf6oBm+jNk6VcJ4jY7R2pqHsk1lMr9YwuhjNWMGPniNZY4R7arW5Z3fw5yaXblQBTEMEcmOn
qNwoVhOAP9YnzDIYzWTk4xXKaZ8VzgjqqAyhUaDTQyY94cOtT3Btmh2j5u2v63KBqU3ojCtDui8S
Sn4zqefc/3LaV6xsN6DXAXD8+ofyxYBy4Xf4Bd2rl5t0FXfpn9GcyDW3lAEYMPcNMugYZ7wjsjCN
qbp1iQ5Tl9IursCqUBb0RPcaWdjEJa5SNgKtWh7GazuGUDdwURJSREOElcnc/otjiu/aW19rbMEG
rdqZvKE4rjHY1idD+j88q/o0Y8gsRXHuUw7A7tOoH+Zw/JQ+PRL0jzPgDP07Pr83asCi+1y43dYI
7sylkQonOkO19dKQPQEdcTIGZJmpv1UeVcgWFDEeCesALcjtuo0piFzXuf+SkogLDO+FioT+pCKx
HTBMUA5EuHMMquEwzAROxvuwru0j240OV73FW+wWEpGuYyPUceKdUcjqek9Pz35kyQzGDQ4zTbct
42AtJlI4U/nopaPApeqG+caxcn/DwIqPNN1FM/y9IcWyVMbhLbVq1IhCYMvWKfXtwAJ5hIP3DZGf
OL4A2KRWFmLDMG/oZmN1PPvmImmYJ+Vg/KKbfqu78Ssho3oq6O5oN+D3kQyMglcfhZuKpMqxmeUh
ahx/HzIQke8eDvaUQbYL5eFfeUwzkaeurkZUNMs4YBddh1a2cxO/IDrAc7uqa8Yk2//KI0NvLQw5
hI7xXtJOmd/QB9aGmzBU+v4ldtU7B+JwMwb19Tuv2VVLRHl0wM43obnH7aJPWTB9sJlgxEg8SkCm
kM9GYBKiZP+/1SW2nn5BfPoV/REzzfB9IKlqzwUaXmfuQ7s8zU4UnDCKhrtRSVoZxvEN42q/sz3q
SJdfFoTaPHk13x1tPHJC6FCYgyv+WEoTedx9f6mWezsG8WKbON5DbUZn2it4fQGRiEZW9QlL1FPt
ONxiA5sDcRmJTU/+g3tdzaxiMRdm/YnU0jeQtA5436OQqhaSJFdcCzV++wUx1IX3pslv4YcnGNLX
qqVPw035oKfl9MMbqm0Ys0dri4ahGU6pt/zNv380ZD/6OLCwfY/kqUrjnQVmuTaL/HV8tIsF80/3
VKXr3cTBt+I4gzzrBWur0LCBQdvDSUxydeN5NWybtr75ZSJ3DKXzyTE7lgB4xVDO1MUfxbjuk/4N
x9KPLqR9ghQSeCSwiMx4lmRCtn/6y+nE2dIlKtZYUhfTrL8xOJ6CFxDeKVB9cWwGfy1hce47Mbw6
tG5suZ0DvA9S9HgfR2WTyXyVV7XcZp6XrJ0M/1HmBzy68KCtI6P3T5mw/tTSOUoHHXOcyR4sD28E
rO5o6B+2aTzLeLxGy5Xi2cE5pN+qFvKm8eHslVZwoNp0Ri1ji6D66drpbNwH9CzS3QbLxN1Lu36d
emCqbtLcp+14tlGEzhLs3GQ38mY3ec1GIuBW7I53fCdbjADDM+mjKyfbR6Y1QN+UyRGacw3SBcUf
R3CDYFbewMZyCBVnbx6fpLqrJo6O02WQVIq+ESWyjrOe1BoQMN+5kJIdaf7WkF63YwknmDtdsI97
xLwhCJ4aRsAVyMTmiiLaBAAotfaIHRBR8nEcnoZu3GdZzV1wEeZsVUJLfK4TY+nJix65TwTIisgY
DpttotGiwgOcC9zZXTMEW52SWG6Vt0K8zamMN00+wAYEMfKOTqqzQyjg5aDYybVlGLsud0w4zxrT
r0YuyL2POAOVbgoOMWq69qxEzg1cy7zAcdPFw7UNMQFwMMma7keQFD9NvsUrF2weAagOz3nD/nno
68/CtT6NhE6i1jmbFQkdM/lZ0FRxV04tbgHPICbnYDdjYMduyGS9LrJobfQ3iqiOTDzY/8tV4pv9
Tsa2teX5WGz8dMSUOCnibbP96g8SHGf3ZQrjoIUVHO0KL0wNKMsXzkOS8Oa1Km32IlcAlOvkWbGw
PeipO6R9IGBh/SahabBpC4/Y2klxuQTv/PJPUwbZuw82sNL50dJR+unvax9IYcIJ8jDQyUx3i/Pb
rzR2ck1mqqUeNsiDcxzRYu/Oo4c7rzraWpRbXkC4M10EMklwA3HZ2rAATdetD5BRjuZIx6P7ykWw
ljOCUKQri/kIY0CYbJxlMx/4+TUesvBgtTezX4J9pP9IFXHAW9D1xrowwx/UDRfLOuWX66f+Bm4y
u221mmPq07OW9GgfEE5KzYaa+3DgA54ffccd2BAJKkymIURpemqaJDxiwZqAmUh93yX9Q6jo5Eyt
Ve6LL+T7JfOjCKbXl5bY76YPK2M/xMh1nUZ0z7IrDR8rJ3fdjQ7DPTeo5OCV0LkZpd/z7lhl5lfQ
kFAO7XGpEvDxJJlwLwIHfyrCEHcrTimEgLL54gkCsL7qt2qmDBCI3kriocS2r9fjEiy1JbYxi+BI
2QQF0VMXFhpoM5pS1O/+Mm/HGP0PP3e/AlAs1qWbsCyfN2CdWaDtgkR+Ws2zrezm2A14FOIxAXit
Rpw/uD+2pnZzKl+G99LG5pIWj5gr6N+EBcVCGQtD7oF1MXgcpVvERyYoZ+HHlSNjfMfSsZ0G9o1A
xtNCUvy8TGs4dMoY7msWnl2zfFeju8ndziftu7Q/sCCJk4ipw7LRLLhpGJJlEwHGn/7QTADu+IsB
PM/pB5hgkgfyEGPcBJRqfXnowbV5NhyaSsMofc6qWpyn0sGkbzDf9ale1QaHZB5zCssMdrAG2nq0
TuBPbYqwvjHl8ZA2cZhW8bwVEpN8jI1VZviAGi2ICRJKyqn+i+f8EShmsrHj/qdqnKe5bUADAV2u
quQYXF2P6KywWRuhO64zOlHMJtp5cmxg0IBynsz00HaFj1PG2iWkocPEqVaZtPVuTHnvQjHcDOD6
64iro0qdE4vRpfQStKI0xD4QxdGBeU0dspVuQmUR7tbiF6tfEriVsjc6yRFirBFPfJJvxhsTTnNy
YqzlgRXvpDd/1nFP/XZQt4he4zudf6GvG/Y38mc22PXGG5RJhHeBkZb9B+YfWnNbFaySzD+zCAZp
2ORU72lufd54a4oRq3U8YkNafpeBTM6uLgnIyr/aoxVS0DGxjerRzYuHhFasE/sbdyOD6U9pRuPB
LtwL3fVgXTvWEcyqG9vCEO2lpaR+KaJPbOkhaeWhw56XZz0dwJ5Y2bIn98vVWtXVsDGNkkUze4tN
CFW1QUihwinfhkb40ViPRVvML1W+n7mi5MDRerAssYuTslprxbPIyU20XjWAvTBphQnYDrATH7f5
bK36wn0n+NPB3uwwuoxPYZ4w3Dtk60dNzMTMl6tBg0+PM5iFxOIaIhdb00yeO1e8eayPcgn0OsAm
6pGu5jP3kuFD3GHRYEzn+sBEZutH8q/RmTXVBSoiyaeMhJxvibPnBm+RXwZ0sKldQnri7MrmlOYO
wWlU/Fa7GGM6GocTzv8zoaVZsDHKJ4Ivo4xSCv56fNbZNVCj3gnBZePJJsDcVxu7Oo9PeTNE96Rt
P5L7sZO/YH0sXWHFS9XWbHl7/zOWvrWLfBqtInoUolksMmR+zmZGi6Jv+UzgButXgNLAV9vJtqrP
Lav42OK57LMK4zxPhM5xEw4eVrjOQnRO02lPQ7F8EkfO0Nz7IlbBISpSbXZ9e67cF0+p9mguqgGs
cIx/y5e//lEtBXyTdDfkzEtKj+oUkSNbDXkOXNlehIXvL+K/f/T/++9yVIxVy+A5+5ncRB7CbUAp
96lPTBKcI3Pm5HZiR3jvyWQkTMtgwm3U0gqRDqckaSHELj+K/vtH3//47/7d90/516/4dz9FypFh
IXa6jZaAWOy4tlaJbqJr5CdkUQVgAbNsceZNwbwB60CXzZxsi6h5kYP8CruwuZKCH7aBS+ZO1t6Z
lALqiGsS+seOvHb5WbLHZtra8YqzEh6i6uRZPYLgxNq1ozUzG/rkjiuP4pvaAq7BmaTzo/E6GEQV
o1yS96J+C0cpm0pkDodV7Up2xBz47yQnuh0+lnU3gz9pgs9PkQr/IrM/3DPHdWlym+v05Gzdut07
0qfZWPwIE7vbTIEONwVwAEMk3CVtxRGqWyG+C8js1ofHreMYkKwa7c/KCh6mMFB7CjIZHS2q44ef
VuWKcxC3G9GyBHUVutA0TLw918ZPiOZ19Pb00GZXlusRO+RE6QbGa5f/MYGwPg3ioxXTb8TVaDOb
wUtYty6i+rS3dVudyjQleD/iq5kbi/oeb0/pmNwFA5P9MJZf85RcOLvwGDT1K35odOmZW8HkZfcc
F7Z0+FD/IlS6jUV3ywNKVo0bLiJ7w4t6GRp3z5Qe8zPMZm1Z8S+NQAFMnDLf0e/zg9V4z1DQqA4a
hmkjupjKUru/2nP+4XXD05hzcDAd8LNDDlK1rCRiSxiePWod9vE8O0tTr3PqKc46ydJ7zgzRceZl
/hzzsV3konGJ/nq7sWnus64zTrWvOmpT3YHF8BdVDgHrdn7DUtvGCXgiQha4eXo6Vducy/Fqsate
cdPsSAnzoNnEeQqgp/Sp2Rzzx3nqniLf06zXrX7TLI0HxtLf4eZ1ufKmvN5qqn+PCeuWNEZOhbOw
T7kL8rdDS8/zae83JjcU3zp6kZ+dJ7/ctmk+HOQy4/VlBQi5B9IZNngl/JL3QoTwaKWa3xgUV+Si
xTb0IW3S1XWqqhTP9ygO369fNFfbVUgoo3nPthwlkzaDGey6StMHZyQnNeB7i15lgAvII3mJLQFh
GVH6RpkrZgDkp+/fyHfubJfXZAxIzhG1xy2aQR817gHfxkSnD1qsrwQFWZMXAAO09vnoD4c66vsD
cea97ZgTSyuLrXpJ4SoFZ9l9UiSnMu/4c3s0/WmlQuWuDSc4qdrgwuE8jMeV6T/1dxzyPpqIWVBC
r8+9oYeyxPEtS0eaGqmAFm/t6BRr2w9+6Erc2Ym7bzP1MRfZ+9j0eBrH8qCG4MMOooAtdtLBDIhW
5mxGpy7KmWpYmUkbaD/ZZqSi4F3UnQnKIUHcj6ePtCJXWKXoUX1ipNsgCfjGAjZ4Kp36t5mrfROl
ya3DyLAyqaYF5b8fUhnfiojNVjdnr8pT/sXIOK8zPmwVGylW015yzdPkYJLeAQsmo0vSuuC2i9jc
+/mpqwZ5V46+caAVgI1j4yMJ1Q4e7+gqOsE488O1svSumH8U+IumWt1GpJyQjWOFqWOnp+gxW6ao
QUEMtmZ8Cx6bB/aOCXTn4dnL0DmyjnpUvWwdysr/mZA+wM3VFVtBsdDJWi6/1kGq9zVvO33Ues16
GU4rSMEwRd0yOZGuA84ZlIrq+yh02VtVyVtSUQPrD0mxIU1Rn2bV8hQDEjRz96PxzREuwPsQH3Dn
lgNS+DYjvLIGP+Qz0jght3+eslE/fHzXedjdOJy+v/gVdJDBQjegmfJSiL7fCzYRno0pKKuPBR3J
p6C1CDGb1WMvnGO7LDS+v3QVBhXHpOOm94LXMR2hhnsNUU2HvjW7H79yMoiQV7E619185shUpssT
hPpiaYXPRc5BkeQEAJNFe3I7E9lp+QKDEYmwZbP4jaAUVvxKZA2FRANXSFyrO1vFMvQ0XxYRb8RV
fg0OAAar5Z7mmtYf6J2U1MXyVTbjKubSOPi1zc6zby4e/qaPqmKDV2E0K4LxrVk22HCVUuqz0y/s
UoAjvMq89hr3Oxl+4Gyx8YpfMZ+D+AGTMfXnhqR0V6V00mjwDoE7sgcwYTVUXtFtkOOi82z8mdDr
mSTk2aVi7OpDPlgVs2h+e9W2WGdOH64lydeVZb8PHYti08SM5QxefE1lTaOmne1xZBScy7pLzt++
8YvyFijn56jtp1BG84dRlmdfDePv3I4v/gP0tuijydlpz4azFBGS8R+8RNMxV75a1C0nszPs+gQF
fyIyMEcsUX2rit+tzv+wB6f5mvSbgmeTFeZD2EqXaWlYQBL2n0BhRk1K4qpJ4yXboLeYDQsMW+CJ
jI2IAI7bcfA7nSU+aiqRowkbYFjOxWWiiWbbiNl/UosF3C8b71MMx7bSD63p3Nya0mCnCdOj9ryd
l9cvaFQsrrIlLZDPO5xxPxzg0GMcPReNQEaPnU3MUp9PBnc2RZmrlTXh2QlwU7atTQmRRkKgSGgB
fpZPJR65KjA1/mJNrbZb3wZso9K3+19e6wFUYt/7TMHzKeFkS5v8zQXRfxeIeVtPYJLoZwrwCmDs
muqKIl5wT9XI9xHIVnUMPTRYa/rt29ldESb7Mh3kH6uOjl6D5Zvh3d3FA2+U39nOtfOEOHIrhPGG
w+KJzBdzLpmm36TgQUtVh5kT7kaFc3cOI4fETCceGger9tiwVlTArayu3E/lUF/6yJ4fOreL9qkV
IQEjt10813xssUtjX9YFXdsp21V6orZ9Y3rc0zvxoa053sFjVSe6yf/rS85MeErfILxXlyJNqkve
EGb1KtTVv/4RIX+vWwmJhrPKJOfhwWuj92gi45V7bHi6yqIiFXy57dNXEtQxcD6jXmIiECkgI68D
w1Hc78Z064z0H6WB2x5b6lOUmtO70Fne8wrlBpqCvKtT48XpqMJDByi2bfRHKHd5RE6vrIN6ZlSY
Or3ELe2wDu4C1k0cWUENVCkm12w+6cgJ6L8Md3Y2nOJoSh+8p8FNsRA5BYVOZYdBwh+Bsxdiqwfs
mIQ3OBJbEi0JGMyq5GZ8MPLCo5aV9ry/5Rwf/mqq+B+E9x7KuGj1//qfzj9LJAgMOuQZSZrbliI8
+A/geRcFWVy1cXJwLU2IZ9bWpW/NU2y1/iNvF8CRFCibtIt2hW6zdeWkeYqz+Z8LQikcpTCzA5SA
DeYlr70GsVrmmXWK09g4YF/JaXtwcyoHKvu/olB2RpdC2ahsE1b64I4xzTgc4XEMZO5zm/ma7Ecn
znaKD78UlomQAPIFPSk6WFXwQTB3uGgfKjvNPNcqmMPLv754eaGBr3TPoajZa0nOST0OOHNSVDfM
na62lSlunfKD//A2LjDp/6MHhLfRAz3E/ymPdhRrQd3/LXc5RAQiZnpaD+2gvgjQiw+oHZDt7ASo
S2q4KBx9/D6/V5PG86Mym6KO0b7hdnSwg2TlsYNgemP/qokHzTs8CwRYZE78BbH7iQ8uYZxOPZsT
ZaMpXbr4S8KHMU3cDe89vDjX/ZWJRp8wB0ckpkGiiCj6zJoMT9E451TDj8VGlhLhVAIowf4Z3CvR
Hb1xqs9YQh9ai5ye1PWxZe/M+UyLV4ok9H9oA7GXkpi/96XwBvm2xxHQconJKrXkV//2PhV2FwD0
kCA2LOA/Rd5v3UDvq6Hk5dI7ylHSSdY4jtpzb2JljfodAAlzP9hdfEQevg8K37yL2FCoCQT6d4At
cdr64IQOaDz2jesvp8rDq7etx3l6ycf4fjTzcROkeBmNIP8wkqR/MgZJse5/uAb4c//ti3N5gS52
YSH/WXUykWIt+hnbu5tlR+ylyKe7obTjz6iisEaGZc1HiW8E2yuq2moNbsWIjZ9eLXh2lRyCm6w6
QNLJoOuwbGV/2q+ITJkvje8MG9XkSN1cVis9l5hX2NheQ9g/f/tR6kT3yrLb+wnmzsqw0vZXzy3S
BVL15tKmuvP2mH/GE6lccT+XutiEoak+AmCLuWQbV4zmq9kmH+By4hdON/RPkYA5SNVZtwwj+Aov
EkbMYXKxqBtvqD7uE1EJoCJJLLcNM8e6LH2xrtmbHKbMPbr2hk8OPLboAUbKTPmP8J546AHCZEMw
1FlEr5Yb3TPMckOgU3ZNs1Rw1nXx1mu3/02+fx3I9rPspgmPO1ZQy7m1PT6GVDnUMTqtfKIfAnk6
H4uTx0BNoQdB0rzGzqe63n2vx/Iqmtn5za31gPoZnF2X7i83DoJV23nhcxLIjLIix70nZkfiwshp
cUPATwkZJtGO5zZgJIOIyrDTc6U/iL1hHNdHPrvkdwe/vbMSUi6yX8BoTfVeKNenR3d6wYslT0nk
5IfWbqa902LF7BNL4axq6RfhmAHbTHz8v2/o/wTBcwtylOJ/tm+ZphL//ISx4Inhp3nZwUcwPZhY
l22kzYvq37LeeogVuDEZNu4WMdE6ZwJkchSn4QELPRO/N7TbZtk5xqb1M3fQeSW7uz3IhkfPhKLS
5xOlzqAU15YmKdAtrnrKfleqhYZL/cLW0Y23tWEg0t0bfWBsw7SBOrqW+XwxW35m5g3OgfqR//Dh
W+L1/7ix4KYg9ebaUtnCFP+4sRhObcydpaLDrMprnE7W1ZrgSbiZEd+HTnfOCys/gAMDKudjk+/N
7pmJ5moMHQNmo7sHLclY9spi++OEFyPI3EWstLHJkFmuetzfIYQIUFUYIefxhyD9t7Lh0/Vhkrzw
IaromliZaaPvXTs6WXRkIUenu2ykfaxRNXAdK3d2tbPX7L82M+us//AWCPf/fghBJJCO75L3QH38
Z2eI6s2KRHC9gGUqylwgFV26xmZfZr27qm0fZ4BN0OfjX0ri3ZBx9TbEwaZRQANdZSLI5X71kaVX
6p2fsinFxZxbMMZVKFd1QRUHD5GzUzf9mx9/BNgUHvqh/1mPpnmwaDreJYY0X+1EbXCk8EnTCXmV
qby2doB9nzV2VGavBYu36xw3b0bYgsIK0uSkjaZ78tUpCIrquUMR2tT5WB26roTXYg7XhhXy3RhO
n56pe2ym+U5XE+5wx33VU+JcW0vKK/fL90zG5sa1BJdpG7c3/EP2HayBe6vuHEbDnHjIYFw6UkVr
qsycLXDU6qpZ1Wwoqbx8e0u4Zx91xsjfm6OHPaSeb5Ujbl5Xleeubm623Xp3wFLxDDMMVv6M4xi/
5J5d69koYZCJljJcr3NIU8yUa87+uTVrVgUD5GNkqUdHdOnecFtzHbWh3A4GhlRiimElcaCryruz
HE1zH1687Yi1bIf+8aUA+25JU4Mp9upiPXRZ8JDl4orikO2TnkaTysNJrIuw2caM71tT5DUdIwrz
nTDSXQwR8sGMuwOWU+x7MXN5MCN2OyKkYTkaEroLGPpdA9Gcer5gK2pBmW2bcit45XDF+Y+CrZUR
EXzWPx1RoXzNE1auuf8wla33c4QJhWQkZ7+OgGNVQFLoE+aGpUCvzqwHfJsXgWXrOuSIo5KEqYcx
Z0ULe/NAyaG/dZUDL2tCcIlpk2G1XuAFVLgtpth8JmdePmYRgKXB5Vculaqtmr1XnGIrWzH34TB1
7/Luf3N3JktyK9l2/SLI0Lk7IJNpEAFEHxkZ2TMnsEw26PseX68F1pNdqZ4901yTtGLxkoxA4378
nL3XnhnwVIH2/0jigUf1n5cWBbpNGo5t2NK1/61EjmBSxvOgtD3T1Gm7mghvmQqCLYpuczMv9q+B
Q/RTUZF9Mxtt5lfKLk5jZHwO5JVCT6BxpyVwJeCSTY+tRh5G77Kt5ZH7IsCOHRqQBbtBjcbBsuR7
V+hgWuf8KkrR3rpZQ7pXD+3GAmn14AbA2YRTcsB7nKI0elzHfXcKUrwVhqn8uED1GzCcd3Qz2TtD
B8u8G/hzIe2USRUZu5CVXmWJ+GEQIwGrWKWvws4Zm5cGsXxu+cXYnE61U177KKpQ9/M8xkRJwgzr
wNbIuN1FIwzH2cC6TcLMez6a6hHWoG/hNlt9ejsyQnLgoz/V3B5jF/WtoT2a5jfti+EADwtFVbJb
KCIeFBUuO8k4HoCHoD+RiTeyIPvjwL8SmlIwlwqWgyXDx65IkNxwBGM0Nx/hXgjvrw9eqLMlaetl
QbUccjo2gOBG9w0b7TWda+gU9p2cDczNM/iFSLjYATtVH7DPk2YSupZvY8PeLESv39KC0hxh0gUd
5tbQKooNjF5NhjJmxJp0lkWo75Cxr6K2VQmxcszqWrwkOG/ofDm5NwRoMZO0XA6uk9YPMXqQBWwF
DFrMeKgkkzDJf7opwgA3MWF7BtCWFF7FvyXA/690HvyokuPSf03neYubkIDj/yuc5z/+0D9cHhNX
OIFdwiYBB9bOP1we679JpWxlo+cXjqA2/4fL40LzETbxY7ol2Rd0Xvz/zeUB2UMp4ehKKudfyJ7/
+T9+Tv89/F0+/us40/7br//PQzY+yH8vT9BXKUsp/k4+hq47/3Y+dAZZoqcPjUOHjFq6jB9tXGW+
uohVk9iFdJ/dvtgr5IoZssVu3JKpZexlLtAr5TA3TnMyooQjUvZoqodVv4vpazwYU8NEp2rSw5Ca
UEDQ7eaV9to2IFcH7XVZ9ZTgFj2XhnZmZRBVkZJmcvCIHX9SSJVoIjOvbJ+l+bo4LUeLYqWelleC
03tfQSn9syzNexWAilHoPK1V8Tkj/Rzbx/itES2m/vG8rOpQhUwUJfb3tOpfWdy2YSWfYgAxzqos
dZCYDtpx/hO3jYcONNjB9sPYotB9HZTjYlGkBzQCHETOiHI1QMIKdBSMzKpqdRhspCJgZbIjJEMc
KY6LDWNSKqrWsILW6M5MEIvij1o1szl/uF5VtFzp0ZuZbCRTFmAfT54a/S0j80S4L8zwrtAeXqdV
l/tPcjK37ykOBmSEllmfkCrxZRCLa8ig6IHnfrOqfpEJ9hsSHDBOrJpg86882FyVwpqOZnhyTxx+
I5S8hf2RrLriZZ1yL4HNWIjPb7LQ+w2P/St9/g9iKDj9F2d6kn8mV5E0HMtzVvO183WAZeKmEKUd
P5o9vFERFOV5EBqs34jeVuGGaETD+Jbr3a+KIeMeuQUS1NV1MtszaITFOFYcnQATAGEec+Mwk7rn
pwt6VzuVxsFJ7lZK2QuOcQdFxL4NaM6PyEDJSF4F26n7+Df9qdcsBlCrqHudq68ib3eVe8vI4KPY
4XmAZsPBj0ZOs8rDG3Ti8yoYL12P7DmEO6Hx2QdowP4OivPWfGPKF+3kqlSMp4ZpCI1dxe13iEX3
cgTZsPB+i9F9YSvdjyGDSUf7jhih78ZV4A6NGEmQ7ScZA3Ri8eZCWHvKwEtjAD4wjaLcxZHDNJiI
06UVXr5K6Qc09exz1i5dZfZajuDeQnmvrxL8CS1+2tgQOAgQoCebPzODaHelMX9Pq4Q/WcX8Lqp+
0CkpRyJeNTjuo1es4v9/xvPNag1YVpMAUOLqpIUYB0KQR5vBSLtTt/6wew03UCIOf4OwpuxHjAPB
1vMLRfXKhNvYefczdZx9uFoWgM10zM+xMUB3hNfc0A4jPvLP39zvbLU9xPgfWF5iLnT5i3DO9ybX
g12Q+WGPFHhazRPJaqMYAbnI1dLw9wfNROxymC5EO6OeXcc3KXopXBlTHnB41th+kwjPBr6T6eAS
K2WtF0bLYeDkzWuadIcEJuVWX70fyeoCCVZFbLA6Q8YCiRe66fZc6u29Wf0jyzq+kdhQu1Q8sG1q
e+nCaKqSR7W6T1oRtdsRQ8rfGc5oMS2CDeljKcEFS3cIe0t3pGdwi1ZnS0U/czPQ8yaQIdfJ6mz8
ZnXCqNUTI1d3zN/hTbI6ZhqsM/XqoYkltguFreZfnxOjTRxGTB7wiqC6sxExYscJ1glZNEZfwKd6
Dv/i2Vi9O83q4hkZqi2/9NXbY64/ggVE5PhEPCZjndUHhFSgWAWwVKUP1eoUEliG0jLBVZVRIU+4
if4qOurVYZSvXqO+r06IwjhiY0NS2JGokHOarsZjOMbwXFfPUoN5aVaIngANzl7bmxxwjJqjBCuN
Ri+auWVK59xa04/MZH5CrXuR/RJ5Il+LRzz1snmk80tQhk7TPVPL2UhIQZxsbI6NOi1V+NJEU7HP
XIDwwQgoyEodLxln41TbUOSilpsh0l8m0kJfyhCF3oi/u2szzmoSJAKunb8b0dTY1zZMKm8OixGO
JS6+NAigVab3tGQgPxl6+dS46NuNpnmbm5J1q25//P0Vrc+EMWy8Dm/ex8I0rqbR2g8LXr9tnWk4
QxFfcCoMQ1LkQ656AEMtdHXNM9cuvVGbv7uBwrMpm3uKyJ/zLTCbbvkyo/IhatJqk5Piyqyyab2g
dq13Lu3G6efuPOsVIjdCtTHOdFS9sbWjN9JvGrciISGzYqZ3gRGaG0RX9TZ08QjMZrV3ksHGFt7x
1IFl8ApbG3d6pgWH1spBgJRSnXjw253b6vi3ljJ8DKNvegfiXNaAf8GFGmgK+sdmWRyWfERd0ch8
XfBOXcsp/K4gUcI8T0eMq85RiFKdTFeTJxnFl8Z2HaYZwIyLCT9fZ+sXEZRip8nCupQdLULs9WTD
O4RnaiUh6AGTK2LIOgTzbfIm6Q1skGtN3iiCHttmVpOxmTknt47epciLS9gDVKpi0CxpReQJR1fz
1JX0byYOO89iRveWtTdO7Eh5wMn0pBHv086k4422ahsY+DTy7FdhsYt0Lve0hurF5LM/Grn7Eo+G
fhipyFgn+vK8EJB4yDQU8QaEvavO3+X9/Q0uYeGrqt+zKIGpjdPHKDYfESsMzwVyu33Zhk+9FnS4
3boZLFZRXKuGXzHzfKI6j3fEG76EISwPzXoLujT4bIU5Em6bVtfG2A5DkiIOwL2m7AGD0oJJfDLI
3VNx90XDDhGZdoqWNvctegLIFh0s+DmjMnrmASb45NwNtganuZLT02i1R6U0VBale7dHojm7oW7O
7dm1QpjUzH84f1lgvmfuKkhvyjjDPYxO9wKLJveHHDm2M2dfWu8+WZrMb6lkmiSG+hI6ar4U1YVD
o8VJLDBPvZquqhukFzWuvStD+7aoFoZyeusnKzzCAg99tCkTMh7qMvhYP/rFCR/pTewLfCy+6Jwt
QZCAnQfrmVt0WiKJjDvsMCJVCyh77WOIAcgZbpG/5qF9zZJkH6ZJcwkwxGzZhZazjud7IY45Msfs
wQ4i3SOurzybrf0sQOchqm20W0QY9lWTLK3OJ+in8JEiggFoGkyH3qabkCR4Z0jnog2uepjSZIMz
NilPBiSU194hwrqdRhP9UQ2Jhrdtdsr6NTc+lt5ogGFwe3DT5lGjrkYpBGP+mdvBUX7yMnQhhwTS
dhfHBqSHON13emm+Qxt2rF6e3W7B/KYmcWH4ddZck8237/JLkizXoBiwjLXmqnpxl12/pOz7GBvW
dh+BgrTvLuMQiUMwwYuYdCxiHKpfa56vLYm+sx/J8KvhMIJ2jYGh21TikIQlfjFrLPZjGZdHjBXO
fRqam5vM5DEw610ic/JrBTUtVVp4inYJGP5zlczJzqwS9dpY5idLH7C/uHuNp25nhbQ78ognjios
95cpXLWNcXZRdf4zSUpti1aV2VPSi490B0vpky7QcIsoEX1mUIDbGxt5GTvkbe6tJ3d2hc+Cr3yt
bBMPXqLcIU3EOp4BBdFahRqOptkpnES3hiY2ByMksGlJLbBmxDI/o9TqvLRog/tUdu9dG5UbPVTV
q25OfLDBjn6JoeLVq5zXZgEJk6dbbVLNa5EYDU6uiVW9XqofOGlBfBhaeAa0aW7ppcPFHMpvlTcD
sDQIJ7IsxK5o69ci3TqVEX0nY3MTRB/FMwu9XZoSOEqVITtketU7khiMrILiQK//lMj+Lcox3Ac4
cjwhqvIAwmgvWe1YpsBhM5JfrnH/Gz8JIZejonjCF2l1KQXxIHk6uK6aFrm7IqdIDpr3OTCaix3C
bqH0GHYDSPajyGf7QKvCM5NInpsVMRPmOIDcXjkf0eoryKS4zzPxKJbTXNISbXtCHN4+VYSTlG7y
xd8SnIsao6FSpfiip2/esIO3PnPScM+5z1+CyfgA+bSpl/ApnLAfLkNRHMo8avkSCAsMg+ue0GKs
upV4UCBG1Io2BH4R5R7+jYGwImXsRdb9wRAcPacpmUSWGt+BfI5r6HB21NH02bz+x2WxVgV/t8tr
m8cYBdVC4/hxAP/dR0Lw5mh/igpkmYSKX5XHMKGl99fM2XblsuNBG7ZYFc1tHo42+O4K+VqrXYG8
XhK2z5bF/gYRqyLvNZo9Ip2zcxTTwmy5orEutSvV1w1mMycjEzdM44BVxn990noynQohvqNxMXZt
ItVGdxEsIcBW9BDHeKv1eXmdMnmP++5lBO92oPx1/GnAzppJgPQ1EKDONAliIAyM0GgX0B1/s6qt
PyJQ/b429cYDCZDcWG6oNyqjfWJCVaENxZ6fJ2AoWCW7TYdQ7FRYTAEUY4KtRoXhySB8mMDIPgQ/
aEEw4Hbb5kD+mrnBYojoJocy1c3qHpMntrYJFSEXCB+VrPAqARa8mNl1EXWMsarHMEOy1zGI1McM
gDJnfv5aBPpNsyH/51F+gRzWc3/SvU2nL3K5a0mV8N0ExKByLGpfpEx+VKObp6Iuz1pIkpE2suWP
eXpxFzs69+nCRQ4Uzcq0v2uKBzMx6Cjqpm9V3e+lt2uCVrCPtIX8QhqTb0fE6x6yDRxwC+LL0Rnd
o0HSUJgExQZqXH9Pp+qHEZm057BIUvVZdL1KO9trSThin0SulwOPBXhhHeZAYOmthgm/rxNjjcgf
42hwfBze5s6QTneqFudnh2LyLGa8U31hngNhoGCs0/GigvFmF50/qsW9u1nSX+ECvWj5k7D66Fk6
YXytbeNR15htVUOJMwEcxL/4cI1mXyd8THlCoRfZ6lJG0r1FAkVnMexAA8X7ubMZGKtfiJXns5mG
HYEjNfcSgyxhJSO4uVM68FuBGfq9zELiVLP46Jgjx24zPLehJnf0H4MXG6hwpBB9Tkv12THtzJHS
FI2KfqAho4tT76bIfGgHcKxGCQzHLHXG4XqT71xBNI+z7rgqMCQrZj4dOuh4SNH7+6Rant4RQkpI
jEVrw62KpMJU2PRQ4GzzDPCuOyfMnQgnokB02pcZo7ofdhpeLzQXhLVHpm8ivPWLNCcyifFtSypM
0onkk63aJGmkmBHD4VGIQuIVWhtgat4caZi/knPW7zHJaxuJ581rdM08yddMI7uipHKpgdRNLkRZ
SOZy66bRm2wyypqV4opQSO3YAjbV95iG031CsLolN/OXMQ2ERffINFNxsMZaMAmwf9e6+1tAYt3n
Rv5TyLQ5Rku3c6tEXnGHFhtCoPnRSPPNso+R4bqvplt8EQtFKJe7ULwaFWgX6HKLxPRUWA0n7bY4
90ZRbZA7Vl+R0T5zJT5AOmJai8+UghH940PZsv3QSsg+IlKSzGJ+D8JFHHnnIFDVdv6UW+Bey3A+
aiq5DEP/hiE6w37jsh1E5Y2hTnfWtNHcNI1R+IxMnXtJlGGLEDgUbfeTH96C+jdlzvMc4dwA1rTT
xoj6VzU88cPIZBxX+kS5dIvjlpxr3Me7EFe61Np9SiTSZR5pGway+SFVzihkTaqOiDsNVbI8ETzz
PA2UnnOz5oR9zEgLOL73u7EBCMj/B5estP86GzHJQ+GKx12YCvqDHUDPrsNLpKXlITKHDpepUXhk
Us1biAcgZco+306Sht9gfCErLf1HU03vJBey3kwlW2FvNod+0bfc8vmhHx37kaVfMMOSJEpmq629
r+5BW5LmpiPWNjWHikyQWtFU8Q8zAtIN3vsTValvK/J0+riOSA+xYir1lunCVIdbuIkW15ZOTAv+
52bo9F8cvpZHYMgvPNekADVIUW2oQ6dZy5PjkHT3wlksBjLQ92tHw2Nk0fYA09wfFngeeLg03ZvE
jK2tIKyj4ZGr1ygyZW9Gq/qdh5z6jbBG39AOXk2D9RFF7rgfs4ZggI6JjO7G4upKo0KsQpAGTOyv
bMFYU4fXrMDoSoKW3wtWZYchvTTz8sFMg0uc6aDTHBJ5rD5/EcvA+4+Lpu/t53gEmFV3JgbO3h9c
8VLWS+Dlp4mYGFlHT8P6I5LFJ2L2/C5yHlBOffhzdtk4dQj1XfbG1ri5xGP1pzYBZTfVAcYrTO7D
HF5N0hYhcBDyJQ1905ZgizRUEKZ08bU2lSJwjiesrOJvbRgRUtfvRk+aQT9/TbH52YQ9uYeCgLqm
uDUodryKANDFxdWQDdbrmnHQ0Ca5CbP6MQX2AVT9Psvj+8I+SJ1Ddm7hWFexoA630m9BVmJOrciU
uXKiF2mO1gYLId3nULZ/7Jh8HMxvPlI0juhUPOhkzNskQbWYYt+P/Zm2NRFUPImbQu883uPXcJyv
RVa/RpkdemWsvRbZ4FJ2gp8w0wrpboQ4e+x/WLMVeoO4qpiiqYxHtNMWERwolNPNlOTvo0lhDYri
XdAb0ag3xJjv63m49EVEYtvEn6rIkzPjxyiiUqiyD57JTzvHHDoUVrhDfPWji+x4bxrBmxskP9Mp
tcFP6Odq7scDe/x2ZAMAREvUKfrfxZztDVDpJwElMadHsUHBMuIZhla0PrwYpO6p9qQMBFNitNSZ
5ttbOMuS6MyiokNg916TM9GdK9SvTvJql+3RzEihoaHNIbPUFs/mQnoGyaI9Yb7gGE2cmNw+5CM/
evqDm9SWECrI4MK2ke+7fPmTaQ4BdouHF5KCfUKeeZGODwiGG2NX/YH4M2Rqaf3dO9M32Wm0jWkf
pBVL7TxD0gUkdTZQPBqhhFzbutuabnIz1b9R5nwusoXgOaXcJ1wniaP8cLLxlfmmC9TWrQ+oGs+m
nSfYbNNLD1SFYT2D09xQj2VKl2ZobOYNABSQm2CCKdvPIHXuyiDoRl84vRtue54Zh+BjOdjuqR4h
WuKMp1dG28hNSnPbxuemqn6GikJuieNdUw/F1VBnd1zwSOcaptjOBY/Tn8UYf4f2SJoWrGD6d48J
iGvQhY6CeZh4ds8ahSoVNLX1aEkDeGNUWtu0an8HtRhvC8NU7N4/R9MePqhUEpaY4ipiQDXB+Kao
ucF5hxENbyq70uLSNhX4mrHq68800JGjawrNxkzLAQ0MkgG+G8l8EGEFHe/Z5Q3gxsGNrJrjtBCc
IhK73sDOtbbwzR/gYeEsYN6hWf0bSrSTHICt9PmnbmEOzbU/WkJIZ7/wxGVrd0FY+MG1JPb0Lp9Z
qMDjLiSYbmZlICkY+tcIPPm+RkjtKvXXQXfp0COdzGzArTlQmZHpA5ENa/+LoKRFosDOUXCaRT/x
aA8lfIF26HHDcvos7PqdI1nzI5EV59Zp0A6BWCwPdQnO4aDmytHyQp4z9QdotCDZ8g6cLmSvorq7
iBi3/aO2BK5namO9hyII41eHYVW7zoxauj62EQfPaSgeimp+klPHZMCsiaTAvlK09l2OKwcrf9GX
htM2w3r2MBtZ4uhovolGyK9L7dEqH4yWhdeEAotq5Yad5WmBROgnI9zc5CGHUrAB74YdT+KORFR2
C+tQHtuBfAxT/+7NauTJ55DEOeab5cboAuIadOIDrfYbkl22G9bQzH7d1IkaVKGAVd2ijsjaOvTr
wGp2aOjUvuX5S7IQ2beeFceC+sDpW3dnj+/RDMIzaxFe90tytEY8wiAseNzJNzab4E8QL3/m1Lbv
hJT0DKene9pzkkQYdjXXrpVN/uJGxawBOsA9lPHai6o/JzzMW7GEHxFODkm8GhTIuzE7uKBM80s2
oTjnsfZYpO2xmyAYZjo2c7tgfhfU1oNrVt88ETkYJFDjFdFWWFIc3UhBuFJRMFgCq0YSB2IARo79
0l2srDqOHezvjmg9OqZkOZXNW+J26PWRzzuIkZE7wMkWAECUzL6KDPMWnfm3uUQAPEGsBnkwm7uh
meVFVZ23dOq1rXGqEu5MRrUOcbCJzbOlI5vXaJdZmvvtljl4RP2zxOCEaDNqD3Nd9Lt61gyiXiHn
04AJDvWxx2KWVVjFU/Vu1fmLoufsB247vY+w3SaSTuIAtVxuEqkXiG21RK/GgPsFK3J6aBTe/Dg2
w08DAZ2c8vym8vDAWHLDjXC8uSHfI/4YKCuviUveokYPdiH0hB48Fn7aCEuuH6HQ4p2AZZFD7/Zr
iykhsXL8C+aTxhrJ+dBA7hiwH1XFKQzkaY5qg5nu1OyqiV6Czb9UETG5rabydyFsYlPlr7HC85tX
duSVKaJKA4t0UsNMqblikBKsELX3NFMWMks69CXuWIGVmiCFiY9RaUxv+iecOp8zH24XDGr1/o+/
chk1Jy3X57vs1B3h+M6pp3pnN5jIhSTXUWkjDj4CDZz5rEdmf5/NklZVcwoS/rsmPUpGrwe7cI60
1BdPjuY+ZPa2HcN8Poq22hHNl5+MsX93G0TYtvnWtgO5M5N6GZbyFWv/s0xQzCBCD1N5CHPS1MJB
Tx+rQUsJwNIsTETuc1gN+hkl9BUrHFF/LKulJbUbsy9Z4UvokOIQbOPpKj6qaPWMAhA4o0coPgqN
hclg8U5bB9xc/UipXXtjZB0dLTQetFRH6FSxV+XxWyosEwWT6zci0HGXhxTA9WreJGW5tSuqC5hr
uPLWA/0MnKzpWM5JUxx1euWienCK8YZxEa/zoZmr6UgU830giwSXTv3R/wRoO2AVlJ/CFfG+0NHL
AKJ7ngEQYxIlB5Vzuq+tGseeNqRT0qIwoAtMi5+OaAXq2eX0s+DHz1G6BmI2742B3q+IQ88dUqYU
+UCiH7cHQX/gvqBx7q+IcjfEk+g7ECn0HTKMuakGBAQzHsCxiHgYxv4JlOSK8Ugd2a+hi8Cr6lkz
UuucKEovfb5gGdKgd8L4oZLzGEJm+85gqYvEeuiAUnOdCXlow3uHIp4A0mjZ61N9XVyz8YwZJzvu
EsZ0wBgKHsyo+05gq3kqAl86YZRfDFbo0mjHh9H9HgDY+8kyv8iSByW0RixgHCrt1PydzZSx6cJ4
MtLkm0j+9In1G27mpYLC4E9YKHzohuBxKpp6Tky8+EJKDkGO6o7V8Thj6s4XOrRu/UZ/LT91Vvem
KqINJiFuMadSZi25dXPzxbfG4FeqzI5ccKEdawxX3jSmWDPT0q/Fk2GwjrZj8OosztMUgJOYQ928
VM50NLFDczIe6H025c8F4sfWAmx4GJRjbAtQpdUIVQ4X2LZ1IejE/fQ1GNIzhgopo/qaVE+/PfsC
aHWYnBqDXrTkW1Xqkzf0Vg14e8FE1xvWFly98EoteRjyaOua7cK04ebowZ0riBE5eBQR6chD2h2G
Hn3puHSg4QxAZBNYK9iXj1BLmFwJZ6aoJrTCTYnsaMajsVgP81xihXb631r6jreJDrBT7RppPSzp
FPv9UnpoPpi5WHd6v3g3Ya0qDpe4uZwp1jw3k/yr4hHfXfQxLc3oywH/WocTgmqnRT4IX2Wbi2nX
xdVDMi2/tBKlvD6Pv/hCYqNbvbaPmqdSL54gYy7h+MrAayekU11lJx4EI0SUsQP8AQ60Igie0lwR
lcKpdx3tbaKkpulD7AaPz1XWzY1pbe0F6AONOLw6tdZuDGuqttbqP4pQwuRJ4puxmx37uH0PSGhm
zjGCYOEGLdQkTFrdfTfQwI4K5vMRZqOSBMwctDTRocPGnVXIwR+PY5KzupZ4QQxZOz49oE2ipEN3
rBkP2rhQdJv1bSijD0Z+0o/jT1yPwHcKdcsCcUfxeSGq5qmvMYfTobuKEBmDYdIL6vPwxZ1+QiYg
O3M20WUADCJxdNxKfeiwWMnCqwzeN+K3zhgY+86qPtJoFudV20TtSjJu346DXw5BstHmZtfzROwb
XScNFvKSFyF93E8OFFsZkfGl1AiIIQKwDyRrR9PEIeQYIn0QzR+t013LYszOdQ6HNeyyDRETpzA2
DgB5RwA8ExKUrDwbsmthf+DjMgwIqjmSb9R7xAsm4OWjov3sIw5PkQv7PmO4gqIUmTZ095mdxenZ
NSd3o1fF1/q7MTQLu1G3WnNX64BPaw9P0lvCJ5fwZCpJR2KUO9tGnBON96lr33RGm4hiX8puGC9Z
Zb7oB+gv7OTNFQw1eU+pWxz7pCURQD65cT69oJAlPjBNPMRP0P3raBc6OTy5sKxJhliJMgOBDlpn
aF6R8AHxYlwX3LL+WgKb4CeY5RGjVMUgniTuuzz8qjlcY5CDCApuPeuFs+um4XkyKJJC1yYmEUjM
xtAleWataLZGmhDGZCNpatMQqEzerrdNhyc2xppPU2V5TMP+qkaaokEcxZ5pPgtkH2iX2dbKoLgG
URsxLzKNY0zZla8eUqQaGGKAJqblDWOqy5ZClmuYLRczmM4p92QrnHHnhHSwrWL8ArrebQQGOK91
phLDa3mk9+2lFqYCy612NhGdW4tMshZVpkdbSXNS5cXuApftR5BO7z25Tb4FYYaaiBBx2ZyyqJfs
cmdwK9dodqELqCjYr2/t1lYdkqBJBymXBLeuEF96y20QsYapj0PDDMpn24hdObToXXWg6Y2fpk3/
QOJGRM4Z2u/mazJSHfbElPmpnTZnUw9JMKWz6wTZb3smg8jWp19RxXvNUc0iOGyfhZyRrWro71I7
VIikDqWJHzQxskPCEGYom37bAaqLgeCRqkuWppI6qqN5y2RSPQEu28dUXF5ELjH/NXJswE/xdhHd
DTFjfDSDmOLbmb2uuRUWfTHe/GdMQbRuouJgdd25txx8QAwVhiniPTErSEJFlvhJySdTppai4lkI
c2rrvaxf+6WYPTx0G3behEZve9VbEJy5eIW7XO2Izd4jKPAGRdOIABJc9eqL4C5sCN/dLD9wTZL8
aSPfGWPjKcsTSUQEfRE3lt+RkwGdjOHh92X9BzHRpK3D29XGkwlK9prTiCrz13Zik02upuPXjsGs
Lmz1Q+8uxwxfaMF4mUqrWMRXmkyzr7FJnBImXlh2Jpv2V3EFnc7xkveJoLbiI02rbVUkvwqBuncM
VwExUydkuYeJ7aqlD+pzJj6WlItvc31tm3mAgSpGlE46MssjtZjL/ybmYBLltSbxzaYnT4f5uXDL
u9Wb7cUkCTho+AJ4vtKtG1ocPt0J3qtSzqHseZwouxoy1ir01lpcb8rGxIo6GUctXrH7f1AZ22f9
Z8H51NN7TRxFhXBT5vB6YiQILAJouWCt73DlNpeIlPbFMP7EUxCvg88XQwcoMkr10ds9cQbSeDRW
5y7dOXhWIY1hi7Ewo71lGzCS29Nfb/xpBJc2DeID1ifoo42Oy5Pw2IJNahQ/cgNWXGbeJ/ch7grz
nX2C751IjOwW8AaIWfRUHNMP0TMjciTa3u7qTQYKAhgUaQSE+nkGeGLwFSxk6M6WTZZYb91ARCTm
ikVvsv089XeeIvIbiYRTbXDJNGgZtlqbtQya2uoxHhaMwE03wOtYqadN/K4qtNpd/tpM+a2jT7wr
xmBXsM340UqfCmWHpyAhgLyun1FGPc7E/WzdLKI6zZ5m6VyHuvjRKQfOHyTkVACX7lLoWyRC+Zop
GUfNKGK7KgPtDnQ2qBBc5YFKPdX8bAm/Axu4pQw/iVYIFoaITuqi3YcJq3NYuQy7o9SbSmsnOlTl
sM6wTgH9JKavxUifuhRYJJ0DjFfsqdDumPJQCrlbfBfXJUeuqZOry5tH/oqms+7NAsQToVoEHFCs
moLmcs+aOiA43Haq/B7Y8Al5wGiluTG2PNq7tlm8p6yL9LaDG2oUqJp6NB/oGrRNfsiiujjIlUyU
SvoZ0nUo7JOjUaJ9cbubDiKDEAgSPoAwM1oL8h3Kq+88Gmp83oBtmnxgXeZyWw3tJpODOokzWutV
kYwQECfqwaWAwlgM3Qc9lTc7FQ2WiFdwdu1rkVTHUrnCCweCe2KhXds6/x1g0oQsZU76jyZamM4t
E1raJ9HPw7lROM+1zDg05UB9ny9yy9rmx1a2oM1y7EOGMGamgZsM4OQELC0yZLaDTMRD1A2IGOmj
saVygAObN/HYbbKJxzLvMp8REKcx/F/nhbnZPCVPVZFz7mqDV7P9MhrtP/TAWYYTcsFqA7SPCWhk
U6zMlQAwiPHfq1bNXxHHx9jOel9PjN/LnKd+aK1S5ZUxjWWE8aaEzlh14pg3EYHADAgRcGMYbfTm
JXMBukK2MbeNzvPyd6A2ICAMpyA96fXkwTuEX4VyZfe/uDuT3TqOdFu/ykXN04iI7CIHZ8LdtyQ3
KVLSJEFRUvZ9n09/v6R9q2zVOS7c6QEKBFS2LGozM5r1r/UtuJLhwfbaVWWV4De6vlgZFeLcCOgl
enKlnJnI+zcTlu/2w+JJQw9ZiUbtbT1WXA8VmvxitmQnuAf3b29JLhwpv+h3H0QO3rAL0jPiSls+
N3Cnj/3Uyn0oGuwTw73r0LHh+wjgd007iGNt08wd+sHh49vxHRdNkl+uk/hpqAWesCkAWOFOLbC3
xf09L/b1qG9viN3V1igdWFgKVofofbFeOPLzCjgD01QmGcnasLtHCiuIUnIIoJRtVVUaxKq3vJrk
RNZAi6KVA/8UkgIGtCBXNoj36p7yFXy8InovdbEfBl4OBxLFKg0jqN1TU20873vfgImdgDQ50tkP
cYQw2UA+SngQmyyjV9Uw07uWfAngP0C0VAq8FSJTG1+HFDz34FVn3cebAFju4sRgTANuW3Qa1yFu
zpWsA2vn2sUeBg0k4Nn4KlEgGK/kVKkDKhg6ajV4bS9qbGPGouprvgCEmRfxpRqKQwQ6qwwLgJwB
ZxhPzRLSZMLBiypoR90SUepNDFNNMzj8/UuVhEdeuHE3L4QXAjqfqYZ8iqS4Om1yGiZ07S4YF5bE
FqAOs7oF0Mr/tcHweA9/6NPsvpk66HF1YBlOPWtnLpTX0rIPCdjXYOG/xgsJNlmYsNZCh8WzTC6m
hBhbLezYgPs5JE3S2tgHizuImcOmlcMLRcqQYlnkIELmh/iDSLuwaQlxrNUHrdaEW4smtXhpw8n5
liq4tv5CuA0X1m0bQL1VbfnGFfdVLzzcCTAuG2B0Z4luOpKkno964edWgHSxToNBAa3rLVgHbiTZ
0O6yhb2b5qia05SeUJ4r7E68fQAW5BMFrC/zQu8dwPg6DTxfGtPwG6dvH85hwvHYnBev87RwgK3Y
e+TiwOEJJshCCi4WZnABPNjwoAjPYpsDFcatTXPgTISKfNB9sJCHy4VBzKDZOsKB8Bc6MbbTLbnO
atuxRTPekvDkF5axDWSuNtOnj7dKLsTjQcE+LoEgG5a/FLFTcrU8lh+u548vM/BkB4gyLT1cf41H
d6Ero4iLpXgh2yrC3unCYObQ8TosVGa2nmA7LaRmA4Qd+D1S9wvFuQPnzMDmzLKNMXn5buuF+Vwt
T4rw4UBbCxFaLGzocaFEJ7wBoYQbbVQQpAdQ0u0HVPoDfjcAmrYX4nRV+J9z07j4C4vaZE1ygFOn
5BO28gNYTZc8f78++OHlA/scLNO7CYMzrtFs2zuIagv7GjAVTzc47GSh7n2A9dqFla2AZguH4c9g
gYwF+bWrZqj+E4Rtj/MUwhzcOb+b76geXHv7aGFy18C5EcjZ98F1Bwu3++MFDEyWBAMo2FobiNUL
5zvol0UOjD9Z1Q1RuxQgeCdtytenEWMYsPB+oYZ7PTVdqtrCg8Z1vNQy4YPEe0VFt/xPyd9/a/0W
pq2J3piocpLcyy8JRYhgHRfzscahHv+YbUrxYGQnd+QwubeENgDhnudXaRtM2lwqJBSmZpPz5iHj
7f4Uzfoj+/SXrJP+txSysEypbWWZLlcRZf+SxE7DfiKq3dDOJ7BPu7YFYHMCBYbgeVFl9cSNZE0H
FOQ03FdIQRBMZWvm60bqGd9yEbwAyEl4tc4uHCWSv99KpOZbGSbJ1UEpy/tmHVOPg/o0+psh1DQa
Qdq8tzhOxm6CLB5F5rGloHNNsIDSEMvFRNky6ZQRrJdWx7Qq5xychoQSKGklt7aFg+fN19L3o59M
7r+JXui9VGWILxerEVtOxwvPPFZk1JC1Rmd9muwtkYBghSdYPBplxOo+9PYhTZga2BQis9px/glS
ts3Aoh59iOWWx9H4UuDhNasDBCAayirjqkaGhRnpVsxPInqdPY6WTgpw2jNJqITBIaaEEDxIe/BF
6dyT2v6saqrWg9AoSENzsZn8/GaUtT4iQxArqHt5hZMIUr6OWCbtsdn09G2hBWrzXizzxXz0z15s
BC+IKGnAzJxbt7nVdnwdXBcVpmEqgeXWhFrtY2grYn2gqRMWKRefnWIp3SD8tDvMD3JbGOJzas/Z
zbA1dHlYvwVi9LotLbWporIHTBM3sA2HRYuuvyV+HpxG3L5kJOBjS5UaZ5TD72wV8phMfJvwfoLt
IDN9snyQfy4AWjdnEQQzvVBFcWpmln0vhqr4RgKWJuNHdglqXGaOu3YY7pla2m8epse1VuVL5I/J
2WBKiavN4rn3k3MIX4WGwWBVgEt/VgY5J2hiX+CH7d0y1RtcbS0OQWt+JQ1br6IS3GOp1E5kPEzk
USb800n94rntV5lKYO09UtgwpeICQik7wNd76JZfxU4PsvHjH+Q8UBdTUZ2my0Lc+bpKK54XFzAy
2DSwnB2BvMClDeHjd378Hng+KEZTHv7+Lwq6SNZOP017Oi3jFfaz5Gi1JUd8smwLyZEjKYAzpjq2
eQiXnGsDAnFvSWxuI0VhdGdbMf6BnEF0qF2LMj13xjObwqIqKrLJjliLJBa8lWipMycpXCDgvHkn
8yfS7XiHsgf4d8G+dMwVI/np7AG/IG2LeSxsIX3Iqt4qo/5RGQB+PLdhByhQMeqEwgdV1NaN8yau
av8+rXj0u87H9xsqi0YQoN0ZH+x9O/gpAY1EX0Bex5zELZfw4jDf8J8XsAA9uMQWbOrOJ7XX55RM
lnF5n9g/q6AfPmmcNLZs6SRIUOlwZtqnKBbb1Cf4kmi6RByafBgLxmiBk/tNL3gMWKHW2Q+6p8YI
ysvYO8wx5biNSnPYtmVNbLGbkfLghK/5zGqq+WZGuQg5Bp4KokTzxh8dKO+ci8PcvMaOgF9XFJs0
KbpTbFKLjsbUckfMgOoVobVqx2E4uR6mUobT9RbDKCB8Z/6GxFsDFI3TnZiKvU51tLaBAvyeDP5L
MPXPi7N0f42yC9d2LEtrlnpBLPaXjSKpwao7jSj2OApWHH3rFWRqGsxVFtP4qXwuKMmPmueYxEyK
ZUBHBf73kXY+W0Rn1Rv3suKilOeESJi1/ERN/A/f4gcp6S+EoOVb9ByLFC9IJfil/BX+RAjStYPI
hwdqP8rY3DQBQY1BM8DD66VOIm144rMs/uGzlFsJ+P82VZxObdN46ONhLcXjByEqRD5cgWBod309
uhcHs1pUaHuFL0kidDOvQjME0sWBHqmzUP9hF5T/xgwQWpja8xxtCc/0bOevfwtAftIVEyhK7H7V
xYK1TgDvzuHysbalnV+a7FgWPQxoAlmRU+3AM1lMNDHksfoM+NvLTxYd62tvfGOchGuuoLnaGDIy
YX+/X1tEo1mnp6DID9/hgVke36mlhAbDvDBjfv28iSEaYPNrnPAxHHFVBYQNS+HslR4WoDgJmWZ4
H4P6sWp1/bl13seJUbzrNPWupZ1Naz87OTQjUSLSG7si817zygW3Mo1nGlqrTZ2w1ds19Sl2pNTd
6GdcWPLS5qxKhsxmAHpHpbS564d6QYZmO8Wd4hV24Y9+vjcoOHqkEgwPdGrtg8hzSMti9Rct8k4C
+qhH2Y9Qk/a1YJL38dH8b83RS0xoPGb/c45+/za8RdE//s+PHPzJtPz0//gtf6TopW39poUjFysK
MfV/RuilI34jXs/JUmpgcZCt/hmhV+o3ZcIY4vV3OXcq/a8IvdS/eQIWhVAmGCL+ifzHL5H5v4vQ
S3NJyP/rOSXPZrJm8SIpRxBbsz6OnX9aFwRp0RliqHoSZQxabkpx/KTFRAOgvBDvAUaVz8hqQ36S
LeczDfCV+QNkBvzM3q6XM/N/Q65TP0eajAQFprM1HluRrTGpGSemUVyYSCKiezT+amxlRnQCzboz
MZTADb7h+cnPZtI8R6XeijbauwTAj1PCjYmGdqq/HLlqPQNBThGbA9uKV6kXSxUljhE5Ol81RXZ3
OBpcaOnYDbUezH3UCvxw+eDuzdwnLNQzZkEUYSLpFC19s2OyTXT3yAaHGCFaxewsTe7aJtaXlgvY
3DifqhyLptc8VcWIT8cvN7PR2ifMuwxtAqysJjSKAL4L+YKSqMdJWnG65VmqVyLyoWTXHDgphKG1
E+j2fdMP79SvM6crrR2sxm6XlUO3GwznG9aDV51bdBAG7qOy6vK+bznZphN53yrJHie6YQ+6cSHa
xR4thwtaeCgxwGFHfW20/7MqO/bexMu2Ix6KO5TNkim0s6oyuU4g5u+V100bASpyP8b4C/qhu9pW
cOGcDyXVxWpLHyI93+PPohiS+6EzPhuReGgKNd8Y6TJ6TJrgKY/qbeuiEIRcly99Ta0uFFvyELn4
OfB3pNZDvHM8cK6EKMK1P5JXDUTb7qt5fq5Aua/KNsx3hG2rhywg8vend+6/uSA5f72sfTzIAJrY
4z0hPC31gsj704OcAS6IDb9xnvIqXiXcQ/c2avwmHDlZ+nbvH2xZEruMVmGWxl+FTdq2zFhoUys+
Mlhv6HApSlKdkvPgUEAf7uWjm8NDabD5PVR3heMFz7IoKQyZdHB0y/4xSkQPpSeeNmidW+zb0W7o
JO6apDyg51Bd1eIinkZaLSt3p+uZKGblRmsiZPO59wbJW7YReO6uRdbswgmfqJN2aG1t+u6WyZvb
zw0pVDqyZ/elZ9Z4Cwm3It99VRmuCHTVYOMFzoqgRHEfy2nRZNqV2RUTcZlBPdcp8OTcRFZw2sx7
+vsPXIlls/3L0sFZZ1mEtBbCskCE/PUTLzWuSi5P+ZNbkbIEE7rM3qcNIT7zYsJo8Xz7NQ/C4D49
j0nZn+LJeBjL/msrKCpNohInOpbgu7Kr3+0up2Ii7Zmjyaw+TxFOpURdPjrZY61i+GZ8wd4X4Q2f
5k1TDvIYjwMnDx+5D9vIg4zJy+LpwjX1Lcit5Ihp5LVJDL2P04gGRsaJIgIeMevsBQc749Ix+oS3
UJ74lPKzocyd7gL3mNJzbgbV+GCDOQ7outzVVR4dnVICD8nhZrsRIuHsll8GwcUlLfNd1s3GztLn
ppzb9VTU7abyRmaIuvwSCVxKGEiOHGmyvZjN77nTndmT5d5lcZvMJtplPX6LKo+LlykYKJjAh5kJ
jO2WgQ2AgEenx3IbxhjFzZiEIbMv7zRNZDoHkawjTK93aRaCxGNCzD50TQUimJxsb2229i6kJiij
yUj2AGrrsqfUKfY+u3b3TvXCOQlN/1xan5hKR0+21R+SthGrdAE+BmayC4vwhimQZK1kKGAMjLIF
zZf7zOvI7aItINThimTEH6fGtQ85RSZgh+lokJ+otb7vrKHaiiYZ19OI0Mopc9h6oU72RC1w7YRw
7/sZHxr3rJWKOlxyZbWvKNa5dgGDIIq3jRD+T9vzSs99OZ0qXFXcGul8cMq1HojMWEaByIdDs0/F
uK1cLLE0DS9WAvwpaDb2k9bdnqnwdJzw4ve9ne140b9zCyM1wtH7rlM4pHydvOdh0xA+qjHeCdrr
W3HhuVppO2Emj7DDMG8dxqI8dSwmFIvmF1D7+XaSEhRuEGyrZk7ux4mujsx68LuI0m7f3o2RTWUm
Dek7BwbJ5eOLi1m7rJY6Q/5mUMGTEog9+phnt7Qg+Egtg/5qqohKpI4iW1mSudUq2XfEgLzJbnYG
qskdJPBxHwsTm28cJEeTCu5BBSZJNatZT7PL9pQEZxLebNi6fGid5r2rw2H/98sAWbK/LAM21B1F
2kKYJkAXUwHp+esyoILe94m9Gbc4rfFPh5IWRXh0wOxjD7//fJg9C3ZApeGUc06v3c5bAcYPDbx9
vCxw1RKP9qIIm8+c83plef8S1KBHJNv7oQ/G73MgUNizI2jAsuvGc8NMKLUr5CbD2RkEgTdZWbZH
A+U/C02SRLr8PHpWAmRw7A6DzZMMLwQbHEC6sxek0cbB6nYvWtfdqKBe8SOX5yLqsOjQqrAhiEOH
rJn/cLB7nshlURKmJFJJ6fenWSnQEUSV6BU9VyGeSW6x450VgrYcoO5uYLTiGsG/5X+jnQCvqbCy
U02wq2Nguzc9fRSpqy54IPLNYPS0Cpn2dC754+/s1lCbiRfrbJbSW7XCj2gCxo1DxY+1aw03W3dj
mxEjw01E3bN9qibxglvsKyW83xwjQEaCM+4RFD9lssa/HeAMtBm8Ne6AS8+BsO3hYnLRF1ceMQwa
rSn+4bZPoDk1To7HTSLoCbFCKBjuItlaSEMm1TQTNJDMmziXEXk+RQE/3nbkXuhgH2ABSHYN5opQ
RcO+IQ16aUmMrOsCnHkRDMlZB8n3wpUOfstbZHjh1nJtY4URvrnB+OzOaeU8E4rxrSI7y1zviqrM
zh169sPHl/3Ydz///ql1lofyX3vX8tACbtOu0I6jyIy7y43+T6eFoYK/RhmQf2uIm+O2DLyT75Q0
GLWqYTasXkA+7g3yl7fefo9nb7pY9lYi4UM+n6s3MrwUFeKJwU7OKViNlGMpApVhosZzNpAlMeab
QRrsOLa0yiW1fjTsdPqi84bAEDbBG5czrCieiCACcteqCJvbyCar0qamwNN1j6M7Gy9VsZSHu/W8
naOR6GrQAVVyBn/Ht/GNNJk8tTZVf6ADNm1jXvrxMfddWIrIERSUMm41gFjcbD9FoaUcoHUANXmh
v57dWe4Hc25XnAQdRAoI3Gb7EBOAxHSU4hUkOVdFnbH9+w/e+kXGXj54mNiSn7YSpqvsX1YLoHFN
DUHevaX0Um8oChmv+BGD7Werm/2HfPRwmlqorKgK2wHOnmeElIpE3RlgpLWaLCO+kejKQ9vYIJlM
2ylKIIom5QtDE/tEd4uxqq3euxot4865pikMDMYVug+4vTA90S+fHPwiSAm5Uy6tCvyyBQi+ZaRd
nlKGIZg87Ps00V9quieOGNFDTJ5+fnYSxBK28yea/QgVijSgVFocDLp2j3//GUnvF+Lxx4eEmVlK
pVxPWb9+SANg9nrGHnLjjMiOGScKN+tjw+DzWIe92PFnfnbAUTPeGbujQEriuoIvteqldchIMK4I
+uW7pOlazr7jsKJ3j2OtVaFeu2VFGNWT6zaWJyfwAMh62BBMP6sXtJJz0GXUH5M2ujB1fy06wYin
OYckeYVbFtumDOVhUBoJM+i2rZN5O7otvtF+YO9ZFednl5hMPZreoTQFDJImIrcJ86IkGVKLeN6W
nBhRwIBHS0YG1xQm8B39ypSzASc0BJmswiusI+2z+kylRHTX+EN3mHIQhTq5xkEUfjakbWPbf+2N
rj5HlOxMXRJeXId8WTeF1rOQE1bQZHZOWUOPBgcJFpJjEET9Ko4y7leKvBLtGMNOjXjfBGP+BvsT
gdfF2Gl/dsCK7gbuOpsRTD/BeJx/hLuC/YDlZx3nlAgVcEYEoTkKMEnItM2DtIZoY3h1vTaYkVyG
elqpEDtfU8AAoZ38FjGxNFpy4AxPHSDRvruOIxGesY5/7syGZaMZV2aRfFPj2L7pRJHt11i1bFK2
5A7WA0fxB8gijNRX04hpvGXUsSbtbt9Bo7N2HzuQFeYPmgXqzCzxGpXGfTpIfV9XBojqMMVMq9Y0
ujRXyx4OlYB6s1ClC7eQDCxWhb1gPmIXSkfo0K9VBy9mAqTNmaLpkXDosXZojKcL+jVrtfyEmRNg
JNiffDRo36N9Drp+xFSkz5stDLecFJP70JafMmRQUFHcclRLETYi+ipvWHkC5kSqN0/NiAO+6rvT
YEVUZ6XDD1d27ppiO0J9EValSWUJXLljGBnhuUJh3pbkM+4+fklT7M7N4nf8n8VhGjnF8Upx7cVv
1GuKyXTCx26l6sxpiQreoX0yzSmDrTRgn28DDz9KIC58uPo/KIAsZr/uMZ6JDOgxtMP/j2Dzy41U
U+PZNUlf3WyHw8GYeQsApHOPDYrKlU3pNjss/XadW/duYjypEO+ZqqDpEyutsANXS3831Wg2t7vR
tOnjjq1uAyGC1oJHS8X5M7ZCR7XzI1TScB+Zk4fYEKpPNClZKwC6YLR6ke8KVT63sbZ3omHf/lhn
zZopCCy64UATND+JoBvudeJ/73V/E3TJgPfBys+P+donuIuVjBHpEVBW7Jl6A+CjXKlejztOuGKN
OsMwtyBP1QzQkSCc+Xtf0iM2hlj1vIUklA7utkZ1PJGk01e/KoJ9l1UZLt8q5w8O8nu7M3E5Rz5X
Jw9hMw+6L245H+I4mZ+ZgfSbFOA19Hl67smg9TmdFLNRhJ/Muar2ScSfmxpj/Jz5T463/NtiNi6j
r9ODhyMMF7in7ign5rF2g8deZuLie4KgkzDPsU/oddA1yodtvjaOTLFDqOTsVJzz+9DK1sTB443X
ue9ZEeS3oBPOqgmj4OSC82B6t889czjJ5TgTMEFFufHcNdk5RhocmW6txFqBhrBrPGgOkc3OFeXd
wUy40I1y5jQfGRWOo36HBRmwrJv5sJXhKBgCT1wo8IHqkJxc2xr5tRmp6zYH4yXqi55Cm1Ls6gmA
ket0XDM4dIB1sE851mgRVie76G3aEfGO+UVsbzrQXow2K9p0Bueu7zxKPPJIZ7Bfax6dqmqJm3bJ
PvWCnF7c+DWMA9o0R4FtlMQbzcqYjxlWcofFRdjHzvTI57C2m+R9sFNgNThgmNKawTEq8+YeWj8u
0zYm3Ao8R1r37Lj+GyCcCec+b2Qgh/SQFJGJoOiffCtLrpGOsJl06adU2gsSWV6q5Vdt5Z1g7d6q
KjUZSjjqOc3hKAcM7bdO9JJB/71vRGM++KFJC0OdMBEEpA6yhXZJaEPJ7SOxnBRcv63kp18P33Dz
O4/xizIXLFAzzFu4D7FZPEbG96gN9aqta30KUzsg6J+bhMoxBIFZ05+sOc12qIjVxojTYpcM3LvY
Bl4M4DbrsGWvTAITWE4u1mbI/gtGaKI8Koue0wn2UTviAgxsWI9B0e06kYtjKZ57s+bIQ6XBF02Z
W1VTHRsU5zlY3OVF+13Sd3GaMkUnYovJa05AFMgwugok6cchaA+20TvbwDJyltdyekl8HjsOR2HY
zp+rkRBom/T5OrNJi0ys4ucszQno5l/KMXNXFqTXvYrtc2+VxQNsAeZw/Zg+lFb91LU62NJHYGwL
24Ob0lWEI3zkyT4aOZMZzXQMuvg1j5RNwIkAR6e9bJflhIDyoKePVREnIT5crYahdx/oMkVzqL+j
Uyg6fcDFjBHx75wExtZzU5qpe2gJLd6pKGj18z7nbHTjtHIw6FI6ayv8FPutsSkDukmBJVXTECOD
2YxKQGcClof212Hd2Wf4NreYw+q1Gcv+Jsst/NJiIwAoYYMOo5kMlf8w2ginVp+nhywgctFZpn9k
+FXzQUXQWnHo3+VNxMB9HPp1Ww1PAZ0iuKWncWf20zEDVEKigmPzZL+1KTlgLu9Psz8lNC968Q63
rLoybEo9itu6+D2NhxSUHT1CUEPvZoNc2OD6IdUODX7ayT8Tpp2vRKYDjC2VifsNv30tJJQNaX5x
c3cvm+aLK2e1F9k0HjzJISFpYwdjsDtcZVx9nRGLN8LMlpKu4cYMweND8x54WepjLLrhSktFg9Zk
/kyrgBjaKKdXa8rvgzqEw1dWrGm47W8JFcie90LiOf+s0c7XbWpTfxp2BNE4u/++U/6vHQgp5M4/
nejXb+3bH8Of61v247/+sftRQFb+C1dZ/v57/pgIafGbtoT0LJdDgaWtBWs8/Gja//qHoe3fHOEx
OHQ5rjqLtvrPoZDJVer/cZTFbySZLMdbrq6Se+H/zwxIuR9tRH+6DQNR9pgNM21yWDGV7SyXtj/d
hj1V5NovKLdosvJHQQyVVp8l0P+TwdFxNEjNESb7xNjxLEyCSpxrVzrscbnM8jI1eBzDFOqNJiqY
jQn6oU+iD6wLB2YjLhdbN+MQNmDZeITkBvmoO+Oqh8ZkeA+4rtTmzxpa5Nq03B+zA/zHIRMUmz0+
3LDn/Yitq2H0CbRWsu6wBOvtCNNzW4fVFSWk2aQZE48BJziDmyncmJ2+0s0wSHYeO41XTRyTVyjs
h9JALOwSOyZh1FyMjD7L2pgBTbSwpew4pkDNNw8p5iQS4eo74n+wjonFNwnO3IgweaKueWGRJZ5y
/oMzd4EZAlEs3jCTQ+OnRxtc/zHzsgOh3RbPTbeAljQDnQYQM8w0F0qNnoYBMIctd5FlVes4DJ/6
rH+saPABnYRiT4/8u5eJNR4j8AS9jwDaWLzRlT3zXdq3OKn4dstP3RKDmpMTTVbzwWKJypoGlnA2
0YJSWhn+/AH/FUc7qgHCR8OZfmCUOlMbiCHcJKoTbFU+MyLHQYXmdBeSsj6YJDP5H1a/x8QRB3uu
DoyROChN+kEU84sOPRoCpwpm0YzzK+AQUrewtAbRlkTEAAOAPF25TgiKzixWmIvGu1Hp71kfXevE
+Kl6f814D0vGjh7nnT3b7yhle2IljArAfxTOLujs94T5xYor/D0xnrU/1w9u1776mUWrDapJi/UZ
+ZaMt8ZqUdESjnr2OBukZYjr3YbW+mJ0AipNsTMtQiPd99KN75K2I8cUnyeFUZz8495pzGbD7H6T
NdYZzCj2WuaH/gSYb4p+LPundrn5YZC7KbP87pMxsmDn9hWkA5PZOAQDmgjpfhpHPImTAkk1eNNG
Q4pgwQy5cvXNAUWCMvO0ebIXN6+Y3k37x9T5Ciu58DbmItUHpMYSn08dl1u0dWV7aUqrPFCqBzlv
SC/Yq3Hadb7cZrmtto1NEY4uplscxtk2avzw0on4YCWUqKbNWjN33bOwZI8DZcv4nk9tND6PfZDu
qUtYmSCTVlNgMw/z/M9zC09K4w+7owAazzu+r9iwTlqNKOWmvYqIjNkxpbuzG6cbk3EIZk1yXDrE
NGJ0PgkOqmBBq+waujsZDvD4UtL73OguPIRhRQCoG75yMfSxgCZtpXFYjSwXTnFpEvE1R7I80ED0
KR5NeRfRuVmbMdSQeT7HRgR8mWd3lM68k/38Jey9bBP2DBxaa9qi24FoGqYVDLH7ItH1yh2G5M6D
WIHd0Nj4rFLbzm0ee0SbvfzO4NWjOyqwSV/iLQJ2hO809DfelDinvF3+0uX4ADJo2Mqp5xwTVfsg
q/y94WhwfqG3GygeWouOOjcVDrQ5wpRa5dKcn6mQ4DEKv0ULPaMcqyewrsk9XtcJYlx6rF27BJHS
Y9MaTTyWMS7xlvh1TMf6lixRYnjyapcd5Lx4awI3Otd28N5wYtv5hXoZ6sjZFwMfbNhVGISDDuPw
AGHHtKRa62bQ24wYMW4bfdf19Ay2gS7WIzSgtHNt5A2rO6XleqyBr8zjOy0hERU94G9kDa146DPw
Xa3YW6COUCABAzSZex4MlDNnxsRXBglkyuRkuIhrZbbN5u++W9ebSjo9TmKPytXe5XcznvMZAOwH
AYy9Z0xVJ85LiyFiTcJ121cU0TegEkbSubcikIcA0vNGlNByvMVeyV64tFOlK6MMq3unlntMw5/M
JvS33KZ2pjMWp4LeCyuMvrKBZhtr9m+0W3A1dcdHUUFDmk1vg0WthlHcMKSd4RAbc569tHn+5orx
QghwuJeaDUV7/nsWM20VNTDfvA4v8C6NOF/KWYk8MsO3VxQ4kk6JX+Ctmtsmj04dD/+miZjXeWJI
N5ko7xlArZSD136oy5Vn4sm2o54AIR66TWNrb0ts56THIN12VNRvjQpTQhR+MbRSD/Bq8eALa+v1
FWgQT2e03YxfQrcDe+IGL+RBjoMXAS+sGeeiTIUrW2Jfa5Vxs2eSbnUg7qVX3cIh6lae0wyfLSLj
VyK1t76wc4RnvlUZ+hL5GCScZPx8YNo4f8Ja+qDpAjqNCbnxYKyyHY076yIGbd1SwP2ZITNjKIAc
qkZ0mcqHvJjTDRwTuTcqvzk5HZ+ICse7ZKZkTiP30JlDPDJPWEkTD1GguKa4RTtFu1ymaQEz2/qL
TbsJGWHJtWji54eeB2CIJl4/mK6KroFNa/cUmtvFN/Ya53V2MQNzz2v78ZTWUb7JlfcEZ54iXl2/
JnP63pu+hySEjsaztJ81hN1hTYJDU7iV2btauN8bYH93luN8jkPl3WFrhEdAXGY4OlzId6HpEfO3
jOQcoJcU5TSfoOFwue5veQ9nQKXevQ7JgULyiHeUS2RHXFnrNOuSKznCS5hRQcRSrTiJTNzFPDgP
BggXwQvNDaD9ErtusrUqJJi6oAZX6Mnkgw0C9mPbJlPvik1AnnnlJiDzOm4wKCu5t86cOjx2MaCY
BDZ7bKvLWA9cOQ2I37Y+1DN7YE9c+soFe1/19aGaiRgXbCdMPBwmaQArnC9ZEXZA0ssvBHm6q1q+
TKJ600iw0t+OSDhrdNByY/PSlhnlsY5VY1SrkfGET0aHQFm7rYuMT8ZT42ouIammMv6aGIyCZ6dY
9qXUuBs1TpMSd/XG5GIHCtbZGP7Magmbc8ffIXwN6pcu/Nm0X4E9fIDg+l3tVs/4cr1b3J680CQk
WbvZrig4SCj4NJjbKErGrtviig2SeyvbTY6rD3lOZZYzMpDyOYoI0Vy7HtWbuxB1DhBJpVXOq9ql
cTwp3DcEjG4lw+VnnKTlqYqfojo9+QFGAIsA4kEFPJquwFHhlPTe0VpDm1VlYdeF7ZLUfBhUErFp
zuqVeV+/aeERY90wUL1bXhWk1Lpu1aot7QPTO3ISVf9TMRSX7r5v8vCzlY1L00hkMYebOWMVyEw+
Zj5OXz1G2tn095HFOVtREb/twEgtnN/3WDMzNEu73KuOCUg20eGDZtzZwyUdrlo6jMvx+j0uj0yZ
pDa84xt+92xTwVPGLNWqDZP3auP709HjYVtZXeQc4XawMffprTMJboacbrd1EFxG9/9ydx7bcSNd
l32XnuNfASACZtCT9MlkJpPeTLBIkYT3Hk/fG6xe/yex1FL3tAfFSpES0wAI3Lj3nH0o9Y3B2/aF
hXZYJ4xppCGzQMm8KcYsO6MXxn1UXwtQYmf6D/lVgwGC+BPC5ibzDubzXWyxV4aOUiMSKEuoafYA
jR8Ho3IjqArJjHK1KwhnvLatZYHoqlvGr5VdvDW4eA+D5eKcDPlrwFqwzwfxusgM48q1XtKgsXGG
GskOXFe2DOrhyc+LSxohz8x0c7Lug2wZdTTz4wY+iPCdJQJRDa4GsHSHGfm6KLgVDAJgjTNc5Sk9
mW60X7rRReOcEp4wAaBt8Fgjb6AR25pLAAIDpQsow3UWujewnV8tsG5a4EEbH72jVmQfIpW7snwo
dffNpjttg+lsDWMf986b1+cf2KORjD+7TntF43w3dWw3HiqX3kj+2oVqT0TbFrLwPlTukdr0ShNy
73nWsvOaq2HodxXQbxDPvL1YO5oUEa05LRwTVuBYb8ag3zahs4R4sdUmFFlas2Wu+4AdgRZsZKyE
GaByA6avT2B8THWDzZIuuG2/KRKRHL+5HOrilr+IJasLNoVRXDsp49c6mAnvHx2FNw1MmBk1EQ9t
0CyD1jvEJaOSBvBaA050kbX6Ee6cKh/mv2QU8b2j3B2ZdBdN1N+U0rt0aKCsMHbc5jqsdtA9zJJd
xZSTO63pMmazrvMRpU5vf7aKmDY/VIDbNkUR4Plr8PqKdlPQ4cdftHGq4rbJ/ce+uvbdYssZe9f4
Z4UEXdOdNSiRQ2nKD0uesRHHi/kJS8haese+w50OAz9X3VgtIpk8lDLGruRcsKFexHp97G3u8Rqm
1lzeVqMGmFzPNj06+7UzzNBjEE2zfQ8AuremY1oBNRTzBYKKA0qvzfh7DA9gU/aEc7Ih9mmuFeFu
bIwVW4+9b9LuLQXgtUm6W9VYuJvCYyrBkoJXD9GS0/dyH7rBIDRSfx7q+qmv6kuUZINevkJGvddQ
dsU3mOCNU6FBBFDDD80d95PzIm370QsCrLHpXdaGtMjql1oOJ43qOkwnMArFVhLtW9T5mzmKc2cY
R6uiYCG3yJmnOIY93maDc2eNNDeBWD3ZPvllownwo2WCeItdd91S4lDQz3092HQmGepwzFWW3Kku
2QVXBTE8i8krNlpqjiutIspQyxAqgoTxNW3ORiniBaJOroao2XjVWTPSc+1xphC/TF8Lz1Ezh43W
g3uVXihqSptpIyic5iB95A8WA6leW2g3XTFfkMa5bAHgAkOAq7lu8xjsxLQuIFeK0r/B78eH0Qy3
qTPewVS6tGs0W3G7iRB3qlad+qy5kAQTinK8qgw7XSY5TjenPJUw2HW2YRadOvyrl7QGHjvF4Bxa
U9CrjDPHvEjr8LmNxTVmQ3vUcZsRDxMpeWNp7RMjngOLELkH9Ycw5YEuLHjSkPz14cQ7vZTcpck2
XBAf+DLa5okxCPLL8iMe7io9PZeEh9S1ceFP942ot1VPoTfVC8wG7wUYVGQ3Z9fy7zGL7kM7Qsrt
znGAy7HTF9RumyjF3EGCI8zP9ExE0M4HiIekyEFOMT53QfS1ZGaJ3NRJ/Vxr4sZyglfQnZaXQvJH
BuaHa2GZt2kOurHP3/DEbQBBr6quvnOMbRAnVy49YGF7C1mz3UrTPfEX13lGCGcZ3PNaP3XlXVut
94LQ0HWGF7spH+Z4iCm2MG1ayBCt9yYQPue/c9+l8h4p6rvbaG9+M2KcwU6OK5kUv8tIB0PU//CN
dMvUgw0DJ4uvouc8Kl7xl52QmZ7SBuFwGjwp7y6r9XgBxXlbdXIPrfYo8+JQdD2E5J4s50lx2cNb
uc6x2yKI+zR6Ljm7FI/ZQH8qVnMFnDMQh/jeOPcpyt5ac08DxQQ6+qfeJOxxJDar6E5tbK6L5LnV
ole0+yvPxaUIJTVyxeUo53AXN9u2GmYoEuNT1d6yYDA3QBatFcPaBQqnWcMZrvIyTYNtbZY70Yzb
iI0F3el5+HEbRcE+kvrWN8Zjqzi1mT2r9jy4UPux1dsTZGy2RIY2L4s7uyuR6Zf0ELQap+qLfaLR
eOUYVCM0xxgphsR6jOFDCIYdTipDJbCD75WBRq2TpLhiPWXDuwL5rBYj1VKZdDvdySxmg/FNyeqa
pshUlDs72IZ35LIPRVARVYEYHX1fRo+kvx4zIkHKWLuruG0uvLQ4jgjnSmFuUNA+TAVn9Vik2ywU
m2oM9rlunRr3GlvCNVC2elEX2TOq1Y0dwX6xEGdLWKwoLAhOvOldmk5muQmt6tEd8uvSrEoaXxk7
U6ZrZoKMWo4hzKO+36EGpyMHhqln4aA7ISJahEOBFVlr6hc9t671eDllWPfC5CptUlzXYqs3/RVh
FFepSpdES671mK3RUK5UfC/7/D6zCkLD4M6a0WrUfWhC2ZOLsiFK9VtZDEA2x2MxaYzNPAPYCFwA
AG5siXIFSrMFnkihV0KTytkGSmvXsJhYhFgaVr6lnbOCl0Rm/GWZNk+BuSX9nT2YBKjenyvwdkF6
pYWMzqFVGez+BHlIYw/IEIhGaz7pxKTkuTzUnCOmsDaoA4hCrp5EF93Bz0QGAJZ61WHNofV4msL5
ss/rh4byvArrF8fyjxTAVFr4BgnvyjrrGppps55/VwYXLqBLkY2IvJtQuybyIbXzdwDE68j8OvHt
3t9ROHFUkmrVK/mBF3Xhe+1nbdgXWW3CcsthyY6Psd5fIwPettwo9OwwGB1I4fIDIiCwFoTSCzU9
Iqs9Dua0TiaPEqc7WxDIFqVWQBAdUiKy/KU9DJfz8Srb/LmzugfXaF7SOjmh0dgWSbJtETSExQ1J
HjPhkp6aNVbHbHwHRPwZRuj5BdZyG/v6VCEGdM32xovZCoPyD1ewGvq5RmTEjm8242+P7KIs2VLR
m/i7NfsW4sk1OIELJ4rsBXRExmJYaJuKEc9SNaMOC4TMObtFzjLUu1hmyQ58X00nm0ggK/ry2G2y
gvYkYHZOAbqbU7mhoRIuS9UePb0Xazfr1YoN+m0kX2rID+xcKZhAe5FOc01Gl+1mt3mNBgwuzlPV
oQa282IrfH+trOwKBcdzYwAEh3KKljh9j5nHDe2HD0mTBfwBZodcmQlTsXJMtr2Jq2fQ6ZuW7URG
WFQeKo++QotSYVGxq0c1Tqock7lWQvhqOkIb6+6Ycy4zdGWDDloa9XPnXCAfIeUtxJoJUwzMEKLv
0trZE93tPKfGInaDDA7nM2kyemCNgSpw6hhPe4KZZrmydCojhUpEmoF7RqBG385lqaunkHEzW/gN
fn8POSzuaqya8MX0cc8OYOGsuobZuptAumUWdjvkRrXuwVytFeqc1kIgCtnnjh3BG6CBGEluVO3b
jpa5D+eD9F9jYTpBeDSI1kKKL+8iyz17ZFxte2nOMu2rGtXiwjW1BwKVFYfRv5u04Sy97MFTIHGw
qNYrc2g1Jr2l3EVFPODmzbH5Gzp1c+YCYYwWuu0Gawvi6JLp8EMbJ+4KztOjkXvmJsyGfcV9q5LW
k9JMyh+2eiG1HAF+PrJT1CKaaJdVEcGibLtq4afVJvVFsqxq9lOOgTksLSqyUh13i6iGTygcQZAN
zWnhFUhfXPC7FTqh+xwTgdJfq/6E5GPZSoBsRctEM3R2mc0hTL21MDQyMVjRxhhBobIuSfukEppn
OL7LZjxDGU3TIF7agd/v/Tx6DQosl2Pa4qYgdKKxC4kGSCfRLi33ZlKS5q2JNZzd8TIaUR/WAfYf
F4AuzUHvRfWUp35YIE+rK6TpNnvOgVPJjImdy60OSFdHHLMa/IXRWSnyhfiW8f9H1E27gjgFcLy8
vMoC3ZBY56AaPlPH4Xb3mOY5O4B8WibmPYbkhzwwxBLqzW09n8lVxVikceDEjDpQqySHp9Q6zWLw
IR7kGbbTyka5yclWTT16CW5PaQuW1VwGBFMCnj9HkXk36PkD7gZfkixWHOwiuyoyZx3rnLKqg1WC
TO151J33CXo5Un8LANAi17yR6n8/5clHC5cPq9WinTnSoyKdCRzSQ9GjMAA6u28NeSia8o1b3FH0
eEZ0wQ5XVj0O17o65rpBCf5D3yIXPE9O8ZYa9aqFwrKiscxp4UMQ8+ob9tcpO6jkobXn1mGho78J
3BUJIe9JwTwsMTEgF5q5xtQdkg7mFDAWkVoF+BcIu2k4BCkXcEp+AmRhmsfatp/JrrJ79mo4yWG+
IE5hT2jsHlPXvRdCQzc0BIFuqaBwhqfeacGrG80OVBdlwvDOtorRVZu84npexTkj9T7RUxLds2c4
GXtn6qGt6jegYd5Fny79sbz1I/PNqMZj5AFiAebxQwxqFzv9gxmyKUGzTXfonmzJD+FWP7T80SQG
ae9x563RuC8lVzItaQIfadhtOBtJBKcvi0rOYXcBX+tCcVeMPBOSo6G92b4A2V/cIMNa0gRBFjic
GHI9WnQLFxN2ySCorkO6fr1zwwxlVRIBKbQq5HZR3fpDcmek7ZUOi1VEwTVCP+iMXnHZN2JPh7lj
lwiFjH51htC8WRYo7sYcChYpZHua0+9W4wHs9y/YJcHSJ93F7dGZW7M8PHn1qe+XEopkH/fbAY6O
L3p+mU6kZ/+RWPGz8pongVq1Iep9ja3pFntMbEXvY/bhE4SsMupG2dBOt9XBTvWj5lprBC8L05yI
TRvbU6WjCR6ncZdUw6suxbCoR/y0oM5W4GNBd3XOLfBX3NbFqzmw1Zo1UwbteuYxaN6r/uj3cLrS
ijw2oQ942ooPLawQ+uubajKIjQquw8Z+djv3npTZ7aRw2aU5blvRU4yg/R+09OxoskKP0Tz4JSPF
qNuW9346XEV2B3W5CqBoISRqQSdDqiEQMTuDNV8jTmcqC2DFbiBdEy9hMqWAYCotJB6eIEX064uL
T/6fR19/1OY/fvvetz9++2df/+Kf3xcSCDKajJ5SYI6pdRuC2NmIiY+wKjubdL40uyDqMbsATAMU
wSQeBC7VQiZOBqadL1+P/vPl/+J7A8OTBGInQqo+jPfNTIoag8laIQtIFvqchOrMjLGvL19/hA7f
7O3pvhJtRzbNTHDB9c0vcLDgrVSQGgvhFUC9QsdkXzK/XEkiBDkk80NU6dj9vx5OjX7lSWfYeE7I
ouyiDL/4+qKFwLb+eUSwRW551s5M3GYrinLvqJbX+/Uy/3kYz8/y9ecC4RINO1SX6LOWlHAVpNG8
umh1cmW/vnx97+vR1w9sx+847v/943p+ZCdEgXO/ALoonVzQs+SbRfYghw4V1IynYoJWXDTS4MYm
CLcg36q8YJxaXnw9+s+Xr++lWqnt3fbNKbqzp/XvSSKKvVXlkFSc2bdAO842w7eJ8c3JBIJCARAA
RevJ6iRpw0VYldJ8S8Sst6npVRn9R9w4PbtUvjjse5I6Lw+FPo4r19XW48QyaaqMdBEoEiT26d7e
d7KrLizGi0qOO70SLK5jd4or0NG2spHKcv0MqlgB8NkV7JYX+aAeRTcmFx2bgGhS+clOx4i4uG4E
qeDGWxj4WhJ/CpJnzcHBetaSD+MM040DOf/CkF5zCHL/QozlWxUF5a7LvJi99SIiMexU4yY9NbJ0
WVGtA1OGfEFzfo20i/iCDgdvrfM0Rg4QDYvuIgcasPGZXFKTYob1HQ2Z75iurLRO6XwYCOR7cW32
en3qFJjWHNUIGZ57csFgkLJzurc8NFXCB8qaNeapM0xgxY3P1W+SBKtZV5NZfNppHK75J+0pxY2V
ZvJYhaFFkmR+DpvB2ds6NrYYzoJXgBLUhhfdpY3iFMZHbTTpMcup3yeGL0BbIZiYR8AlHt2CkU81
Ji23CypWard+7QdCI+C2ZVdaPWVXU/iZt4pY2GrqVg7dxQiQ+bqxOCqq9ihxRYOGKk6zU2Db6Ulo
d0yXBrJW0J0FBTl7Fu02hGvDptOBZLE/t48JHWkyszjuYXZj+KVNK6scLy2i7cWnSYuAGI16YZGk
usiMyV/RycNTyI2JUjWdVjGIEwap9Pt1bE+o7scT5Hiszu54Gc6vhNmTxnSO8kYn72KBGaTdDpbP
UcE6hMQ9rbgTuckp7own7ndiR5vujgJkLeaDyEQJpQkDlZSZHH8ryDiz4pKQ8a/v/fPjr5+oFC/l
0OZ8MOSU77ICjhus90cMTu+tNV3maUntGuW3shpooVUnL7AuMOjeD8C5tOHVKs0P0UZ3UCCPcTqi
qCgP/aDfhQ2S00bqD7lJSLPmFi+2QVqETpIjI46bfkInniYk6GlkszZUirrVX+YMYHbaDK5LLgoz
vKxneGkE7ysA8hhCUFzY8HlC0SnE7t0jaYYAR5t6lQijIGOuXmMhN5eWR51qa+5N6RNhkodwRTIH
P5XUuzuXe5U2ONd96DNP6sczBiJcU8YF29uFOUsmnUY9kCxydMb4udeI07PYeAoLZ0CKdEaHmLtj
tE1ZMrh4MkAB9VEtF8osrlL7iMQXvcWqcw1mKXF4S0QsklvaVp1dkoKdYSii+f2jxya0sFPx0hbF
FqGwu+5zIkg0/eA4QGW8iXg99nbwXWW6ATV9A1GYkAd4GVj8MQRRO+gWJgLfXmI72GBnGg59PDmI
07un1jJv5HQzBZw2MD7PrWYklxF+sWUyeEuDLJiiAzcFI5cK8iTSZmAhlHRXyhzjifboESjE+C5j
tgtRrFLTq+dxOcVddQOTZN1HN5A8WfHv3IZgpsjO7scqXWmjeVmWUAFaZV2ThrgvmuiH1M+4iEea
5MwsyFh7yVB8xLmF3cdm69cOH1mRu/uKCclZGwLU1i0jNWEYBz3Hg+8Xu8kHbKjY56EBia6miTjR
tOdjSMbtoIxLEVFR1sa+ZRA2ZNBwa+LB+zzDdDhgbTHZ5JihzkmZT0gzxLQMwv6Yo46kiluFSIuX
SRqXaxoUAKDS8sP25Ztto99vmVWK1qQnGbm3Yx0Ou0AZ4LAzpR9K/7ULdOOxRaNpqvoitW1/Dy6e
rDM4C7p2KqnPihwFiqzK96TUWaY7uHLBp66z7tsip0BMzi7FWWeA9Bp9tGJaqC9sTyyqnA20BiAt
qbgDB/V0MZeSNR6ccWaWGXaYr62qhf830IkIx/o1cho69QVQRSxCnF5MyP13p7ayg51lSNXY/EBs
m70HtBMWxujsbGsqd+x2s5tqBqlo/Vsno4+ofTelIsjJGMkFm/wd667E4k/JqWjqZaiWB3b8zAOG
e7xF46yHtemdNc3mFRs+kR+0lxtLTuuxBCPeNMOVToDzmtS5aFViMF/Fsaku1WugmdNGsaPkcF8V
vq6ePaV/lMF0ZYWpsc8srAkR8taMCf2iClyxnrBor92GXqGFOXqg6RGMBPTG6A9JNCHnOzDJbgIg
BJrcI7Y5JUEOWkV5nbD1XGtGxe3XYz5T2ePa1eofRpdtfS2Z7jTiXliRggv4+ycFkmHrC/02UNTM
WPOHJdoenKxtuQvmMFEQix+DFvdYr0e2w6xstHStY6SQ6OTepXDkSfoFyjc3oTNWV5LZGdovFWDV
NKqXdhTu1iqqa9qy7s509KuQoVSlgpskxjxlMqlYu8JHtVvt6Aw5J9/WCG1oCrGPAhD3CMNSguYp
XByFYSFPctIvBohKZvtpldNDCnuc321dIKy/bL0xekjIg5f1uz90dyXaAwq1atX1wltXntgCvz3T
ZXE2pV/SfW7GJauNJJdgpA/s62+VNvRgyufdQml95HSAsQLb/Xowms0g3HfRoMnsWg07fSx+eCWm
I3hNqNGlswgbNI5pQnvCY0sNwUdsymwPHLxaVo1bAbzUvYPmf2S1jbzOic0VgzHjgI+y2MSE+C3i
QINH7gjnOCbaSu8lGLDJk+s8DeOdUPbIqNjUdsKu25XvQHlvMtFf2IT2kHxD87Q+GnMEfeR3J7ov
yVaB5LoQfYUvpYzfkrbVLjDfkfktkXJ1U5Fkm9SKqpXd8OpjLYyQHvjpRZ8/DrBQD/98Z/42vhl2
AcGdafIOM9GCv0McdrCqkluVX9TDpq3Kx3/+iOZkW0m9J7yzl1DhwcSSyVJkI4y3OA4OX48smshE
MkTrL7hkCEiUsKiZMzlVNJzTxE9XZqY/ZJPdMDnk+19f7M7LARGTVKiCZid60qIDQdyNjzQimB+F
DluXJjX3I/1ULsFsL7C6Hwr43atQqzCBeBNb+8ayShYVq1gbLZY9G1swqYTTy5gGGctWmR1Y3A9B
ZkdrDtAlGL3sgKMiO5Sa129wbz5+fSsO4IWiLMmWZaNwZvZ1Gu5LTa2t2nB3eLs2qJnrw9eXrvfE
cihUtLDddmdYNXF7FSlVX8jQPsEHl9AGIU0L4sGM9s9GtfU54ugBNWRYWAkWZGvC0Jt8nJ5dm+N+
pMRoWQI5r9M33a80bl3Y7EPn1FaktBQpjElZQrgjVKY+IHcUq7ZCKpCGnD5KoMQLoUgcTJ9MS8OO
frBt5XxARXro2Z6QgMXgIppZLvpAw8SyGU+RFnegt1AcGkFkV18YWx3GA6WEG5MDW4hyRXfBpfPY
lgcSiTFDN/4lzpTyQGBEdchUDZ+t9ufVxWcQ8vVNO8pWnFI0wUOX0AhhV2uHNFpGlcEhdiS9na8n
DOm4leoin2k13fwhgLaU27Ymw9V3230F9eDrtUe0nw5fj5qQe2sbUUTVI9B7j1jBCix1rFc/DF9M
e5eZb2KE1TbvbAKJADCIsj8EUrqLsqCe0aYWeDgvIBTDk8EIflUSqYQ3yFlMAp40t+2X0qIDVpcq
RpFCOTca1isf9Gbq2+TIWBvMg7PJ0Qn5RNYsSS0B9zWQqef59UL1/YBUol9hEgw38lreeD213ugC
/gqsF7OrH6IUIbQm6k1aILnsJpj5Rk3D3I6ifyzl/9+6GHQxkxz+z1irTZJX4fuvLoZ//s1/XAww
qxyLgbDOneE/YCvH/i8WH0u5rm7oYNpsfpTlVRP8z/9h6v8lZoCbg/vbEgoHw397Ggz5XxCy4KDj
/bHBUbnq/8nU8CvXCqSVZSppSpzAJg+FPpszf7I0+P0gaJPmUIBi3N0ljuorLcqjQ12UV80AvpwG
bQDDH/Vf6Al061julnkZr6LijIwsOBhti4k8Ju+0gAhj0x9kv2GgcffRF7YZ2Wt6d6xV6cBIy8qt
G2Dn+enz/g3S6BvsTglDOuD6TChysPuML9fGT2+hxKHj0mejs8KhQjUVbmJkEAvNaxP2hrACJpgq
rWu/20R7/+W59W8W9H+e3HWUmAlkHJJvcB902J2up4pAGUJTnC7fYr2jUY694mvUwSV6VViFtogR
ZnkmEtQ/v/ffPj+HDRqrzTkmzRk+9NObZ9McF6OUIKWd+mzKPuZmDoGHkGwckrPJP96XYb8SYVpT
1pBy+pfn/3b+fL1/k3cvOb0NU80+nJ+fn3YScxvFh69o+bCIdzc+QAB0/0rH6xw4NFEbGDVO+KPq
CDnoR+6CVEGOoKHOAMEsiJT+80v6/SvCAzNfXMilvn0izRB4ngk7bavl0lroEeaQTJfl5Z+fRZ+9
Pj95gXjjyuBysaHBWYaJYPTXN177jgmz3aNrMCHHGJ08Ws9bhofCo2CzGvpGfuadpjpfOkan79pe
6892RaWc2CU3elMG22SwLGKxpfMX/OP8mX9/aTNtCn6EwSkp50/op3NClXSHAjB027p8tz3mFZYW
/JAmLezRuwulILTZg2Xy5w/k3x+7MqDaGPCtIPWxav36pB7pQb1j4tWMhMJ7DFB8WQiixv/8LL/7
1A1poPO2sX+BfPn1WYRTEwcQx7w1nzS6yeFtVDnD8sSEDfXnp/rdp/jzU307wJYUcLQUQgJnDN1F
C48UB+d7EcUFdbhkNkWsWxiMxz8/q/mNkfp1Xjm2YynTsVxO4G8L8hjEltP3XNCGLUhrJwZyh8kJ
c4qdbiZ2jIuOdHiGhsei6O8aW1LYlt2OpcGl3QBLrwNGShNB22q9ZezixPZ43WROMqMAJ9v1tDlm
RhMVG8bmbu1p4WflmxOsJOPoEXG6hGfwWWMm2Y3xucI/s4Tlx6wWZsElFZrfXOut9iJLFe7+8s7n
D/TbaWsKvH66hVvP+Ndpiy3OMvKGCzcxGmhOQ3htEpKOwZp3pQXddSMqMu06bW137l2dsGGM5Hhm
U2avhkF16Hnx9ZD6MuvKF61NqruT96joo3rlY55Gq14wL+2Ilq6mcsnW9eTYbBcG5vylQAdqmJfK
kNFxqH+EaaYtfacXO+9ptHARGFEL+ix6/PNb1r+DWuejDTJBN+fFSvHft0s1IjAuZtrTwPIB8tW2
06Evo48BKPKi7u+niPieifHlsldq2GWIEBmCfo5ufYIAuSmmSLv08/cs5v9CPBuMGVdVoT8HHtjg
0MzJElb6xmoJbDUbjM9mYt+5rbdzxVukEbGQoodY9Db3Sa1E0GGwmjUd6YxyTrQWTXpI3RpPo8bP
ZJQioXau3by4b9pL4rpICCRsyTFt1Lk0zDLFhPwQTYTemIFtLMK+vOjb7tovYCN3h3hAmZOnLSlh
8pZh3L2jktsqAlACGgT+ftaum45NTp5dJHGG7lFq9gZ6nLnKjb6nX4RMa1k5OpClZthMjn9vRuG5
tburyiKCO2Qjg2Hwx4hQF28Mgy/w4MQgtovEppfvnG2aw6m264r2TgrVLHutufJ7dp41LcChuC9D
hoCjTADhdMmFxClDK7xB7aIqgGyddqOTEwNy5UdQqR+5XZ2VJKixVhA51IuhW3fgxJ7sNGBK7Q77
VLcIkLOZnTb4zBYVucSW73Rw8asQSC2wFdYrdANVc5UE41/Oqn8vXJA0qFpZiinv7C/exk/L/1D7
Chk811Ermw17M3qmsQZ9npi3oUJ5EBCiiZHwL+v/b59VcddVtAfmG8GvK7NbcXa4U8xtVzzUZn/d
5slnW1mnYdLukRU9xq719Jer59+1l6Ns7gS6y/wVZPO3W07tu12mIdujCdA1iISR0g3RbYWibV29
KqiQtHsOopnhE2o6//nJ/110Osif5/LcdYVpWt8uXMyX8J67nLdr509FZWyi0dD2xIEjPWyMC9Hs
bO1d6+30Lx+zPoOffl0leWIyFqhzTZog349uKjwtRV7ebGVLthFX2NpMseUmPk53cn9eU/YMS9WB
hEqC6VSzeNIXR1bQPaBi1f/2av591+fV4PFyDGXrNiXRr0c9DrVJhwdWo8+jCsLLshB+EUPbBHGI
xJgrs6/1U20L5lYyv4o9+vWJE63ToL9jfk9YQSJWfz4yxu8ODfUwfm9dkdQiv50WZYnQMezsemuY
Bk15og0LS+qbLuweCn/87GqgHjUJIIxEiJMkRvsRC+7NSHf4sk70Z8z+/mJXy+YicAD2xK1O38ZC
5cBxXTUCuGlkHJtQ2CdKkW5LE89rvPRYTsFnID30qDG/+s9v6aus+X7Qaf7NO0JyNtT3mtZHYKLB
7ADhI/EMZavGb3G/eYwQOqh7gFShjUchufOmTBdRAvxkqiX5Z2q+8FN2a7WwXoEzFgtseDUJ56se
yMjKcmt3PaUI2voE5ILC9xH7WLtb6dwJIyf23gqm1SBRgVXupTvYzU4RXMuhRLXPbXVAsu3zGTED
Sv9SfcmZ+vOvt+zqdHVs2uLsoH89szy9cjG49TUNU0gXJCsgg8IRq+EUKXVSj8ulrwK5D3oMGm2G
2DYPPiMiWFVAwd+1UttRno/sAtEVsgEkTNdE/zp1pPL2Uf6UDtgJo3kzS9bnpkneNKe/r4LEuUgy
pK5g/6l/LHOFhgzuiuqQWxkFs68uvnD83l8XXk0oaji+TjXoJ1Cc4BGxeawMyGdYmN7/fAJ8VX1/
+jS+XWd9k/TwTMca1zdC3TEZq6WBM3WR23TqithJCcPhNtqjSrB0YM3E4hqzef6+i5qrP78W9buV
ngKcmzSrkG5/X/qcsZP9qNp666Z2t+0lCdnSiPGMowstdearCpVHEbb03n2fBSHRr9Ihj69st4Ay
lJBarleXXo6aURVEh9XZSCRBaqIq0+CNzDVORNTSIOM3hZt71k2+Nnrb7V1f4mgrLQeRkbzj194R
lhphuSbPgazWDOVSnK1TJ/yEekNapW1cwePwNiq1nmhr4ehwEcubkzds43ncZ4p9MOdWgP7GvQ2i
fkNYEbgn8WhK75VR0r3VRtzbC3eNVP+xBU5A/np4GZYkfFXMgPQo+QvS7t/bG/pEArgENTBTxi+G
6E+3boUxEY4Uy6kj41ffwweoTYDE84ma/s9H8TeLpEXxSYyLhHNhi/kg//RMBJhaWUX09Lbws8+o
IHiO2QJL59npyXQJimABMg1FUybv/vzEvyl5eY8A2Q1XQswR3zfOJXkXBSNAlucM1FIX1TO4F3lk
w9zItIfF5BDCayDGt7LYWihfhAzV2cl71PVQz2YngvMuVUuYPZphsvzwZ+fEbBN++Jdl9zcnuiXw
ONomLEa6cN8+o8YPS8OLMJtkAQA0MAF5Hb12Ijkzs1imYfhZ2/nfmllfRcu3K52OnwGa26A1Z32/
o7qdVsP64erSu/YkTMEEnwY+NOzJsi+JDQPGaBEvTzLXji7DjeE5e6POulXvxh5zWHkeTOLZIRp1
mwqZB0GB412o94dG+1sJ9O/9GgdSceu0OS5SfC+/QrgairSlets7wOIFozrWQZu8X4FyWwX/u3H8
f0wP+e0ZyxYJ9wTtNjp9v56xFnhHP22HemtCFG6Mo5Q8q5FZJxbnGe2M7NidBvTafzth/70jdyyd
LimnKwcEDs2vTxzV4DuwzNZbxp6P/SivdZvdITCHGOFrBQMTcbzP/jMe8ChbPqG+EVDQoEM+2ns+
hsu0ttDAdBtBtuE0WcVfbpW/aUXxAm02j4KL2cH++esL7MdWTUEdc0Vp8pVVpWMj00SIw7HuKfUR
kHC46KSzsYzZ4TjeFtJfESWDcKoyJjpkJAyNfIR/vs7l744XFTJHit0tyQ3fXlXjE/plZtiOxtaP
NgLtCnQqIqrqKcIwRPGKlsAFNOmLjd8Jf0XhiNyJJiKjxPR/UXZmy20rWZd+IkQASIy3AklwJmXJ
kq0bhGXLmOcpgafvL3miu6KrK/6KvkGQPDoSTQKJ3Huv9a37gifGtNMXIeUXHu/5ZTTiZ0JH+2tc
nXwm3KfWS64rK8259dsRmxYgTzIx9WvFfcHPjMvgITlJkfVeVqhSeDjYwqU65vHE8af3vr1U+I23
0GLH8NAPwy9cPj/WsagPmsjcN7ON/6xtugVvn4RzlchLYXBbE4iakdFs+pY9wP/8gf2Hz8vzHQc2
P1AjBX79v79FBrLpYlcOyfWxTVoWiOTRwg0wVyNon9F+TZPx2dG6v9CxNv/zXzb+w14L3anl+lDq
ibf49yZ2miHSaTGbh3CKXVjZo7VPtSgKzUjkgVc7CJe77jhN5XwsIvqbQjAfSxbx/19TUUsRDeSo
acT/c2doKrjwjWeR7JpiPrQITG5zXUc9U9XILIxfSE6M61JX58wy+/9yuv6HRjo8YcwWFkWMSy//
365yc41QYY38cZRv6FPiJDS9+jODuXsu49bcAmSuwDqCWpziHQql5L9cxf9hlSELx/Etx4AuZfv/
9vWzU6oGP7HbsBjXMgDCIqIAbk+PU6LEQq//138xpdB/qCXZYeNydn3XAzb8b5eol1v1GGNHD2E5
+Z81o9lgbgbnLmna7EireymqCRGzbH2kb57OaRj9EW6SnFwZtSF5sP49034RRZlsR7JVsacjgs5n
gSjKHM49zhG8PCOB2S74wwIMJClZoFIW+Ofsk0lGy6X71tNi6tHaAvYs3vsFnbTbd9kv9F87sfTF
c1+UWB9EbXMH1Cl7K/IIqqEhVLMpwYabUrznlvVJ7ry9BV7KiJea6BIb6hdZRvQrx60P/UChx77R
zdFerYhtpDvbb6mfZwfaX9ElSov4CcOYdrf1qXteTcyi4yyeGWy034e/ovbGp1ROzrsn3jDNZ18T
ff1uxgkxpq8uFcRzPRMejP4BMnVZUXN7SQS2wYWqEMfLiaz0+7ouxltfGcpfIfwfsCOqULg1LSIT
NE/lF2/sZBgvZ/F6laZONtFoHIfB/6AIyi+NIbOztxZw/YEKv8kle9VxnKHWWv2dbwykXrJvK5dB
/rJqG5YIW3JG+IhGcr0AbLyM9UuWur9NlC6/9dx4rrzi51Cm2q4yrfSyuGN6Qfn4p1l6EOjEvKDU
K+sRYjwQwNgiHTStKyqwoVi7TZp3JN8YpXS2gFACtyBvc60bdvVj8T5o2RgSANKdHy+5Cbo5pCXI
LHQ3vXJnT69DXQ9A/c3j4yXDI45pwENbVOl8ztSh1q3pn0eP1yKSEfqpi4BwEQ+tVE60Hp3z49G/
DjN0wm0DZ/LJsyHwLKnLbc+s00s0L+kltiS9TnwThOTm9SmRuobGSBvqU+t2H9KpqV7WaDim8Twe
H4/Ivy62BdpctHkxYVB1R1IDEjF4RLfHK0z+lltaZNbeW3Fzdc55APR6/9cBe1mQsldBeYzaHv4n
JFja7/t+qfAxmI31XeYi2Q9APeYBPSIJdBZMDUqqI7ibt4VvYIdkNt5iHYpeEHLDXKqMdy2p61OP
7k9obJOJuYRi2RjaN1m3z1PhDpc6q7S7gXycVMIhjKRGVAYoq1cc4e0x6fs4eDwt2eJfFtReY4/Z
atLguUk3n+9sEzqoImgws3S8K1QtOasmjKHntgBPgCy1OExNGwVG66CS0Z3sGXdv9kyDadrKJV03
6+LQfnem5CSIcz9FawNjTrj+W7GQMQdThdgOaOFvTtZrQWUNoDBXL+wdub4tFrYXdEXrpQKQ8mbm
5VGzDP+51Lvurfwo1ItWnxTwJyoVcuGGLeXL9zjylxdnQPnnGu33dulacHTAeZtVgG+qEcMtlMQ3
p0/F7fGIretMrfHkgt7eGfPAHilbRHd229XduW3+IQrPPrre4BzLpHA4v4Fb49i6TrKMA8ZrXWgb
CS7WxgUkzLQBW677lNjxhG5IGC9kdeIQmO4j6b5bn9yA0J8IDpySytno0oPVlPOHp3QsQHfNzQUI
JhiGpkeUfEIFreCWY/Q8TNP4ge/1xzSCzl2r6ubMprjWPedJbeKG0boSDtqMBcppkj+JoyCq5L3R
g9CJXIhtkkN6xLAZcY4vazk+k2gG8ybzqm0/NfKgYY3+Ycs323ZLfEPWVjSQMkYg6WFUtt7PMTm2
5uJ8MP+VO9mtw548gPyHDeShV687gl1u0QxEnEuWVeHV/XfH0oB6d+ayH5WLqluzt2pJP1hIio9K
RPx4Dlij7u6eAfsqAeYVp+WbHOfxWXgpuIK3xmqNV6/z65tXyu/x2EXf7XSFaj5ovx/PCitNL1WP
DLCE/bWZK41vg97rMzcZNMxO9ELeT/SyDBaoi2S1TgUjUOhQZrcX1ThsVppL+8Y0lu9+hPUzTRvB
vK1eviOPyrcAhz7ljLm2rbP+ZZSJcfGt9FvXT/3LoA6GpH8g8cdBhAb7BT2YtnPlz8cZFedTq56C
KAakUzUY9fUPn1TUsMVZsp8d/4dEp0y95nAtmjnniAWwFLPrZ//FFz3vJ20eufl4hKM4LvW4jS22
V2h+BN8VLKrQA+gPaKJrtyx4ztnWcKfZSJBgxMbLDbXecns8QhlMFhY+EHvVst0iBfM82ed3WTYJ
0OE3X6WxlBP5nZOI4dRNwjg16JXw/pPN6SCXPDoG916/9cnwWkr3JOiv5U1ydRe3PsXEN52shsSL
vs8AGaGAhxlZQRQ2+2czJXNHSMs9tYSqnErH4ix11+T2uNnVWFnJiJkp9CN9vT4O2DnfcBnoITE5
8dny4WnEhkmeafRrTYeTk4CtzNqvWpt+OyACXVCBs2IGkll2GBVFkIra39QuamtriE8GCs+NXRno
28APmiqijzLiyQZMqAEoFIAKU4CFeR4JZrvLjkTsLw2kYQfa0FaMw0rBDoEecoPrt7ULXFbxECfA
iH3Svw9IInG1/8mms8V9nAImkOAUp9T5piu+Iu2vZ7bzm0oiSXEVgxEyMrnT7CE18IwemEZzGe4r
2EbaIbdCcRwTgI51ROxZCxTIzd89gI8QsH6bACAtIGXSPMJWZFnT/lZgIhdwkSuGVpKrMJkQvMrM
k3yfDrikVJRJRqFgohR50lUMSg0YJcVQdjTq9W1cnHvrTCuRZs0hV8QzQJYTDDDoiqniW0pFusyw
pwnQlz2cwGUywxwkpg0aM3aXLyrO50YwX13cDjOk4mhS4gk+NrasNv+sRtE29fw0DdA3neZ7rmic
jsJyWujExx7/hKGYnULROyMwnj04T8/AtpGmgCPXYniu/OibgxdooxFSHPb4bgKyM1WT0Q1munEt
yNAigx26KopoBU50UFhR4UArrrRbKuWvFPAo2cHE7SkWaSaMj6rRr7RKpsDzwooMGnel9vT79Q+A
OI3hn4l7TCEoB4YqraKedugxIX20KF71DCqii4y/EXcd4B2mZKXRVYZR84cJSWBRXNVJEVbzEtaq
qairbdJeZ8Vh1RWRlVEVHAxFaY1r82pr1BFV12CHn0zSqoC6msBdtWFq0POLvxqpZCQrEV2Vrz5e
FBD2ig07GpAoIxBi2Ldq0rZwbuaKJUvjH0dy0uKHSLVxu0DzbJz14ia4iaSi0a5gadu5PptG+n1Y
V+Uut490Av8SK4ZeHcLKWH7h4/8rlPhvVjLAkZ3Fkzt1u1xJBC20gs4kPlqjQWCAiND+BilDYxgd
+xNrHUJDtMvdU4qvzFMixETJETFpn3zkiUqmqCvB4qSUiygYUXFAt3mIGh3kjS06R1EYzsbIZoWP
GM6g/IGVooq0DTy2oCtvnRJMQoSFU4eGclRiygZVZanklRE6S6EEl307/q64AWbNkj4PaDInJc4c
lUyzUrLTXEk3H4961JydknVO6Dtp51jhrCSfjRJ/pkoGSp8RwDpKWCUQxap28pVktNURj/pKRlo/
BKUoSyelO/UealNTCU9rJUF9vEg8FuY29KlCCVWZ3bQnQ4lX54eMVQlacXOhbS1nZK4jeldX/cFW
SWBdJYYtlSw2Rx9bK6GsfEhm1b8iUTJagZ6W0UCKhxGJrUPtjnUd2e2kBLh8zkR0KVGureS5rRLq
kki7bie0uzUaXlOJefFofU5K3gvcqH0qleR3VB9CrmTAvhIEa0oanCiRcI1aOGHYXir5cKmExESj
8gMUgUdPyYyFEhx7KI8XJUGelRiZSIj+9DgwFySRHslyh3YZ4nuKN0XpmVslbS6UyLlV4mcs6e9k
z827/iGFVgdK8HOqZNIreulUCadXJaHGrvfhKVG1UPJqGlEN9H4k1/VDfZ2pT7lVkmxDibN5e9Vh
Ra/tKuF2hoKbLMbiNChRd64eGei8VyX4zlF+e0oCzjOU4upQK4G4pZTiSjKuK/H44/XsoSh/PJxR
mdOmc/etkqAvSoL+eOSjStdQp69Kpt5bCNZJJg/dh6R9Qs2eKFn7P081JXbnlBoDSwngRUKVhyC+
UNL4x2FRcnlZv2MvKf952VOS+kqJ6+dV6ewHJbnHd4cAUMnwO/T4mD+jLcMM7yiUWD9HtS+UfD9B
x9+mIWhPjxkaAv9ESf0Nl9OnUPJ/g2/8qVGWAEOZA0xlE1jxC6TKOFAoC0GhzATwfZodRBKTixyr
AVlB3S5OvlZlQqDJ15FHrYwJFVnyGBVsZVkYhXdcNH8NiNv2nixmDzhMWcBwOszK8mAo8wN+jj+L
ckN4iYT8iyV+Hkj09o1kxRvXVkevpOtNPcLDNbUAM3ERV0fn8aofa/h5pmWtjo9XR/VTdmtkWxHR
qgCAt10Jf9g/XgcGZ3BRqP9bd0ZPIDhRP/44PH794xE+WSvIfPA7j6f//J1/jo//tdbIDShhWwb/
vPj4qebxdh8P/3neuc7GnDMIbv/nvcnHm3/853/eib0U77a5uv+8pX/9YII7cCul9V6bU8qeW73h
XLP3vS25TcfNcKwgGR8fjwr16F9PH48er/3bzyHlALw6Vt8frz8Oc9yZSjv7v3+VG/f2rpXJ7fES
uJx125X1J7GGlMoQ0Z9K37XACvD0X4c1o5CG5MK3/XjImj4eLZ+kUI90CkAN3T5pCYXw5zbadHV7
nnQNwyqayE2z2v0OYn8ZytKINo10vSddzQJltlgB4ri/MjOGQOJtCtLS+c2NCKs8izMJYslBlLCg
3HgUd+Az4JpBI1wcj0ocFs6uLGnOdL1vhFZDYtyMwMrMwQToUieitGR8SphQZm+0kWlvqn96lC63
hFYHdfZL6f5kx5ZsOhbyp7ZcFQRYZOhcWXucvPjqoYt0tvmMYAXZp0yLTZRE72DhUCNDCcYE7374
7t029F0t288I5K2ChI9b14RAMUTD9yKjpBsxwWaTQ+JlnR6SbnVC3bdfqgFxEchKcLPmHZfuLvUn
2F8xTIWZ5okwhnPRFcSmjfoS+Kj9hANoPQf2JGaGwGntg7qpumBySwBbRfuZvsxT+5xaAD0aIdg/
xXdRy7uZ1X8Hi6zAEncU98+vaTKiMBkoPDwxECNBhObaUlVkTBEkCgsKO5pF9FjoiHXskAaKUm3a
GnXtnUvR/JTjbdQrmELQEbvY8zY0I/27O9WfU5Ul29xrIbiNr9rQgq0AJhjAfjnFWfILy7RWdsCd
PCVLHK2N2SXdtmzH0K0r/xR3aBNS9kZGNWv70fxyqsjYJ9P3BPnWNxxn5OakpEWovDrAOMtUo0YS
+tn3h2ab+1kapGOdbvS2rDZjmhrcnq9Z86e2YgDGlMA7w45j+Gd1EawpaY2TPrmhH3dgT3Id+GNc
4zBRPokup61l5MD3u3jfR+sXGsf86pIScrQ671ROEgyGPc3PAuEZwVrvGu7mk2uNklnHyG7HautL
kTZ7e7L0w5Kne1pPbxpv4WTT+ngiT5ExYOTJ7WrB5KjdLNr3Jqw3izqSGU6NIcucboCcdVycT5XG
WL4ZhxhjjYshjfEmgvSWiWLpUhDW1O60wMptR3eA/5C+UtAsOEHS6SljLnuKpmd0TLB4fPYGSA0w
XznfJ9ODs4unVyuQuOibbCw1eC2ILx7Z8aVTNecKiiFj44Z9MCY+oQAxK51EVFHJTzdzuMOvIt2I
rOvOA/2h3kOZZZUgyRtct1tv9n5IoymO3mdej92tjcIMY2yw2oCWYjoMvdTSfa7XV91A/THZ0IH6
BIp+tkzlzrF7P0T76m+S3PqYC30KeotE+SRlvz8ywKWsgLyavguJuJRgIXuT1RROSc0mtYshahdt
sdO0oqf7kTYbt55n2ljVEtbNeLfNgsR3fgnciuwwjnAH9X7mrCm87QJpaCR391qYjIVzHYRW7JBI
FNUszIX+S2nAGg2ypsanQ11HR79Y/1aMkrU6/anVzd9xlhZoh1V7YifvhKWDXKtcm11sA4BGd1iC
a4dXqxnJbzjOGHFtQnWGFPpC6ruXR3JpIeCntNUjJ4uZNH2/MzongmIRbHPrtCK8snLZd3W9htmQ
Erltzn/StF6eWQERwkwjVtCWkLw0xw8ONz0PurUEkEA1RzSHcSqp3WOnJb97YgMmdPPN0sqIuBhf
AK0b4T+umr9fpujUjtm8if0seRmk+BPZl7q59hlzHG2yheoEZ/e1NvwLgbxBCZZhY3Qll7a6imAJ
zodWGjc37iji/KlkRumGjliQZep+fmnVYQZ6ZtGag/hwHFzfCrW2Oz/yNP85mKyNg/D/EgyGZ5Ah
xFb3Semk3qSXGrptcq4rZCp2mgUu40CXESDNQby79pyPpx7h/ImCUm5Mj/lFGUddjYIOfFHJSqV2
k2Zod/EBHAom1rREj6BV5OHF87YiHwhQqLbr0vYwREANZPXLMjIjaASuyZk0gM1bP1XOrkCERWsr
CsbES3aYvWGrmqzW2pLRGPLnvaWPv5ZqTQ5uNPG7ykCLfAB8vmFueXWLP7jZNqMZB14Pe0p3BxyJ
CvVLZs8O0HD/ey6n36YuidNgs1PpKXUsBm72ictXbeJadMhqyheHXqgHuEJrzqicw4kd7N3AW59R
y2Af54w0R4G6plt/pGYMDiit3tchuyTQyE/xXGYhsxyN0w2jRznW+5iu1w7lVbe89hGrbJGQP8a4
+SfNRjtgc4t2x8R/LVcC9hwfn14e+p0ZVoPJGjVyZfr8TsHyeGv5+JbkxjZ13jUjVEzcUFlQ5oa7
67PvtLwxH/m7sRI3f/V8lLVuQUs9LQK3mYmIr4HdILLYzqWyCnoFlGciHFxtlPekPw2QjUnZ8245
O8C40LrnTjS/0xzwm29N+UXm/Y8cYGFIWkWyq8dpZ9M127JPjjdpjTAOkDPG3ty4ECRXnWCDBjOZ
8CeXYfq2YNGGXmitu7mbjlOCMXqhUx/YqJ9vhJtte0HU0hqjn8vgGzTKEkMwrbFdfmLpKL9NDJA2
WV5ZAQZzomFpee1q+FyTN+zA3o4rYb/5n9mICW80HAuoT86ApxCfReGboUUQwkbQ6wKSskbbwYUK
wUDtQF9mOdjkJJ/6zg2moYmAxa4rqij5qdm+OLVD5p+lT9hZgaYSNZbJsE362CPR/V1pBejnvGgD
g2yQe2tRw0aLCVm/lt6TNtbZ/VlPJSZqxqv72M6ID1gNkGG2I809zq3uLqJvUyfKl4YQkALgzh2N
QvWCNj7fedUwbIzxZzdGzSsBM+NFJulPLrf2dfBGtvU2sGY/+mtOWfkjJb3hpDeaDHT1FGUcwS+O
mR/FVMtDUtBjaN14N8vZ+KulBXkVw7bz5WZqbfdHuRC+gwiQLgn4BgFk6ubhycPeMFAT0Eqyoyzb
m2Y7b8i1Wm8QWWK4vFZ5KCq2kAu/KPS1Yre0yYctp0ORedNzQ9jTlZnpdZBwhtNi3NOCMpCjFX8H
e5hImu/inVXqf/PhliHiP7cQAbKivwAJZfxXIK1MKv+YlaMV2KMwt1kqD7rRj1xdOvYNbYScyzBr
RgETloh6mG2x7VxakjX9aWZIQvFSxVEKEN1haWebYnPiHnXzN2SIrb1MAhUeGccWAL2QIdeHKeqr
Awr+ahu0CyMYFQe7Xw9zVu1kilkpX9YdCRPOfcrs0FoEIJql20/D/I2k8OG6ZJ3OHcSYdk29EIVc
cneF+0f6qEhCoes+UcXsYefqR6fyD0yal6gq/X3ZmJ/uoIuDnwmYlrQRhBRbZx67UF/G6Vgwb3oC
sU0R71nnUsZfWOtoiLrY4glMd7ZFNSuajXMYkrSCp0OS9To6YwBXghtutBT0E6S1V8DUCcghc5Ts
NrHqGqlhP6dkCgJ1KnF9N5lFqA8dEY0RGEKTZeuklgj0uR/3a1dEB6Q8gAsKc1N4BbIqVoqZrC9B
q2pj13pz6HIb/ma0vCWtYZ8EjoWn0kTKnMjS31UebGfZp82LUZTb3qGlXKNuCRunBG4Z+aSuo3e8
+bTHn8y2X4iCfJKG3h9Ykcg2XZ2JxseUfCPHDYxZTdiD/2VY0XSYFC6+F/bTsKRs+uas2ZhU2UED
3nMXe9xGYa5rW9MaL0auLbtybIEKUC6fVspZ5K4RQwI7/TBpsR4sz/+I52i6dPbWSLLkHkvMItBU
2Cc5esnmwqWj0lDdUdFCTECsDfy1Os/LEeE0hV/2SLSyO5CIaYgIE8U5cQFRTkh927vLbq78fDPn
UAFb99q1DqlOuvyu90GUdXA8JFMZt3vOljbaaUL+XtgrnitChlVz7exlEcwg5DikP5EA0FnvUW1H
W6Ba2oczk61SOe9G9rtZwDP6tlzOljeR+VCtzOHiiJs6SbdJhQPGsKrvoCb6SzTkxrdpfm1yoIcR
soRLkpGUWw6sJLTywxzByXOZjLSHitS5TMXV9qjlYg/VtFdio66g/T5H7GD+LkXnXrV0oYNtI151
BKpRT+P8hR1I+zeCowP2/2yrQ2/Fw65zV/eJbaN/9XXoLfm5XPQ9iSUAa9f1FeREdmZEsXzrrDXQ
Vk2FTmaMn2zrR9uv3vPjQNtuT8LxV1MLhneEoyNCddOAvTtmoHh5XaNMXrgfTN+sST8C3fiYaRPT
tZ6Y0CSo0kD29CQTAmQiiRYUg6/zsYoK7nNuBJo7zrSGR2bsKwzQukD77DUzYRIOIcFtB5fcXDdE
LfhoF7dWJZat6+gV6KAyO4uk3w65t54qGsXb1NQFYQL0PHVtYpxjM25u7SQ0wDSQb895y5CyzaR3
xjsqj4RoAmNv5q+0neF4y1XlS1XyaFOwEqIEPiJpsdWWsbEZE9jMhkdb0TjlRdy8VLZixAYC09J5
KfB/iCrZdXYTPZmpzf4ddkQwaFF8Tr3qnici3ScMGOiALoEjmh8M31lFrCrdSZAHGycdlpuoCXpl
PkKUVBGN22rMuiBZGAYZ9idaVO1gJ40XSiM9ojfoTo+D1s1+0Eg+GABL5XO5wJBBePM6ccUfs6kf
cRHo03FJvZ9VFH8B5PfuhRBIJavmgJiqJgxKzGwZq2a75mW5WWYxburOZHLcOvGhHGIZdGUbh+4K
LMVuwENGDp27ZQFNrSVqxk8aBXCZISNqZpjZHbap92Pt1wvoFGTvYu5O0k0bhiLVD4yxA6eEn24T
zfhcLJ3971LMx4GaOMwMj7A1p3wGI9ZdySOTtyiqT6RPmZulBHpesQqF1ZyTEeGAfjTa5H3pNeJz
hoKYMA0BX+SR3eRm5HE0dCRudvzLN/+27iTe/XpG1+cUP2sNf6i0ZPaTvnoTRJxis+UcKKyh5NUY
/uaEsKZBiG6XlPNrSbDupWZLYZdpODqDA8kz8g9YYOgOhPkwpXs89q9VkjRQx02hUgfYewyes0vz
YTwQBYd0xSfseTzppfvljSbizTayN6a9vFpOaR3GYQSO3CNWMBEhl1XFNzoMKhcdncCI4A2pzUA2
g+bAdo7XP46FCrdmOE71SAiF2S9tWJMZxnwC4TtmkCGum90j62ltXSTrVEX5kCPKQYRHX2s1+faJ
nBAdYOQ8NX610bY3THb6GmO/ofHDojFBiPv1vrGWGqEBOTUNOtOwiFZYdA1ZVQ2i97zZQPZl+tmE
oF2tvzNpdLYDNFV/sqNU3DXDgPHYavtaL7Z5QePKlPR/nGi8dKX2U5YSkDy9kHKMx6BaF6hVq2Uc
am25rZPrXxot785GPXgb1FQlA02GqK1h7Cphplvu9+rSrYJcgt8V8kdWw1/N3GM7lKz3xPZ1Ttty
q3fjJ8vPmr1gO0Xe3raeK7kfBDBgJzKRXNKSYS+Bvq6Zg6FmmlvWGaCYLPnRjhqdWnr8FKnoeRoI
5qiArkW3LsdGz8G5Lu4ptneG0aMd1/pq41Y0v0zbH/aanwLfrYluiCCXMA0phmNtkxM7d3roibZ/
wig9b2eGbEVe/2JM5oRLDBoP3CZXfg7G1kzEU+roJ4B61ZMUY/StpblEGPYcjLgXTho5HJR5w7c2
h5o8kmm7LYhWfRkI0zKtgqgc5n1DuRibNmns/ajqeo3G2jSkYr9g7w20FNeCTSscz21GG71l51i6
74nmK3xmU4WtnshN26wgQSMJgZcinC9L4mvoqE30VtymyjhivwOuC8uRvSwi8c4E4o8RygqSpBdn
QPDroZzLu+8O9bmqIIF3fdddXZc9pzPIM4vw+iSj3L8VKX2QlN5amkFhlP3wyg6q42QViGWS/iA8
M9tYePkZfsbbeOj8cNVL5BTyyWtrd6NBtLuO7vpqMClTHSn3aJhFubFGArpMjw9ubhbKf0eLaHka
r22+DkdWuKO1ODmmm/nXOJtGkGW1FvSC9l6ytSJA0WbL9i2ujc+kGAqmHNWfnqI9lE0VBVr9BQMl
OSOx83aunf2ZbdXqMgnzy7Dc295cb0xchDvLiz5Ns7pF2aNvSyN7MZmT9Qnm35Gz2idM+mBUiR1I
XyGW6oLM2aHRIMlnbGSxFgZrXFmss+UXc16KLLLviPzOuG+DWw09LaOx0MiLGD7oYQQZG5F3dz4Q
H+Aec2MwAoOUj6DzWqaiBGMRRaUf/VX86lySWsi5z4+ycUDZ1cbWTKfx0BJ2TYHOUsI+8rmK/hpu
Vz/rFiTCDEjMtmqyLIQxTNaGT2KgxbrhU200PraRWKgba6ni5+efA+lgJ5IknoFjBnHXNucCZ0GQ
OTUTwpV62OuRYc22ChtlP5AWNIPIMvsdGbRorHzgW57tfe1CMndsWTzlky9IiNE+C4zEOp7WHS1H
7gcT6eVS8M+Dl+3gHyFyrows4P2MHG/+kuzhg5bKYEu8VxuJ0GXYksM8jEuPfKPFqA+e5hQhwE5M
69ZPfdG8UysHkojSOT241rWmySI0VhxNe44NG6YEyRCBZvZcyEX3LtyI3DJ0D2GzEkBeM36SlsNA
X7QQhZKGdd8afOA7HIrZ/tPQW6P3l4INHoeUQNLqHnmNRTSM+GRPqf8uOuvZjvTkmiyttyNO+uJO
c8b9dTK2tISmHbwfrufR4gvuo4Ja09nTb0nfM7++rvMonwqaYFmjxmND/DogZ2XDVGRHsyoPbd4X
x1iPuwMpqs+icmVotixaa06KGv+0TZ6A/CzQefwmfLAbO+89KsABJrPIQ5mDFSx9TbIPEN8hBe7L
sf9lwsF/BW40hIzLUHhMor2WY/fKpmo5kPGElKAq3ir2SEsyiMPkE1CBEXwbuTllWpP0rEgEok5Q
ggk3w2DfRg84fXLsdO6io4yoDVsbg3mfUwqsuDCMmDRKgAZnJHM7JWTfVjL2CD2vp0CTjb4j5/nD
RbgW6A6ASUviPcC6NRIuM+xbsxYnSdTmk08tNmS033KwCDQaZujIpLToa61f/NXgPuiCcwQeBYed
4BxaYy4RQ3nY1z6lDv5yvuPo27WICmeX+SOpEi1Xed+YdGiSKrqUutzr0vKPBXvpw1TgMneaHr2T
CcFzKrS9jHe8D+pyLfu21G6F3mZJrj6WwSTDP2HGRhGWzCkZQcn+sDYWpbJ2yWqgyrZuZRthrM1h
qIZ552Hx2pC18IQdZKKl6fwouFbupUHWitknhwoF1a2ED1ku3XQYnby/+nEM+oBop8vMdZkIaRxt
gO3ktkaAENDCJfk1Gawx6As7PecRePhlGsyQQCFWq0rPgsfC7ymmt6s1AOwG0ra4d1zTha2i3jb3
Os5uwqTpu1rTptCy6cSX6XIKDSzkTaPvm3y80JVvg67tnJfIYTiRdOZLXbFHiWbER1POZGhKjc8q
a6p76vbbqW6tnx6NlgArEG8Jf8e2akvxpk/7YfoamsF6bSHA3r1sIIoG/RT1MHncIi7e7CL5qh1n
+qqJBnDsxSeBAj2srVEKp+tynjRHHHpT5hfPtMLVl81PboMVGkQzgw1eE/8nOrrj4+JeAdPHuyiG
2SfJR4yNtjhojNKj1HztSShLypWTSKc6X2pBQMGEQxAlp7gOHfePKBvs29SsU5AAIqhp5d1adVj0
ssAt28m7JWeT/oBufV9RjZN49IZPzlc1LliNubgvjZD7XjZ/yyZvAy9zW4eiH0GRtcj77BvxtdP1
knHDN0iJ1onWjXuy6XNuPMwM4EsSyMR6lWy1eHQ3lNb2oe27FBMA3raVOK+1Q0ubsalFB0cSkDVQ
1Jmzho83zj8M27jhTtZCbJvJzuwQubHcfxCBbrMjr4dDWs8xoZVdDpI4d3BQJf3ewuv0kpfr34bz
O/Wm6tXyR7FvqaOfcq5lyGP6bZYsP5mbo1ldZ/yPKaleYMwRtljeyGh1jU4loZ4kxadnDI351TTO
ccdwux5E+b+4O68dx7Us2/5Ko95Z4Kbb3MDt+yDvQwqbmS9EpKP3nl/fg8rTlaeiuusA9/EiAUJS
hhQKitpmrTnHRECibk3i5w+9k1eHGDz+CsdQfXQdTz93VlZfjDrZ62X+ZNoa5WecOXu3qljQNPbS
kKy4hPLNl2FUjxT7m0PnkkqCRWAx5r73hEb41erdHkh+GR9LAMk3o+YLn4O2XoGjpkJGNe+sopzi
n4FBdwiM9ESPlj1W0e1SJaCeknt1y4e7KdhelW3inO4U4FbXCTsFQF23ubFO5llESyjdOn6I8g5t
U08Dy06AMyfoSR99LddvKjjUzhazVfItpjy1dAa9vtbdNW+S5JRgLmDjGYtPCBMxcIuqwQs29W/s
F7v+7BWW+9mMmpzuD5OioPzD6lDSXSIGh5pl+54NEdJFp7AOqai/sCPQj0bFnKBCc61jB5f9mB8b
9OR8KgxOcdIF134wn3OXtZ4lAiok88GlQQVyo71FzN9XbBA3YRJlASPkYEU1KqJIhMeOLNllU+I3
qomdYMvac9Vy8Bv229rU9zsIj9uui8W+VHb06CGMc3Q4r4yLy9TspqNDAWM3On5PSQbMo4YtsFCm
/1qFlF39tIbmWeYZDkbox3hdsy+Jx0IEWEd4S7PW2NZ0R1/pbSPTu1HZc6z4wUgR3KUNGQCyeE3b
efcMXaDqdhq2obPl6y8eDc2fuVkyBUr76rRU+roaJEHiueaFrtAt7lkMuY03EkAUeKu8TS/51IWs
n9ii53Ghn3Vq/bDQ2yfiYirOaxa+BSXlndLFL9aP1cYSo8mOVixtFqHkkRdn0iUrIsVjiDulYhCO
bO9apc676xNkFDjdk6H5D1WA4LaNs2HrOTWbNo9fU1nJzR5d90ifnrz1qI+okyTeLksA/3TW2N16
3CU9voNPTkXhM47Dm8BtSKPEcBZ8J3F5eHvcfxsokM53Uhtix1vHObWp+yGyhQSYaulnaEwrf6XR
D/qUWGV1dBIueBFn+qem6lpEaoF7NHvkfW0dyG2idem5CIGOF7bdvgRc3BR741fEVNGW8iFbqsmX
+6L2BaHEqvg60iIaQ6GfAniuUHeUfTDMqWUj56DvrGnVm6n5zUUq9FJTwmE1YBOQI90KTUU/PI6j
Ay+58X4MlIMeQ4/kVWi71VLd61UZGtOsADt9L185Fbx0d/wppTYMK9NE2QlURiwh3LXbspldB2Fk
krYG1zw0OvNQzxEvpSBo+X7XKZjvoMWNmwq05U7PkYUn2UAQfT9iFkj9L2Nrhi9J8agKlb92huc/
9maP5iKKbsDStQfAB9si8J6p6oynmjxr5HlK3uLMC17FvRfRDsWhIzFJ4ft8DpLp1ChbUk6Jx+eY
lEMNk9mxShBhsM0xj73EEuWrqvw0ebSwMBcUcwAfZNOKmoNCzQZYoFWbuGULbSPCzmZ5+WRXw5Yw
Pxd/SQJad8QHmZl0ckek5usOsOCG7i6KSrvOL0ae/qTU4G5LQ0fBYPTmnhU5X4k5R3JIafB7o8Yw
w0p3qTfDtGkVe1nW1uPZYcG/LPK+Y32niZ0SVvPQTWx5i9g3Xkd6D03rto+8sZ9jVanVhDxk3cZB
v8uQoS0gT3snZN/Nmq4mDVavch5iFMUuyQYdgZmdz4I3rduffJwUCH2CwceQ2OQsjeepWJhXdrrW
lW1li+XHPqaaPaybAeiw9Tbaafxc+lr1zPrNX+haEmztgvVRn7HH7qcGJPVAoawhUqg19fYFiS1b
XEIAbrR2xIU8iFUby+iMhcOmAzl+ITFHnO8HrRM0e/BAUr/gMdpku6pU3dYNpyOfVXJArScePfsQ
tm18K2rPPHrpwJgm2NY40nyexFOjNONNfEvqllAB5b8GmuE/QBR5GxxVrBJbguAmpvShrer+gWSJ
Ew5YkppB3kTWYqJusMlGlqgTxlfaxJm+qcuqvhMNjno8MSubc/hcERrX1kreI4X2cogK8w2dVIDI
7omQGknOsPA3sM+rc1BnD9Ka09wUArUu6KjxTFF1FL52qAs+eaApb84k2p3VSRCKsvvMzkLsMY6Z
R0p2/m4YRLpRA56ZKpmytUIHSuEktsjgM1DWrg3fK1c53jncZtVrQFV8SbP7PbGM4GVqr04TpGuM
//16qtsfXdE8joVwV4OV92dIFYcuN23gcf6Lr0odimsD9X3UphXzhLvtDav7Zbj8/xVECltxZqT8
7yDSt/eaVYVPOetv//Eja6hV779DEv31tD9YpEI4f1d42dGfuASt2xYu1P5H3fzn3zRhWH8HSIV7
UMyM0j9ApJYCRApfU0L4wWNOYfofIFLL/jvNPnJoTTTvbGd4d//3//yTm7/+cP8/sja95mHW1P/5
t7u9+Tf3wHJxvGLQoLNMNCmU8Y+whQmlYKvVrXOL9TkUt4pHXNn+vvH1fum3BANRe14CAkUvrkS8
dfr8mOl6vsl7kXIBu+VGVQpwfauf51SPP53J66+38ed3Z/yzU/b+7sC0KknvkmIBPex/Nmf79mAl
kt3XzRGIv/GCnROlldC9NHsfJuKWW96jTYwibpOoXY2zLko6gu3hHJkuU3bEsU/+jke/PXDt6ORN
rVoQdgYpE9HxQ+uFKBMzQB8O7eLc+/oXb/+fSRZ/vH0ar7O5m3bUR3ZC5TdxD+3Dut33UNWUR5dy
isplLItiSb3XYMMUqGugU+kmnstnu9YIA9uODKhVWOGJSho1XTe7SNRwrka6h9uIF1VUbC00d5Wl
XroJjbLad139eMdQgzhHhZ2yKaYWcUq15PYXf9N8yv/5gqGAauBXV67iGvz4Nxlm6GcqSswbFzrJ
8bWOqqGi8a/3PilhWUuxUtgnorTEBkCOu/PyUjtg2RtPg+X129AtX9xhLMHvmxsVleIC9IjGaLs0
oth6dBJkPz6KGYbu5i+c/nco6r+8db47oDME36qPwIaMkiU4bYVQtHApiczVBrHtqZuCsQg9utkY
J1F6Ulsf4zOhYMOXAgaS229sW+t2USjUGo4wjiB/GjZmmxOxGfcIjAIsK/wJRw1CldYhShllrRYG
QFYmHnPd5L1O4UvV8ESIqI3Quxy8XCboVPJ24VjBhIEPIY5JKX3dpLSzynAi16QPgg1OzxDHR5ET
9MP6N6dibuX+bvJmHxBUrxK5D41ixY5g9C9gpdX5foijleycdGs7tC+qWD+PQxnubSwjG5Eio/N0
C1duPn5ROWVPtw/fOi1vz5FmJWuGChY5umcu3EiQsqY33cP9Vh931zhq4rVuavUjJDw0gaWHDk1h
jjNWqofwhb/u2ZnY9VVDLNDOWc0C2UK5H2odpbxWfCe+U+0hlH8yMh8n6OBat0CgwUzravf/cKk6
8J1n/DNs6I9EMpSNZjvIwLhpRnvq5IzsYpu79WrKqG1i7cFhon2z3D2Ep5cgBPYTsyDAkZP7S+ZT
VEaEWbYKlhderVPSihs7f5/so4VJ4OrsZjwrO1N/wRH8gKKZRw0wnIqBWUKRpWHyAUlApKiMBrsS
twkPDwN38OjHzsNcv10ZTor+KaMTAM9HQRVxs7MV1IdQi59q9a4r3cCLEv500bbt8DJSxkkVVkeW
AGaJPHvEEb/992f5AyPr/nZNAayJvrNiWPg4RndKZRQCBnFLPbe86iMSuzH+wvr4RBZGix0po7GZ
uQcQ9yestPGJsuVLGLvN/t+/EXNGRXz4epsCfgU8aN7NvzCRaUiRlqDzKbVZ94RIzDpVb0kQOac8
pJuha+1r2n2O88x6wtR69o2BJnVvGCheOZVj3WzokCWXKmssFKjt0sf1Fhn7osyA3dbCpjGjzXmv
/SLIsh1FLEm1rHukNJdfsnI89B6NDt8T9bKSiLY0LRsPWpR8igh9+Atoxf90iZhAW1lSiJnz8nEk
MywtZ7Xm6TegRd+sto+OvatTvq5MWp6R/TjW8U8nd2+aVkYw04bkS+SYZzF2DmtGYkpwhqFycqdq
DzP0aDQpoMCJgvakMm1Vapm/+PefjfOvEzlwFaQt93/S/ghcJa2QHr7ZGbeqpqVppGG3ZZDeTrJF
S9LIBxda+qJMgDS0kqTrljQZKlyRta9Ng+2CfUVNg5AqH77ZFMpOIqCja7v5F0sX3ZIJGN0zCVj7
wIge+okMQQO3HEHgb7Ca3J0emJTB8qBYZPyGXVubh0DhP06LGtkCiolFJ2R6gqWRnkjHNZWfE6Uz
PMbwtE4NHZe1G1Vip7GJof+yySa3u1Cv2zMruA/RMEFhyoxrVvv2TyAMS3TM4qa18mBGrX/II/F0
L6elqD8WwsitA5tDpK3pcPboqGBzr9aziuZkVGa3+ffn3ZrHig/fCcnuktMAtRmB/wcoY5QQf+yO
StyUmlP15NQ9EtCXHyeJtgiv8fCoIWVbhqwvTiNSICqs497JR7WGS1DtUh0JM6bRA3InECDapW1N
dj8WyY9sGbo9QkpySvLxWPgvbYfECJTipihb/NcmYa4eXcpdNlpPfuaoTRdFD7GWOc+uqy2TzDhO
Zmuc3VkJXqJRQTJjkasQ7+AHJ0/EhppL1VgbpEGo45gH5wZ3saYhrPYUidq/uEI/0Jzuw5g0Yclb
eOqlZesfzpQ2GG3neJa40dl8s0o/XLht8ClG9nasS2GtXAfiIgEO5dILU8JfyQsMWmzaOD3I4/aS
Gao+njNTjn+BCbpjgP78GUL7Ykxj46ALcHji4zujR2tEejzWtx7n7zHq4/qqbJTfKn5BYOCeKqmd
Bg3jsFaE1Uo4Sbb1ygkcBwD85f3yLcy429kz/4VqtXmuXATa6DmJh/fANBl0fP05/9IyCm1jNTHb
0HpCMdESKJuZqIstnWrMG9VkxsR+EoSsOuQLyuZdy5J+Lzy8DxO2mQSBfG7NgchJsR3LSS2CkoaI
VetLu54vfhMzgt7h8EmR+g9e0C4aSFEbmH8VOIrYXgJ8KzYmDSPiu036OmK8xPF7RETQKWzJuGdo
Zu0BVjk3XmNCfDada1aoE+COKL9HMaQsf1n7Rr20acKvTWox6BJokvz7rxXMvH/GRlmQv3SdL5TJ
qIY12PlIJ5vcWMkyHP0bwUn5JdWmbmNpiMPsLJDLXDvZdvk99IZmI6fR3UP0OCjK/8+gYap9b6Nh
D+RXd5gtLGNrkUMlp2llFSXLRqHvpawIvu6bsdnYvlXTLf6a1D57m6jz1qPqdUgU4QbddnzVxeem
oSgSe8NL0zn6uc2vkYof9E7zV5wwfRtE1bcQhUWKOAytgE0wU98ZzhMKvAPtoBbINvnnmbUeEB1t
3FkbDcK6JamcP6mzBGvViFKIwtLKjBMd2wgH0pA8yjBJVhOQhqBz1M5xSaJ3q+JQBPj/HHfMtnpV
ENkyWAasSUnz1YkHou/mW0Z7G1LrID1kqH7oeScR1ms9HuIHu+zXRPyiz9EquZUJeTH4djF869m6
cAex82PjUU1En49L06E65UAzgArwJnpZ7cBbHAb4FXQaPCLucGvhuJrqLalvi6SU4YMfuDhTo9kG
GtVyy8vSd8fhvgIBw2aMEiHGoyFa6TmM7YFF76VMPo2VEPuW7fVyqnV/jbL60JXaeFIFuXAE79WK
9UDl9cONDrZPJbqNLnMwAboOEtPMIf02oWnZZVXA32lbl8ECam7zbpJZ/VM9mGFQLjELi1VnEgk6
SEpKqd7k60G4y9TufkRGnxwRySILS/Qtzr9hVbVI6SatvVk9Vw8fL3iXVH4XRBhuq2DUzlNfLmmf
d5d7w6Froi+1Ob1nLkK9KE6cGxabBXOG2Heuc7Uq7xNZm9OVhtXGIoxqVQkuiMjSkCPX+a6k6I2f
v/5OZCbRy5KcaGIl9Oeqyfd5rU/YnHs6FG5OvOkodqZt+sukji8hjoN1VExzoHKClxv8QcFXZTcg
4TkjoKpyb6uy4OTm7Q9X5C61hDqC+DYiJ3XMenMHz3ljWKM7oshJO33vCjc9GgrQuO5Ak/eYbwFl
jIup7lPaOfW5DYkI1kmGvcnaIYsOR3xHMRt7BipDNwGyk7pBQZkWDWJuY/+WfVqhgKDnOpPzFv60
v/vI+uRnnvAFA82mdgIJG/61s8eSK/fr4Tyano8s03JWoTEL2UtW4AzIcL410zk29GG2PaL1+aHq
IcB08GChJkAQaHBaZ89zlRQ+saVWsQosh0tNH14tnnXSdNL7iklzSeji75+jxWvVIB6w9GvSNPoV
vWp/jfZ2hqg5bDhJNS1hgpYwO6aqQBIWhP4FMdyhyS37lAZzXhHxpDbM/bAZnAeRdIDHcrohno1x
yncnMPDShJpQqW8joZIJnIHBc7UtjFCvXw0NnHrJlY8BNp4OZDMz1gbND9lEw0XNB1noGZ0aikLs
7eQR72W87YbkO9mZ/nVq+mavGd41x2WulZP1nGf1uao8/xw6JoEBilaSCKpXcMnGkwMQBdbwdAn1
raT2ACKFYEeMPtlX3I7fR0+T23zCLioa1Z2mAmfNxEgpRDUcC/sFfmp9iCdiBlNLoHyb5PW+lvEj
HCDY2C6erC4+bt6dX6Te1o/pilHKYH3XldaSgQBKYd3lh14S1ul4EorQQAJUc0hw4T5ZsUU0pkPv
3Zw+2chSyNKS8BBaQM9lJ/Pn3nooIklHqxQPjFPBqi0iHIMQFhBweRuJbdB00nRJOhlP6wacuJ32
I2iEuYe1gws0J8lKtdaLEMaLFkzDephdvmNoVwhA2NIhZf3HTXbv3IdOQqwzu9nyANOoPLAtKn7d
Neohv+9zy4MbkV3hxtPGmsOH7cydyB4cGKt/3dcDKK9hTZp14eSH0hj+OASDdjZkLTeDxmltSyKR
fx8qddDDwt7LzOL6GBhl19I1vnu4Fw+WybrIkV6zim05HsL5IH2Eg14hceQa3a4UCIiZ7g5B33Vb
w0j3ka+N63Ts3n89DO83wFyyLWZzczUfUhNKWEuSIhUTmxy1MiWi0gJlw5Z+B3NkBC2stTX2dg6B
AI2m6RyaJPiGLbzaEA5L1KGqx7WR67NKPnnxLf+lcnBBQOpnOZXBHYvmQOhkRK1sBiTTmx1tWZnx
ZZkqEiyKaQSXx0CdGggUtJ4obRARXd3k/JHxH4cPdyfcHSt8ADa5cHW07i0Ee12dvRpan7E4IB37
fphkV/y6db9bjZq162qI0kQgs43kwFxcHO5377f8Hr784n4/GvJNJTR0AjJ7qAbxFCWWv9capmSZ
gOGjx4YEEHBZFRhqhepl2uZO/gyZMlh0fovUOx6vegjKQHObY1Xm2lqKH3rhnPs+wiwCjZY9bSeW
sev0i6YkxsPycY8j8NLXTdmjZOt7evNRfknUc9NUYEmkNydUJu/kFqNgC+0FY+WwaDskDV5fbKTj
aeCOZycejo56hPJVJyTM9yVYb0m94tBX+k9NaWiYY5L9JF/PgB1u3OA1ifp1BXsFqJKFvq1fS5Y4
dNjHbG/nwd4tmfsTS5S7MHvPtHDTu1kLkw8cF5r4FtFidzKG5L5XT5Yi0Z4cG2dm4DWUM/0CwbGQ
3XI0YWdYLl3hmQNxRxuEMzgAiw455KoBi13V2/tD0cwsuP/c/db9sd8/++u5/+t//34FG0sB7TkN
Ms2H3wnFDsD4719TlHq4VaBU/vTayDD5GaOEMyEyecDdxt3fL17MqyIvKH9U6LLAr85/Rc7wNC3j
ruETodP267fc/+f38+5v5X439gtybQhpF/4I7h1m4oIO7uYuXMih4/LtY4Pk5s33KPK22mBigZn6
Cf2nR/ay44VYV+bDZBgVXXcd7VbUMOCPYmMgqFpmCOBRf6JAQ3TM9tKWhEg4sbvCHciOwzJmoI3x
LYhCZ49g0z5kOMsOMdbJbJHZSt8ggX/q70HD9/++H1r2QQdXKmgDZWEtVQZrDbwAz2YWtA9jFB3p
ME/b+8/dH7of7ndTO7N2mm2v6vlF7o/bM5vufqtIdKoGeqRWv5/ASh4yGrtluEzE0dpInyNXa1DX
N9PBrpg8PaL+DOzYCFmw4O6iTxiBnuzURm8yjyEIKfBb329mKRHfy7pwcZDeH7gfekcv9DUmvpzc
XRZhbWmqlSeYAe4HXNJ/3LrfDSIvZUKwYHX8/hn3Hz/9+7H78+4//eFlBr9O1qp2GX16fbJWLS3f
aWnMl2dsme40r9mffXwPG4MeAAugdEgPvw9Z6Th/fnC07T//94e79+c1M1rj9yv4Y+BCVfjHy/5P
T2E50C2kiMtV0FLr+PXTaZqrP25O5sC7+P3MGmvCltTjvU2urhlA+/Lc8L/f/O8f+/1LMT/9+W3f
/+PDz927Yb8f+9Mffv+fD0/pVamtJ/OszOJaUT5trF9nbmilKYrl/XUKb6qbJzK90oOX4k3Z3c9M
EXdZupt0uaiBCuzun9nvT/R+VzUGGzAU1Bx/3b4//PtH77fuH3SYA9ikyDI/oesE+MAMA9XWjMJd
pxus+/tJFWukWKuSjXg7D3PV2NvT+n4FYCaO6k/DPJKo++DjVOyORNmz8ZlhZBk627hm8XSnl9wP
Ve3+N+Dkft+zicrT6sBeFAKEkJxsdhhcXPcXDeYZ1TaET13Cg8KThhDiKsTa0NbuZ/X+uVQsfDfk
STwX7Or23ryCMeYPeALqETbr+wn8cPrvj/3pIyrul+mvs/77phdj6mRn1X4BLvVNaiFdLDvEkZNP
GB5atwDQJ7MbulzUnFqPmNseHmE7AUVCcnXV3Y2r1e4mjAqc9J7XLoe5h2nFfbxG/R+scbkQskFU
4zJnKYlJcKrOtCDOQ2mUb/ZVQ492crObBw1jH6txj1oZClAOGqMNxNdJ1NalzPVnmG8hBsZLG+vV
ESXvDXW6gRGWBfMmrO3xYsk4WVsMwcx5dIlQM6xzo3TOYRs8TxWp9DKxniPir7ZO6X7NGazAKkQ6
QVIdssiQuX4I1ZeyggGdt73EPWR6e+Thx8QrKI05YBYDZC+dEU072N+foUKh7kcA0qIcW+ao+B/i
qdxgt+mXnu4Nm6xnQ69ZI5C44UumEdoezp4DHeIStsXOYG2gnE2FynlpxtLA/YG/WInh20QDeNOn
mtqSrupfyc6GK1ZnFmZGf3y10czghJXf0YWPG71u1Q7RQ7+QunosMz98lPVUbosueulSfFg0h0Es
z3HbuJEJ5k57+93oKJghJvZh+oT7ni/DA2YieDRB0m3KMEfTqL/Zo2UzxXoKpAhJr5z2SzbOmJsq
+6ZlenbuiiFiaox21EGvDEjl0ZqcYI+/4xJFDt5lJ75ZSGKf246MQPj3Xwdj1F+rZKebdn7MNSln
P0SOZnPEdIWpppmgX3iuv+7HmKkwKtWhNqkZ8Hl8m6R56VRhH0OPedAbYsDC0c80p04Z65iBdNDH
6NsIXT+k9IFOaQvG2I3Zi5nPA5yv98SHv+cbrbETuZ/AacB/NbSn2GFQsEVdXrFYtdhfxTaphTqV
uUsUmDawzsYpWubdQzfijZNiGB/DoNrZ6OE0abc3oxkooZiErpepG2OBCGsutYiNHhOd5srLZHn+
PotoYkYZwr4g2bbNrWmjeNWicj0lXfHqd1LsLWg8JR6iTTtSQ9Ttwl1VcFSWbocyaei1L+2OHJgb
gF/8zwHZ6noadEe00oT3QC7saCeg5BwX1oSbAfuevTcde6uuHbJnw9UYLgpE4C7Lo9ytv6fKDy+R
Eq/0b1jBskPfCNGv+Xbnl6Hkwhr7dGmmVQYtVj4FhWmc0veJlvNro74axfg4hpl3E6H1xSytAXMv
aqV8HM+08NILGiMGMaV3+yof9OWY16/VUNlPRhmfE7Rup1ofvkE7IOq+DZzzqAGCa3v6SEoHnkpz
/RmV+LrXo4EYz7jaZXX+2ptusWd/ukcUoW9DczihYaR/EXb7gr6Jk2fVsROTWhtGxLvjBC8qj5ie
ZJxeIoyCz/EAf8YYrkhYfRSZNzeFKJQ7By20E0rFdEVFIlkiJcYywqe2rUJL39K0GZYsNn1Ig75+
cgNEl3lC/+AXeQ3qWmZjg0FMvKjixl6ZSE+OzaTehs5ITlY9QdEy2gl5MzXCUQeGbHqWeWThRaZ9
akQ7QdpLX8ilJ4A522n0aex55+z2tYVdNXgpsTkaXeKdNZn9GJvsU1DIDT8Cmc/wuLr1FpQf1IZH
pAdPoJuoJ3B3BRLZpNuiNfTiv6pkEpcMbk4bxPV+lNpnnV3xBe084KDAAB/ihIc4mdITbVewHvmz
GupnTL/uxi/kLrenc5QWn3Ktujg2wkDdo9eqhs86lmdspPjYIlWhd6X9KMwfOtBzoap38cnwsums
Bdq6qvaFbMVzOH4JpQnRpYOhY7TOro26x8aOftpxVO2GhL4JbqAiSYNVx172uaZDDXVvrPbp+OiG
pb7u4HctLSebnvqOCqOZ8QGABNxKdq2JE2kvcNh3Up6MJDKeAxP9F+2Ak10auC9dVMfpbI4b8d0c
R1/fz05ALNZvk1XW68KvG8I+MuJe8lKtlXzSe6vCuQbpaMAiN0SdS5wXO8BRk/42oh61IAMbHCK+
cj3Rzna7spoW0DzkoU1gFg9wztOVG4r2lE5fc+S9N5dyXWv0TyzlHOxExXZI+vGTCYDdNBPknlBt
IAsjVQyi8oBCv8AW3gcvmgk0SeoUwiaF/Gdy2ls3fgsRnX/VaqdcFeWEEDHmoqUambGNBh0vJS7k
qvN7akBxcRsb5jQXegUUXRp9fCGqXTvdOhwfh/sjnond2ByyH6jqk52D0BGfMWiwITu5lq3tppo1
lDHBAa4h7J2LPNpizTQWVoRI2Y+GdtPbPd+LNo0pDcfRy4iNtvJx1cIZjx7uvJpsSul4kOW36ofs
YUjt5FCFoI+4Jpa1YxzbmokByGK9KprxuzOjIHIhFv4Yvmt6Jfd+Ng/bGASgIll8v1lUsvSq1CZp
Bkr3SEQZW3cgBNOrdJot/Pfc3g+uJtd6VzZMvZb2RDIRknDrZza2/SsMyUOsOyFCkSR8rPESLOrQ
3+p5NF0DFb+bwZifURkS6kmf+tDciONDz1qCqmGg39J2YStvwQgfMxAdwKZAhRwbw9kDA+tfKK1w
+WoNgc2giXLTtw4uAR2slfp3ivP6NonYwrtlr85WpBAPYdpVQzxcqv7mF5/5lTAzOAubUUyfAqey
FqMeFMtY62o69yYZVBYlU48zs8R199LkxLHpmo1cvPLkghzbNxAWHh09Y1oGvVFvKmekNKfT2y08
kCd6jf6Tleony0peut5iBUuJVXl46sawd1gPDM8glw3EZVa86Xv/YaiofkbY3JaRZkpsHcmuN0eU
v5Cbu9jPwRu+07wTF122W04k2YH9ZzOrxRr+6g+/ojOX02e6DYPGsrIJTlJdsYBALMySpxwA1Aob
X7eqBcM/SxiuinF6EDDWD4q9ct/I+mESdo1PYngN2TVTQZ7CZ4xEZx9CMV79cdrezYYelI5IfQ/L
IdnCVfO30O+KdSTrixY31WoAJRzVlnzTrZ+s6pIdqmXYreBq4b4XP2jmPNqtoX83tZBCsnLemL2A
uo1yJYA234pEvgRTOr0HYMAXbTRlXB8la8Yudo9W7FSLwiixy0gyozS7V/vaPzCF6q96mX2VRQHa
te4PXgiVb7QmjTKb154mP1AnHP0PwsFcN6EeWcN6CXd1zE4DRkmL/pcycixvRDix8vKSXeu1OJSF
e5vKrNo1c7lEh1RJb63IN0lSolMmni7wrZaysBMs8LojgIiggntx5HxWfvLFDdIUp4lTnnoBNRxD
DpGWY7CI417fNXGplr1vXt0sda82JgFPUsFICDalJbijlE1dxZo+lyol54DBoKYdA2mHMlxuCgoj
2NMOZWs+RmhmlontYMfTQPLn0Az3NKt49kDDLmGxHyQmxB1lnBAlUC+28JdHL4WcTbx6k8AZ0hEi
KfdaDGo8gNjAWZ4gcxZMKJKmajZ0J5YKRH0w8e0KOXzHQvgwjJuidxirUwk4LFZXVKAPhqDYIsps
H09ELDVpvQpTW17LKP9ciPgYtoW21YVRLzSi35BBO6RB97wdllURmoim2wcifYxGjcg4t41Xg+b+
ZMFjHrWqxpqvrGkPcX/vMLc9oH/aV2XPqqJzcY67w7tT04CxtDZ8sfX4IbXqwzB4LJucetqEVRmv
40ZSXQKEMKIpWzaJc8kCHCJu/MUuRvkDi9u7lX8OTX14dCL9IWnNzznS0jn+7g0iCpkeBk4Lo4D7
EmW9RxeQEFxNtMc87os1vLp6Vr6nZ6dkB8zEgtyySy9osQ7B/JpkzcMdWzqlgi+R4KjXvJRO2+Qe
mgDEFmTWx5jxNyEU6oi9slpGI9o5xIXpVi+AeAt8uWvUtj+pjT8GQcbJgmfFFzdaOIVDuqIvPue9
d2Z5VB9c09neA0n0ELUBNrguPkk//VxavbgagSrAq5UFSJx8ehj4JBaFCWkWA+/CM3HUiAbnPZjz
EYrTPraB6FpPTplYZ9Fg8ALfmZ+NoLslEbyC3AnPykvGZYFqCgRVcfAh1yyl6wbbuzzTDxMcnVqQ
bBhfl9RLapocNu7ewS6A/EPMrubFeKwNl693oH0bgXqSTKNpAI1TJ7CzH+tvws2Be8PN79x+p7tQ
j1oHlyVnAbd/OGW8cvhf3J3JkuNImqRfpaXPjRIDDOuhL1zBnb5HxAXisWEHDPvy9POBWSKTlS1T
KXPtCysY6VlJJ0GDmf6qn24e1zg2Weowc3UY4uE3NsR9pFMXyfCFaT/DmtVoMK6O4ZlikDoRHftV
QSncYMOBjMHo+GjjHrWDXH8mif1Ol+iZKU15DcdvkJXINSFC3jFEJ5uw4n7/eEgxu16qfPoYUgeA
8hJXm3PLz92K81lBx6aZ4ETK3JYM85T7HG9eG1LTbfqlqU2sksQM4YIoYH/4RrbDwBnkMXaCFnuE
ti8vSVC9/1MayDR5CFPtVPKXNILzcz3BnPQyW8o7F5xHVgkH503KzcZPPRfSfeCzGHSnqkmfqjTV
QXTaJoCL6TTBXeYuZ2kX0xvmdVAZMC1H7ZmayF+crxtfm6zvxlhA8taKyB+iUl9xJjpllvWFAZ97
cNPIw5ArfpYL/8GZQegJExJl10Ut0wrlq57IR9RotK5rXbARBi14idltZWGiC5Vo8GadeWtzqNJV
5uXVAQnYOFQtTyM1gjEqJ3HUHMhLpZmW26YgmJww+NhzIq5XOV8uGOUqOxWloE89n+92lmtUIEyr
rmZ2U9BBSRRxxIy0LXBfbRuyQwwi5IdV/hQz+6OpHM4tp7ED+/APrpnm1MjnFlXjKU29K+RHxTIp
cnA5YrxP1AG0bWRT14q7B1Kc+WR5Gql5NjdmUlxgL++KMJe+LYKENZpM56wARERBl5MSVeJoJPDk
+qxhP4+tawe5vd00ZvzRoClerJpEqxXSAIy2FcPgc4hqTCJd48Mc9prDPlPh+iVisZ7MgK/YVE2+
3di43WojgIKGQJK1zU8V98FlVOHdCPsb4EnvfSS2iKIg9BP3XfpSFEzQmNOiwBh4LIhg4XIwc9/D
KLiVToZPzurIqKUE0LOSZq1UJvQQqHyrSTi3JQQtrTWezSn5VQ7MWMOGfFwaWN3Zy1PPtxiUrYsW
ilsj5MVp8u3c1dVtGIYGVE98nLlK1yMdoH5hMz5Pl+F2FGT6Vcv9tCmjs2LkhRGSyDvzofFYOt5w
j+bkaKPPaCRvhsZ+U0q7wJeMd6YDuLbzxAFzx3SBhWeC7QhhsYfZDcCkWNvLgSSsrOSaz93H3EUw
xlLj59DDE8s9ePxmZ7wRh0PstOPXvm4Z/PbOtYJSQQEIbYxmRpWDF3IeN14qa2GZBrgoDI/8ZS67
/Kmz2ZG0tIvR5Ers15sJQ7nKQ6woQAY7hLZI6jskxLdsxppV0trgxtEe1rh1qEHdPY4MRAZhdcBY
x0Dn9BdjrDBFEWF1AhuKlgpMtCwG58NCymoFndGPTUmi68kxVJwRGF8yaVe1X0WYL+cYs6OSw6sE
KMdstpUMDAJjOyZkMdr0GIxRs6OCcmOSOtonHSG8jl6JddOaMfM78emxg7Kqmvc4VV/6NNWOnWUk
z7pkGAIDwKwnOoqIdbsuhxdhZjbfV+KxfRh+p4mlZ8z4HLJcXCOt+J0TWgSlnPhuSoC8iYCjTj2G
S1i9rPtUY4EYjynASBJt12fxMQRQBkJxoDdrumlTVHBunIKVHekE0Jo3LSk84MMQnRjBS9xMswOP
xGiPbsnMvslJT6XtxDYt7YxdW8Y6Aydzxze6wCjJF7VmlhdoN6MYGV3V5jakN+8kgINbIO/c7B62
Y3RQyzJLZ6S5dKCpfdlXL2nmuJjAL5IRvo/Pm/w6QJE/9DXRPCceO+paedNtotBmXWtZspuL4GNS
tQJH45ICXPCYcrhzN4rPWuN8eUgwGeFbWjcN3U+/yjLTmeFiCKLemK/bDK7gJIEIN0Rb91r9K67h
ZoxgHu5F3/+kIPfkZcGwbRKBUx8qxtoZrReroeaygpdz0KqJ3UHpPfVkpg+pqjmzyjFAJVW/+bWf
ZBXDWAuNTYNkupYWvRCFgnXc9qgow2LhiALxrdWTZOOGgKOMvM03uRy5dqLCvhmdOMaTuRvnOt4r
TNwbey6ATEQBsGuHIgpGcMzBpcqeDT17c/v42RuXDuowHrdmzwbEFiCAhVcCR86t69g43UkxRBBX
swymo6XkL5J+xRmaIGVLSbuhTr7ZxqLmcvNseLK5NpL65Q4Xs1PZzDEEqKqjaJmsDhuMHo9jo6xL
lPb5KUmD20Aaz3VK63NQF2OO3LOEpLnOE9InVjL/TOFAr3PIN6u2nqsDbOmAPXf562GGD0b3e6Hs
5mOFVgVIwHKDveCX3EZ84Wl3mjaW8WaN4/B7Bk88cWLCHGf2fq9/Z8MV39oZRpSsx+xC2dK9t2PE
xjKTu6TEnprybV6jNq9zmIqXcnDPRJWLZ3Rb8r6x7WzYTb21CTgIxs24B2LLPWM4+moqVZ+qkIxE
5wAPqLPAWCVN1m6nqsHx4I6MPqg3swP6dkUOqDcpwUR3gsm2x2zfC6PXiZEEVl38IQUh16SyrQ2u
4s5vhH6eM2Ve6JI8jCRVzOmFXKOCowanBlnJWj+kxySs5pXW3o10RKXXpnQHH/QL5Ij0nNjaO50s
4d7F83kKU3Vr4sW86GkbAzDXsQDSeRy8Z+UkzunxkGmUdURN/pw5gcS5af6KOKNiHMY9txq04nNK
ruySISGl9viRxhBxgmhb6BHxhiL1XpXpvWR8EU4hBel2syD/rRQxbsyQuNIIjKcxNDcDEJwXiIw1
fitcZFeNkI3jZb+Jioqto2ZuZI26yDQXJ4Ys7WGaazYkZdQeLTz/IBrPVdZlb/GYpE/1d6Op9kVc
pm/cnXXirpRn1dXehHXxInDWb4GHMLLRzeni6fT5zBS+jk3mYuKo5/1DW9DrZ44omg9EPd7PMQ7D
iPmHcOvYFz9BWkanqucImkoNmjzPDCjYUwuLecrTAzRqB8t9XR0JwH2LK2Coel7zjVo6IQYXlTce
gXuxqXVM4F1kHNCwIpguqQHwwjRjf0rykiVID3wcItiFphxtKXfddU/xxobDiL3RgupFNHLcD3q0
ayPpPBfOtJctXr3S1a90pn1r58VB06vmuUgd1LWhxHbaJSdVWu4hKRAK9bhsT5UW7cvREDcoj++8
BWprzmzBJ6nfZcSvT8cWe/kiz3eVm9jUW9BQINkR7/Ho1kewPSoaSyx7tgE5UPuuDb29L1w175yy
Jgkev7eAZvyI7sBVW9g9wipFgkUarcOsh7TvhpRIjgAE6vS7VxZUYhj5Z8JqupLYV0j8hIABWpjQ
hkx2lp6wGtkQu62REIc26PKL1SMOp+1HWmbBMWu0V6laQNkh6xagtWBf1To0UW9+qsceJNH4u2Ao
v+0jThdIPtPdjoLkNoIiEQ6YVaGaY0lkDGuewEYTzz0e2aK9dIUytr3F+cFwV/rQWxdCR9ZCzflB
q2l2KN1JuzHsf/Hgw66R6+rrOMDBC1YzYtAL9xwSKRWp88bYBrTurTRSmn7vPaN7py+a9jubYFYw
M+zX5nLUGVR6HlFGLpmgddKFlrFPkzg626m8JWZZ3jzdya9Z8/bHE6PnusCSvdZiDHu2WTgnTWJY
1QoauCj54U3mcPYaGwMXiR72Z9laQOA6WtuHenb8R+CCPDtFVw0nSkZF5d4V2BsT2z1X/cKBg14A
sjT56AaUPKGLe8nAqok6YLIjlCpH6TVKlOE/Tor8Crh+E813mpbPN2G9d60Wg63t7CHSAJoVU8AZ
HfFuTMa7FXLiDIOnOtLHG6+AHbo77bLBgLQXlOMWz+++5MOC21cAgPMmeEVz9TnnSb8bOywcVajb
kNnTr+GynjgO1ICqBWvV9An+9Gn08TFqG7aRjt/TXMmh+ikr5ACjp9X21QCLr1rGjqrhtj94ePZM
tWKIxY4VWrGPJYYCqI6bA2IXlGbyF6uiTdmWNiVsThvxiftwpTd4spxiCzryVFmdt20Utrm+J2/G
74QnsSX43iHIhaP+3pccy6rhBwImsDZzinbBkLtrXdXOyqTGZCWNVp4VgE4l5uTGOVlxFIittRtZ
zCIKVRIWDRFcW0t/RdCnsTNDY/UtZwDEmJjJU8iSFU4Tphaqqmnz5CdE7OIr09e9WrZnkLKD2Tgj
LhA0SmiNmcrJ3QR1hy+HCM2kR8YrNYD4pMn2mwbxGonMO7jqly1T86CxL74W1EwgxG1SLba/STKK
jk2PaSeBZumdS9Mii2fuCAgRfG5aZaxrNdls/vR0Uydx7UMYQb/LTz1uPlK0VM+OBINWOKi9M0Os
YxlWyb1Hz1jbI1JvA9bqqLBbMNO0r8ptqXPnwHWubeMjsL+Nod2+82G9xQvOpohhJ1uyw11gj5w7
RWTuItN462X53YRMfQ3cvZF7DefnpX0j8Nh/2PnzHBFIHut9YXXqq+FooM/jl9wYiq0GMRPmPsjf
KlmXVgSqaZnMPWCQSh9cv9UnPj0jDrnhGPrVMJOTM7124Dk3Uwmeesqy6VZGIwYte/hquZJf0gs2
gLt8baGGZ+Z3DTvuPuzCDUOJitsmFCMmmAtUwo5OLezJlaanwXsOCsKNSI8UOl2dRTVT41vHqCEh
DuZsppi8maTaUyKx9VrqvaZ+uL+GmJVowgCxnMAtQ4PGzJxwQ67FtrNn3w0ko5IFFQVR7Q2r9Hjy
wDWdJiZFY2PJYzek1YXuk3zvufN3R4bFSQBaPz3+VFqqOA2p/h5WNbxOWc7H0OTh8adxliRDtYms
AbhuR0PYtgnathY+gVoPqLk0sI25cYhzuiufB+JDTJL5mIsevsyYeGIFRoy8Qjrrr1Md1uvKIcZO
C4oJNDIaLzXj+0e8rGC8+jInPzBi3SozsL82nFciT/9K+U33LGkHOTn0HVIRq+h00+hiTJdQQYwY
2JTzxYDN/SSTb9gSrRd6Qfbm5PUYzDqxzk80kHYbvTSgbrW/AdR+idj57xk/oOriXuemTOUpe9sj
IzP2X3lMCe74xRTwc/TIHTeeKzlE5snnwx8xhhPy9BBXl9mELY9TGnf5UCBkUvi2d6P+lZZB46xF
rJTIUJ8dLyTBq7fCTfFbb61qZVl8jWthL36V9tSb5jsNZ8/Y86DUJOWPJJ7zvR5olDJYMNBm60L3
CRTslvSuZ3abJJ44GLr9qWZcdPKC/Ky6EGKsIsZLobWzki24MvAtsDTkW0ju/cg2yd60TLlRT7k7
tM68evhk+9q4xmrp0lmMywVNmowD6dDJupyeanJ0W/zd7q7JUU/iAergBOjbcNRrl7kUCbusEoUI
CJ4znVqDdm/XaQcMsBkRzOmpQlYc2oBYeppsm7zrGe2VC4fczvCnWofkggcyeJMNRY0Wq/0aLhP1
h86D5zZ9Yg2vfGEdQ02zL0hZbPsNDeqeMN7czPmVV/iiuG/ucyYvgP+o7bBdarYTNN3ZsrgPTKWP
sWrwBywIRYTwXPW+HITwtfw7QZdy35d0GyHIrkiWNH7T2NvGhjPUJc6PwW8AIA3wC59Lo7650VBv
qHrINkOH/glYwl7FKU18UUqVUsT951b17QVK3ozl6wvdQaAETPjmSldqZSi602iCO8YOpokJLujW
97KW3IvtUCsbQufvnDy7jEX3Y0x0dMkgPcjJAdzDiKRyUvjo0KlWZpsP21ZZCKqMK9lJGxvb9fQL
B5SnOtDro7Lqr6EUEG+a/N5CkJTxEF4aV79PXTQj1GbBhoVwOkYhgXpRCOZhzJ84/y2ex+FKF6s4
1HPz/MgTtKb+ikWzPNDCXV9Nk1bXuuz9ubDfW9PJOFpDOTdL7ac1cKfIo5RalsnziNsMxPSYOq3t
TJdnyg0+w7pqT3E/LQZS64/g8/9WkIlBKcW/BZlcfw3/8RVXwp8xJv/8l/6JMXH0f7iWbpAqh6AA
N8QBWPJPjInj/cOxBWF00zN1/ufPLBPrHwQXXRKVtqNLQBgQJZqya6P//k9T/MMEImHBRiE4jj5p
/X+xTPh1/hR2tchw2tIkDy0tYYFasv8S4dR7m3OWCMvDJNiL9SJrn6EcI6hHqwEC8GbWA+y1nrnu
wuC3ZadwFDLKev59NlD/1xj6H6+Cq1/wNvFePNAt6sfnM4yYhb/yX30jtLly9eJQZF61UyCBei+/
zFyEV2uWFKTnNbQjFi9gTxBktS0HjN/TqKJ9ZOHp5cRf/0221QAv89c3hlirYTgkWxE2/5oCpjKV
xdMVxcGYFN1kGfYX0c36Osucn3mbkCwaO78qm3Yv5aIA0rXaWRTCQafBW609B1TsbNGnuz1wG5rS
M7JHjjenSD0GopVA0WcLSDswI4Gtq+B7l6TxtKHxYW0FRy0c3/7mTf7XXPPjTbaEw9W2kFXc/4Gt
qTBSj2VDt6HwZkHJ5aizv2HlpHlsLZVn+kaAqNWgWPq6MvcpIxlooXbZqrM7Fq9x6Ri06kF1NYT3
N5iRvySJ/3htXOjStOXyJVmu9z9fACgOST24DrW4sPuCwd4AuubIJ+xpHwrP5rjAYGyS1VfL64gW
YUVeGUOFL5BSLRmk8y0HdyaIYP/Ne/Y/Lkyb/LDgVZm2h5Xwr+SWRMCENXCF+CbNny04Yuhc0dqi
fpnbRXFejnigab3trBfJ3ghxgeTwm8uiwu9qzSz3ffQ3F6b1r4Ac3iqHhKXtArkgb+8Zf03RTg1d
NWEwcn9MdDArSaCd7JpKY+ZgFy+L6xcMXqkhw6dqyJLXQre3kzVizjBtwD11TztgoMZrYZakrnqN
9tUxM4+TxFdYzuKjZp9EIUl9mWU2rzL8LmsrNV/tadTPdi+OZmfuqKquLxwjE4KxhxG/H+FmGhfi
UdvS2S63fTB9R+Jjq4yza9eUJeY1B4igag6WLL9GbYtDtcFemyWIKVpzBfmv7cqyniBJbNxp+h0n
lbElY9VtRkdRHIeKs2q7EailR2XQTEgCdWfo2Xa5r//+EzfMv+CdHm8wYTGWa5MLGaLUck38aTEq
co+u2LztfAMP0qN6RoaM/AvPOxmJZG5WAQZOgRncx2C8joVJZ0laFHd2M3dKm4A9tlq6KXQtPHl9
/avOufVOFW/Q1P1koMjvTo/IKV2ApFHg/FBLeVMcTx7vr7GBdDqAZdPUV0pA1hHZ23U2Gs2+hPV/
HAzznrrGK2xqnAONI64kfsX18aeUI8yxtTuOcoQ8MRuxQ6KG7fZ4yCLvqrMzPQylHnASwRnVFM98
jN0VuxM02OWIC+V0eoqCG2zu7l60ub5/nAVAoC1c2egGFL9aDZPQCD6XMwL9xjZALFEhDWZQWDWR
QqK8RF6rXRSWxUEVycGknu/Seiq9GNb3qTOKzYjmcjGySOzmucsO3OA2As1sx5ebdjCjTv1HhYUN
BTY5p9D8z7bLq28BXVzYCa5zIwyf8uRj0ijA4dbWcDCYp1NR9/gSEVe0abrajri7VoWPSGGQ1o3C
Ow8RxCfTKp0j/ZkcFkoFVI7N7qYVeb8ovdTFoRwwcombcxd76wRx76hhHjk3mdplUDyZ1AWfyGZv
ripdJnN8RnYWcU6KpL5xBmAoUoqvFiehI3oVAb/Bss5wUmn51K4hqbytQ9odZMZ8wAYfPzkthYtt
Ls+RDi6Tou34iXBMBIu3ukpaRveQSPQX1MCAldldIK34ag07PFsklYBpFNN10LhaDLi9SzH82UBU
NlehWT15dpwcSkl1QKfab3EbFsBk9YL9bNes0c3XHpHt4+QQC5DMkBl2hzmBTmLnNs7Js7k8NJOQ
fjBEV7wtwc7TactgvMUy647PyVBgDbT0+DaKKNwliKjQ/0RMaVudHfpIzveyiMWdCT9lhglm5Kn7
pBF6unfML+59m797aXqau1b6sz7KZ1NUtKCzF308A0v0WoA5Qt4tvdtEHbpNovcIxPbQhZ5zezxY
IdBhz13Kspe/A8Pi/vEPUovfgyp3vCPL35F+wvc6K04fRjmfHz8sPRHDQiGv7eUINsgnPcJXEz7V
y0OWz+5itYjwHPJ0qlhMa8kR2KzxmCx/ZcI/DtcDpzWsKViNMH4YlPm8UK7kEJE1xZoFRnt+PIjE
OkY4h69i+YnIZf+NLYKmJsWgWNr3x0Nr8IaiUf14PMtrd77y65EW1Fmbm17Rkh4B+Fgexj746s5O
gQVCcn7r2pFBeCLQuluTcUieH+exUncvG+hMH70WkAimmaadz5oqjkknvXc9Jg2TD83wIsue43b4
rorc8R+t2R0Rs1WJtWiL/xTJ1msgmDTgOjugF+sxqJiAVpzX7Z9DnFLNDkMfEk6zNjPrHTsdcP4S
yo9uMhLoKhOZ3hh/ZGXn3WtQUo7xzQW6e6f1Puimd8Sek4knyolwwdugmIsi7H1k/prUKa2XnZcR
mUhAwSfeVmugLC4dndbCzGgG6vowW51JAXscRLFrpiZj/NCZMdW6ENG8CiU2y4nwhgMQhz4BASxU
/Ntgadt5ahlBAgQlhsk6URsUAIDWWWB4kSwwPUIyj7L8WysZnjOZM/x8yczVHV3khObQIRjmMsnD
qJSYGAWMN2bcsOcnzP92VDzFYnilmgNjbkg3xri0cnPGRkHOqIcglnDJIvBtj3czw7V3mGm11y1D
HlRKfV6cfFhd194FY4ikUiiCy/o0Z658nbiW6+aLKzQqFnLvmst5OC3t7mvdHV+cRfLBTTWyidjP
GX/L1t3eUgKsjvjxvpkNVX8mbACMw5hcBxYJm5Zbc/Y8gnO49E0SKZHrVr4uI1wbXvE1zGYSh6F5
pqrR2xaFLPdpQWPhOHiUVZLwqSocSQ0MXKxsJz6/O1L6QFO5c2esNK5SRIdtBQUfWdXBKEHwX4PR
0LEV3hdBUazouYCO7MppN+Me2owxxlktYlRd0/gjtKJmvwrHhNYjcKn0vSc9IugYY/gcpX5qI3c4
m+FW6sV81Wmfg2qofcyzPxHs2QwkeH1kktSXJBZIIBW4dcSS2KBICYPWcR6mHbPSD+pF2a6MwauQ
6Zq5r/WShtPGxAOz4nLU3pELXWYc5d7remczWeF8d6un2kpAfeDy3TlqVPznobaK1uXGCld6IZUc
oon+Cer9spvIXZtix/kSJ8kywhsO9CZYR+Xm7MBD7qyTKr1ztOwDcm03tiTHbarijnPTO2vozqhN
wi3TDQOzxJedulTZwpLzfkWDpDUnkF/Y1FhY1xiZL9mgSqAyaq130zvpHDGzUsBh59Y2zJLBJzQ3
PtsmI0pmTdyO3bZazUbq7GHq1ne6DWmgKWzzs2xc9TV2ovee0OhRkn2hT0DFmw7P0drWsd+b0DiO
XXCs7RpFjYHNyo37FFC6fa16BosItSQuppXW5D4TzLvO4G2veRulVAmRWzGycmiBdRJC064TAGlc
XrzWEqpQnXcpQ6UdRRWjOoERX7ddDBo/T/dIuPou8l77nmxWTPXTQbb0SrFbhskfJ1+rhefRUmBr
8puRgWlvZhI1WCHi/IQBn2LnpAt2JXvUquslNqDqltU9uQHYEI2mSBWAXe/HX7VVlJehdJeCrvq3
ml0JApAbeGIpGmGrg55U2u4xLM9KKXEWU5Bj8uGtPb2BVR5SKxOlDpErDMKbLhg/jAXlEzHE3Kcg
kRD1S+1ADIwvDVbVNmCqUhR6tecKOsiO+jxvTiTnW8COkrBSOJDMGUNSBKwrIP1hwOcoVEGgNMI/
LWyZ2iIL1GBSH5SxaelwTuxfmRljQW/BmDnw11AJMUouce/JPXY0s66i2MWAj1axWmqyGq/PXjtC
NFrlUrVQVyfqhZ0ykq91p69c2lZzBOSPYCaSDoroFTtNTZggIHWD55CXI/G1FfXOtd3krZvE79pC
c4Y0lzzXXc6Lm+Rn32vzetZpYtG1FulR66kRb3twJzH/ncziq0vhGremNrnajcPeVOaJr0Vjunk8
7bp+PHNn4S3u3VPUco/qrXR86XLykxret2qwL3BbhpOyLUpJJju4sE2lLw/N+IseBXdtSPpf0mkg
EYiLW6txbRD6pbmssE8GWPCT13QdVn/jOHKMe/xNDKvxhMWdRrhZptsEoZuGjOVn1ePfIj1T93ix
zNyJYHUR5ahBZ246kSryOYwIbIeCW4zw2tasDZ5qwU+y2zAtB3pHYiv/hmSnAZqOw/PjT48HJ6LF
fcADj0+O1MyqeijJCZx3ozePjx/BSXccGcbtx9n77bRGvOnFdNWsRB7BlRl/PBSwGFdVD4Ig7tGU
HY5fE4yGZGOJMru5c/xVVMm008QVP2T5ZFZQXGz7rkHiGMpAPYvMsPwKBWel9ZN6fvxdZ9HPFYK1
2TdKamyll/6rKarJdEZrF8bS/fEs0A39aLt0aD6ehr4FGxgttS02lZ3HW9vFEM8lA/XeNuQTreLl
GlI9hYEwBVc1asuhgj+9pEHHqxjacyfC6iXkv8Ft4xkSMMQ4Jr++afJy6lqvzq6XvunB4DB5w7Jp
4sc3hYK3Gkb6M0Ej8RwtNTsNLzBoPXwDAykwWoO3SFOUjnXL18cttmjBPseN8uyy/q4tzypJ02o3
vfHEcZqFOA6Yk/PV47mjKKJ1wHNsXNC6jIznkwYwfw30Ylo3iGhHUwufZefWe8LV7omR/nDs2dh1
wzgz9uGB+HGX/+l5NOGdd0NwQAbvM7fMyf4V68A4bN23HTq6VpX1lKmuPzp8iU7sywESpoyecuUx
va+ZjEVhjfGiuhrBHO6M2PqiCXDcmSOKDfuGw1jgyytiFzp/mJ+NLvtCiO17QCb5pGX0aHq4nfM8
PveliPlgwycxJFdvjq91zXGkNV7Z4fmJ3l3HmJeKyZz/71xniSSA1HIXcK0Bb+4EDyaDL1MZyYcG
Q1WfARkkSfxqFxy9anmQ7NF6ihPw4tGCWefeD2s2P+mhBMfZvzEPwEA6f82FPW9s2q3X4SsUjJhe
sqTc0w/JCdBliDGAgtCbwU/M9onNyUe03GEybKQY4xhELMkm39CTQ5gdjDq6p4UdkORgh2vQs6tj
YmVSREldNoVnnMCHwWk2TdUfRSM+S8Za+RBsg2qiJ35kV0OQUT8kMsDm148+c6F0n/VQ57OlMqEC
gBIL+GzC7X6Z1FXubCv9hASkcEC4Hwb42APeCrR3MLJhZh+Q2ijIwXOMpgR9gOXy8YAFzKaNwdcT
71cz83smXbOvaLjVXTpVTNN6suPRw7kFqqHUMWuQy8PeInZDj1UP64y2UdgFElt71ui9pAKwd7YQ
br6PXscmfpF3mIdXqfsuDE/bBrYbr6pm9Db2BIfOAuyxKuO0JpZFJUHPcajM9d8Bb7UagoXPwn1b
09kIEO34xMmXqPyuRF6tw2rMd4uCXKi5/cnCcWMZgsMvDQ+4L+1JxeBUvszL34M1mjTaMP3QKTF7
D2159QiblnHroYDaOogQ6ErCi+QbJPovNS32x1hxBDaZpa0jD8OkUWFgrhTuZWfZfRX1t7go1Qcf
CXDt4L2u+hjjb/Vpd1R+kU2ZSWBQDWKTgySUlFI9yBrCoT09Yatd3JASwcyR0ZUSFXpojPraYoPc
NS3GLpafAtvdKZl6d4s5R+3cQNUbQ5f1mtq+yG8zktazgLZ27RS9tw0BHYZoKIYAcPOOuJhpOw6H
ctvY9/q0UmCnz0QjDA5Lb0JvxVkMUm24hAnrFRVvolGfzKqtT2Dvs42VEVHWNbKwntV+KxCO8Arg
pjFGmJy1zvpliZvMdOceIVAXmk2T0YEBuvhUArYZVRjmKcm8yU9E8a1iL7VPe/dJzPZlDox4nVq6
tXf1SF9lvWft0qFvt9nrgKjsa3FCIY4KqltZxS+OmW60OYApOi4TUws9CYiRs3XBF7tJScFbN9uE
l/j2H5wxrXZ677Sbx30j1Iw3b7LkgY3CuUxDasMaXn2GmwJQTvBWkkYt1fTueJIyDbwmK+qWK4Tq
usQFARZIH9InXfNYt0YyYotnV1czjRkD0+WGFGvHNb2SYXXD/nFNtZzGH6ZbcTqxp41FEHAsqvyh
wScRFIG7QpsYWuK8WjkPG2zF8oj9kftmTudB4MxvruWCf0K6nmGs8MdGj8Ez0qIASEyBOaByeRTw
ubwdUEMTzyATvKPKM4OQFmdKhZUrq75j+f2eIEYcZ/aAxao3LPf4eF4Y/YoC8ehgx6o8qoUjVS8P
j6ePBxODByyY/9c/DhZ6w//96QFg0m4aoheXDmSdhELV21+dtKKKCw6dvbU16KBTkfp9lXuYrPkB
lKnjXNJUi3+TSXCdbdrIqYjo8NAneAamn/i3DvQnjGzWzgE5ssODLGHfOsW0pot7yv7UOfUS91jk
FKxkKv+cCPqvNNm4XPadBsHmBlWZUOusuVsnrbWVbkfDLgyT+TmowMk7wZzv9CF8cvZEn/KX2Onf
auHKfb/QTcTC9GD4immkNk5EGDdyr7zBeelqxipe736IMSdqHEzl6+zArA2pE+wHjIJ2eiTtPdGI
F1cbC1vEJsWAH3p0iRPFPlKWJ/yw1TBpNZhpeGsOZOw1FG2g4itt1HKCRSCUvNB8GVm4lEqPXjn/
5MN2WLJB6ptDQbrfwKnLdP6LMbTedcDBuSfppzgorrEIcDfGwMkJcDI3fUmhSJShrHRL25SVNNBc
y4JQTrH3uJI3mijoLitjBKIx0mERbA13Tr/AQKtPAT3ghJsoDm2Yl51T6lSkXmrvygO47rBHOGSU
cTzRRkOPrjW3P8Y0oo+r3dODYr44TkRFNV47PyBM9V4WwYl2TQ3WHeqd6er9dcyjjPiWyUHJW9xO
ccRkH42ni9elM/4f7s5sy1Fly7JfxB1gGN0r6iWX9/0LIzwiDn1vtF9fE+LcjDyRVXnf60WOJHdc
DRhme681l/zow+gBLxAN/WjY9hi2BGPMXRaYGObCpPYbfTrWsrW/8oIETqkQIzs6hfSsi5BB09Dp
O4q8LKidLUTA9CS0wdw6uZxxH3q4LQuGDhJ6TK4tijxhCpNlNSQHvR4PlDjac1tg/VII4m5D6AzU
A0tjq9mdduM0kDsnNGWLJuIv0lKPLCjtk72E6oUAvlKjN54ptpFfqHGJz73pYrGCm8wyemroz++W
e05NO67LlXOr6PGSNjNrpE53aien4jlijbBJOlbBYYPZP3H78iB1tSGPJtnCmdMexvA6QWC60njn
OqTZ3xu3nU7WZzEqUCMxMrxRQ8qhi0tlYo11PEOehgRiITG8znVo8qubFPENFlGgpfp4oTtZnhgz
rz10zAdBTFMqmRJL8knXpLZER4yIznqrjNH1a7t77Fouxm2o41R35x9tnfdHGeBt1iiukm4KvNHW
aeA2ZLEmTRj5zhi3SLPTYZsMkKa0WQfOPyFQ6qaPKFJM0YfGuF3LUp6FPa4a7UdD/1abstoXZckl
TLnvNo7wLRBB85zFAHSnqtp3xJYeg7Gh6xnOr0T6FUcxDU98W3CSUWEvcox5jzxW+o5LSK7ndOKQ
hvq8NzjAGCKQoiXeZk6pDhOYiPTHbN48hYyhp41UT5gX+kzdUOa0UHB+OF1+V1ht8xDNRCkUdqiu
Wt766OmYTA7teLCmDwCwt17h6TdhquA6YrGBOfGeze6ALs6+JCLBGzkNb2GhlfddTRJQ1HEGQubf
6CMtm3Sy76BBk+UpMAAu9p2Z0nbo0LGR+Fj2c1mjHYu7x9lOqaRbP2oT3gT+ke0Qaky2EzntWsLQ
WakrKpMQiFVPhtVgArrBzrwdB/VdH6boMmtEirT9WB77Y7kEJ+Tl2F2jGlU8XGpnp83XoXatgzk1
5lavcNislYM2z4HEKTi0ZJTj9xqKU5+SlxW7tXGcUj4OKeVtnLvOR/MyMShbgbqbIFCdpz59CkcB
wGOqxCVVxtauJeDKybMIO63KawDL32MV6QlhHzUZ76OJhWdEQW/oOv0wtyz/KRVXb4z2zMJ1PCBm
UqCNPk04nzpTxre2Rq+ZSVJr+3oT6HcxZA/sQWq8j1qGQ7NR2k3SaOxUhPeDRTFgbOarKwPj2LVd
ujdYhOxCuhLwW/n8mNjal6h0u0tXei/D6NXERTXBxmgK88WR05aBhz+qYGjgQ/N6OiqJQMGV/OxN
8jarLNGgED6Szdy995P+TpgquM5iLg4RXgMq2dI4VORinyCKTJuI/vyU0xoz4MEfSpiDG4RJqKxH
esAVE79ESQzXlXPyxvJVGkl0Y2GkQn9FKkVWBSbC8jbkINTSB+TdJvrrEVarCfFNjw7dHG760TnG
rP8vrYqQnHmTfSmZMwaKwhFwH3VghVtfLfgc5zGiamqVxpJY8arnsjsyVr3SqtAonpd1ux+XqYXR
0PAVbkt9SXD0CbfKN96EqniEO7bj6qDhnghTCieBcei59J5lLOZzJdP+IOPpxmBCgVCTmxhfJWLA
7hIMzAgr3cU2TlvqHNs0m6vYeB7yjEh3pK1brb6srpPQhJ7TDuitgxoKcRdUzyas9jstTQ+W+6Fb
E1ZQrbGfZ4r+akg/Yh05Fha85sbqgqMzYPY25iQAD8kFgJz3ZzVV1m1dY27vXZVuV5b44t67RGHm
boomlBvUV8Vl1BBZLYx4DT7dJtKliWLb7kaU1fFPO6nB4USWPNt65p489ZqHJZ0DIwk2tpNCOrS5
sFNuFWw2WTif4xR3fUDJwrdbBgxe4HguEJbjgmqN/diHzTFzkkluSM0D605dqCGAtjlWCNy2QW+N
UE2xIVgx1xeiMUL4FqoabrHRGPskoxHfF+qFbBgCyAa8qXS0aTGtmmmslrPHkJy2zl1TL1Fay806
7GScwehQ0qMz3tEUYK5er1k3Ii9v5Wi0Vwt5d2hFRzdhhF8F1tNkpFgPkPc4sfYzLVl0k/tqH4cM
n5jw+m3fZDwWFESo9e2NTDLcK617aezR2hFiir0+yVkpRCS9NA4rUM98KZqMy6TU9Z0mg4Qrdwj4
Uo3Jccj1azoq8GZFfvGGNDqRH9ofGfdAi3uGTTE2b2HpwjtA08oKOfeeOiO+FqrRPwJzLsgLtoud
Phv3JPzh0sw7WLt8kJs2JkJbNqV2rvTsczBgxaaDd6kgLSxdc+fVg+3JfP/s6Gb4jKfxEg/jRN56
J7ZR4nQ+Ip8F1tscpqAcdloENpe+0ceoh9vZXgAjTElvjSoMrqiJlzy6ficpoJx7pnrg1o2vdKj3
c5zTPWASigGDSmgHmryeBJWdA9hdy8/r1nvGrXfwIrUZmLvejBn1hD4XZ4C79V2tl3Bpml2aiurb
2Os/oWt+t8qiPC6Y1eeK8jSlhee4MuMjkcgguBcN/XpkBHp1kEw5dpXKiAjP8+CUwXfZcHBzxLfp
i2xwVLmUMw7torQvWJniyw583UTsWVMqow/12YPO3SB0pGsqCog0CbrBHLtdVtDP6Vm77alsseyj
3bnp4vaxT3N5ImAWC+1IrHsPhOm18KyfoBZ5KMMVyjxTEJrGrLWYxXxYB2EcMi7jHHM6a1TfB2Qp
V0gr+mHq63I7FXQ2m4QM2A5b+HVundeoLNVzQaDVNTKh1NcPaJfDJzu14mevMahQFzHSzQRowuTp
zVkOVaVTFmBzvW8ia/q1BbCjOa93o0kis4oXcbyluCTEiXcypefAiVgEtOtNUQxvRpNiI0WCsYJ9
O6eic69nenX+tZnS1sYVeaXY/Dfil8z08ozNAtDesqXjmVsyZCmAc8on4Cuh4RLNAUGSRihA0V/b
RQwZJmzMxEKikJ2ChY+IGezvG2+lKdr1xcAVR35H9yNVJK7DjmIHw4ILVAtJcN0y4A8whttviYM+
HksVFMxfm+OyGS+ky9phNIpai/SboqjOwFmr80rLXe/+vrGcKN7V4K9/aYzXHaw7/LWrhSa4bjUS
lLgTlsecBdi8ydIs2Fnj8Lo+ma6PrSLlVC95SetLWO//3mFaIc5CzPhaUyM9l/bAF7Eien/dXx4M
I22m1tygnelNEnGyoiCVj0U+vbvyvG79vhtEGhPVEC/58hu/H18//j8e+3339++ZtHlSTBD/3nMW
YjOlP9gxtecLjH5/i+t9DZ8zZEPYKxz8Oo3LWJ4JppTnbCA9cKOsHEEG+d7D4HqUDp/WX9Dklyfa
Cvj7iMveWyii636hBnB0rJvBgh9dn1m30LDjz0vU998PrY+7K6V0uWk9tz2QyA3d79+7W3/j1z7L
kcKfhFMCBoZBmAqeQilv/7213l2fwHmt+biFAbtWTx7Nz5OqIiq4eER2Hngk4N2gopkX+SI0M4Ko
OLCi9XD7/bVm6b5fTqr1TBrjrj6vNytSW9oI7wFJQUMMh/FMnvt4FpTnKepx9/fN+lgezawMAXEk
qQqAD2R5uVvfSLjAWNebyWmI/SZFCrmIW7x4SY/UCb1ABjGTEGXUn4uuCTOzmTZ7oE8VAHDKfZ4+
7dzcOZiehWLLfdbcjgzfwAbiUoxcom1o5PWPPI5ejKJ4NFNKsMO4m2jlYxcMNYxlxHG104EJmljc
VdvYSI3NxArPp3UILFPcwV1zgfGmP1ywZUiR2heYigczV0tnEZKbVpRv7mSe+gLGLcGr4QEU01Vy
uGFWQ6gHTMOnCvoqautOiSS8AbC9jwhr2DFE3ASpHZ0dXqAPlHFqv6jF0SunMeojAEurgG+GHaLJ
8NtWTTsVUP2fwLLbVO4iTD+IWlL7hLn1GkjZ+GZ3HZf2aqfgOtvJne54F6AXwYZqXa9qeqQdnt62
e5NZc0/F7NAFL4Ye4u6b3O+V9aZs6IilWhhE6XdGa9BwA+8njA+J5qLXqqfv80z3XuZ83TRmcXG5
PnjoF4hI3yDt6W2ebEZHfXdJiPNJbiZ0yKBfELTAf0gSOspIsFjgMh7LzI8sQJ9xl0pfC7DPUAO6
hkH8Wcd1xtIjMwgGGsGuFQ8JnZs+Z20ZBPexSz8xJEkjKmTgO5VTbUCSZyDI6OZQkHFdsQdcdJLw
GBc9yszSzVBIHdynDEu/YfLJtazEzoHoTySc4ydtcY4RP0v/HI8LGDPhLXEfOVP8qgn2bR88xOq2
KHGdQQLdkExe4d5z8y0Egp41bda6yZbpF41Am+agaRwCxDb+WNfkl+JE9IWIr15jPk1KLLBFRTrD
nD5Sorry3lu/mogxRkyV7J2YTw+vhp9Y0L0qu3jl7PwLFgRGa/qnLQ1uJvgnGXJwGYY4BrOkh2FG
B4Kj653d6V8sIFpOWWE0W47tBKpPCCOPAte4h2n1NimzoCYdf0Fjm3w00VsUksFuthw87VgmJ8f6
AZxhaw3nilSiTaP4jLtGx3ApcrIxyFY8NKM8SkReGwwMyV7X6hTzrBpfRAabYAR2smOWLA4FMbFb
sOlkBIYYjCWBlc8jXkmoUsVl9iLUAHluPc+F0T7QVd/Py7JhfShMPWKlB+NRLyaNq5CFC7CeP0Qg
rGuOX+bkJPhPksX1MIcC0Js1Os9aF9V00AN9T1+xvDWt4HlEXXzyWCT6ZV1wgppYJQvbMpD7EDIZ
8A5aWRUPcgEERlEFnDApUfoEzHh0DhsPjR+6FvRKgO7gozht/wxRP7ntK8xxbdg/rzdqBMrU6k9J
eQNtdH5KavNHvbjSDDsYnh3ZUO3XiQhK5p9ZDOpbxEN8H5t4IId8b1aBYKzKvKPjYO8KWi2GMQFd
SZo3JY1Zt7f6C6RtegSq03ABPpoKn/JoxPspm/t7vRNP0Ly+R3ru8RRECWBlxZ0tFekdOmAp10jJ
WgwaxDalMW4xUZMW5TWHUrbmrcHKri8LdUH4/Y35TrpPKCNS9xux7hRyuHGS17xKXGb/Q4PlduQo
GJ4Reihf9FBkDRdEyVAxLcz0a00c0NUSk7wWArkibuFkD7TG5kwG0EEVO6PsDwUujIwbSfpn3eOI
1WCzAXzkuC61N3Ps7aup3JsR3dVxnut4m+ewFHFKwFOK1aJWz6Md+vCfUyaeUFZET4ryPJD6/MXG
Yze33pNFbgOQ5DcM6sNN4E0V8Y1QjxbVTd1QlYxL/RwCdu9t/v3/riw2FivF70wqdMUuqis8c7g5
DFsXf1otABskHsjK6ghlLT1icK52Kgfpj2bwxUW0+DTmLc4lAr+tRdwx2lgv//eXIP6H24PXwICq
G5ah0wg0/4hJ9IJIdQmC/mMOl8oNOnHnhIwA2gBIigvZB1EvGL/1strDN49uJcQET+QEgVdQiFrS
5VHGhdFlEZvqvZHf9W74rGgun1iu6reLCnStRv2HV70Irv/44FxHJzHBRocvUb3/U5CNmyEzk3Lk
g4NXs8sswz2FfXBrmDOy9zKTB6vHdDf2BPPYU3Rg2ZR+zObRkOlXPEw3QSu9b+OuMtzoyxb6a0kx
h+KP9ROBiiUZv5gCU425b0sLvE0cz+f/8Pqx+PyP1+8JXASuZ/M2VsH5fxOUT22CZ8awS4a6gqk7
QYTbWLW8CauhyTbpJ1QZxQbJU7+fM+d9BWUY8pooT8GdLuVuydQb3K+VbDrb7ru3pKlBffzgzLtP
xgr2Z1UOmzaPrINK5K1UWfcrvuv/W+eWFCbn3/87ghoKVPkP19avP/jbteXq/7KgL+q60B3LoLjN
ifS3a8uV/3INzmCOQ8sVumkQ20ha0WrNMv7lOZawifh1bH5YPPW3a8t0/0XymW640vx3OPUfidP/
WwK1ZEf/OKIcz8NHZFmLOQwR8Z8ekGCg4hQVuC+KKNtiPZvuAjC7fm9R9s5D68sk6ipxv9zeeMRc
SgCuR8e2b9332kMCaUkSytUQBrtG9qcavyvd5XTrmcm8T7E1ZJBpNsYwAsHjunMsUGVaXvMAb770
K+CD0BlysaFlnG5NVqkhTvLTnNyWSqSYqMmOtvSPNNWjnVO4rt8+F+UB/XN0zA1BSGxLKaTtxH9w
6vwRe42L0+MU4zPnUxGmDffjn4OEh7ImMAZPnmbgacdQxCb4C+02q+LpUGrawS4EdYQWXBVO6VuU
QEcxp5+aAfwF4cK2mXinqkIC1nn0AJmIexWicGZLvmDBvXd7pqWhZ79PLC/+QwqrwWv94wt1MeBh
ybItGwWITQ7EP199EImssru4PgVh8J7XFI0rM3/IRzR5ufLKwzQbdxQrihhm5gREy6+dmple474h
dx0ouoBFH5GSbIYhq/GUiR14niNpdzsbl6pPfWAr2hjDa/3VV5WzxZ5b+yVhN2XIqqm1souZEfiW
k+thiPkhNmoECNCXiI5kBhrAMIHFvqvK8TL14ZsU85Vud++jpHwXffjiVEpu4E6dYFOTj4NCBZTG
xXbvIWJZflt13T5GkkUgcB/MR60Xp1wLPCpEs73Bqc6FA7gt1tqUsjehGV9AIhFO2v33qTh3tUs6
CH+3IX3c1Yxm14bo4AwbGLmtfgjAuOjAqLMkwYS4JwRxL/JjJu23eqBED44dvCPwEcg8Va2YqQnt
O+JConQcZd1FWXd0hDPBsPByoFpRDkdcvwFACkAm6inH6yDYpP1cCHJGmhE9gWInGtQE1ibyQebF
d9S8iS+GJSCvyCi0G9/S6Xkk5NZPR/nNjdDrmJEPnfA+tmC66pUkGon2Em2ZC1StPZLcj3m2dzAY
0Ng0hNO1EqpEnLfXWs7mXo+AdjLlPzhF8W1OJ3djW7m+YQq07frmHScx3+UQV6w4sUjVJdwZCT24
iS65t8CeFEgbK7GzTUwR8A4+LCISATzcuAmnuntItSeiitNj1ogdPXw/n6m4UZ8+545CDIaLIJoh
sM2gHUgH0ux8ZJdI6kjKK1g9zQ+hWxAWUk0fOT174B+brC5eq0l+Nqr9cjLqWLJ7d1y6lL0qfrRJ
/CCiBh5nHN8BOtf5HPs3u+ZqBhRUBosieGLurs241rutJYNLNZOWNurynXoeAiZxrSEZbspEECaE
KhY5AZokoEsO6YIcP126KaHF+DUyLj2iZgtTIyWQe+q7QyTUDabHg9IS9N7DqU2b7454ML3+3Hn5
C0q9bBfq4zfNsHZ1RwneTHZzw9fiDtzME1wlBN1hWfvu5HxGk5Nttag7WTmCLrLIyJ6Wb27qPGdp
jOJvvkmqSKcwkeTUoEP9WEj4Pvl018flY2K330rRfkQZXZeQsEDOJCaD3adyj3CO+XfI+f3CPbaG
0SFBCAzayvA/WJE5JMLOJRUpJ/tqXfcv1LWfTTYBNjS/kQ1SbQRghS2g1A1yrvu4t94Tvk9aU3dp
EF9SgisgFLzgQzvXfXjvWNb3wOINFPKbnIaGGDm6LEXw6CbMjz2yQ3VgB9CHHzPZ7JREckHfAGd7
QPl5zvtDHho/C848OGHo0XoI0IQ30mwmuCQh04xzKCZnaUb6D4qNKpoOPdIpHx2V7UE7sA+VJYwa
U+5XmXlXFva2ZDnDnh+wKN3HY/qQ2NOtZ2rQeL2tUbloV60u3DkZnAKPhPmhvZ3i1ERwXUINLMWp
DbpTsiwcsuBLWPkNIsInb0KxgJHxpcpsgZ7bwmUy6Pe//m8KDzWwy73qw2M4J9+y1Nku5/fUwvhh
CXKh638KKHuaib4zsH8CAPmgmk2KIjLxDEKRXwc9HxIQGWXcB8QZL08knvOeDrNPgPuXUMFjaGfb
dmhQDwVEj7nupzuaN6F7ASLgtB48xbp/p3EKugcVoVcz9C4RAeMu9vRNVHctRDDQ7XplH0oRtL6D
8xMVm4UKx46eg8EyjkncnQQ6ePqWAO5aI9wbcrgjYu4En/LNtHYyQeKDJh2XXPkWes0lRRdK5Bsr
7lnCs/sGpSne1vF4M8cF8QEehY8uREUVIdMvWpgeHUiQTjnPbYN+layADXXp5DRgL0e44LhYAHEU
V+YriJljlpEEMRZi2JvSvMuq5jWIxnvbwdSAL+nVaGEzp+0POjG173XmDxP9ZKno5CwBcg2tPr/P
+2Z9avLqR2hnNwWOmqlylZ9H5qdAZjRXZJ6iaNhG3kzEnCTCAjVQ70Ml9Alu03x77v8azQ65pLcZ
w/wLxKZ+RiA7HGPbvvEGCvg0UZp9afYVxTzrLlS4ZibE5GXWPSOHHnzMxYwvXHsmhJZWanzP6waA
VlBuHTR0Psu+jxRP6xaizrdKC96aqAObSKEOwwxZzKF+MDHggp695k5cUvOxNJopE7U43G2ex7q4
IrpvmNynxBq3muu851TP/C73ou1nUsUIqmaMm5b5DbIFWnkEf5oA2C7HblPFeAvTxrmVkL3I2eFQ
hN1zP7u8QXphNiGFjCykREexau5lzBJYpwLoxJiY3MpUd5EgQJNOXHVFXwsArg1/zK7+XI/97PMe
kLtywGstJh/HAGlFzgowAWqldvkz1mmDZUaJT8ZsCSNMDqHh4eKu+XqUCWDZIvwBQXsfoATMkPvm
zr0O/Nb35PBjjk2Fjn06CAxUUdPS36PkxuBSY1J0ngfqZWnonoVCmqT7MqrOdklqWkDpyWXcCmb1
DY06TSYOieveypLrEMA7dSXW5jK3fU3cDAifMsDHjkrVx/LRIfkNGcD1A+7M97DufqBjnTiU9PfB
gWUEzsunmfgWGvlT7qBa7ZQBttd4dxpBBJ+MfSWzH31By6xitq1iROEIEIBSavdD139KLoh4rdFA
B8WLXUBK6TPKxXVdvsINxdae3YIxOaHlftTEcJegM0AO88z084x3+DmI1tg/ytTB7J0MOFn8FXVo
62V9d1weN3R9fUTlVOX5tyZcY5F6TwgLfrYJAvBpdF4rzKU979CW7W5IJdShW3uq7zSv4YVjGIWq
5ATZIhx24/3oedl913/NfY6gJUVh3LQHD/PQzq5ofFrtcFL55JzUSJ+jH/IHkxzEM0O9MYldXVQv
g5o+5toh+mEwjmRqY8jPILAKDDubYoBXqJr4PEJL38hYw8RhM/PxmnJf2RKTyBzvZJVTY/KGe8qx
YqeVqFrrQpDbIBBjNjSomhzpa9cjMZTZM4r+fp8IVjCpNCkkJ8ZlyEeK6ZSiac6+CKDAPrmlGSGx
7nOSUvAp5pavsVObINWfIP8WRYwSx0oOHTEBNx51MOYl3RF90M84BApezFTk3IQPPh2G+GYSs0Cl
2lBireJikweA56ZOfwQUz4UwjB/qPNUOqadpflWQhtxDuNlU8Myy9kQaHGWsrN2gkjG3KEKN7SgM
QuAQAObZoJ9qR7tkktYCYsIZ3aLc2lmQX528pujogPCaM7VdWu9kyWiHJYwRrh3denu2S6J8o+yI
RplOCFxgdGEtEk41NBU9a250l+jS33fXLQNxSbO4BNcnB3SMtCiKmjDn//oD8z5r5pGZEU3Q37tY
t0id6fdOr93XHcGa2Ca87VTrXNvNQxTO9knrHIOUGsKZkb+WEJRFODFX5oBZb8TygtYdrXerUdwX
CYC5etF4jv0Sh7du4hlkfRFUm9B1P8ZF+wm3PiAeB+q8Q+P4VAnjlDcaZXjHqQ8xHvyTAy3fZwGH
F0QVKJTJ/Eqm4FlaVG7X3S+7WbfWfxEaLv9t3Xe2tFbBt4ykkTAwhVqKl2Sy8W8ZOUy1sR5uKOU6
p94ZdnWO/6lKIJV4ja5fAq8L/SzCrQtJixWTaVUHgAZYDoECrKZ5TIzR3ehGBpxQx2EcaAtEQQgN
Q6NNbqMgzHbjIBoiu7FgosR5QrOgYQxV4pHSXEafHAMqMxhmcxmGunCYrK20y2praOj/iXqLzyIn
OgfXt9hMizjJwYGxi+F25yUeuDJwsePHA63UFMR/Gmk7uy8/mY+UNAq8+CYmR1gtpuy4L3Z4CskK
yOurrrBwazmTBzcH7kVbfa8ZFZpwg//fWmN4Q/3yg/rC97mZ01OeM0ttm+DcafQ7suqEM7fypVbJ
xwhcszd1xGFZc3xjt4wPRcWlQuVwN9vIyj5nLkhugmA0q3rQrss4K93e3NVh85DTtrrQrnB2xtA8
STo+12FmMYWWtt3DzjIuNqUO8kzCO4PMNV+QusEaX55oyyQPFNBAdXPKMNUovmBhgin2zqXkAtZq
eQHZjZkYOIf2hVgYRSyTx+wSM80miPrs3XHChzIwyUxKk3Ffxn34PMwF6lLG74HwG2Ns1MmDVY+G
bvgAejUeAJbPVw4RlyAyVbAYD8Mj2b3MMR33MiwsNPSLNCPJlKoonmTFO1UYlnsLQ1na/X1KYA5Q
q/DLKtV0qkr5lY1OBCuiT3ejjayImKXklvyR+FYz0XMF4dhsO2Gfp7menjUbUG5a0MW0MvEIP8R9
DrW2QEQKP70UuFzq1r4fUQ5u3LTCCNQnzFiLxBU3lPHFTa/Le7IKe4wVRrpbdR24Au9TjMHHuBuv
7aThK/cCmLpGdnRN1V7CcXjJnIxAXkI1Z7Kj3W1RdDj9DFoccWYfI0wkEUuTR1z80k8ayzgPlXyP
7QYtINFF+8Ey3VOEGcwnXUPQY+OqqtfvAbORLRcx89RadKyyvtxJuhO3VW1lOOxAKtvZuIkt8x5P
JJiwFrtJ6mXqmLUoNIdng2ouc3QbTVMU3oH5af0Qw+wB2dY5lkWxj/LgBx6l6tEYdfpgvXNAG5T6
RMLwgRnzR9+M6TFWpLLq5akr0ovZ6+XF4shFxohNznzJ4/4cRVgZnAHbqBMVeCKN9NEhOdcImvYy
YG6tdYLhK4cDop9NjelceAmpyjg+nzBIkyIYbi36GifXHh/iyfD2BGS1m1qm1lGfF36sRbiuaslY
F4RfXQICwXp3gn4PaSPsup9JpqK7bnQ/gtx87T1mMpCpD3TvGogFjh/VYX42qPDP3WyeDDxAVR8t
aUwzkyMZAKVs4k+TTMvHOgx3Gph0DJDhA1LQ28DMiYwoCPgt6SPTot+ahXap3Il3hxlzJ+fXWScR
2KOXfogT1NiuoPSinJGCgh+WE9b+Ie0uWIiK5sGK8/uYKY2xCVziH2x88hu3A58YjYV+Ib78jvl0
sodn654C7TCnnXenEwLCtTqD9uRMt0B+xLlB9cdhI4hgUJ59a9kDo0xTTAddD0DT2MWLpQ3vqjf0
a/MGyz1+7ggwS6ly3NP68MXIhDHXrUc9NDFyhZkEZWLsarCAqcPsXDXgkDp7SLe5CUV2JI52247u
jzDPJxKZu/pCaPfWsea9WMSl1Er3VehSWrPlC35zdaQfx/KIChwADe9Y6XD0GlXcNOlLI5IrXB1U
DGoI0CptXFVd8hLZy5y1FyBw+gM1S99tOThp+Q40Yr3a887OcrNuxfENIcbVWauJb/ObZXNsblgC
B1wdI+0c9qjvJlpjCa7qHaxn8oIaXFWbTEPVMpkdZRsNN3UW1X8VmoEeWdfEOaFeDLcTh328WmRW
98uvzXhxwzChyc6kVLjFoAd3IlvE+e6kmH9wrmGpAsxKSK/0WMBjsM3pzhBcHrVyGzn0zllhLFk9
PLTeoNB/HTtKHakqB4Qqi+i0d0T/92aKt+ik90iucwuH5XKzbmF/RAnXq+Hv+2rK4q2eIIRPl+RT
2aBOWbcK1uHM8MnNONtjaLLeKTCS8itdHLqbcsTO2CwTF7j/1RnJt7fVkRv9eixYpy6/n7a59u8w
KXwyzNswkDy4C//1t+sO1ps/Hvt9VwfVl4H+TQCyhqxBf/9JDT9wGxY6ZNl/7tBwdf5k/cVfm0ZF
ydaKQsi3yyv+b8/8vk+CDcnbLZqIP9/B+jt//AvPJSx3DKHWrE9EdWD7SozO5vcO//iL/9tefv8K
EZZ3kD31fbXMFhkIYf6j0yYXMjYReNnwD4m3SHbr07XEQCUGjzeZgP8OARjaeCFZ1HHjLEHXFE+R
La33sdEq1AoBpbsgK3cgb1i84YLpt3bfLS4A4tcK99kmLmojliOA8+q7R8lnZ5WgAgg/MfBSLYeC
CgmG82lyl3tXZE8eydJ5MILXoV08XTLoXjiLUbuHixgskfrnWMynph9+RHk5gP3f2EhCO1FhbnKw
fvUBF8jJwhPgLDBnjin4EgAn+xcJj9Rv0uopjp2/orK686x6G5refWmE3+ifA8jt01sqsX8RyND2
8T3pijo0VmDmlR2fWHa/93GV+7QKNkZuftktGhUKPsrXG2w6Bu8fER6JktVRq8fvaZ6DfK3GcRtp
KLkcGJ9+o6arWWp/4aYNucY8Aad+SdLhOaqnatcJ937tIKBOo8KbDd/NwdqGcAc3tqjeGvkTzhsR
Boi1QbociXvudSpAejMgYInUT0nIQmSO2IrTS66FB2GEn/jpY4peEEjNjTDciwOQjAlixH8btor5
X9KBzexKaxOGxZOWArBF7qEICktr9BaWvBNW9wrXyYwopmf1KykhjzCkUE9KeVCx9qOlkb312vhO
1OOTa8wvaYnl1pDgTQlov1FNe6w0FGvM3VJgnOdKBeERh89jFcJC74O/nHJiWlSnmGcGFshBi70J
RVSNsm0b24p5Z2biRMHG0MgZpRUeXNfLXkbTRQQ8zHuU0Ey2NlXqeltcTIzLs7lxGJOgpTD9D7X6
UdUvUzoNfwmWpjTSUtf8nLRhX4/ByeiC29oajl7vXRWWTV+Zy/T8VneTZ2lA3XVK78kZtwkaUwuJ
mOqv+DuOdjxtPfXZD62kvKmhocXv1RvpoQzla5W8ViJ5GwPSPcKgMw9ulVw07D87bxgSZq/xoyvE
ktZXfZVmzksG3dIzkJBTTdTe1Jnxfqhti6weEOqDqMlFRAyxDWgmLS2vTVfRhMhxRyEmtMYjPHPk
c8jWYdYymV4WMrDOl5TaH402jJtZ9OX/4e7MlttGtm37K/cHUIG+eSUJtiLVWJJlvyBk2QISib4H
vv6OhGtv710R90ac1/NQCFIuy2wAZK615hxz2x6RWSFM0wpGDqCyAF7zAVYj4phgphakUodlH2zn
p0ATOml7/k+vz+5tj2gyc4okYUw5J2P0iJUDHVAhgVywg/Utdw49J3qBP3go9PaVouxELYEzHfvR
xiZKA+SVg2aGN1xNCP2iZrkgQ/1Vir1M5Beo0J/+qNfhUFYAOjKxsdC0Axgyv7coJDZ2O+0WWaVb
IrNbgtqL7eK5hEvr9rTz6N+bX8usoSmZezSCMsFEonUJzIWxtOGWIo+SjFEi1cC+9v6mWsBlAMvA
hiPf0Caf+klsaRRVm4WPoCo0Uj2K7xmL3J6UKYmIK6doAQZr3NR/2ADENmPrSoPTIr6N9ZUMxmdO
eO40bsKp1XTAKMEWNSUtuzqjy9AsLI7QttgI4fqYdMA9QD+2ZbLEtBiQGoxVz/QGaHhjxrecUQGr
GWzKSI/vLFR4blDsyKY2wyxm5c5wDhXdt5Z2z6UF47BfIPPwbsnZLCV0p6Udw8aXbypqLbRyIjGs
pv4SZR5qMDu7l62CXGtv+eQxoBq5rlyPhp373SyDiNfLBwnahPkXglmqFaZaoD7t+XvrBB8N/RC+
DeO7f4ibCU1ZTmTeMv3qmEM2Uj6JoAwxNvlo5OIXNZBm2oXBBHXZgdjFA7IyUBKghjeeBOaDS2ra
RhFbekMuIO3Iw93OAI8sH60LWQvkx3fq7Xee2Pk1O/UG2soUeIesjqiYberBCSu4R32ybR39oSMZ
OYSW+mHWSUuMwByHSqrNIA33BKegaTPzsz8Hn2q4di7OoN1PqmHfqSuy6CGblvHO7FXKLyrNJNA+
zATAXVZ+AJUiZnEAgEMsUnm5+qhuHIDsGOY1cfDcYzB11Sky54+aK6ih7awZxusgaN10s/hG3gLY
b6I8C2sHCPk24q60iNzYSE46ndap7n5KWgb7qmJ0QEeGIMAC1tdSHKmcmm1OMYO23S/JN0pyskzo
wW564XwTBlPjVH5YGSEBTrbQESSYfRvE4+PS+B+Se2ilOS+eNC6gcEAnG+a9lg9T2Bv2e9dieeT6
brZdy2vKSj50zSKajxAd9Hn91i3aYOPDaedq59OHPbBlB5HW61dhPzNYq7ZR0JD/VBMKSjRWs88D
7cnnstzkFSaGjgALPKzBYbICuetIZ9Z+NZkS5aGr2fQOAj4jB1aQT/WrzO4zUqqIux1NoG5bAnrM
a9/XCNEqL5T9TdfB6FT9HBZoZJENc+NL2STVC5sDM4uPq9Tkf6+Yxvn/Y5Dvm18AHf9bTrP+lb/l
NIbh/mW7iqDq+i7yDBsF199yGtQrfzkuYFXEMa6LMA1J2r/kNO5fJoIIGMcW9bmDO+jfchobpU0Q
2J4HG5kFwtWD/xEE+beE7D8kZrpjK10e4hHdZHeF7Oe/9ReyxVI19oF4KKLvvl63Z3j/7dll9IaV
bT7OGaO5sn9NrDo6Ex3abUnCePEn8TPWE6wKFG0QnxDk/zn8luyn1t2EpnSXTRbDfzaj66Gx5KWr
y+zw27fBTRCfBYjuPeidaxb35nk9lKqEIoEDkBN1KSzR+uQaRhkSRkMvmsnHwZ0W5vVIQvetHMaw
anN57K3hEln2R5ppEX3arNt3VvBa+DSJGbDXbuQ9UPg08QiMsa7Fo/TzU9TZN1zE/h3mt6vTS4aF
g/VDID6vokW7xPbobmptLPb12jaF2Z6fG9U2XR/1qr/qmtNrNQ7xri5JJhqKinQu5yYHXV60JC22
Q9v+jKboAzGDe54ymhhlVWKpyN3xbPuTsRkH7o1N1IOXHUEqqUMwUIFa2ftIS+1SRzGKYar9bcy7
0dLf9ps/Do7VjbMaPBDzP0+yk3xlOCawpmlH2hKbgR7HRS4tsfAqlaUYjN3qwFnfQ4D48DgvtJAl
ExfYc7w5nX+NGrrKwmHsMKCWwDCs9C5N9Owyzybp2SWwZ7OR3tnHWYjA27wXdqNaszRKcQsagAE3
emxmu3z1DQ760FIDuO1uZO3DNd6cReee4ghPBza2JtsYHa1dp3dRZI8ehv/FglnF3pUvGZtBHkNo
89A5WsF/fvT/+Cb+fDvQW+xQa/pPyy4OejVHR8LUmVn4UxXSl+jP62GamOr7pfOLbK+ZUKyxPcdu
Svx1rRh06mJYH/05TFrSns2sjA727Owt/vnzeljf0D+esi2rz81CmF9jMs5KtMr924H1++HCDGDE
T7QVhvlttWAtE5OI9dGfp9TgysDUMMvKIc6qQg3oyd8OrPXpelhPhvXRMk+EBzvtQBHEZblejP9h
u1l/uJ4dY+q8WbmwQvIo//5M189vPfz5mZVQrMr0twMrVhdytnqzLNVdMNRh9WZlGDfApBCyvHqg
pPJirYfVQbNe5zkhIlSRynO1uq+geFVnfGEUxatN6z+e47Bx5+7RbttxCX3lGEvsHhxUk73HEjNw
N5T2Tmg+CyLyhTNSwYUuHIf16XowgxTrNxA9XHDfUiM/GuQ1VQMAEKxB1s6fSkCZACbQtMySwBrc
XXQgCvwTYAsuzRh99QkH6ktT33kCjgc6tufZB9UxdqbSXKkXZYcdFrizri629QeG+sjXg/XvR+vT
gEHqgcHJgYhIcKfqL7DnNg95Kq4sEJBSCuMku7i8uLmBlkLXaEqqmJNExZzomAdohY247e3pTeRN
cBZakpzt5YVPFmNObGeQEC0OQxL0dOVr7tqJ81a1XXxpPPuZKUO+X1/iOgNKcrigk4vFeZ0DrX+A
pSmv3zw9qE8zJRL4gzF9nucOZaRBXJVcHtugZr8NBjHsh/bGBvVH12ioTjQk7/oAJhM3klrpCFyJ
forAyE5sjox9Te6pGUHn9nVxZM76qtv1EW4HZXMRvOeV4ewWpqvBvgfBcha5fkcoTrYvav6PWnTH
mMEyiD30iO2cXSvfKw7+NH2bxmVnTKQy2SX+RoKNd21OsMUESSRj0HjOp+neaiR40B5/7YxLqjQQ
b059fxNmGe/L1Jdns+jpYgyiPcS8u00XV5BkZzfegadhZFTcZRVSay4icWejElyAxzpxflVVvW5W
y0U42m6CTnHCwnI1VJmetMZ2dCKslLkXbEY4RuHcs745/nSkGr4sKfbmylfaminBGyfn16lJwJWm
GpFkSfGTIEEUjX7/oemxfV4qwwstnwS5qW0XyC2PJDUSLhoML2Kp5aFK53st9btTPI/DnnmgwV56
Hreultxb1LwXDy/kqZCIRlKLQcCSQOTL3dCJJDNVZrEMlLvzDGRVawKLbSWEW2dq6wP0AbJM2gho
hMBHHI/3ZZyaoWPX3dayJXYcpC74+dPt4Ihi11skO2Wpb3APLy0qIsvaW3AcEVfIX2Br9EMczCSy
zNAm3fE5Qy0cMhcgs9NSZC7CdPWZHHdXH3aQAfujmUaEilT80rnNHroFoApf/HQxC6kxhE74y/HP
hOCim58ReFJHVY83MX+Zqm4KpUferlHa38sU9t24AD2wVlllFz/MWXXBSwGEm92wpjUwfl1YWPHo
w4fOBwcpMTjFMW1a1MKYwuKc6aTfG1e/YqCaGwqZxj7pR+ai3FQzk42w+oxm2Whufd/6Sts36Rnq
69QghYlLi5A3XfyUcdJjbIkWxJfatVdRj3M9bwfW82M3cQENRfKtzQnI1hcUhgOD0hOKDLxIWRCa
EugAL+anZ5PxOZjEQBjUZvby0yisBy+PsDx7V5nxmbp6+b0LWiBnI9F3AQRPblMe1y0BgM0ZJd5t
tBL/aGbekc2lsU0kV2fCwH3jRP1dmxvOC9BrbT+XEUKGWANbUr3IOT1RVpz7ZjL2rg06P8OUZaZp
vRsTErB6O3kt3eAjM1OWE2Wb83VHuy1d2OdlevBm+HWZQVB9MuoUVBis9X7uH4KFqJwhcDCfDeNH
XOB8w16bHpfMIVL+BKnw6wi/bldp9rfJZaHxAkIwphegFcsOvcUnyh/nsWjQkJAjHOCY8eJOnhrp
zjv2paQdlwMvN42OrUXDMnIAlFT+sdHM6UFJR3ihD0LEEKK0sb6mqn0wx6c2d3+ls/W2VLFKcNfv
LD3yQ1sfAD5CKBOJfaMh2e0H10RIgg8eZY+uXfNoRBqSiYtu1Z9g0mmuD3qyLzMXEKABe8dieLvg
ncPW4/1gwHKfajCkJr2+Mh5KQ1wn7naSxl3XTzdrbgVpiPLR9ORTo2dy2w7dM7FKVpvcZ51oLokL
q8HDTRc75XQaaZBtpNECTETTtm18upvc+gka92umPFXDEGFqv454unfVPfGV89Z1aSPC3Yao2GYH
S/balSSmd8f5jqAiujRRXdCARyMBQSTsoAaz1MqH0WMro9txBxdgD5Tox9DLbO8t2vtStPukL96S
WLATX2ycUonF/wWO0KczgaOe+sGmUZWM/bGv9Is2ITQM8KWHUqt/FkvQnfggULGl95UDKobW5sOC
qRcuSeKlzjVzYdctZD8SBweKU1LCjuU0M0uOg/PaJrIqH4RlqTBZtGqAT9xYS2Oy6h8aHw6YEQmy
SAuTD3ZGUu3C2s51UR4xF1Lm6EMo6ZNHqVJwMITKNo7an6zP10dQN+vfT0elLp01tmSqfFkP7E2r
34/WpyyJxX5si9fJrth+54SccXA2UCTR66lN1HqAnP/3oz9Py35yTjG8DZP9nsVqsquX+YsF0Z6h
NfQkuD7i4vWev6vwg0JvYyuByA338iBJwHX75pDY8QtB7i9WqYM1ha6A0Z2dV21Uzb7Pko/YIC5d
qMNC6/T3IcXBl218tkEodaNdrlzQnu2kSjxvIhIjDKywIgJI1MFwBnkQibhrlHu9mId3GWNvtOib
i3EYDuuPG0NsY0ZcR/CVZLvXM1RnggWoMeaz0NH9OJAlOb3AFmBN/Yltrw39wu7ZDYrKoQF/7lE+
/MehU7tyM849VdZdYbT8jX9b2XF5RXssWIcZNaIbK1ACINuZ9TBWz0lOnvcy9+59hbLLJRUNeAIe
Wgp4kCouwvoUJkp+jva22tmPhMnqTFh4yL0rAbvAxrAfDxmSrtvcooERtvGFXI/XKJPDkVUEiSBM
jWs8qNi13H6242iLvAM5ScnJXRIhkHriZ59Y8lCPpXeZ257JTIXEO+rS6Yaka7oxrf21ZJgC17mh
BlUkNBrqoyXpg3GXDcbvnGZRqKmD+yFixhv2jPolF56zddQpggGoPsxj7t4bw3yMCvYLReK+96Xt
kLdJkGki4lsRVJSmuUK8aRkxA+4IALox3ydKLiIdyqc7lobqi6bIxlrzFR5x/OwSioLSSEDnNAxt
YzuF8wK+VFICIxmyh885i8prZ5ByghQmJoSXelG3TDu0nYFL2jOa+wRs9v3owohBXtDDY3YunHkw
MxJuma4wwMHn5eIynwAOBah8uprB/DiR7IcR88YXERzLzEkfbOOX1TbyZtentFhQHSaVy6A+xd/J
Eo8F3833OVrrfRvMShYq5vt0AbxnuGS9SYMxVDlNj4Rb6AzH6yv6Pup/TpgN5NZuW9WrEnMKdX3J
L2RENCcgc0jD7eYWzAojX6J8qAQy0WQSZMS5ib/Xx+YXsKNLHMTRAfVfvXTXrrWW4zTbD63wS6wm
DH9TjUomb3npDhwYG9fEMSYHz2V/zzBJX4Ahlah4kKHizCFCMTNNpoXtT4JUMvR/siQrKdprQ8J8
pKalO4uBq9yYH0Yk11iiHpJ+MogxBu2I0vMxnZJkTxr7e0OsvVbM1kM314RrYllEG6RdydyJgLvb
P0W3ZPhf4dTO1FiPlo7KhAAdvKbRcmD7cBuMIrsUzsB+DviQ3pXgQt0C5u1o0WrmTpVyRW17y6jv
QdW6HjnYortz5t6+paZ20ZHGH+0p/2AOhMZYDc4TP01vpp/F9Ikz5BM1CC/oYHRT8pCqeb7zJvMM
hxaXe9G126UxjFOTvc1+SnkC+RgMAvGXSY/2sB8jaDdt2sLA0i1kVS08xbQaDglJMrh/eDWCHXzB
bebQLsQy6hL90cwgLZTUqiZNh2Nfp18BdBA/Jwlf2VSajB7tWH+ioW4c+bXIxGI0xvA5ODMbhjKl
rDd8byGSFnlvClQgIoru/IgooDm3z57RPkryAu6awhvv1keUKCQ8klqxc92mOEBDkOCr0oq6BzPP
OAdkLC9XDb7Tbs6eaI3HSGr09DIE9IC0MlUNctuA+jwwkhJ0bFMs+YbrjfsU6UM6DqFeB+g93OBs
57X7RUoIhAZQyK+1dA5BV35kPugaqG7xTovTe9QmOOf1q24ML8kU6XjLv/Ud1xeWjn095Hhb3TIK
ubuS39X8MHREOrbbdHuQcsC+TYjwI3xLuvg9ezKF+2+zOL/3q0SSIPxjJFttO3VkB6GPiZ+rJT5r
We2f6oZfkaXlz9HAGYV8PsYLvM2Z8ewzwiBvOgF8KSFoKKjq7lISzgcmy7oLVF5f0Df2LjUcvtUs
qkJ6Hf2RrM+ffUXcUK/c73rhvkoA4UeHOMC+IxfQUAmBhCI+rzfadmmfYlh4YA6c8QaYn/J+lodJ
8cC6AnqxSh8kLYETQSUSdkQT2iqjsFdhhSq1MCG+kNXoW6vyDAt/evTIeLsKog4BixEYotIPHZWD
OKtERNSd2mbOJlTUHtS2PM9OSIhJcBk/cDBl11llK3YuKYuRylvEUkxLPvVIYSxH82z6Sb/PfAZp
uWKQm9wjOWPepEpxbOCHCZXrKCQJj6nKeqRr7DKy05BdAuTbBSoTsiIcckLF86S6qRNQSrIjO0Ik
u9bF4mO0mAHIlxwJmuQcLg9x8cMeSaDsiaKMAW2dJ+MHW4zxKFVaJTQK3HIqv5LJxa4A+bUvCLdE
eDwdCuIuA2IvU7btLza7+14lYiaa5l4NsmAqsjLnYn5PVXpm5HIpuQM6cbslW7NTKZvymqvITUH2
5iBJ4WR7zTxLJXMKldGpxjVb3ww+W2yKIAug/DcMtbae62Cq0IDaRiUb7N4onkmuwQWBoJRQTElF
a/r7LnftcBJM3FtSBSB/sJvH6Yq6BFvKfiRldN2F6Sp4tHCIIO3L9rVToaQgeI0zpteXmvs0wAFM
ZSrCdFJhprWKNWUpu1vp9c444SqZacawWe+wGp0cwqd27gLtyUQBaJKYKlV0atxnH1MzB7t8HrAD
ma84c7qLpdmXICXnLcGPjh2t2XhMg6CJp9Fzr/foHcZ3e1ySy5jV3J9mY+A2JnCjL8hi48AmIWJm
U2/iN8uTZqczAESfeCkQ+1yN9lYNpcfGNxr2KB3mL7HlHWSLVYJWFHO4wBvCso0QC4gsuWUOe2+P
EKs9iUE/a6FDCUswbVT5Z6On5ID5wfjuNNUTsLg8dGo5bIQbgfUmSmSZpUVbUwM9wzDpGngeDQcQ
lD1hCaHuaclpYfuzFSKgajW/UEl9Dos+3Xkt3B0qxhYXm/kZdMCxmamc0J6GzGnFLgbJxZpRGqHV
0ejoTccKK1tMF0C7+6BpsFIaQHLQJ0/3vRWBe3jv0hSoSw/ZrVwycI1+++HLTMHjgu5Gng2dKNzE
l6Kd95ZuD481JNet5hQ+dxg7Ojg47HZ21dDkbI2ngoUuBh98hwf560xg43mscc6PkCtRURCpnOuo
fgabuGvWGf1KccR6OCHiScwk3pR9pt3Fjj5s0qBtMAWPx8qw6XSpE9ZqkNrboDPdiriloEVXX1Rv
eu03d+WYJhePVz9pKmvRzc0dlgWQ60v0nsdVBdZSkG3gc5N1gulJq/EDVFr8JQV4OzJf3uUF8w8j
NShAW7+ERUiAbdD1uzEfgTRT2oa5HjvbjoUmTBQTY2gR0ciRfJAxKIZL0kj4ztaoAdq0zKtQ/0pL
53ZTGAhC9JLNvJqVSyLT6a47xrMFzWLnTi3p8gxrKB/q/izSpxIGaljwj2JiaU1EauxQZV3e/Pg2
ZY1zaSQkIfLOshPk8UdDE+M+GPkCvADNIThRSqA+YAGgxN76s9afhInbK06yK42Jw2gHpN7XZnux
xqLb2+0AIwwDIqMgkPWdW36YDpsiA5TiAdAx1hA4uzg2jfjIrmhvjTGfyNKKUCw+rWPySk5O6VOv
lQ3QmHIhjW/UCNMtNBg76iMwQPtbhkHgRB1tXCvSL6S+UL1c8HiR6aOCdtLaP3Zufgc6uHk0dHML
v43b7QgDyf2u2SqE2i+f9YzwISe2tHMa4yKcze5a5uO3IVsM7rIwEaPJpqOY9wsiddqod2Mr3+x6
wv+TL9ZdlOfBoZ7zH10umw1ZkB6aGz2jH1kwObGKO+GyucDO1OzIiUgv5ViSPlKhKpuYWJ6kV6Er
0Rk6lek9a3J88bsou7o5GWGaLG+dTr4b7+xQTYLC0ImfInqb14JkBDG+CRX34cuu2riRVYe237nn
zAso0krtyUlT77Ie/GZI+XVNutUtO793wEnv7REFmx+zhaxzvzmI0fOupnCLK2/b74UGlcn95hB2
f4rUs85Lv02cDxeKepDsE/eC0XK/5p5W3GqsWbfUMpE+Tc0lFUCoZmrW0JPgL0DwPsFeGZ+moA2z
on8KBipVPCwNKd54hoL+Qj5evaN4MO80vJnbpUZDLbO0vixgMk9lACm4yIwHM9GmL/qScK5j/CP3
cbEOhq1Mw3xxWzz2HkaQ1N8K3d6jainDAZnxATJTuw24d2FTjtKzzJf7qeX6Lcvphz3UAkZw5t8K
fNVaPotrEPc+WCADGH3af4yTYz+mnIZwRvQvAwKhJCP9MC6NGzXvaQHjcFcD67WHhc15drJLp72H
oZDtm8rTMRP29zQI0ebEYqa/bcuLW7BtJDx2mxGKRwLMrtYsFgNKU3wIIOigNJ6qnJtwTvTrNZio
WOg4PfgdJ5FFTDbbTLLHihqrDlwwZzR3WWUBywfv3NT+QUtjcYp9hXeqO4YndSDvkaXcI+Abzhnt
wFYGZIAHpcA8UdCnGQCA2giHUmwprTHjfOsAHWFZpslMaDQqzVSERIhZIbj9gftHwHU9uJ8ibX7p
qVsfwMv/wI98Htshh8WQkdWYEt2ImgW8dbPcGuRc2wWs/hawFiAH5sOHeZq6g52x1KeUTfsxR6HR
FwRZC400p9qD/GXGPVHkzd2aWm95zJuX2asOc24IOIljcnGIDNZ9KJ1DSWLlRFYbKvH+uYoC/44G
7nNssJZkEWInIYwADBWEJm1DSmR1cmfU89TcnBw91Rue3kPu0Ns1lhoFh6miJWr/sZtoT40OySaa
ptlgviEfFT0dpdpof1nxVF6K2sO07ZRHkRahRSLhpu3br4VbftPnEjfHPL73PTtbf0rD9X30fg1C
efG+jknBCSzi7Dga/UviD31I0KzG2O1+iV5JXIz3g1Yv3AJdGsQBk1uPwRMWI/u5khfD1gmfd1h3
xsZGR+P059+zfNXR+sfcb50Arj9Dsfec1FgQ6ObS7M1VL4l0SAx0bRn2EU2YktCLxR8SIBx0yrSA
nEwyuvHTDAjXjELPt5mnNAjr87RtEXzl5LcuAapp8u03lttFBCUkbN9R454ByWShsMUAlyx+jHuI
2l2SkuKlRp4rWJI91HjEa0fEsUCaoOfvueX3tGW1Y9Dcw7vLlK2T9V91ylD9ezhPKtzFrjGeY7NA
nwxNYJOm3XheD0mW3qIOerVGq+bczjYo1YmTO2eKhdcZ1w1bmkculmaDpOrVQZZDzSKItKGWIeIt
MxD/5eieiVakjeECLAU8MUPlk/MpU1L22FrKbWqmDeE3enMOFlZek2DYDX3QFyPV8DKmUK8Di+Uv
qsGDigRMMCVItFnfyXr4gzr88zPNMtO9nMuXf8yhI4tdkqQacchtOa/vfH1UKrbhn6frI68CCt9Y
TJIoD9kFN3I8r4/8fz9anybqAytN83np6ltS59Y2r8iL48aehbPKDBzX4ED8eZvMQjo42E1/Xg8O
q9dpwVjqYwA4K8cr4mD1sMqYfK6H9SncYUZeKaBjmHx3iNPmSxsvOvsAPgz12hbV06Sfr2QYchUp
SO7OdNUZGjOtYMObWsoz7CeHttLfjNnSwkQ1TXHAtGe59kvZg7TnALZnH6T4kpksn3OsFuf1kVSP
kiJz9mQ8368/YpA4nRLvtVNvpxTp34cOb8puHDLrN9N0VcrErn/Gx4brUquCzeKCL/FpmgF5J2qo
mxHK/PswWOVdj1XsMCQS1YhD7ou7doQZDhohcBsJeMSljUgnU0z2g01ayf5/t67LcxVL6/8NSXpK
yp+//s+pzd6Ln/+l7vr9F/9Wd3nGX4ap02a13MAl70xHwvWviHvjLwLd0eAy4SDWGzDWv7Rd5l/8
DcMmBM5wbd01+aN/Bdzz62xHX6lL/Ph/gElCIvBPrA68MwoWi9fA67K8f0CB6iYmICQI6BWSdwzL
NPmOxNWlpeh35kGPygegxF04W83ADBJL/BhMLqmA6akJDIMpgXdLCb7PH0g8ffaJ9BKm88ZWDd+p
uPPblJLaQMoh3/NIXr2S4CXNpud2xThwahVlEG9w4WGXC6otNfFhYNgSBPSAa/jIB/osYMg4wY3q
sRvJZVkQ+C7liGIVBXucZzfGMcAd/ZJOloUJq5bLuMl6/bVfrljK0H7gH9jWmg2lhJQxLW1rYM8M
uQzns6v1S6F9R8EL5jLRXzUCDoKiW2gJd+C/qRtTmBzlgCq+MNNPQrpgAbTercoG7LyT8SAzrMW2
93OYvV0T4DgWLbNd/JuEJeZX1TqQpo3QdDzUTf/c0b2AQLkLvPzXOM9UX00IduUXblGPKpWpIySd
Hoip0L54rE6byByuMiK1jJ4xQRQatsHhkbnoVXTZtSzsYw/OfsOs2UZlq43zg4BvgG6cYC3U3YH+
EET6a6I5kFLmB7Y4qNj3TW68NhoTawmnAWwrDZRr04lPA6cpmvOvUQv3ja2JiSakl3GYn9uoDYmf
vHkW6cCTvLoyfTec5QIr/xjI4joaw1OiRyczPgWSYkr0e9uU135eHux0vqR0j4KGhJlAnJsUoMOS
XoWvc1aIa0XAHAIeb+j3nc0OsfQYN48HB4+dQW7raOpkqrhvJIrtPW1+UCFM3fxVzxDuBnbyyVRI
bmKClSYnAeBqXCKi1saCKAKWerx7mELQ+xyRLGJqZp6eTcZOdPQ/OusNju07OOO7eAzx+zxUiXOs
uuScEtsKgQtZm7yqb5iAvNe+ZfKxyB+2zD6dOPmsu+lJfYyVtrzWPie1vTwb9aGR+gexG/RYSffR
p8Nc4KRC5ZAV8lTLntV4fAoKxN1NibbDrVhkMSC3VkDTbHyYFvfYz+KMXUUazq1cnJuZ8AlW08VI
7GMczxeRZJ9+TLdJh2chJnQQtrxazvKqzsmlxg2p61vbEefImT58xLu+H05yenaT+Un5SRkmkeVq
bC2Sxps6fV//jblHlU+nH3I8ygZSRfo6/oxaH4RuMR3iKXsnCOSiKAk230riFTuJ4dDm/OvmhwGN
pdDFm9Onn41suUl05ESnZx31jWZL1FbplTrlGJHJSnL96wTgIAcaORHmKQg9l2O3r1POVa35IimB
0unQ1MOTDVCk0XImLdwO/B9TsrwGS/9ES6WMpyeTr6Rxs/d2+AatBkvT8urVy6v6Bnt9JpRPXu0k
f1cfjDofjXh88sRIR3x5bTFmqkixAYWzekuR1SNrgrjj2Uf2WcWGbewDQoKHzhwxkWA/yE+x1fD7
GubP8ozBLUx9cLej89ZOpO8szlHY/g8sm0vCPYFW3pdeS3bq3JZyuqjXlsXcy0Zm8sKYsCXBKk2L
ayq4FdAwvrhOD2WHa73Pe4ZQ2edk26EQb2DxQ0NMz6ZB85uTCef8vhbma9QhkM9fGf8drMF7m6qa
80VfEEqdWi34ElftvnHSs5YqUEvPbXp58BoiRJzpGU/nDgZKlU8PWj+/eul4AOXNXaYU736sfWVu
8EgCunOzG/0jIclHRPFugJy/tXT3ZnnTR4DDBL7ABnP2Z1fMF7MnIIqTWYtF2M1nQBE37ICV9hCN
5Z1KzXZHkrHM7lgv8kx3lDHW8LzU+gNwr3pSD52jYy0XXFypfNTL9Nw11rE2s2te89onLo854ZTg
k3Yzfdt8b63mvu+XC0TaZzROigS5SaPpsnAhqP80IQjwO2v48lk0PBihxqV2+o82mh4mzk2Sip5r
+hxkT1aHKEEl6DlHdbMSLZfVYkDF6MhMQmP4rG7YtEAw26T3AStbly6vtP/fu7p+MaPXPp+e2c4n
G2FPmBR+tSJgFO8yjZBYk+SVpLcbO9e9uohak2vMgOS1HWL/re/JMTYKVprAfqt758iamGwGvXty
ba55blQbOZBEm753/BtZwd2N2juZ6NXTw+BSy9/TYOT6SO6aBKA6jXDTu61XHNF7holWKdLs71gx
bgYyp1BH3jUIFK1uOsKLnq0X2stg9jFHnSetwzQ9W8dsYv7MpP2rn9bvc9AxD0mNjzR24xNW/I0H
c/wOida0NUf3nHKLvZPJTL00MzV3FVHcc5m3d9C+F4LzhnZHH6/dZr3E5DI9BKhILnOZXzqj/c4e
3YYJ5HfkO6B1iVAukbAqOg10BWAsG0HeKdOfJ8ByZ0Mp4IRr978frT+bF2CFY96des99FElq7pfU
tXArCiRw6tF60BR3fn2EvIyXvdELZAqBzyac1B5qIS/+iqdm2g1Wd+f1lBFAnMG9E4e4heEOGDFo
Fjr56jDOeEry1O720eJ8NWiJErkanSMokQRFfk0Enu64o+Dxgyo+5Xhz+2yo97MuXg3PSE4z0x0/
WbiF9PoRuh68CC1cCjJFFom3WgvHHii1MW5K7c1vP93G3UvsoXNBMNrc7ajhvXqH1yOcO5pOqGIY
CYN0r3utvVTU7r8PPTXEhRe3HBevvXlJM+3ZFGGlK8D7zmKfaclDUdplyP7r1d8EmfO+OMExYRUI
68R/bwrDh+Y2+GdR/F/uzqO5civb0n+lo+eogDeDnsBdb3hpkxMEXcJ7j1//PlB6Ib2UWoqedkUV
S0kqyUtc4Jx99l7rW/0ruT9OQfaAJ1kAltaGT69P7MaZyoGfnMIKzxrnDT1luSGKpkOGExbc2Esi
f2RCuh8K7Wyq5BBFg+ikjbklr/Clr1ZhE4950rB48AgUc38Dv3cLm9nhYfNmYGloBWDsinl3ocVM
+4dIeNQe36k99E7nlMG1gKs9Hx/kZn5I1fKc6YDAAhDLWvwWq4y8QT2jNPhTUX/9zebwv4o+v2K1
79r/87//hkxsyQZ4LvhQmCCMXwG12MWYDYyM1Hsj/VmnOwaYD8xqHwJzOjc0jYT5UFNHTUb9L9RO
6a9AYktGySgqGhN1yfyViQwEqi/02SAuLJSu85qLhphxl7l6zvpCoRPTgJuAOJN3cV5LpX/5xVdy
8J9sHyCZMZdopsErEJnsiL/YPmi1TpB/q3IrdxTxrDVF1PlCXQFAuqXSeNOV+K0tYR/dxcQzQWZ8
qSlso2Te/MsLWfmef3khpmzoFG3W+v98/U+I4FAprMhsmVSsbz5EiJtGZZIJB9MQL3NFYUCTzcD2
T9/K6SWIbFl/K+baKyR2n4yC1VK3caF6lfH8z69sPaP99ZXBuhUNQ9IkQ/2FTFoR0bkks1lsrZ4j
FHB2JVLuhJYYXvSaFKGa7qlp//59e6PbOMTZ/EEl9hC211JL3kRr+lAiFoDv8tDUliu+YV14rrLl
qWPrUhJEeDNlCLWdDmXBIOtvLUF0a9ykibaNeADWKl3seFKy6ZZHyd7MxeuiaNuG92IMTTcrayeK
BqzGjSepL4wG/JrNLzARw/bzpjHbWz2P24xY9hRgvYQFNBoCv9AbEqFbr1YYB+fhkxDOH+kiPtP1
Q92CxZfGhyn1t4BhX231fPvkrYEVzx7myKox2AZ3jZ2JATUx5z+C2lL0F8MDc9LC/ud34e9uD5XB
iCbpkqjJv9qT5CzG5i6r2PbkFsWDeO0tqAwE+a6V9fQkdc2/IWmVv3vfVUlZT+1AizXzl/fdGnGJ
8MViG+r0jLLkPsl9PVGeknK8tWx8vqmmb/PEorbQUxP74YHj7r5W871CXZ8N2k6Cmw99pihPkBxv
ltU7k1xcFGO9GUQK0myYr8oYcJCQL618iDtG+RDTuIhsHWMBrMd4QaR4WL/vaFY+/BRt0LcqBeh6
KoBYuLci8CbyRNCUCPxoeRo4VdGsBmMakbr2qqNCF9Cqcb7fEGt1KtAIxe07w3DKlLR3LZ1IiAnY
pWxU23iWdVhMJpN3CT27imcC82Aoo/NvMiRaZnAKQKbbnPU/JGjzdM8e5Bpefh9einR6Go3gAYK/
M3AEowJXXuSM6rgpQWIoPxqOo2UWv61FKyFgm0TLziCMnpt+/hhkyrEi5sge3epmF2MM6cPdwDUO
teSUivkpMtUXudRgxu9zdT5OQvJTkKstOV+uGfb+XGVvUhbsDYxiynWqAF/M2nZm1cYh/aIPTGw4
7lGxHGZP4HFFJvB9Tir1rdwvLLvRvi7uJplNi99DGKnf9FUhXSJc7V1DGg6jKX4AbjmTkDz+y639
F/IxS7CKMMSQ0G0QTvfLErwYQlmrglJs1+PbeqRDEPsiPRlBRVC2tmUQvC3+ZbX9u1WfoBQ2WxOp
iSavX//TYtvIc2xkhHputZQDWcvBtPz3LfVvHllDx92I0AQYKsDN//lD4qhOuwxb6RaWFeowraWJ
ky0PUIU2NVMyRIA2qqj6tizUBmbrTZJ4aKP051plN9ZySEDdx4rlWZq0dlq2liCfU449gwwGl4XQ
KLI9TjRM2g2W/eTd1Pkx9ZCe0DrvVSC160IMk+qpD+WnIWGpbpo0pEcOSiNHqUeWrkGsOe9/H6Rv
qAsPXYfGqOBlci4zlOUpstRzWqnbSaEkb4uTZtyWcdpqHHTWF6lRh9S6fp4V/QEjH7eMN5jVY0WH
AanZEk/XVElOxNg94CN+CfPpYOrJqWiUEzOlNVbnsB6buig+iQs5h4yYuD0OS3gxA1ofLf0CueGU
RHfPnobyWeqN2g6iwusxN9iiHP/U2C6EmTNJnJ6GCRcLSvSMd5II7+3aV1h/nEhSPYph7aXQ+wfi
FTyoEy9iIZLM0hFJi86a1xKQxLGu4CrntX9etyXxbwocbjFLNTkViaqq/dKBLAAFTSXxkVspY/sk
8N4pa9SZxFUgjcfZioRbPJSMGB0p4j0SpngDWwwglnAvW05GYPJwbjjmISw79Kp+7lVz33ZPGpTJ
mhP6enQbhmubT7dICI8tFK/aTH5YDKKrolspBsyD4+fZTN8Sme8PYRHCBXZ0NQ78ksZfoSHUklnz
aloAA08+1ehaVGByuPWBdl5X1XoZPkpos4LYHiD6fBis/DmLmaGUJ7XiJ83mHhodxce0kWgu0L0j
PuVmmcNN6nu31yY/L1/XQ6qBha4RpjUzzq9ojpB0xsSPaof+C4qPpzoSrxzwJrQRiEQJieFckg5u
yGEOif8ZPUMo9QB/2luOV2Lu0VpRBGnt2rJQXqxksnWF/wVErJfjk67xGyNMOplKcFfRouvM91QT
btTunfvPb/TfrGIUbut/AJvR2f7lbR5DEte6cUBpwoya8GRbrQz6miM6aW5yhaRTVd8HVfgv9xdS
nr+WZyblMzu0JMmIs39ZPmtVmVEW98W2i7SnHBndus8h3Biy3htF3owsPwVjh/uGswoZ7jiDtw0F
TzXTeKHDKfOgKK1mI6pAxUbLiiI7pa3Z4IpZazFJf1+BnSrs5rVeMmmUGtN17W7gpnoZrNYf62S/
LhljfCIadNMOOtgWfnXOQ5lFFZbPANL1cyQr6C6IVwMlW1fZScvFp3XdTbjpEgBVIeDVJtfQynlt
kp8YyrsMy24hRQ/1RFkvH/K6GRW8m4l61HFEDl16KhTO42SIT9l8yA3WjfUZDpX0bf2dlUV8WiTx
KUGERL6226bvgoHQUOXYx99NY0KyQPrKOqsvnru10DEm8Lfc9i0n10V1+zo7dxjStOCFfuBqZjFf
1g5FOIiMUCO2W/WMNe7n2g4xh+lSUJl/lrW1GUghxcvLEPZnkyV+N+YnfaXezsvygZZdCdYISAEI
goNgEIsQT+Va1mHwelsQ0OM5v4QRbCZQuSjZa8leQK21HHeTNNvPiJMjUzxVGZ3YxDj3U/rWz8Z5
7VpL9OvWbtOM91GYVW9twnH2+lh/aYahD3IqXWsh3osG3bSkv607fMyzMQ7aOQzm6/pnpCLIlLGw
ZvumJ5qTdvIw6acIKA/R5iSrp0jTAqJxu0zdrqvv2lkrOS+qQNYxnXwfYuf+wZzHD6lM7heaM9gP
74X9uur2NMnFIDkR/r0h5/VNRTguFT2HzehNVXlVgsYKTfc1H2ZnDhKgk+FBA9a7dtpy/DUNT28h
ai9s4UyK2T6oLquIZCUdWRnfK5ufiPB9If/UKwMZVfLyAfTuplBNDEW+F4ZkH1n0Ea3GlzEjh8Y+
NkN/7bV1XUZ7kUSLckt1u6+q+fB9wzP0WMtIdFbbaeR6snqpdAXACHrraTyrjDPoQZceIlLgEc6e
in2k4wSpnYd2cIvwQ/wGcnDDrd3XhE21mjg7tJjRUJYwgqC90BrDU7Yw4QHc4g01i/8ybIaarjPL
8donXKrg659XLUkx/m75MDRkh5rOIiL+UuVns5LUsqrl29aYP4qWC7mMOyV4pM9FwwNHm70eRs0+
P9LGZEYzAp9BhEPveb2xWhQRNlKnyO7w3WCKzW4Z+up12f7+Bob8XicUuE38s7Tmj8QkdEKbzmze
91YKfE0HEJSNaXOkHzR6qMQFebDFMnamGDSdOrDnFHhrPTHDNjH181apSTJW+v6aGxzSQ1m0Ra2i
ZDaXU1HGTKfpIukLj8mk540vyfVb1QDQDpMKzhJNjaakF9qV9DZFpRptUtuYm+l4EifQkOgL6YT3
90k3P1nETwzDT7FRKqfkAV/XlwiEYpkkiNcIVGFV19Xu4MksTuuac48u7yzWBBE20ZuIp9YcxifM
A7cpUbfAPm0ExAO643UPz+KOdbj1V00JgKnDugSi8ThZ3JHr89ca1r2k3A/MNbJEvK7fbS2TQnk9
Gsf79ILq3iuZCax3RWqo5/WbWPT7G9rLa2dAYJzA3H2/njQQAD5IqY42fP6Yc14Afft8xshmSf62
qaiCyv4mHuMa/zWhWJuBKD7cjhiG2p9Z1z8o+nRdH+jO+O/S//9XDArT6vX5+L+Py3dZFnObtX8e
lf/+l34flZvGf8gNUhTOO7/NvH+fk1vSfziQaAREiaZuIRui//PHpJwv8XkV/wKvQOUR/n1Sruj/
4YRqmPyV3+buyv/LtBwSwF+KCUk2yMIUiW6Et4I88Zczix5TPUgtlvr+sS0tazcHHCpmdObOy0zV
hVOKaDzQZICMjQaPuMjWadai6atp/KlP1c+lBsSjRQ0ivjluPLA9zhhb1xlNGnV5a216HsABCO9c
qfkRYijLPFwBJwshfiTak+hMpvTBONG4n2rtuAj0aifNWG5ji/KszFWJ44kYXDWovxZDlE1eY0LV
a+BJTbP2eBa8E0pLOGT2MrKq7sApk1kkE8OcwgRsMgrU5NmaLWTGZji72ar1MzSVNV/M3gQeIFvC
F7YRKk07tkn2ZM7hgnlrR/QK8YXhdkSHhzp5Dl+YFgg9kv25KJqrnONdB2FzNIxllwcdk+4xi7C9
KUxxp3E/kn547MQW21EBjr2KIPcRF+Fo81Bswphl1UqaZzBbql1OEG4LJSIxoFJnQEZKvIMK7y1G
4tEirM/fHzpd3pl1PXsgnHgNXI2MjIW5l8ptmluk3AiJ4uWJIjAIaxhFx5S9zLbOGj+vbSo0s9KI
UpHTUTyDtZaQpNMEBLBVEeOhWoSBgAgYvBUZNReLtE3V+asZ552IgNDLWsE3zKzc6CUp5FOHvk+G
hofM9NpkA3OrEYQ1ckCM+qAB20QF6CpwjEsYCC9QtuMQX5NqeKiAH/LRwHs3FQe1GCktmiTzIwTS
tjKWK2rnYmIXaAomO2Lbezk9FPoX+jZZU8zrbqH5l61siyR/RuB1MTOM5mVYEQXPMS+QDin8vDsM
YBRRKvqOAZ7zVZcDEtAN8zXQcMIViuDIPXZ4ZPgEwZXQ8vJVkqRY44Q9uMpceRbaUwqqoFPIDSl6
xUWRKAO36vJjMenZbx/41bQ5yu6HODumFcEjbUO0Zlhd0Mf9CILWLacgdzS5XmzBpAYGb77NazOG
FS4onoI03i6w7V7LgURKoxURmsmkG8eJPaVpfQpF6Ubah8PgvLuYKUM3hdjQNFX8NlQkT2aAZXfC
+FAbM5C3Ot8JaaqhGis58hSdqxfJMa/09ja31YyQMQ89qJNKLZM9JyVfuhmdikB6V6NS4zgMVU4o
huFSN9JVIIcEIAIW42UVAHQiur9ejwNXnM7hiMGqyOM7eACJN/Vg84ZO+jBX5Z7QYhVNteBUTtkW
sHbjGoxmXSypOfkIxyU8TFSRagknIsiGVWpbOhgJU2/p4CWoDHlxZ2lHU0pJkgCx7tRa6c8hpJgo
Bww4ULHG3rLIH1qTPoCwxPogFvztRqTKrsznZKCpUpOR45ADsDOTaLHVeiEuSyoo3EKy0avyihPZ
twqldqeSaJASgxK8BEigs2FsQqLkodDROXalOPcDQH66mvO+p8Il0hfyCebxkXxMgmpABBFjxa+o
xw3OnNHVZVw1NDrfZXyxRHtJWO+6rVaD8AxgKNq6MOlONNXtmSirs5LfTVB2o0rk3oYkNXIAQyKk
4Bky35voB22Cyf/C8IBwXv4shDy1k9lWr11XXPBTjU7a1rgBsc9n5hBTN6alH6vklAQl6p+BNHg8
6YmnFYguxCL7WYfjPcaZOlXJia4hwNSEl2PX28NwwLgDiHnXKxHocciMMLHfoartwmoabLnjOFNE
wHfT8qPLKhyiTYAlBtRRz6rpMmvRwSzBxSA6ZtNbBm65PLkCdZzsJJJUKJP3EHp/DgN+0wZ4EIHK
awO5bK7FsmzgD1wz6yEyu9CGT/dsqVCSKvxncyNva+43nMJnvWof46x+Lab42mZBh8VSCLe6YAFT
XEDK0fV/BXIY7yui1k0SR1Fr4+yFwM5WJQdODEEVQIiBtnwRSRrfd8vsrPE9fVN9Fl/RGF6zKCO/
eBbPeqfxIE/KIcnNk2wgWszBwaqzskkiTXbNbMiJFRYJhhEj0dbhXshB9ppluIeMcP6sYnEHivvH
XCkVLkLlJUwrGWdH/DyJ0jmKem0jvVTimHoI1WS3VecI/zLKnjpGs67p7XNcJoegD0ZnJJMImDjG
CqVd7hmw/mSeXwdY8Am1vdMkToSCDCJA/lkuCJg7yJlofpLyYpFcgMJg2SMHJhWFuLZMT44l2QI2
zzopo1GJSjVaE4JwXndEi8nxcBHmwhuqhhSYFdefJKQ+8bPsDkq0zPRjiM23OI5Pg7RGQQVICVhb
HoWmvYfuS3ZuAiuWUFoTTRTiCoGMkfASavsArwYeSlbuJNaCA3HvKJqI7ZFlM/CzQTwsAnTLhOej
SvNhl868yPhn3GpvoDUnDN3qYy13GEeZmua4F4BUgKOwXkB13uawVk99ZFBdzOUem9Q9S4/Z8t1b
vU7dkX2jy6ZDYS2PpKfLFA8AsGf9Yo3mmyYMTxBDkMxAwGUH8uUs9UYNV3I+OrE8/4DBI7hVOjeu
QPBEBvsabZP0ShmBnTJ5Bp3Ae9awqyFETxlnyz/yYKjOK8iEgwYgV+IiqTLSo8GJYBdLJinn6xo+
9vMj1jDJHWunC/NPHtVlJ0SEf3MO8XXe4jmXKWVqA5nZWGynFpxnLxw0C4UubeWvUcl2Vj3TwiPj
C8ym+NIG2g0zHMzpSv2op7ugVnR30QE59Lmm2ph67LDViBNZG9CLbhyrHk6o1tB+vIA/o60RigH7
BktXIn31OVtppWMys/D4RF4VY/pQe4MsqvxdtrJLpyn0WIt3udNew/ZpGoKDHEubwlgZOdyyvfkQ
pGtv6nHIZt1DIOwUOpZhnALc6H5K/bGkxJ00BdKL5m2Z8czXqCoy9SbV4Uk2y0+51ndtPZMCBP1y
Ro+pVc/SbEKj5BYTawF4pLDlbvQrLCmbQVSGzUKdfojxQxT9zy5q+03ZygXR0gBAQoCbBFvOYC37
ZROl2BKl0HihtXJqQ+2T7F7ZnQLjK87O+K+FU7cQnVQm2D8yzfqR0El0FZErhumpaipGMpoQOoxH
rzOmVUcIjNe4qA6FotOr6rtTWGmyZ6YkVnGVSgd0yyUCjN1S+nHDOjK5O1bmL/pyR8L9O3KqRz3B
hrvWlWINff1TVcIrY9kO+WXu43MnSwSXaNQ2fmiwkSZYv6RW2JWs4KWg4ZCI/Dh/Ear0uiz9MS8C
T0CgMMyuxLA4INMEYNRBa7N7YCLwqEPxsZPIY7ZylpYpFx/6udnVpr5Lx2Ryuul5yZs1ew56DPl9
oFUNeTtFsspLZi4BhH8jWaSGyrgOkKeSnhlzEiBCXKe+RQgJiW8ERyw9Z41gbYIBCoulfkzpsOlU
+ZU2wikJhXcjMm8ang+MdLoTwAYAmK65QJl3A0RUAOLmdknv5VQYcTZoD1JTVM6YcIYe2pPcJtKm
IzobEs0K7SgA37DQqXEx+3HW0g9mH8yrhPaCyNw3acMNtwxesmLdZET8AxhCYJ3gfuURWf9RM3uL
TuUKKV+/jHwMV/D3V77/HNd15Jo9KvXvz/3xBZlrLzp/fPKPr/zxOUOO/EBCNfj9rf74/J9+/Pcn
v1/YL/9OmiYHRe4L8kFIclt9LDVSH4ADv/0j6377++v8/lJNFpypjBHFerDHqHtfGmnlf3/j7w+g
pyEhrb/hHx/gK/z5j32zTgaRswbBTK62+YZCmZ/x/W+p//Nf/e1z6l6kTuWYDA+vXdHr/fphyXsJ
pkWAdjAQBca76ye//53vD9oKb590guxaBkk0v5xf/v4ff4RYMTskz0WQhFfS/x9fkUqduRpX6Dvh
Z1r5lFHNPF4qYvzjq8/FYETkjFmnOOnE7KOd27tJSWtoTCtCJcqnCAXZ+o+9EF7Rgrt5D54kOgqn
Vj2zW+Fd5jyRJI+mB12ZohQPb2fvzcSZfox3yn1pD5fSqUdnOFC54EB6zEFxOdXz8kxFKid2+YEW
zCtYLdxlH6OqxdCT35tHXdgk+h6kNg+PHX8hyQMDbS/P/WmqjLvswbwq02J/KIkjl34zHyXqYQZD
EjbQyq1Gv//i+eWswkBJhlLy2nROfCgZLBnb+A0Ol4hOLt/om1zadyU8tk33gfoqne2cjGDVLYfX
CU85BA+2Fld5b08BLG+n3SjPLCV2MfoZyerOZAdP1UN6ALor4dLIXXr8cC2Fe2ZMOFClU7YxEaQ+
qOo+kjYTYUr0ns3hjFvuml3M68JqUdvpput9UUKOy2E2uhDIdAs7v7wJpd1kRz5qxyIq7WWJdrL8
sqyhn2RizFh+T3yUDNsU7PaLvL1F733EaiFGEs49+j7e5JtMtFv8So7OkXV02JILpNmso1DCU2Gr
yEhsKesg7qfs6o76AMdffZhuifgovF1boh8BHWw1SPSH7D5/ZYHOrvhYt8Rs3Rf39V3koD+ATWBz
NAu3IAgocm1IeG+W/2JYl9nBCI/VTLAF2DJ+vqoL9h3hpiHBNLIfUYKqDkdMl7Bhmt52sWXu+6Je
Ku+Dg2l4hA4/uvML/B7hFQLYMZRt7e4Zed+FUe6xw/a8ryADMeBwOR7ik3KuwM2areleU4d5k8LI
af1YJq7gqNfg09zh93K7rfojeDB3eOY2+jU+6Tv9s3jn/1E3fzXPaK3e40cU3sGngFD9WQV1BEH9
GnqkzqF/WC+AsrVwQb6CuQj2Um7r7pd4LZ5zR7+yKxKNSOyXN9klh1E3fg1+fFiP5tW8YqeGX5Z7
k0qm8d4q3XTNhLvSRCIQ1PAj3EX2Ru1tA4K+Vz7WXym6TscXiUVyX8vzJby9wOOWoGs7B0OypYtR
Mt0liXoLybyMbchsqmybsotqwAEMtJFuOAfjx+Conb+U2y0edoLz1QE6fWdebJRucomZOjN4d/rH
h4SppCsdFpu44rUWuZuiTfaDiDai5Fb1H3FZo2N5KflItfAV3hWX2euO1QVPwrJNH1dS3SFmxdng
CZm4UuUpc6eDEPu78rGjmfQqLe5/f5aGhh/uc5OBFb2UG7AjERykkrgtlzfcL4tbP/J9k0u9qb9y
TOmb3Om2AMyK0Z2c6qk9ckKRrSd1Q5+FXo+zfHCzfZyS4+Q37uDLmh2f+1Nz6e47AG8gfszTpHKP
P8XbaYc0yv9Sd80WNXVG5HLnGt5vd8pX6myYMnBGtY3ZbZ4/0k2zBRXxQM+H/RslQJvwUnKiatxZ
dZEgnwOILzYDVrp26+PMm8lddiBKN9yvF7P92kl8eXxMvTQg+vJSFacg3Bn0OPZhfhD32oeQ25OT
7pY7ci6Cba/zJG+nehefo2to05F0ytNkh680SRJneQa6a5MW8xp7aA3oDu0555R3FExcuXID6GzI
7xhA2sZ7QpXiiadlR1QejXUfjkB+fi2rq3zX/2S8yFVpBL/H07wltFYHrGNx1UrLqd/ac3yDukjG
aYCP81X+BKwuSk9UurSyyFzDxciZ2pVwdPAgE706LUdBciz1bfjUWrfoTgxpCAuw7NcFbqFj/ozF
C5jJd1IVdJRirnAmoDV9DNzpue5dM+YzA4MVbMuGTScKIeklornp8EzkX+WmETCQOMr7+EWY2SLT
sfdYwrCZ2wC1FrfccFW8cM8Aan6MXvo7evbGhauzHGqnROFmN+8ktS7EizpyQcisn3GMJ5oA6vx8
VIcf5QnY8mPrJBhF3ELbLDan8XzPU0gcOG6h5cgzEnticVO27aZ/xFhCyI557AhnvCX0ayQ/iuyp
w7Hg5Jul9BCp2+MXPlo7WXeMe+WdzZItEBzKgaQbFocx3JWvDeswcSMe16DehHcxG70/vc9UqqI7
kdLH9ldi7OS9p1VTvuV7MKZbIgLET4VkD26UU+QPW3W996oWXddTvhnQY6VeTImXyDcal9nDa8su
+BbeZfd4mi83XqL41dzzC6+/9Imlh0iOONryvO0SQCk75tehu5y77WD/9r9w3C3v0C0Poee3j2SD
gdkDHO+lZxL4HBiT1/KxfAwJxEXlMNpcCfTKY+nMa0LbJvsQScgwvxb1olHsboi0Cp10ATlE+JrX
kqQM9s1GRp0IG5k038f8i52BZeQZDIwkOOznI6y+C/c521uwr23RA95GGJiTfJo/dcxNMkdN9iif
W6jlWak3bFA+Oym/ICDgO+m98OGYpJ70Ln/laMLIobQ+DOSaMgkb6AJAh993lr9ol3i/U9mIfB9X
sYaZM7P3+MjdHMeog6VIx/0Wep0IP/Fu2cVfYKmdpK28EpcYdtMB/9WDRcod98A5feDg/d49i488
qF8RUCVWNuVQvyYucIcLFQq9wUh2tHfjMJKrGdp+eOjf9H214zF4Cd+CV+Gg7OoDU2uXBoDpkDNp
y3ibrghS6MpnV/ktPEAZQZHfOoHhfS9MLouTOxk+IuXs6Qp2xaZBV4P4t4Yzb077aEobLqFDgghv
osKWQQad+7DepvUGWB2JnUx4URkjArVbf9LsDn/xW0GJxlqHzdxvN2bi8uSb1+ogsBZyaAAqRJBt
8LSUr6TjUPCsGTkkRuZXdcgOeOJcISV2ytWD40C0ieKDXTb6e8Mkl+0+ovVL5KItiruQt1ZPdpoK
qcGXbqljOF8kWTjC9uCKG82m9rxHoT5jd8m9zrIlgszpO/gkUPavIOT8xLpWW8PbBD7dLDfwSeVy
uMtvihszh/TGu+kSjJcQSitQqY9aeGhAjE2fCqdJGXYgaW6FiDUXCQK29vAq9TC269wTEEyUZ93h
Xs635luYoOBHabBC1N+ylaDb7yoXuwMRtQ8qcHRCTEub7Yo21WTc0+LUgiOURxWi5UYoPmTApA45
jDnHRLC6JmzzESklcI5X1aWTQI74nmUHkItfXBJ3QY/yztrGfkIhLRk5dhqbx7/nncvvCpP31qdc
qR9Ttt+JxtiOQpUH78LKE6FP2PdftVM/kpslOVXFwuGu1A+yNQYWjxvBZNoNoQD9+ELbz4BsBu9j
OQyk1QQ2MRxtCjV8M7ROSitZflR4tNmuvDVrFYPRHeEZrdPcE8BERuWX+iVU29bRv1CYmpQRP0h8
otR4Tr1uJyLBQQjgyWRV83oWm+6Knd+kFZRDNLdHk7jpwE9u0oYOtA2tfApdfWatcMoWkSpCPScB
DOno932/1jvyCGkBoeoGVFtS7GSeVia8k3qhpbLgc4x94RYk55DAglP6arwEqotgcyJclRbwJ8GQ
v10P1r6MLSX1VF7zhj2hKndc7Qx88sU6tMmuuqd0of0ojrtahcfLhYN0zHvp8fj36ROKncTneYaT
yeCJvfdBHaG2HDWoo45+mveiB0ShWo5lekW34yRrTJPf1ciVD5H4JahHOBZ54b5ClRQkT6QsIupl
Aw4dBBz780uSO/25uc6P5ehh6hTL21CD7tz0qUtTRXxs4y1qsJ5XoFOk7RT9pLT3s/AUTD/IECnD
dXEBqpe/dmRSJ/bzKk+gBI/sknSfG9ARRt++YflZ7VFgzDCoLhSoyyHflNzz2oVGo7Hv2QVESozE
Bc5Sn4L16nErlY8ZGVYPDHUQ2NjmuNPeW3aC8ZqBCmZ+wP0DexVusStth2rb5HdEKEzVVgkeUAEV
rAZkIpMAtJYvCqsZeCvMsW353sAKgBIJwC5Trr10oZxhf+wgc7bO+GV+jYTT0pJt3GT2LWNTEzDQ
05IqH6KQ0ZYAZgXQhyMCweTSXBjShgPhEqxtzljaSgObbJ82WyM/1CF6KXfqf3JOGFln7+mFoImn
1YiYghmdojmjRvMbDIwrVhscrIHlzcKxQCOleq2BmGVzWW+/rXUpmIZZG8YxENa0jyq6JbvC2MJG
lvZVcpxney3C2Eeg8DrlfBfWfhYdaUcXFufW4wpjDVrRJhsUEiloczsWagf0NfwXm/8m2V3HMPOR
N2B5pxokZkzfpyn7cp1e83SD35GIw0FgXHKIWAfVN9O4NqJfi3u2bEl2KvV9fCUtxnqvBFJrOO+w
K8ma8yUH4AW9ud+KV83TGX4d1ZC9nCJ2qvZ0vucvFhsROQXphorPNs3oWMw2arwltzETHjUgan5k
bXVCJJ4bycujz4CAvy+2JGyQ5Q5vIy+aNQdeuVLtQ3ohbEUUTKx1S3aH2Xl4YHtgf7K7C8+NuVcY
YfuXlUy1i2r64T51R3ePKocVHWznOXxL37rja7Ur7dfqU9lOzx+EPuk/LAgpn5XKCm4TAcx5P2Zh
mk+8Cc8GNQ236BNtAdh7V86y2/iU3yWVLdBjpzPL8e5NuIesON1jc7PeFHe4TLqXfFB2IRBnGzOO
D5VfCS7g5frR3DXvwzNraeHWdzH3nsRNPDXo/TgaMU1iikyVysfikp/SPb+Q3d1rUPZsEsVHUoUo
0RzrPRF8lhtOeum+uBTVFhzRZ0/QTkOjfbBDcUsYsEYzYlW94QV7JW9NqIgT9C2Zvgem34Xxgsvq
ygWlK8GfSEFSUQAdU+a51whBzWndSKZ7ni1+Eif3Tf3IMlbe9RseOKwFl5p0b9asY3HPw8sTCU9U
8egXsKaDluhtmfJp3EZOwxB8Jx0jYOMA2L9ir/rEkhS5VB8GcOD9yoj16UX9FB+lOx53fkrOoeHa
uX36Sdpf/hXf5XfGodwYyBpt/fT9esLhknyI3nIk7HU9NlPkV9U2uwT9pUh+LMa+lX1+qdBO+Ha5
aybnkhYCZfE6MO0fFQoq6zl54UwOT3+wta38RYNJeIdIlH/gZ+jvZPSF6wJZADx1eR+K6cqt1V04
qUrPlJe60/1QRFelXeBfxB3vOJDQC70SAh3oPMWEDngiFS0XJ2Yg5UgfNI7illxej2Y1E/0s4OAC
BMH8L+7OY8l1NUnSrzI2e5RBi8VsCEVQJJPJ1BtYSmit8fTz4VRXV8+tsS6b7ZhdOzcFkwR+/CLC
w8PdqzBMEXfJu/7W1Si4YCC/k4XdxtF0NOvxxxi9yJWf5skjacfSuSod863yUUb3jSogzRAzV8ku
rX5Jil9pZ73w4T1yZ8xojuNmo4WkvYsafhy54qPgVeKGHqzaqb+PjB1t03SBeHIQtvGOaFZV7qtw
L77pYB/6vcn6+mECBaHPPcg2WuJsWYMtr8HoZB/tqZV39aMW+8IXTuMp2isQF3DY9qz7kSKOaocg
L/g3nvTSe2m+NH864aN4DF/ap4kDk6QT67wOi/JdfLWRQ7i1xkslOlJlfyC50+6AE3eF51SLMxJC
OKWNSySHPRQx2Km/462yTmiWS/UemCtLbrBLG91hJVb6Y2I5Rg9qf6rH1wlVafC36L3wNWKh/u2l
/i16ih/gTeRsqvBbdxRV7ew9vz1WtgIJ/Eo0MrzrHNdYY8rHHuAVyddqD+MCmLEnjgUd6H6Wbhfb
rNkJ5wlodz/K0bceiM2PhUuGSV3UGcAw5Tf5LUXGAGTmLoJiGgyor8lH3IvT9bQJxHkkExzP5Y1Y
oHiXF//RoBrGTG1sEBAADJAe9uldAvrsbWDHD94yCDs73Rm1UX4qykc07ZI5EChodHQDgDW76anL
OiZ3YTzVoTup9xVYzQuYL+JixAozcajZHYtns7/M7QNP/YwNfT0cM8xky4vVEgnknxUHAepbdhpB
UufVxklcXkHoSh3+6yksPW395D8QGQsKzva/OyU8FhjBTfWTZVzn7qhvcaie3I87ZU+f4CMan2b8
jfXsKBz5DPQ3Bj/8LS/M+i+wEUv15303BqbhtqHDhnYix9/wEbRo9qGX6GysqL9X++7BCI8m7nlk
VxjkvYHTEcLjPfhCxEu2BGBZH4TQDjab6HjXPIVIhYd2/9K/8L8NcdtrL9ZDUz5UIM6hZutvg7An
8bpj3uOOliE2YpO9vYxsP2vtEoaxa1zINMzyQ5zGHUeVWXIDzpyf2VH5GOBrsjYWc8yuTvibeO0+
9VLEgTRk1555s0+SSzwJoPAMl4h8HUBXRtgOu0eX5PNFuOMYwlqdHQbGCYUfgqjalXHjBLXx5ewu
wSd19Ob9NiDvXBFegkZIIWzHWUkWzYkIOywBwzDdPztgcWa7vZGr17eCrEZP7+ZPRmt8IdZiW4u3
7SreZh+bHnFp+IaE1xepC3ExWC4bZOKxLSG8kR5JLI4/ee2Eb4lKK5uNdktCTYiejPWT3W1+LSR/
5DVYO67HiaLTGVc6mt4cwjA8WxGFC7rovGC9jVAWp/QLlpjzp0QRm14qoJlQ8jI/ILXfzQlcEV9U
nfFFnFhpVygVeKCkj4hpJZkrJJfOdIU7Bjlp7I1sjBMhNZzz9KS6y6FpdsTVHotM+exvcMlOAB4N
aA0BqPlGdJ+DC0s26D+pECGFBGZFjKDzDJ7ReoVbzzkAjYUWGGSNYU3tih1ETssjosp0G8hdPUwT
xidgMIQlMCNSfOBBlX4m7QVWKEyr6JAGr8INTJQtw8/iA5ASl8UDUv1x+omAc35VDsVm8alI0IhC
WDWl6O5yDUwIxutAkhS+LdNZeSkvmcvZ9sawiekLujbMNaR0MDBygLsE8XPemW/JexYFbA1cDd4l
n7wT24pGwo477kqYeslhTz3qJLW2iVQ8AgyfqnyU2eDe49t0l+BsDeL4HKYkCW54TrOLofm8Wd7d
2LVkRobc4qbsx1vxTCVZW06NPT3HTEJeX0enmkn9id+odcNahUVMld2FZ3dmgoM0mRw+VQ2iiEPL
nr2rIMTKXBL1LR2Bu7GprOxS6PnYkGfPWvtCXxKlNoqh5K/ZI68F2EFTT81cWfN47jyNUaO45M5A
QqTVDVys+5iIr3H5OwjmBOj7ilejxMkwtTRq2FYZRICj2gvVGTMorTdMfnvYMUu4wXDJAax91t9L
y9Ojfa0GRM6dciy0F4Gtn2sWQqds/SXa560/i8s2eZIt82DLJrWG/AJFgllZUvt1eQ6qLSKAN5K2
ubHgCJwETJUbgYmK+CFgRbXn6rlW3pkvFIn5DJ7O020ASJttbLjfXnniA9nJGI+aLWV+5LcF3Wqa
U2KmIbt8TcpVPSGxjiY1LZHIN+4prFcs7/i7nr8Z1GF648/5nC1dcRjonvQchbsjw8odcV814c7I
E3EEBX02QqIIF+QNjluh12z1HGO85yxkxBkvVdgzRqnomLCcya92XIyBi+wA2ENeXPMUgSjfmZ28
pz5fOfdCYV+Jr9x1DtjYZM/A/nzD5YOs91s4ovErGdyanZKTj5RawsKNaqbmkKJU2yzhmXGvZINh
tkWOPFTOeUZV5qIBNCTkpDzGj3fhBnjq6HZyV8ytlpA5RCPd5hp5ROwKTCXaU7gyobvlDiXKd6uw
uaOv2IOfMCJMLfyqwPZnM9pLYGijB04CVDmY7jZpTVeXXpkrfAvkKmNhwCL688l8At4jXIJKWg3T
DSlf6uMO6Umt4DbvsldzodwrUtUksrzrXAcMPx/PwV/elvXAsPL3VMa3BxrZ/BH3js4gj5HbYdIr
LlfFIuI3vITHMflzTGl4u23uVp5xpsX+Fv/obQi4xkTbcf8rKlCRzZ3zR1wvk2B7SDW0TaeE2bbb
HiA56A51Gso34tKdwgPJBm4gbEbcJtPBxKzvPL3zweONKoFAxuTxudwO/63djTfUgXm0Ox4PuHBG
1qyqN0O7sCo0NWDJF8qx14KBqoCGSy1FYNGB/8ZD5M22hYFgNIsBE8CGYt2jcUSMvzc9HiwLhM/g
hTx27pDbxP62dmiTaq6RvBfYG1Z3La4NNMmtfgANlOjXGbelbEvWvqjtNfRmqrqWIz3q+RHwRMgA
E27MeT48hPUsQOV0F+M+7ZFncirjnvuZmErEg3tjPfEYeC3+p9tchJgC/CxvU2qjvoK4E+4wV6F1
Pk0/WuvDG2WUuQpex2OQUM3QdrSHEXG3xjmGMak88QcxArzWiXod84NHOY92WPiN5PNJ1NzjnID7
kKLrJVMEtI7IrEs7g7SPq+Ky1xOFDZYFytD9cGSS9ffDAwXSqLW3tYhb9CNihqAeNT1aDWELLB2f
Ehtm3ZYXlY5Ck0Xpc3WsYy12iRznwetSV7TsuqBzrQweVsthO7GG69i/pdDEumpX5UGhnqG0ibKH
ClQnn3vefvWwu6vEgNK4pbgwxjLJjTRP1F54xlzmiOo4JPHuxrfc7sbgqm04HMTlobRHBwBtZiTI
844y1zaw0dGCoiO7JE8wHFdkTrfh3xUuCE6JJg3ZZ/OkzsHfR5i9VOgRgQZR3WU4iLVIithT6ZrP
cwDXjTtbBJdHwlpkfLTOZ8GVW9XJbu/VZzA8RgPHI4yosSJmFsIpoA8c0XkGrOz2ceHx6BgoqtZK
7MLVySF8MrDsQHzfau6WSCGdxHVjgc1SLHHwsSWVQGObHCzIbkePpwcm98398VyZliF1O3XDJ6f8
aH0215B7InFiMiYHBpY0bzNhIuEiyjIgF9mx7oaA+buo2nJT+JEo2rTF00qzHsQHJsEIlGmPPM/Z
Bj3XsJYE5SQr21G5kEt3tnycKcZ6N4zo5FqN7bN72k0H3g8X6CHRX1mM1jH+gqVaPGzzVaCxazea
waJ7aflO9sAkI8ElB1bJ2qrpMbPQZTmJc+g2wosIx/PPsjNVT0e9hv5TRkDZgfIVV85MQgulgwrn
1MyxMkg0H3O4QnK3AdcdlYqUZWvPMbkDezn0LiqMsKccfKhDuvCVK5T+5hGcDSaHZR4xwoIaBUJ0
NfLQZxls6wddZBN+oYN4Wn6/CWMOtPI6POqmObYNSYWDJTRLcroLnxlRUT7D7EJyj6fNCqjYQ2R8
3ve4uivdvkULmHmtXHmWAK0iBVHKnk1i9wD1kF6E3GNlDZ0H4RIklx2oBCaFzoXPG+O20NHLPizL
Frs/KX5zZ8Dvlx3LskNq5JulhI/sMRp6bM+VihjadhdjhFuFizi4zgJt3ZSk5J10t0kDK75D3Asm
aCSyeNw+9WmlYKXByDQRlp4+hC8YK2xj6g8SV9Z+Nh+KysVuXCO8sV6N9lp3DhzEbSYNAcxymks1
gpSzJTgdw4POFuLpYRA1xzE+LjgTjK/Ikm1VL6CE2I0TYgQ7bw/sVTKQU7/Na9ZihqjcBzCCRZnG
r5s9E5NHwZSF8Q8kVSY+suaw9sH6CLIMNGXtMnriMDIrm9lOEW8yj/yKrX2LOeKguwqffG+i2Yfv
U/yocwt1wFPjJC+xLqFROnvAYr5YtrvglVVtb9/qDibtLcTI+BhDtsZVwULewd7WvQD38w1EhI83
OoeVxztTceLczjlO7UpmNlL0X7YNZDuzsVKVA3YSCMorzhSlx7QZtCvLEnJ62D3TWchzr8eDzFut
eHe6Xf/FhKcGEipXlm6fsNk5TKg4fZi5IcgOrAqhc9bG0fHu7OmRhN438sDgwAzoc+xxxRAWTwQ6
j5xauPJ0ptytx6O67gFyGG6hvIZEXGwsfzYjFmt9n78xZ1hSXBk70YrjIlfwZztnM2Ln4BFFoi/m
AQ+NnaeAtKLbnI+8jO2y+4AQwgbFeSdoqDOSh0/kzcTLuV3AWSvsSrqwjdHAikTThP9t5kSiTdjA
h/GpnH2AZXzLGBKcsVqQopOzeyo4mgVsvxUZeKz8VRHRmANn/GyhFLK15KTztCvVZwTGqGdu8R5v
RQiS+WwhGOvQ3wFBOMV+vRyZ/dFkiwPSWXvwtFz5eIATQEmGSIy7N77Y5O/BRknWyVe34xvmCfAn
zCJ8bjeaQd/B+gtgWgAmczi3IEwhETm+6oJkeua8qfd3qlqiqcLmoW2OX9Ef76+mnxnM7XuhLakW
jZqO2Dk2LXazeVsPbSPDEsZKZ9anu9XMUzqFeuOgqYBNCp3iRQaTc5lEFO919ZrUs3KQhkrBgRVr
VjGFRFWqRUDD2nva00ZRbEK8mcCcElGQEjfxaZo4412CwY8rtCgghyimHKIhjNBZlWVW0qRsOgxs
4rMFcNbqiEkvbXapE13wpJUn0k3q06RPuR2FnUFjxczO1auKO8aPjWqSSG3+un+s5oxV+26L6GMK
OWRqhdM5xl5kQNKQuCaKzDLIIE3vpk0JOzOk22wqlaf/p3FdqOsLSgPm5c+P2gybWEsRb3/euigw
bJpBbsqtLaiUkTMuOr3H9CJhyAYcXzcV6uw//5GjFZLkn+/72GgOg1ybttSwcNvNJ+6Pgd7f/1E6
X9MqjhJU2Ag3xId/viDV0y9z0QdXKUuKQNs/7big6vHP7/98NXZMv6IsgmWTHE+Qd8vp1+PLXKz4
Uqjq1C/L9ShsEthC1i7OjBgZ3U8GaySB7+/04WY4uV29uQlpt5tsCTQ7vvzzw7//4fbXMDv5zT9/
WGdhMLbkYH0H1tMaMCH/fPKff9LtyWR/LufPl39+qNXNiyVSSZzRrdtFhdiQV3LS1dvA/vln2r79
y8/+/OLPz+Qh3iupnviKMZ0KrJC8cowaqC6o8EwpiVwcCewAzXMryt0OSyjDwa/NkaNucsRR02x5
E/izTngT6K6WG5XfCfUT/r7iCllMMzd4OwUZKOffLhdbMr/wM9JwdtRHNNlDq3enRqMwssJpw2MK
qf4RAsFYov8jQJRR1JXUb2ukizswz9pMCck7OpvQ7VoakbFbBnMnLNN93XMgjyJSXiXq5oqOn1Cb
37Xz1k1I47mD7dm6t2bzs+hurQYgqLV4o4iUQhLSdTEpJi8ym9TX5JpCCCCJ2urXRaazH717X1Eh
vjYTHiIz4Qk+GImvtToSuDRokRKAz1XYvMQ5dkIqR1o1Dg8dvMoa1ApTmPBcF0OgjYGINyJFuLZx
wnmgaogkYGxp477LJ3AoHIItmvvcYmakowVtArry26GEsGecskhqycib7xlFCD6PMEgHbYtqiump
kFGt5xCi99CwqSrEjpSSFQpUZdYcjc/GLBhUlFQnpL43lxOvnmCEFBIZRlElz5XYYxplJ/pEgTYl
f64MI0FsCg5SBcpsAhDqUxZSJhrex4pBaxvElRP9WbHIHcqZaFOkbZ1mRfxj6Gib3+kPHKBmjjD+
lV2sxIjy4v0aD3FkG9gF+tg1fFogQJqUaajhbMZ4OcFjXFKAGQCr9JB6FMqTnpisE5w2XJnWaihR
+pQRcSHrohUiMIEQoXrRQWvAPLIueHiwakYBR/d4eqsGrlgQMkiBgnkaegQVRM4u1BsP5RytBPaQ
PXETe8OXo/VF7dNKLe0UDRxwhUajaZ1EL5JOZgiPeQgEBByGeJydRixLOsNHGiVEpPYNrULTfQvv
JdzMoqnc2sV/p2oaT107KmfUaq7rNMCQotBLC8p63KR7GhmjcHUU/HpIMOqcTAd/i1yOoutUXjpF
t15wFhiRWrQmxTwWc4l1FU6P2H/tsk3NXxPas2FoGGc1/bseaZI3TQ1cFRYv4tXGdZASzr1kwSs1
MpNtEpHnJMYImmN8lwgS7FYk6NxUVb/RugZtLBSv14lHhLEsbTMxIDOgGhkMqEPHiNgFE0zadF0K
mEoTzXvp8JYlAlWgtc+8VOL8XdRvIzKm/dTS2Efbx50yZvJBwSYKR0yi/yX80BSddo5sOndjFPnL
I9Z53qhK1qmtmxP9NP2RvpVjHkq/uNTSQFMDnLGJUmuAkNRrCFZIKSYgI+qcdB4VUnMQ14dep3m2
61o8eSFH0OYXmKMBi01eSJIw5LDbXO8OdEgNthhq32JRFX5R6X4ooeaitN3T1Jbvk44j6jhI/qrk
d9tMp1PXEl1NyOWTES+fZlYnjpzE6HLS8jbRooJPhj8Tf6vWXlCk/ZRg2S3qtNqUFlyPdp2SY8o5
gjRqgmAvzd4TWfFGWoQGgs4CvtLa5uhCvKXJiJzLKGYU9cjBYoSLkw1xY9M0HEhoXAQTctxXNY73
aa0dmSLFZx4i1lxCXu+r+Qnla98YaHPTJyprUwdsGLdvajejktUL2MxsJh9bg2Q9r5GnmN3TIuZz
oIjKqeHRADnC/o5iy14G5UebyG/ouJrABIiKNguimfruFKUkQom2XjRVeWktCVXydU2CNlGICSuA
qHZBn6KkCUtH3dAT2nEOKkmHNxhTRRY8GmEVp1Jo0xEb/YZAKt3qkYr8R2ihKieX5WElkNFz7AaS
Wrlil/gYSpgYsxlngZw+6VEl3m2qsla0KkeZepaeJfJjv4wUdaBida0gHSfjHbHW73kZkn0xJb9L
XOygqMdPlRPRchpU5ruQrOPJqqtz2Cy5n9J0TPeA+JFvFAkxpJ5l1u1JrOvklEnxc6mjRipSyVhy
6SwJK9smEhSekBkInRb1M7MUP0+hxtGoJz0fJ+JmS0PnthOoAkbaTRVaN1+Rc6Sl9Cedw1Pa4ToW
xxjwrjVhZzUl/Skn280zyi6NShkIBwX9OISbgrDcBREdOhQeNoiE3uGoTZNzkjWeahS/HeIbPo39
IU3qNIFOU9ApSYaTjfzSF8iUx6qGtsVY60hsj0GjLRy1qqx72kR6ZLSqV4j5szTiXRN1y1UwIopi
yoh/qIm3X1WVND5a/UmeFWJbtpZBHWVvEuXhJNfF/TStb3PVX9qiAyPIZmW/iuNJTeoIoaIYQS59
uqmghtjS2gxe5QtygQFbHxkOlnolUOcCxUVQ6IyWkYKfx5zUQmgPvUZDUqcDKjS9nD/S/nOZlvmE
KcsdavuWa6wFXRAE9E3d4IBHs+ROSkFQUqH8LlN0AVPNJX5XPzAcA6hDpbJUJaBywwwSIvR9EUHr
0OPhJCzWA9IcTlS2FiUTE9WZGs3vLt3XY/dkbRbOowCqKOkkW2tkfmEwBwhjDlBldHCqFvl6XQTS
zEpDC/oJ11FUeEkOpRGqSY8z9a7qweYQ2L1gzDD4qlHBMk/HM12Pc1b+0ri/Q5JY+6jX16YdTTtK
QsTMRu5fp+NlXa3kvMS4ChdwG4a3RZ0hsy5kA/IRg6hj37TzCdkvEd7wd6TpBOZR2z/HwsOkwUfP
LMwTw3T8ThY1vFlUlpCAGZATMM1zFI1fUWeEvhAoWr1vakq3cj8DA6xV0BSE9JlU4MxWqFct69Bl
xHZZJtxoTEDw1lxfkxAiRkOXcL0sLON3o0PtPVp7V5NGys1SyBG0ZnfSfF6UJD4NNSVUM1W8SbIo
EBokOaThfaWR8GaxYs8YgtIqaby1iRVM8vDGgfOgmzLiN5uiRI2ITD+7dRhqWLHnx1laN5mgDWMS
q9tsJVWQwoPDBZOblGnw1QDoca+gPNgp9D/r+KI3Jy2R14uRDM0ZYQJg/YWABYTAjDfh9Lm+KFKv
nzKL0utMI04Wp3SSpmvI3pR9mhW+VG04wA5KM1/XNSDXWUPhYRIxUTLwc3LIkbSjNGOUYCzSi6Jn
l3WYsKbM22fa1jknTdibKQ3pssyWMy+Ae0tp3Wc6jxKhCFhNsrJD64A6pzhhHildQcz6vMCGqG8K
ZALKc6l2KQh4D1an15qbRx06X2Pz3EFb9Grq66g7POh6C3yhYk7b5gR0o0iVvpFKoOFWLWneq259
OpAOazTc0dEVJIMsB6pl3XeNmOyHtNviRIwsZqND4maoar+jDRs6MN8WZt67aBG9LxZ0t1htjxNN
xoCW0nurNpeiUtAAW9fe3haPni0uySODq+GNCSeXkFQo0IedF0/tW41+bMIIgZ0pH1pnqsBBwlR9
r4h9XaUQf4oWS91ZnHCKnNr4mDR7xJY3SDViG1OY4CHl2nwapCAcC9NWqoJ+N7bJcqLTQkEV0w27
R0XMzXMzguxWcrWvkq0NAcJnKWnScQ7XO1Ecpb2MOMSefFqZ1i0qgLqeRaI3qyt0RghhJNQHKWuz
65BYqR8PFNfR9GuxWEPketUX5SSGmS8Vow5qloS2pc2BPtF+ZBoYjpuoIdCXN8acVxmYVIiamoS1
2yj7Jv4itH4v0bOpjfBNsUCF6Ca9Rq+5QQt+SlDv6MaanToLOKWZSs48WQxRD8y2fgHKJ6GWP4ki
uIiuStJ9bdIMqxLa7NSoWN25M+mUV9CCUI0I7zFSmzpcUbvtKzTupZ9mMRIsnqoE5KR7H/Q6WAWE
wIo+n7y1kjBYgrltYfFyaIHRyoibFc3o0is83A5DjUZcSQw1EbzaFKGRLXAzMB/WvKrsXgUBSzhF
Hi1ilrQN2gU6OlkEkFMC679f+8NK/0uHT6Y8RmdTTC+yOgmPpLsKZ+fX2nYN3q3HUU9AbExqjYPw
UJVGEJYkCsZAVROFYD/Ne6romMGQDGEup3xNWazDa94MltTNAC5a4W/1r2M4PwM7aKRPJruc1u0r
o21ooLDqUzgoEwWJPMhI7g9G3bK3NPGho9IvtGLoZ5v9aJ7zOGlp9oW1QPJ/0rYsVBwPS6dAnMRQ
eUBbHRs/mKGSQveJNBUBFnbKvTqNwQg8MkZhco4XbEsxZmzumJ9sp6myOqkmsneaPeG2LnzLdBYc
TSl5nROOVTFmNTJbWNCEsJsKY+m1Erbj0F47iW100SOsWiPV5AXtW6VMCrYK7bs4YVGhJQlLtK6p
5KyvWE49xSmlwnWkLI+9agj9n1J/uCwrBermPU4ayVXmiCIlXPOuhv6P1iqKn/FI2lVkd3Oi3ARj
Gn3RWgzqHuvO/Jwi6NdLXEPVEPSC4KHN3Ta+5uvyvK4LLWQWAPBQFXdl1z2tcbkX8ii65dpLN45f
c2pBoo1JJWtgDofLrTEghh3XiYduLugOgUEiVTN8BfMwmtk5bk+KJL63K5IMhWIdDdQGcJbQTbi3
40OHmw7Sr9MPXptAxRpdIWNiaQjAZdlNS/JXfXquq0r7XtVbmWTXYsZAdyhXykDpvBWdqQRh507F
VD3PHEguaNTv2Fjjvreo5aFbM3LSr5aPglIGsgijEf2WDwH9OEKEyR0RfXMwAzBcKXthwxq9IcUl
DJgI574x+Uqq/Ls2ogZUt7lvpXA4lXApR05V3P++rU6UXCSyqUf26/PHYOLMIA6CaxUMEroVlY8X
HDwAt80T+V5qx72RFeQ02KGU7OD2IOFDNkYKnjoKAX+MODR2htZoULqoMYlHXcOel4W2A9xsgd2C
AlFMR9kaEyf8zrBFQZ29HRpMgFeCKbm+0ONL6QJVVbiz6mtpWT9KIVReOnSfqAdDQEpC/ApX/aLk
Eoh0anidQFRkkNvVJq00qkA3IK6HtOhDGJ9VlEAs+rZ46iwfNXY6/ClsPcPMeh5jmQ2bVgEhW8K7
0aq/E8qUfV/8auEUwZCnBxUvKYGdJrTED6GATiRF6+JibUkVmGKcgOQrtrefpUQXVGh6S9dUQatW
bK8qqVyIpe7Qda/zuK6XXLu3CjqNs0HIfTQ/SriLiCoJAhFzB5Zu8R5C3l37rI29eOqGv0sz//+q
zyYraOz+d/psdz/T/9h/FHUXJy1KiT9ln9DO8/2//ud//OU//MzEv+mS9E9fsn94mcl/0zRTRx9N
1kn+pU0R/R8abdrfFFGXNMsyFElVNQUV4P/QaFPlv+mWht4bom+Stkm1/j9ptP2LQhuC1YqimwjB
iaYp6n/Ra1QFfY4a0wAdjDo/S+h9KEj0aWx9ak75nnmKN25jHJC9pFV2eOw/1K/osX9WK5Y3JX4/
XDyqAobw0tckbqi70iHvb7VLejnEvUW7AxV7xAqfmHZNGdThQ+4XjuyVH/gcK4qLMlQROvGT9N0c
IakGlqOl/0YQXPoX07btHnGjsDRNMfjfX7R021BeJLkAARVX43mQpIcYpY7GVO7TSf0a2uEXG1DA
sCx50xLp4b9MiP+LFYZqbSP4fzgx8OkqTwrRN9EQNeUvn14V4dykuEvuzSdrOoq/1UN7UWNbfEeI
8zcOd4hLDr/GTX2oaIY9AkVkN8Ezz9bNNOz1AhKtXqX2LJ2ag/xR3K1Bds1QdLyjI2u6YpLaucnd
8kGnEVQ9DREOHwPdaj9/Vc/xSbkX6Wn9IUPSXcFan7OfbHL1e/WtI+jcLRVCUzvtTLgGp3QH6W54
b56KJ5qVBCWA5lVA77VApwGhbQIf/KjwJ+9OxWnyxG+agBQauCBVO6UBf4TW8PbW3EmZLR3pcTtQ
1X2vnohT46/0kdvx5pfyF0mmB2igCd1abGSZvBs/Imppp+FCFdz00p9lXziYPLF54exT737lI9Y4
nEK7VAjoG+w+Ae8GqqlO8dlR06TxNWjfgXYLjocncN5c3ckQJaC3P8JKsJ7Czs/T63K/GnZ0Bqhr
zcfqmv1AkZyh95yrR7pVH2iCp/18emSTpYmF4YhO9M1/6N6UwT/Yab9g+Aa1wgDrUSrUYE9RtB9N
UEcGhDYrLLFwZN/pyytcYUXBZ5n2QsktxasqoqC3M67t+3TUP6v78NJXd/INVJgmQbhVcEFjIIQH
OoLvisN0Fx3GdR/d60fkXBYHXK5T7PojPzSwtWg6ulaO8pvCKJfxv6LljwD9s09pKvdiFLx0h5a5
V/x10CFLHvv4bB7VxdkyTtos3d4tj6uPcJdLPc4Cqi932pv0DTqPvdd5fQVztJziEtr5e3yWz0rE
0FJ1gFiwIjaGFhDtr75xmqVdmfrI2L6QKpeY5wIA/7TXfN7NdzKdPxfxTaZR/4Em7Za+p428UKEy
Rnfz48hIkF4TwxonMBV5n34MQWsXF/mBflvzKfpEjbw79sIOZ70n84oaAlMbG2DaH0jwAv2uuEyB
2LuFcjKuneoKlIT35SeSe9Dt980+f4XQlO7w6UEV+mzdW89IwFSDb9T27PY2PBY6aH7GO5XRPMrp
IyBJc6kC/dLRAK7RoINQHzD+YXqVt4emwhBAoozmQid3+w99D54MDEE1xl6hWdqwu68a9cddzLlv
EwRqKPVC4NjpX629bDeoe6VrBGO6A3DHvklCqfe87NHpo0wCfe+uoDMtiM9ZCj2GPZDMbqGAObqI
XA66M9KUjV3Qd/6E5speecOEPPflHbVDvBR3ug/qicz6U/++OPtlHz+p9L9RIo7s6ILpUETZ+TH8
6H6FrTS7k8/jGCwvKNC5gAPWFQnuGcqgjzoPihgz9AlIZzvzogxP1nU892/Y+1HTeFsexBfRKQin
d+KDdGn/nVvDv7qCSLKGl6YBnMoxp/3Fp0bOV1ObdBk6SoQIs7X6cmG8mPSP/vfb8L9swiYfo22m
RCKHnfxXW6C2FZYB+cZmr0l4IfER1jIHSzT/YExfIIpFwrE2/0YMWSZu/Oveb0qqLJqaqgMuqdYf
Mf//YgyhIMmk447e7Un/Xygih642l6BsMy23pa4I79KmB0cPTFg/Y3WuOpL5QSpTwspAGxWV3ECt
l8cqDMf9alJpy/NqhdhJGpYo4ikb5suM3h/gVNt5krJoUHMSFQxQNmEXSzXdEdW0y5rurp/ZMvI1
B9xUj6KSp5dyVRqo4AssrtQ4ZLqHqXH3LNcDJBsDnvIoQo/BUU1wiU8f+qJA4qbmoI+WvUyat5jo
UmjGcIs0WG9WXh6btN5q/IZAWTqqA6vvTrOxEV4iDrJQrN+ssQoi7ZJHheHl2tcQTXZTgke1OirO
80BtufCqpj+IRSb5irgGBjmKh4MmMiQbM1cPB3tqW5hRQmJPE5GxVI736DIhTmCxLQgQGkr04xGZ
FA6VWGyNFdaLXMOmw/+idiRUo4e2h789tShlVOIt00P1nKAvuCtXHdxWlutdpQmHzFzQVmyvep5k
NNgXpA1NjNcWBB+hMn/lx1gK2VPLGI0GGYpMlKPMjn8eXCBhVX21KUwa7kpPkCk/KKlonPvOOKfq
WjqGSJMkEsuXpVUWXxdoKbRm7IF6V81lFCwGI9+PI5xxsde6YBNjmqf0XqmEL0vmykptfdRoXOd6
wWOL77ZSw70GnwIimHxJx/4cQ9AGX4S1JSf680DZgmIWB0W4IJ+PMRLyjcRoLaXlVddv2hrdxLql
e0G6E004Kot2L83fzaw9rLWg+Gq0vMx6/YyL9Ed8GcQY0uHcPcxxeUvD6FFOuu/UBJxdmcCrOsCx
6V62r9XJlaYE6ncipJ5WKDgu/G/uzmO5dSDbsl+ECiSQcFN6EjSiKEdNELLw3uPre0HV1VGvot+L
6GlPGJKupEuRQObJc/Zee8IxrGIa8GK569gSMkw5xmTqAC3QGWopMNYI01QV+eegMJ5pWZ4URaVt
6/BO2zj3oxz7d4LgugJ7HXWI7vSYOWnV9i9ZgX7NBpoAMsfeKMPPyKWuKsnTUGjfnjUSSwdJXzpo
etV4q8TtuDBJ8mWjMB9UC2g4vt6kOXe8A3QnqSJoSk4nMSLPK3wk47dCIilEmUNjFmEVKRpjsM1w
dM7vmcpsd0h+nMTfWLJFDYRUNsOuMyWYocqdfDBJIUsNh3HptMyIliricmUzkjOEh3ASk1i1b/EX
MbVZeuLdwBtoVUCFKLwy4ycKPqbhNnXGSh+6Z7vuj44eYAdSN7KAChkDSZnGRU2J1nG4xZJUmWjX
fLkN0/QyBkaUMx+hI2hb86ZRtfrRU1q7BZh0nvRVlDMaMhoJhagwutWYiXKvmRm5hGm7q2MPsIsh
htbNyupRyX1UlLmPwTNG/5obgTj49YQ3l5UPjYxdr2wiMHdjRxhhW+N59ABBFQXSU6GGhzEPN1at
aIe/B6aFZG2HFTUbk5ZgWzb2g9dwIs0UECiRqKsFB3dkGIEau8Bn4oNlfkSxR9H696XQfs26NCPt
m/b331eMwIn/+VGnfXFHRBC24FJZviDCqSQw3q90LHRNwvI5OKQbBa32U/qastE0yK8P4TIZF+pl
egTUQ7lICVDAQqpP+dVJQeh01pKS0btrz9MOA1uxrlfVKTmRyvCR4Ih1a8b2zsp5mGgM4va/jzfu
/fI4BMvht9qK9azgPOpn+45xFHiKelcQjl6Cj/ooN8OpVRfeOf9MXUp2SJ1Y8d94j8w3261vwY5g
ZuTzFuv8xSq2wJpY6VOxSiUvFMaKVS9XMwbpTIgxhDLKU9SDONJgCmF3og9r7cUVKai/gAJS3UVN
tNWR4RE/BqfHmvlWxieIJVyO5U/Y3YNphW6Ahoxs+cHut9TXxkt/1NplNhKct8T77bfLuFklZ6av
L/kThbz/gHvoxdqiPriESGtRTOM+o9DQf5P3idHu0v6c3qNpgde8XucalTZaMMrmlTBXjdvsQEYV
9qZztYFs1EOCqwvpNV5VQEuVsTUZcMZrH6dgj5Zzo1NdYROpXSH32MVG7rbGdfCrn6qOsfMaRT1G
UswoeEcQ6BYI8OGZrnsT9OHs8Y2vsy0FX2K/Du1NoMzWSxNGS7assiXoBDCoPsT616TZYr2gOD3T
9LOQ4u4LuOBvWrHV0Qr1mNCXNoltBpLQhXHRDna45wHZwwLVGLMzA0EdPt1V/8ZrDBxnHLe4Wyt9
B0fHNo9IzDXAYtg6Oyzxi9mrtg6vOa8W1eUPtjy9cqtPnGm8PeQ5DDg4FvgbkgsksBhYGWaY7JEu
6+DclTNLmHM2jIN5x9/c7bgsUmXPSwwPK/Vv1ll+d8Qc4R0CyTmLv2hxoRGkZrSfiCmkrx2d7dA1
v421cp1evAvnp/pe4RDNHpsniKz83z7MruktOxb77pszWVYv5Y++Cc/mKf3AGqqi23/tn3FPIW5z
ztw2gCtIvujnWJL8GcfTDRs2mhX7zh2gf+Li06IVSkX8QqgkUy7w5xIH6so4x88GpSqSbOGaJFti
2IYnBT0JXWjB8z/wfNX2BIqGe5ISCgUYnAx18VThLMdIO1u0cSiPpJ7NMoQFiUYMF3JYCTZCSVI9
VgyLEdrwIlocJM8o5I0jPB3L9QgDXLU25xreqQ2/Ay8gb1C2Usmxxfc1bdO5d7dNWlf5lNk6fPQJ
zZ51kVv0veUZbht4PMgcw2nYd0csp0Qjc+XKBSY6cq/dNt6Qo3CIAVWuqGySb/SE0ZvqHBP8o+Rl
EjaEDpJcxD0QB4yMnOZIjpgxFNYb19U4kWWx6NolrUtlp7FmtJ/RmngQdFvHYJcNmFdW8VuybXAj
neYDGK6wF/rL8aXZwgtX+lUMmabD24KVF2Xpsre5RJa+ue6PgG66bDWRsTVf7CzN0zp5r5jB9zDz
l8F1VqBCTHjqtlR5zpON8Pc1p8JB57XU9/VSvImNtjWfky3NnDvg84ntY08E+0Z/zugrrK2jm4v1
dOvT9YC2bAGe+cp55o58Yk/krzwRBGOh+CX5ZGl9I1rF6nkGSPrWvcmt/c7fcOWkS3ZkcCDKBOAA
fqsj3lkcvvs8Xw0XXyzHaqlamwwo2tl7JLGqQbG74AjIxC1ZNI/1RbmXrnFjPtW82Vd6zO+orF2P
RgplwtUbMAtz2AY3fwONQVAqi/7e2Tif2Mte2EKbB2yiAlJajnu5+pqQ9MMVIvsHMzhOdkm59Vx8
kulyYoWVT/o5fAYxQXDywdcPclx740IbF6O6S+Jj0ewL9cG8ypN1y19SwklAB2UQMVYeVx2DuW+O
BoyH3Wov3qz6wDT9yTuzw8wIJeSWn0B8GrQp/hrGIQorq13itMPjX0Do3PO6EC/q4sFEW1e9CX2t
I1C/2GcDq4fYWAq0q12g7AY4QKC98VID+4uv6nDMJbITRmdIfJdeu8lOtFV6gHf5kVOl+K7LT6oK
p1zlzVFegyeFFjYwIfuqbckZgZiQ4DkHvbBkio1gMFxXSNH3DIp1clGOYCOoCJxzSRIsG9IZq6ng
rvyFRaLvuez8VxKNzn/LnFz7h/Sd7koPFfo9ReGvLoCHPEBWOcRXPzzo4hO/bGRf/f4UvuMhwj4y
IaQIFlGDmqWl4j2x+LcjKlmXULZWcKUrv4uu3GKozqMH1h8HrgiQcGJ4b+M6+BKvirPiRAD14U4H
Qn8TFxognQ4wMNlPm/IqABZRz139d/YlFgNd/3CYeJygdT6C2TG+yBQDb/hKPpbtoG9fOrwAPYSM
M39cg4mOfdgU6+R5KJ59myocUT4+oQX6YTYVwWp3j94baxlfNOrS6/DmeTd0G7OnZa9zxUaIsqtV
u57ahfcO0BqUUSbWxSfMv/fcO8qXInyMHuzCJSvL2EX3ufBUNuHHgAMN0TZ6OHxBh+gyIVtho3gV
M3po2xJvCcB7We7UbbOfiVBobWarKBbL9see09AJTENKhFJ70d7tmwrQ6pZBi8KKCxVxActTe4Ju
COZWr1bcKP5ZXafPlrr0HvIrRqzH4oiyPP4wGZ/+6pv2vaC/8Tse0g9NvwJUAKcAyKs/EQ5JnidF
+I09L7wizXrooFeFe+hG6/EdNxf4DRYdXEv8Vnpj59ityLY5sIvoO/vFpE2ZLsh5ePY/9I36wycQ
mMA6YeEOaLEOeG9QI6wTsfTI21xlrvFY0Cxh4pFc0x/mkna3Tn8Ma5HF18lxY7FR4GRudEat6AMe
OhM8BOcE9V3SbknkZzepHE7w8Plvk5muqpgNSq6BLuXceiEH216y0vV4MRn2J5RAJb6JUF1bBWqf
iASurdAW8jRyQH9Df+idKv23rr6qYFU98DfhGGJgihXlhxomuzCjDa9gpBBRJFQJB6tZV9Uau0Jx
j1pq3IX8wQdQZrOBFxYDFjxId+TTPnXH7tv66t9R8uBMnj7LH06NDr4MTBy/tbkZ2Gh6zswHesnG
K4Io9iwVW9HWOkyncZUekQ5SXeIOX/Rn0vXuVUEg9zZHWt+tChffT3kmQAFGktjIb2hkMBK3FYAz
V55KorwXLC+Y08/JHT3nNgAr9dkWa0Lt0N5D2V3CkWOnuNhbjNK2q26Hn+7HPnNVKvgpnqYTgRJf
zhND+BOMePnp7MOX6ojkhv55+YKwYsx+BdmjxiJDX5YsR9hBzA+rzfA1g9IYUzgcZRY++KyUefUQ
pvqys33sqcMIKF6TvM7MNwE3cYoNDEt1e5/x3vD3D0JtTl3aKFu1HkHXJ+y27fyvfw9/3/f30d+P
WT3cwCyOaxblVrjOEArs0PN359ZUHIhES/xm16dRcGXyufKNgWmkDa8iYJ1pSoBitoo13NJ4vQrd
H7CHm2IFMJxa3iZvPSLIbeDGTjGFpYUIV4YVX0MncE3D5rk56DIVmaobAlsM4s1VEgyyUq6amMwo
rYtT+kcai4dJpIMWUVEpFpmIRNPXlg1JpFJpRjkGfU4Pl3oTNXeyngIQi3V/EynuizRLNqVGh111
KLgbBluMHaOBk3B1q2sdOLJnfxACyMalYIcZof4kGLP8KsFE6JCO1ycVTXPNS/GyDsELoG2jlKhw
I0tsQr+pwLp4UE2YW1N6shXmZd48llRHth7gF8NMWw0+hzUGuwu17l3Zsq8X8UQjxe7dIEquioet
o1OFdwpq/W7KiTk+60PUxsE+G+lkMqB9LPL+YBeWa7E5eQE2LwA2YoJsWZZUyGTFXJPQe5d6XB8a
WO8dqSMooFj/6snYQLHq/bw6aEBnCJPjfP3QFCo0NTnREteAB4xhyklkpKhIoQn5vfMcpGCmo7Dd
BMTG15Z/9IrhzYwzElN6BsZpYz540QeCoOrgOeIHEB7Hss4eGK9H0Vb1sD3TAIlamdylzWGFHEtn
OdkFaTVTU60Vb3ic/GuaZcZb2r7VCmibQW3uGfF4S9Gvwsh7Ko1foRTVQveTly5I2FfLGOJd5fwi
JHFFjZFDUTw6JxnPIR3hTYLoQudE+E46vSqNjSJggAhbqsEvkhLaSJyGbCQgQd8FO49eXtlOz6Ul
bdRUoHFLlG8gS3smDH7/Os7/mYYtdIZua46HxGlIjEU1OWuTgDe00MoyjDSgy4G2Uwva08TVEvQj
cfWSAAf8y22n1x5zZZcFZ5M9tHN0uo1kuRJcAp52/tk0Mn5Vex+LgsUaZXlNPy20AKQNiX1B6Qpj
dlSfGpW5/hDvyIY026UiKe9Ldp1xcl5YlYNFi61cLawv4dWvudFD8+ZAXGSUqHrePGelkrD5YDmx
euezGohz8T6lSWkcdq1r5RTMWB4WFpASR96dRLxVLR3HWDLAasJ+GffjEZPExi84MmgBI5SIgI51
mBAmhWxs/xgYDJXykRNdHIDjFACVA1wZWmldUaC8KFHPscmqqKfVe1z0n9HATmNn3nZ06AelzR4V
5KHS0Lo5ETEOMnrGwIWDTGdJSVROy1DX81UQYtZLdWBbo9ZgNS4REmSheegEG4DlP7WDDLYWci3O
pVGDGFgo6hV98aauHUQD4ZMXRB+GJP4GQQ4ogKbZa4kOzKAu2Bc1rJ16R99C8fVsX5d09EImiCyR
a30snQWSwpWqM2/z2+JiO9k17Cu40ePcJhvhftViEQjC5Pq65nrrn1PZQGPWTE4y1oi2umZsMSvF
+pxxsmoBqRhpwWL0KkR+1XlpuTo1mNiSktaoJPTEuH2N8oR6JGEWwxqeHp0SvzNHNAEny2owWcvI
G88yg+bi209dHyHMxyGpyRjIjbpF9QajBckG2nhlXEXxqF0K5oCKmsN2cACNJRY0eIc0BxkPt8gu
aSkkzkc5R1jlASSSlh2p473SHR1pyNDggY3Lc0GboWm8n8CE9dm1r8UcCliPEk9mEkXrYmSwpsrh
UHcHu9beg4FCtmjuqun6ojgz19gVFk4fu6l/nIHBfVrDMysp8LNTTpgrxij/tHzMCSJPy/KmOvZ5
AJ/R9SaTtgYsY1pV30VycEb1A4E922nWKqjVSNtQ6oRmk5XcUbHXMdPfyghOSY4JgVkCBQ9HnPH+
YY4oSo2Swr5Gup919El1RTs2LV2RSpnPqjaOajuj8IjCq4pI00hIiNRLxr5DDqIxd26ou1PA8CCk
2rjY1fW0b8zu4GGAcPNKgfqoJo8DxvuuiODXpRPlCbYBlJZykWbdNVeUjwFM5BjoF7/LAHxDWiAl
hnejxUoTcZSEL2or1rBJ6sBcSoNPzVSrdl6sbgOLM3HmI9h04sRa5U76nA89Xypoq1V95yaB/6xa
w6rOO7KRDBiwfZIwWkWhqaJmrFnNSOsB8dl0+llM2gtR9OYWAQ7wn+RgGNn0MRmhi3JH2UequKb2
DPNr8IoNGH9as7kNxEpAXsC8wnWKn4QFXnNwXsEPJRuCcxOzVl9yrMJzs629YhOXgJ9CSJAksoUF
jT49Iak1FNleJ3uss8Obwt//EtI8j/P4LbbigJ0YUGjFRiYyHbUoIfd7SUqO6gDK13S4EF2ks05V
MtwEBQd7q644YHoYuUOlRWkcce4giGmp+mCfvDnQKx7yQxfZFnQmHziV5qyCCZyzzlwHoxgH4FDj
aGiOH5LIj2VPCMYyL6B1q2KX5vZeRiQA2YpQFkEbY6DOAZZNA4JieJEYPoGXaiQHqLz/pjdhMeNc
JhCxYHRXHkbZpHujQMdV2SjS2jTflLmVbaNe++1LVHF9AuryqVNUVPEYfcsx4uhQt6daw+3bokqd
iAIe7eZWpzZ9zabae629S6yQHkRlXPuULbeYyCIYnHPMS7QMPdJtTA8NO97tiKEV8Y038o25Y2rj
VRtgZqpxeo89FV9NMG4NE/xv6Lxaqk+jrxs2ht6TF+XU6b7zzTeJ7mtZQ7QwhD47jjIgk9La8Hb3
m1xob02H+M406QnYc8/a0JLHSVFAU063KmYCwcJuyLUouI1T2T+hgDWAx4nvNm0rUpvrLX38YoEO
stx0XgPNep8n1idxTCroTxN++vgbQQIEXNEBruYVyqWcw9CZqylUbKEEr2zWIxJZ7mqr/LLKkp3N
5JIIao+8hqE2V/FGpBDMNGTTCNvFs6e2/rFrOShI1BG512KSj8JbnEbENNiMvhwbVVDJKDvukEBM
qLI9ZzUw0Rh7+hp+Y500ncqAhe1kqYgcW+dK1h1AA4KOt2HWXTp9o9gac/mg1bdTlclDnfby8PfR
f3w6JPm4D3IOrmX8iTvDXgu9NA69Hfz7w9/X7Gp01qEKqCfyIJfPD2XHHcCCBY6zoGrzhHZXZ7ty
bWZfRq7WGwfF/KpTQc2ppd8cjKCjwxf4HEoFB1mSfQCzdmgsQ4LscW1cSFBqDpi/cjTnOJ+Sdm7i
Jv/7oR2Lq5Lq1mZyoJLWhFoDUDVy66AFOg6F+SHL0J80d0cM1kH5Pw8h8gI5GeU+mj3EyfyQzpZi
oyR828IDnPY2XTHdyB5Ur9e2XUtsVEJU2/Zvwv7/rbZPCAetwX+fvXoKv0iY+8j+i6zvnz/0r+xV
7R9ScGQRJLD+CfEQ6f0rflX9h1TJbzeIwDRVxv/Eu/9L2mf/Q5DKqjmmo5uqbgiexb+kfWKW9qlo
1KSwHBPF2P+LtE/M/8m/K880Wxc6GcyWKTHNS4QP/Pu/qQ/KQRmaMqmFq3ji1lQlxi/miIdcR6dO
4UqmSnXgkp73hUZlJhNOl6ocA9eZxPnvM8I/bTDLznVMKnlNg/StzKcetwmfGQPAVkWgQKXU/uLA
+ZNp9bwPy2OQVTqqIXx+cQa/RevJ6cKO5voxCyLyVOCiaUvf1EjJAimz8nEYunuRxKZrmazbVe1f
/hI6vYh6FZdPzTnLxlLXpxde64e6UYbHzDIBLpmzO99RaSRWbeq5TTSQFavV8Iob8+yp23Q2lQqj
nScv7BGhUQPanPrgw2zKXTpgZ9ODTl2NgwDrGtPnHz1bY2KUATwLPA8LgC6vk9oyaPXMh87TlBsH
jA/dqKmEO0wgoaHwpMsvMycC0WIZRn6XwKhKYQOV2vjuq2qxdFosXcRjEaqSmtVGaoNLPrvC9lGb
6zFSO3CbxQ4ZpnO027nxGcQpzg7S7Hj76DijBD3bIzIojiMGZLMoOGKfvRTSYFyFIFU0SnfO22FT
SD/7GUVrHdu+RkBIbxGLS77tutiCJB2pl1zzmEZVAWkbHeWKH9bd0WzMm6kG3laTabSk2QBHN0+W
sZUyoWrGHWlH9rGvh0MWAHNuOZOCTQ28c2StOsWvHkLtl0BXNBlOJA1AQRCm+ev2GCbMB3PibQkM
/2r3anzCi/c4QW14NPpmO5pac5alPwB4SZhO9oZx5ay07YwoOgUNoTVYvdZN45SuN85TtvLFT/Fv
CJTMy0AtHvvS6ZeGlRNb0cW2O0AHQGRtcZ62/Xpna2JtRxrkv1EVD7UzkHlIpbK1Mmwoo35pRdEf
/m2B+L9oPcV/yH00W3Kf2SwJqo3aSPvPG86u2z7xqglvkGkpYJ4oZ8jtO+oNvVcBN6Qm8HRP/O6t
CXyxz8L6Lj2AO4GMelTdqbf+n5+PJrT5Fv838SnPSKpCWNJAY2U6rAT/dQlQwkQvKN0gSPlBv0/Y
hzeGAb06KfrHNk7lXqUjxD3J9NpuzfcUz+3Vw2lbdWJRckgh3pT+vIdBAj+W/VAmDvif1PPfe9nD
sfWoPNL+bvG+ESQQ+U/OV+EYI6EuDpSiFiwmwlj6LfSQtllke+uoNhZtg8KhAy5T4307mYm5Kglz
3zQtP+ibiIh8wl2pJWcWe2G0C2kpNMaMFgvbGJ0oLjjqjda+nC39GWp9LKRu0OkEjMCTWEaVP5yl
um8oIz4VXORM7vDEm0pwQvQSPfltcxwx3LmWZ9lLW+2adRwLfS+FeYoV4Z9MocaEcHrJEu8ezcYq
uxHY+947/vhoV4zCK/UFaIU85np9MDVFPkwVuHlPIMfDy75xHMxrUaE9qcsgx/Yko0HdC79/RIsS
4UByEKdGidzLAFivYqW7rv9NPb3ZlhHRKFCVjnbIiL7UlW5VwzkaMwreFh+E6/vR0YwiB4/YPcVO
ug77zKC0cJoVhvAPx+aonKMMItCtfbVMZrZjE8eQJUoyopxkr1BRMglrZtEprsQUpNY4pa6sGTfb
tLN2Vax318xq17WW7XlK+Y7mREXc4LiOoholbNkPx2Fq8Zeh7FoUbdnuaNstNEFr2UF+E9KiWjbB
zAPw5RqdHU5DxTrOKhS3q5KdbdW1S0YidmEj3guDC6RtqruFQAR9F0SLxDfNrQxwYzQNxC0Dwzx6
G35pNN8jlaFgta34cW987YIQgcMYQZySzEcasjPdUjrpaqhJZR1JF02cwlkDEykXMpDS1abxib/p
MlneTZqdAwAg7E61MM/JBBgraQdxTmTIU6JXguFOJWayAcDmcBzSvCqkTf/SlUgvGu4OZGGetUGn
szSrZk5ScxrSCNRdbpPZbXjWNcAuuYl64rrtBBB06Tnz3Dm8VLS5APk9lwbXQOLQ4yEC8gNPZrj1
Oa9WhQi2SKc4KzP2aQH2JjBfThLdQZs68SP24cBEbZY5ubN1BoIBMp047ra1u+0gS7ii9VPdiOHR
RuxqKewAXq2Mp5E45UxCUsAuwmGyMG76ICQ+TdolE6NbXftSSshnw8TfGYfeky4RdhjYEBU9I0BI
husyyvMjiaWFGEiIJFMzkTZKkjg743JT6JKoztrLwheNw+WyMwtuhwC1VBSNA11+THP1yBSNjMtN
3giHFhQtMqUj1lfi/hztImNc4cWbNIuDZc0uVQ6VQVsgIWhKmdW2yZWapF5nAhKuE6ITGMfBIcCc
7Jxu/JQFcq452zKqECM1GDq3YTU+DiEKxFIm744iAUDOK085Ve+BaufrLlDIjzGqly5znuvWmNt2
MH6GTJGrfn4d8spw1UgZVnGe7aJk0raG92S1b4TBREtDPDSq4lACoeDyWwajgw79xjGbdWRquxbO
0TEPUPIEicL4qZBfRZjIs/6VTlpOzYDKoIRib4jfPky5FmsP7VzwHdahuXbmmzHzvIcAryXNKRpG
XR9u2xDbwLzGFTEM3wq7I0Nf/UiQcuOOTbhLhhJ7mDDKgyR2Ku/7aAdrzCxq5jBq816kWDgqG+vG
VKKDACWxjceIJIPR0Dnbc5Mx6ziMmkmmbg9yxOvhWaePhseppFWR209ARBqkbZu/OzJF2h2MQX62
LDBoNQVVVc9Ivao951NeXLsKErOcqmMxFkSqNiP4fc+HuVs2P6lm1+e0bTfCAjLtacXZq4T94Ki+
82ATZg7/oQcF3gOG6vT2CPa05LmhQU91EoXM93Bk0giYJX40R8VFI1u7Cek3eR4G+8YpxqWVMqso
FXSGlM1PXqKbOzSCGz2Z0J7nEPBC8nMj2u6Zn2knb4xQC02QaftACVxwBHvsIqqb4ZhFwG/99j33
X9DEcFNsoCBdpv+YrMa7eLDLtRQw4UzHt6AL8B1UJd4y8ozsAH0EHnfrf5Njml3LOBQEaOd31ZPR
odLbKwGajZuxmJyrxNDcsOUErBSNOHJ62CdywFqv0mSvGwdOQ1NssHOf8+wcq2EE7A1mbZoc6kSb
aeZj7jZSghrUE3x5LTZjU2fqNJHCY/nOaQxVCjKMlEdOi/0YLxo2owv6VaLbaw21i1pym7QSzKGe
IVJMx3yd01vs1aA82bYtl7Xff7QNSs2y4SakJUwT1JejG9rN0WRN28CGYF7BK7ZUu7Hf1F5Tg/gJ
2CDkwPhTRzGiKNyMUikNvAGk8ClRSYvNG7ojDe2rAlt99fdZHzM6kFYRkovWQo9ji70lWrAzpknd
lUYXAqBikJ0youQa+4NDOMAph33Uat6V2buhqmTR2N5rWrT6cuzKdNMM6kVVUcQRcOsA8rU/Eouk
oW7023VFLDyqWJqxmS+f8ZAWM5kpnxfYcF5qWx+1nzkZTPK5lfaiHd90gkuP+L87RJjQZ2qUNKQa
zdkILVs8vR9SiB6BYf3EYLPcWFPEU83hvXWomhJKWuqW6ltEsOJsS5wLXTzxdKJdFoc/g682zJiN
vU7vf9EOwA18v3yuCzE3FBsiJgev2fZlPa26+W0Pey08T/3wEvctvGBkFzMYCbnpuSmJ8R3LCzMs
AuT0YhfQk1K5ViUwrusQBOeupkGJMPfLhwJrxHa51Wlu04Y4cBOueKLDGjEnigsSehIrUx7ZuqQ5
CuRi6oPKsruTU52ACCLts2KetDec9G4lZeWWoXmdAqRjRYU+wR5aBuJpS/4Co4HQcIbHEKIW5i8W
Cz1pnQWcN9wHfkXwr68/1+hVyadehU7ePOBWRbRs0nEM8jJz/x7aTP2mSc63KwEHsMof3QDLA6x+
N2rRDo38BryN3b4FFbFUhlnfGvCX7AaUzfDFsm7ZmEZ+/OcBsgqt6ZGxZhga85CefbkIkf2UBB6v
QqpB5mEebfCK1CIvSAdIcLiCIhupK321S1IFGUQpaFVWgUBKKwb49aPZ7KY0+fE8gI1K1/V8K15q
0w/kPrQaElG0BqZMW9z/rsrU91E5EA4bq8bFKcriISh9iM+DAd3WGD4DTkjA/Cro6KDINr1D5V3I
kTAVq3xlqGst+5BULarrAg0itvcuM+UHz4yn1xSAPqjpV60Zp/A0R205JOOs9ukP1rz0NzYcWb9l
YpJp8T53epNjaLFizOCxb+m5m2eIIqysQEAWoNz0I9yCSvrpqU59phsPyIMVzN6PalwSvkFpXnfm
o64QgmYriesrztfQaupBVuGPDBGsDYEkeqS0AMxybuggF0YF0SdDFSUwjXtz4wR6/A6iCUWuARuE
8Q6bHLcyXze3VcPADC8ARiRdYUZstA7C0L3edYLOo/YpRqocXzJ9QmK8bgsUCWFGQy4LHWbRoVeu
ugAHkKJSWxk2reDcNDF+dVqyLgP76kEMYOdx0m1dd2R/vtusbOc+E486jQgQibR9vcwnRsreJ0ae
vxg5gkcvUzHIVZZ+GYZ3rUnW+jVvTJsMN6yG+aCdHRSGRqqg/pFMfkRabsKK8oO9Qj98WWJQzwkc
IohKZHZkJmu71hKRp1Jce6Z/x1BQ3eJGuzX2uG1bpuH+2FtHnRdrzQGfyXoEkd6PkEVafiQA8ctf
3pXwUBYxOuGcyblf7eUk6Cy3NJS1uialK0ivsIZevBBo+gyCWEbEum9CByewFCwATlp+enGtHw1C
vBe1ZEQcR+McbZhl9inpAQPkgaPv1Eqpj8LQTnnrxS5P7MMbJutqeBpglqnhkKgZxGlQczO1oLb2
5UOTx8Rl1lWwxmfBQDoN5QtV7g0Jdmdp1X7ImjM1QHzEHYQmrr6MQkegY8Tjg0ojR1jQRIqQNlOQ
IYHm2uT8n5yMtCrc3nBAbDqDi6wAEV6MnPyvmss0z4KV458wqqsbw+TkoFQ0Dxpq93Wq6qiWx3rm
TxMAFdnojeeHCe2WlPGFyHF1XUXatG4bePlWriK95VAbaf13rHEn9R0Fo0ZtNRgzhiZrc7ev6m5b
z223sJgbXwSzUyvQvHEq5OUUPHslHzsXC4e99Ow4Z50ygX0MUej+fVSKlETykMGcbMC55kz6Azsv
j1Ro9k4X4hKGavRIfzK7GG3KCY2FAENijsCQr62sof3QvSh+4F4BDqYG6OtaDo+FFm8sXysuZdx7
R09rUB91gkQdqQSJS6kfu5nNZlfZEYpOdfIOVQK7ptea2qZEJ9zHjLAFKBnhcw6Z4GJsxVprUOnk
zOBLzD0y8+5e26THJpjvrAxdvASReGgNjhGdRcierDTlqY+zVypdUpTwvuM2LfdYCkiidkDJlQX5
qiKdqrWfgKftpjJ1GawCEh1ijAjorpk060vVqUglcoRrBxrmwLnppQz6uRucYdFmpr8NWz988gei
+bKG56KEavDEKj0dx9z/PvYytG5qaVm3oKxYEkRm7oPRwJpnNdqWbTy65iPEaQxPrpoT2KVVrI1j
tKKtW4KABksbGgZsfbMD8hSm2kNre7eOE/tGhw66S4KWnKfhf1F2ZrtxI+m2fpWDfU8gyAgGGRs4
N1LOmZJSg21ZN4RdtjnPM59+f1Qd4HTLjTI2GhBUri4rlUkG/2Gtb5XWMU1Zdq2/dCJTEjxNgUwV
k6Xf2Hfv10pn2wjZ80c2X9W1qjLyaNchZOXo9LwwytioACOLHuIb6uTsUAfDA1zIWRSwH4kGChdk
KnaCfiMe/Zl62UOuAFXYy1txFxFe6DXLBUpZetdY+inwqNJqxFCqtNA410ZdasDlP5MlKi/xyLHk
KeTjg+Xw4G1yuEeUXiulguQpN8DbaI69a8I7JDMs4/P0ArkDDr2fBkDTIeGGPpzxKuRXsmNUHKbk
k2r99gWi43RoprQ7tM1yrz0wH1EWjHf50gfAoOv43mqB1maFJOhDJBVb7NVdvIwIxWO2cssQPOU9
w8hUqeaQcaDztAWyi3DqZ5Gb6szKDy1KTJuUDba1B29C6pyBqjd1AWNXHFBj1pEXun5RpdPtl3F8
dgfHO0Mvw5CbT/3hvQDxoXEtYZNv2nayUZl2/PDFPpaOi02yQOiDnoLzgqCIPLGBz48/K1M8TV59
HgtEwJyo30LZkvrBbHzr8ITamc7HMhEeWoYeN2qQPnxQZj8iIRptWIZ4p6QLLjrBAZu2n01Wf2oq
cdfbCIeK/M7RsEhcsJb3eWHbdy5hA2Iij51HBhrumRO0Tlsy0bsMM8TgP/YelEiz8nPMgjPBj0lO
baqHJnLL81S3r5IA0gYUyp2O1wzaKcRGoZaTcsuXIE93741k2eb0jX3+2vkMdNqW5tbKUfMrElrD
lF+/nZmklrr8FrfLT1B35E62XyyA5BjLvKOUuLxDUe/YsKJJyaAEJIleiPe14CVmkFcX+LJha7Z8
yGTeTMOxsoS8lNbw2BVRfOeGxWsUWwQYeuabu7Z4LI+ztZSeilWXjL/pzFSj0ZA5ecqfinPrjswU
Enp1VTvMmwIu2hzTNy0vwzxWNTsOmnaXcYzfUEojTIyB6XiuU+/p4yD4VwDDx4xgSirlTwnipsRm
961LKV5CF0FRW2F5aKpSgEHjDaB0mzeBtZAQr6ov1tAVe9+BnORnQ7JjUUrdLD/POUXYnGf3wB75
ODyf7j50LkvGemGecWtWWSvv5sIH/TmqvWUKRVNBk9+kwFZau60uFs7elGflQzRvxxRRNe+jPFIJ
TteWVMXKaqp90BCRlOv51+jo+q7lZGp7om1sJp37IbTCTQQZ5wRLE+BOnhyYJUGxGjkIGywHlAQo
RUHvQr4u8PH7A/EmwAlvqli+6HURP1X4eRIrIuKm9xDY+k7ABnZPm0CYUJMzqcMSdogBhq1YgV6Y
4dQGBe9CyBSTSic+bQHYhMdxQMKcoh1ulH4qciIkFxF+diPX5aNFeC8tpntdiUxatcGPFGo0/TDP
LJE3IJNJpDQurOugYMx1w7AdFlkCjZaRBU0Gk+FfHga2C6gd67lnuaNLtrrvw5Q+qF9ZezxBnxsA
AWXDIYfvmuRQ1GddJKf8s46Yhoe8S8iXKa2ULn/IBtfa7CDulnQXhWUBs667fGOTDmkWQTfgFeIQ
hSQQ5aV9RdUUbXQOx4lqZp9NYLc9zdhGK+Y7zN8xONYRnvKKMAZLv6VjK09tybkzOl7xOIw1gjD3
ROWlSIaBey+GnMj4dRSU2DhNwEPDrv8WdcP4Zjr3peTkWAoWUUlwJ+eheBQLoZc+HjeZ1thJOrv6
6jsjxjFTEKKYoRRdMTloqF66yjbHUHXxeeoxSQXAv05cp69IZK2YKej75F5yXXtqBTZ18VOrabTN
kl/LjjbXlE50G4Gv/DwgJmrShd4hqDhAm9E692W73L5PJHrJGe4lVFt+sow3TjY2h5H9Vxh+SeJW
HzyRYE5TExPvpVpuhGfiw6BkcDIDhR/HFzMuHT0XIf4AWUMkCAMMH1r20TPqqBIPMNG1rl1VyH34
AuL1LhNht38vWiKHsJ2ytXYm88Kzw6XTAaodmBqRtRnauJ0aGt5zUqFZZiaAON7oFD0J6BPjIA1b
vxTa+qxRfd10DeheG73MfVmbXR9xVHed/ZjaiGpa+cuH3H4ovOFNho3PNAOaYlR7y3bssHpkbegR
LlRcg1EVJ2jB9aWFlC/mCq1xot+EFaLxg6vN9GAKHtsx/sLzH9dXZ57RPmbsS2pvo6goD+kCu4Gp
TfaikdJZXTIAVSzW8ZFx9miVkDxKXmjjDUQYL91faUvzTVVkn5xEg2ttcoz+aU++FILI3AcenRO7
zHOc+HrVzDUq4xKptUD84Pj5sbPwgXcTEox5DURMq9L9RAl0GDxCu8dhCLZLJkjH6hvmM0584m+W
t73xl5cW3FmeGNYGBuzuCM7m2iX5W0MaeeQL56VWPyC06Q3QXHFdkvpixniVFUPPTUsJyW1kCiaX
7hO4zGAnm4phhz3Ks+2Un8BV8gtIkCVtH/g3GItfs1oDznNfZZlqHqkjPvUgd3EgT2TFzBQoZkC8
zjLwJPCwJ8w1pSM2uuxYR7KlvSxGXcNVIZllYkJhGvwK0oV2kKnbxUe3IzhKX4uKRPiE2U1aVGiH
Rh4sfESr+Cpur4OCFB0TI9mm9l2CWmoTBMCBo4KqdomxcmaQqsIi8p+mEBaUgU24W8A77hLQVHhD
olerm8O9NxCna2fko1attE4DqFKGcZySoHRL9DyYFaegrr5iQfbxOy7j5v3f8sxkL0oqeaKKi7ZK
coVZPt5WC/2Ewn/gy/mhR/V+SXpoWu58DfpoOIZWBBWCKMVEgxDnPoSDzr6DtRghFr7bfwqib7U1
kzFsB+oY+AxN6ImaDSus6k65M3NqQy3fF1FLTkSbfHHLH3MUJuzaSobgAZmQEb75c7gCfZMkn87Q
JW9Kq/Yfad8YwrICXJq53+p8UXeF7nbZGCRIfhLkaMoT3mZqclJ/bXiS3szBtSQUJHXTPow5CBBh
/3IMvLZ1rZ0mVPgm7V+CLm6e/fGL0A7cvJjVJsfIZo79v4asY/odL6RrNhK9na5Jd8mnqzUvP8a+
QB+FP6rDseOqmthAqHh0RckvYHR609TyW+GIF5BzmAiESXdQ70O0j4aA4Tkkh6Gb5INq412XRWIf
J+FD4vbPyhmOCc0H+dVBc2O4zDWcuyBE4k/mO16KnlaidunJSQfp6G15L+E4WAchtHeaWm6fSNhn
+hvSnS18xeW7EDVv9954aILh0UsTrFxFwisZ8h+2sEN2D7frKkXby7izyWbY2DmkIYvSnOW7fzsl
aGvzeGB9YGU5M/EePe2ujLPqzapih1uG0kUR51RhG9JjfQHGgIw+0ubu/bswtPA0jgZ15tSLjczk
cEDf8TqG/qcxZErgSoxpGhkUq32+vH/3/sVagNsBNjgUUxPeh0UeHaYu+lFLTPw3bVZH9xXxjggs
ZwQq65/165+N7YA2VvGcYNuaENaF6nssPTRqkgrs/v2LcCQeffQ4f/9ZAH5v13RsSDw1JfcixERM
6b8c0bZeU/Ab9///z9+/s0WpqQkajVEa4rrFOKWHtX9ydXkB90SHVuKVGWOO2Nqb1xoSZ41VWJtk
gEDL3+/dhkMPoYWBMF4Ict6Ar4uTMYrwUoJgbBuFnBBwHcCxU34V5cZZ6mZrG4pfEa8UQh9XpHCC
8TllNHkZYmAVwjxpDf5wVnFycDgRgo55H7P4a847S/4JyDY/u48LJmQy0G8jnRfZ6/GnUlS/ijH+
LMdVko9VWzCarA3G0bBmlNPNct9I0JJWo4C2slrJJY7csjt5Zc56evxRFF+1Hr7ZLP/A6oL3rveO
DSIi875kOKniJmp3TagvZmZYTG9H1aYhzERF+NSyR02hgtyEpobqyeQMwxCrI9iopUanYZnhJnIj
gs3FtwIwyk301tvfPfZFdFLqVEJD2Ba1YGszhPnWJOm9dAr/Vg2aeMo+s/ALQ7cwiQOkdTgoVU4P
qsGuofRXoEun2Vs9qzb658j3HjOdseKtmnuX4EHa1p5AmkYwW1NBzjraWMcgQKrcr5PoyO2xflLe
+l0w0JX29/gisyn6It3KQ7dCfZBQNFqdYo7XZXDR+QvRMHwtgEeIuWg5dglbxHfE6NglSZa/U2Rr
V9geUotApKL8ng0uNkBXlpthKbqNtSJEvC2vA7SDnWImmK+T+Z4SwEKGAjbXuUTua2wN8NSQKgmH
rY6ph8mp2DiImh32eTQ58scyBp+o8xbcPe6zqbxNvMQ/4DRpb70vGrG6TtA/K/wMS4yCtszSbB8h
yc6q9B482SO7YyScHe4JkU71TjfB2ZGkQPUhzZny51vkN/O2rt0XnzWR8TpGPBGeYC9yfxqCqXuQ
81MbrgM9jGnMjuONW2pw03LeyKDYw78gy2hsy63ouxP/7+dxqIGM9TUUJgT/bdFCwc3Uc+TEDgrT
VmyrhHxcB1zB5DZfnJJsQBc6Bs8OfHniQNm+c9IVf9WlR054hvGkNhekTKeFXWzzpX5yGrfe5Vh1
/IBFkiQVwCDXJnzVIykPM0k4YPCnz/xhT/LaN0wfVUDIFD6TrXA7hFfxT0/ZfJBxv2FZ6e+8Caij
acNNF4iOh2Szd1zSChjwSD1ptvQwX7pUvLGU/Mr7GkNVhoh8E2kuqhLnzFZ0LOjhWrK15hlTMkap
YGRkIbkapcXnEyCJ2PYwE2DOt8eoaw/0nAVbNpclDAFGdC7OzVKMh9Iqs904J9dWrz1pCtKgqo3Z
MEHjgeOUGP5k2zxrh7K5HXZForrtEJfsDSFaFW1fbhbgz3nG43AMGxb0sAmqiUdF6NWXsMEZXyP9
T4Fi3Aiij2rcZ2jqACW0pCj7oOCs9LH0E/Ks3Wy5XSzA5DFrnbknSwHtPbuygvmWseU969DVHAKF
a9RVfDMa8b0DloEhjtI+hZiaBzgMrerHnJTEZcMRuV00KvY8+FQa55DlzFIaGy0yC/fn3q6Lm2aX
l+qvPMzYrszfUDZ9SznRbjwXq0WEoCZrG7BtgXirZ0Y+TDBu6kl+7keM/N5L3tvdbil2geNPB8/r
7sqcVW2gGcQpiOwFUcNI9ZkUjW53jDUa44UiHtky2cfVW4Pk5XbsIp+3p32exxjJfYGSsszDk4tG
HKuv3qHXP9LYfUmS9LsdAdlzOYyLZt6SBx3thW9e5ukMz/Srw0mEhLqeSFxST4JxfeQzXFYYj1Sc
voKEjog3AWRShp977roE/A8RUBOFerm85Sb/6Q1ttScNIyCTLqyar6BBw80iB1YNy6VsyEtjOMQw
An9Sn3cufsDhard5RBsPj1fwWeRBAsNDsTevsHYzL/2BOuAtLIfxqDsM2Yv5Gbg8cOvM2o0NFsV/
lqetStcP4jTPk/zPNp5ZAY0f2JN1mUs/yfCqo/3fxLP/pdLkeKEZzW6jMZR7R4KL6BsH22sfbNOM
lKzUuktp9De9x2RepZCBM+6wfUh19IcXB+jztxfnwud0NCJfT5kP2EYVLJEXsUs4Ja0victi/IXF
B0l1pLaM6JnnZ+bOyD5eJ1oZVtII7TYQH81i1rKpy8YloEXJbXwwKFGd+ekPLxB18W8vUHu8PIPS
0BHig7RviErdtyYMToo2D7tYQzVRRLsU5BL2FNfcRu0IlS9g4ygynHAZVnVHlvf//DJ+0xgrz/OE
sPkcbekb9eEztFXfWiHSwxNqGpYUC2G7sd6UuftWaorObP0wqwgxSZllf5A3fmC6OT6yZgNVDZ2z
sBFLf5Q3h8arUAfrk1xX0i3rwiQGOeWOZjUA8xvjPBxRyJT+H2ByzvrZ/7uq0rddzk+uXKEVOU78
+38RVts+LKoiy11WUHH9gOzr1I0WaYqtfehCiGdjzrFFPHGx+L8w/Tak3Vzn92ovBy0SWPGvfMpS
8KkD87dikuzg+3OWNMMd8V3fck0Rj9bhT/JU+YG1t75hUvjC9xypuGQ+ylPnnJGPoTI+yb5hvmIt
p3FVEJQsHYCCqOEqAcIgzTgg0FPg4W4DZ8kuCHBxiNfDvEOVmIwOEIiUnbuFK7Dp2/mQOs1j1VXd
uRfVtm/Q73lYktgbIyJffuA+IEevTVg4sJq4yRFcXCqHUELhaUg7bYJ6IoEZkuZ3FN72y//26vQx
2XCVCM8Dzyc+fFBloWrBO63JTEND2nID3wiCbeuhf20llWDcMAC2veRLo1Ox++ef/fvpxs/GZ2bo
SVwHSfC/XyTE1Iyo31t9soXeFstENGZu99uKQGBvHZv+80/7/bjyXc/YvutqA+f241mqO+nUqCX1
KXasn2NZfULjTRAy0/3Uzn9NVfAnuOF6vHy4B1yjpJDQDX0sCx/e2rTOayYfpXtKA8DfYN5uKYn3
dktwYNmvw451RRCXjP1D66mqmgKZl+RpW/oMAdf1aN146ohR8+ldNJpX+MMKSVcFbtMqXbVLObAW
cmQewrYm+YNJ7j+/Y87vB6hPUJbn8YYpyXcfPqAiHoJ5zLQ6EaBCNFPJ+D5pm6uN+fc0QVg/2Lb1
KlmEacPLRVCFeynHmFutcsTRRyFSFVjxoMtkajasM/Sdb1WfHZxGL0vxKXDr5W+PzV/Tf4c/y+vf
7+7/KXqmqHHRtf/3v34/bH3jGFa7vO087z++58YZY7FUrnNi1MCA32Xb4fp1AU9yONpBaW+K1ejA
KJwovPM/v1v2fzjzuJI9LRlAe+o3iLLH8JafnTunaXUP1AXQOdtHuTM06Rn/GpSBZpjv7M6H1ph0
7LpWTW0zEeGJxm/4w9Vuf0A6r0cZBhkFXlMAL3Y/QpUHERcyIqjmlOma82pVDy2r5ufK9Rftl5Ws
4nHDUR9aHuj2f34vvN9vbYNLx0VQ57Gw+f1YYdfliyISp0qIr8wEK5Qjcn51/X0uMenFrKCli5E2
D9YVjkgwzkK9tFDuvnmxc8CAbH9vbO+w9KWLoY0kLwyFdlMRnYWaIdTJsItZXD5Myr4uESVGFahT
aKBJpEM94CddbnoHKErn4qntIlZuFZra+zAOt5I5yw2GEXeX11Bn2pncIPj7ZkMoxNMgu0Nfm+LM
UmI9GtzZAfzDCXZQFapZew4J0orwXmYtZbppbJ5ldvGWiPDJWfx2lxgWhaMdHEIC0LlQNjHBSRfi
sfR+nOoKHJN1seUwv2GePQB0uB2tPH0iqGfECEqWxzAu7MUMy86Wjirp4WQpf/AvhZc9d2F67dvI
pjsjguWfP7D/8MA2AiOUQ+iCQwPhfKiVipjucbYCaL2j8glac/coDb4nUes/Dp04+yEyjHRGM5DY
NDKtS3hBUmCAD9yjWBqWy4xgwxpdMfk5e2OPzAnQMrIsqUA3Ym13l8K6waHg/OGFu7/f8UZ4nLKU
x8aX/vuV+C+VRpgNyFaoAQGeIRMFqr5frPlXH4bu9zxv3nxrJmDF9e7SZYEDGmXspIv+2hm843QP
9gsSGqKkWeShfLgEGRHCRkvUg81E5CCU7zSEVqCTzyHbqu3Alm+vggbLUcWuoWWtZZtXmYzI620r
V2eZscnXyNRPpAZd3yurjr7/kl8RK3AwmsnZZg6UhIDd8lnl8nGy2IVkwGwCRM+bKYvZFHJkHmom
eM1IbJT15stqRYTGpDyv27KF6l7yDj/ATc9vGtxgh7JD5+U649d/vir+g13HwObFHceByk3sfHiE
ibqNlsHnEZb5B8Ow5771unqLnA1/kSGrO+zymUEcK8G0VCSg1h7wwAhRRGqI+mrSP5zu9m+PVLIA
1vMVCxFnm/r4euq4ZXFJXMyJj3c8elAkfc/bTqVo7uEoIPt/TDtibrwK3eMkql20oFQvPBZvcVS2
hMfB3vrDW/Tbqc9LwtUkhdYA9H876fzFQZPN8BAHaiyRmYI4YF4RjOwb0shmPOMgr/O0mO+Y989H
DT8lxxF/ljYkhD+8lt/q/fW1oDW2hVyLV3d9rf9yL+S4c6o2EPPpnbRLjQBWoqv3MWvAm7HnQwsc
oJAhe89Npy174/W8NmusHsI0WwNT8yt7/YD/plebmm6XZjIGEjotb394ob8/nTQFxdqUYG6iQfjY
mmUyiiddeSNByY65wS0pjnkoLqhjDX1a6h8YwJL4jOb/IQjMwTL7uuTWNnEeXaz4SS6YUEbP/RSF
DflBQww+rfHzSzaPd9FuQuj7VNUTMfbGuYf3Uz1zQuRnNpYYjkbiSXqO4TIF3j6rtNlCV/gaFN1P
sSD/hAcRwKsA54wUt8CtXyAIdxPFcHEVVkc1WJ7Bd1EW6nYvUeqrloQ3t4Z10szkAXQO6coVZqEz
uFVegILb0vvevm+zVUXmFQeGBRJ5kDYEKRX47MnNfOCeLphKjidmowHyRqiDJTTl8yRZC79/qToi
FIeZbNT3BqRkoYf6VXaXBbck7pBCPywzEgTIXL3nfLJnyvkkDT/lTvUVoAOb+zjbWqqzjzg4fzUC
PcggF/+W2ctdGAG8031vHt4P0YSh4Vn4A0GM/VdRLngjIIOitLrEtvXUOh1GnAkthadIDKi+sPBP
8BwYc9LNfHjvpOOg+TUVKNgTM/Bu8CS4LZbQvrezmGdcHhxa5U5/qDl+v/hdm04fv7Fxpfit2Y2h
XFeoudpTnEq6tQZ+MkVpNcLWlTjiaxYI4/y/v/tdm9teeYolhQeE6t/vuC4UTjdMUXMCbdHtrFLd
Zf1gzuQNZseEfKrN4kvIJUQJrKqsHDPP33oFt9f+5Z9vKudDg6Mo0z3f4UmIGcwVv91TBdYPu25c
xWraeqk9v7hwE/EIdhnYIvvdY99QRx0Fd5bqgUfg11g8rkQs9OZzAr4kakjHLXw4gXHxnUKEwTFh
ShVCx8nKqZ0Mq/wlepSs/wCAEBe4lM2OCMBtOU3On0563/7t1+GMl1pLfhdH0qOuVtJ/OcxUxqZS
Ido+RYQ0b3wLlvKSu+KUtwlz7fd/xrJon96/S0GatdUcH0cvWE5JhxP65v1bP0DyRH5enu1maX2e
JhJn37/EVPFI3EkFzBp38/5HrlUyPGR0AQ6hW07OlLJQ6LqDRAjHEgScSJpioHjo52NTQy2ZEy1P
sZuA7I4qstr/37cCZYoVMnjGOS5PSeTPW1e3v3IzW6e4XCae7y3El7wNYBRPKx00GJAtZTI/KDc9
JFbFXjtRwSlDrh34Fb/25MPjWb+dMQuxkDgV65f370wb01CKQvAVdzLFqhSPhdthlmmSZ6LGcUsH
dXigF80Ok1Z7x4c6CLHiuQb66HCKoZirX/IuR2gM9oeV1bL3ok9RHrp7r8bOxi4Bvbil4xuniV7e
nZl/26/QC2K5g2LnTviB+pVmUmWqvlrxN7uDjyXz+n5RZK51TTztJDYtcGQlwNIgzW4ntCQOy42n
xB7slyIisQUty3YKUlYFGQtWe1bNGRBGvM84pWHSgaX14KQzew52lbJ37+XZPFZXlYTwzcLU32Wq
iw4dRrH3V8kO/K5g905MMfBw4RXuc5c68QbIebajfWEzj0SIEBGru1iy7C8J4ieaiwrJPZyy26Zj
1tQVwzUIavGShMLsQ7TDjTLBM57/27TmHhJWLXkutZW1AZKzqv3UXViE2QPpWARlpyiw9Egyyrtd
h8cWCI+R1RURuIgpugJ7+4xdHrfWgWsQeFIRIV6VVrGPpoZ+oaWdNm5IrFv7F97ZQydH+2VU0HjS
OrTwgDKSn0s3v6ByWdVO7sVNUZ6F+Cj2HSJX4ocSG4gR/ZOpW3aPgX5BMOZsE9Q1+zLHD5nCXOr8
2GL/E35mRkQIlsMYylYHP4vso5OrQ0izj0Z9cbZd0JxmCF2sPtKitl+L3P0MDurVb1fIWR/hK8UV
f3T6ZmcB4jnI0MbKB9FDCyz+VbTiHwfnC8JZauciA54GS+fQRqQmOzdJ30xXXuZNp7HH/z2hFCmy
Q795KmtU6hjJnt6NqfMqy51q8+Kg72IJwyzTpfS7FFP/UNoLHG4rgaE6Iq8asvgLSth6P5Dzjq8X
0V6AwvaqBjZMVqxjOJLfRLjovWmJzB0j9H1EIDu3RRKV2Fpp13EZcL0uzuOCMuZlRCN+k8ZZhDiJ
f8zq/g4jj81pKwDU9UwXvH5E1BLJ6Ro3VP1ySEhOjP3k0NbiYlyrOJB+XbAvxrw4YfjbKmuOcGEH
8gm9AD9+aZ5nB86ScMWWoEfMXtqHTsaTF5o2K08AKbOuniEzkDDc1D3LE0VE9cKGtQAzeCBO29vA
eM0EllMEBNlBhSX56WO4PnrnELGtQALZRBeGJRGQIU6hFnwT8yUi4BqZttAQE0LvWGDdaQhDo+9R
P8FJueNSANtXShR6OAvO435Of1YpUlG0fdVFxPGqTMFwkiGsvAAto1PpLox6sy0DSHNbeyS9+qXy
YHOWIWHcZC2kOqxfqGtvS79Qj1RMWFZMe1d0vX0Pvy7BE/GEcScnBqDnjAF9lW2GzjBQUdN45veP
TrpwAIb60zVxi/mKgiriClhuhtGrd66K/KsVtvZDxc1U087ehogxTzE++HWAO56G2rpATUyDkCVZ
L17LamImV4wvKdgqnpTzvOmq8AEBsf+cpn/xYGDDCsnx1OV0PXSSQPKxbSLmVfsOk8UQDAihrmay
2xfG8vZO1ETspVGRnaYsJK/9NKexh7Wk+5YRu0AQgYS6W5Fa1SBLOpel/9SKyeUt/Rb1IUEh2j+l
BhHcjPh9F7PWhntmE4HeDPmnPP3UtwT44bY6x6jJCceoTmwZk7Pl8ohrDJT0qKjQNXqKspLc8OnJ
IoS7ItHLs0vzUHbQoKdGNPsgTR5VwaiPIAe03BVELfIlakQ3y3iEawmydM4/8cjnoEKjyrstGPSZ
tseQhL7tlprYYEGahk3GMngf9vpmCksCNNmmJhUqIuW35woPbnzTm71VV9zNwr03ifyVhnozS6Dn
6AJwSbuTu41RTREs6oAYasozGSNLWQcbXag30rmdG2gIJCn7LnVzlj6guudjSCrITZAe2ACPOL+s
fZhhFMAtttyzkmTQJhYCkHAT7yJsy1tcMfk+WGq8EsaGkStI/xXynrYFrRp8moexkTj5kbWiTXLk
1mdmT6x7syk9x78goOu3pVtGO6RbYs/7ehi6bCahJZ2OrqzxnK9/NUvh+NZuCkx7JRgp5U3PI6fQ
1uMI9TmDnmsnJNg07CfEE1flSve55qjMyVa9LnNZ7MehI2+hgZPcDCkWHxhct3VAJCTvZLJ1PRcv
5dyulpH4AjwRVd4yJd+E+azTexX33lcNb6N16wy/Fsz/ZBoHyHvN7bv2t0yBGM+R+y33NKrCJIuO
xuq2dWCpu7yAxt0MzZWW8odDxq4/mOVoi42ilKIxmn4g58B9mLePngctTpS2e1C9d5+l4b3DjPvB
aWeiqSviocLs4rTCHJwmF7eLRGobrgw/Im7sPSXato8XfWgxT4DyFYA8FV1HBBpbz4wZunaI6Jr1
EZKWvSlr9fy+luk7mR611QCrS4o3Ce4Q96e+dEV9VqvYegrR7QARLxPVHJ2UwKguCDFaD8CHDZmd
B8lPsfOK5LGi3MdhZF/cQZ8XP/tRd4m5D5AFSQY8+25prvUEEC4Lgxlm19KfYhtW8nIuZlPdoy9D
Uqwq68jmGciLaMwWZqKIgTQwCoIgMCdPpfGjOxf7hD3b/qVuCJdepLtpgvHbu7Oc4MQbvyZasFna
S+0DJnYNBBnTkQa2LkO6CpIn6LtNXdv2ZkLaup1iZkQlg+gt+3w0rYAKiQKKSE6xHyumI0n/F4G7
NWIE1QTQgNGU3EQBkFtXYLhXBdZ7XWF9H1cLIw7RjUAsw6Iu+o60eDpUJNSiaCXEMGkg7+k+ONHk
oZPHGn1rk6h0CbBn7mPH/RYHUt65S7salZKjI7LXYBoVgUs+jMoc84KH1ycWRXduPP1ssuo2VYkF
QZUoAl3SgcLofC5kK869CjcsUWdwZqpgWEwwFLZfgn3KJ2Z7L/nsiHO2oFcZg/SYxdBRM2yr29mT
0T1ykt24YG8GUEJ8R99hPBmHGOy1S+pYx+nLWDCnYXav2oo/c4w3p5Hh0QPhytyAujxKP+IAIQCp
X1zzwOhExwgoYzaCCCxZ+9Xt8Mb0r3rUj++AkzD1put7HYpoepcZGV2o9yXHOJJuq16hs9z5G6sh
RSL3QjSFPRcnBFyluv6IyKPdhNIfHi1DbNsUijuIkCAWQxI7KpcMhSLyHhKhmr2Vkx4cLAjvYBYg
VGnj796QLsdp7HGsmvypsVMeaLn1LEJV7YEUGo77BPGJO2IGj4OjmerqqVh57bal1ydnSMwaP2sa
0i+DbJ/rfPqs7TF4YlqEHqpKnYcBkzXjIQAzc9Ii5iMe+UDizUo4MljzhuUct2J5cHrAA00+Wm+z
zB5wIvXa8n6BPuW3bcQ3+mHipZzuEoOKTGrQn1WX2scmJRRRKK6NbDVV4QBrK0xHgya/R+IPPeja
/w4dwME5dq47tmRLMOentFzzHl0jMW5Ad/pbBNwCJ0A8yjoVc9GNrufxBMfnUw3GOTJV8YgauzzG
kT+xCugffZl730ZuMLNgC+ozMqxDxJFPlUZzw2lyjEOyTKapTzCok9+7GvyqKY9OiXrVAHuJeGiR
JFdtZZPBDi6srer4GOXzNayXcqfUErzqCLXNBAe8TIZrOCjuOeLm7z3yfvFv4GuJI+caSPVg3AkP
yCizy4yX2sRw9n2JxxF5311fK+YXc/PotlX7OAwoIodqUbdr//B+3Y5owm/HBoZL26P87T05PU1j
Y98nvTSfefqYrTujh8fos5srgAQD+thN40FZN+NMojd9Hh32Z2VGdbZygcFSOMWeT+bL1BQuOzpO
2yARt5VBHVpA3n1ckTJVgzh+TicFoElOz3kHtGBMh4POMHYzNvSfM/9rsLgAUGzzPIJf+Zsrwm3d
3LZLzGN9XRf0DrYnrjbMi2XAGhGye9Sq6n+4O5Pl1pEs2/5KWc2Rhs7RDGrCVuypvpnAJF0JfQ+H
A/j6WmCEvcyXNappWZjRROoGRYmg+/Fz9l57nRTAD2mcobkqhl2ud+yTjQ2ipu8HcAD9upTUA1lt
AbjI0mnrZwq6QVbaR7aaET6EiQCpKn5pZfiEDabmsm1yGMbmMO50A1dEMAhrkyDSO1mltUHMkx5y
hk27zu2OJijH/cCQxRPNladD/JuMSJjTtNp2PlINiNHathnHblsG+mPBDOAw0pC+tbemNvougHMv
fZyvi1wGyRGLNUuz6Twxgn9SxXhuNFxdNhXcWLQJjkeyc7Q2IjC+wetpEN+lE+c5s4zaRID+xoNT
g5hdB7OrCat+e6lIrN8WoY/PyiC/ki1vi7/a25g0v1axbD/NTlogyfqJaQLKHSKO5jWsGLVnHfly
KDgZOKO+yjzzzLBseM8EFpRxk2eZQ2k7rJ1AIW8Pq4LzVtGeVdele6ML9mS/lwcPUGTY1do2Cwcc
HTZTsNJiHnZDJHXoZ9fItgjOSf1lTAvqDBNnU4i2ubcSCklotV9j5I+U2uiyvLhfwMnE+2kyd3Hi
IVsBSOkOfdhZ+zwWNMxKIfeUw/FR5Afy6cPTUEdqgwkAPDKjEiTgYE4chqwi4m9YoKJa0rfAbjao
nXQbEimD4RwiuLwbTPPXbUZxynXvOHr4IlobTwrMU3UXIcskDM36sFEcrx1OFByaegjp/P3u3OZF
eSwNpsW2LpV6uIGgqI1IIq988MXeX5gJpObGORhjojOi5qQJ+VSjWly2XZOvK88hrbWO5boPjexE
CzlQ5XBUYth7nCH2FQgwibJujeI3harlNAc3MS+G8toHzudcnrNBNo/PvZfvvdS3L/hyD6UkVBRQ
Vnilf7/qE594njDUV52LrHLUovrY1BWBJ019MSo5vpJTAvOl0sPmAqQf5BMUmH5qz64Uh7CPeOfB
Q2wCUX6oZgbZh1TiQhHJN8jikmIVWhkh6ssaV8Ui9bqXWlpPPTZkbEYjsBN76SYBmDAYREtW/q9c
i/CgZWZ9UvzMna/Ei1b6H9Qqi9r2IHnXPmUuTY1t1hQYaLLkVBNpfztlNsX4V6M0qxxrVwC+bw1G
r5Ng79LnrqXfZ+fajCh4ZfYYWD8GMC7s4fVIWSXu9Lo0X73gE4riVzjgmbFdFawjM8MfaXDsH0zL
W2OzNFZB24UbnG13Ie6YdLLatd3Djol8IkuL5I8tKeRcGgMEktREvHY4ghBM41Yzn1KLlphhSOfP
tHSKD22ywlMZkQ6Ue8aTnzmLNnTerV70FzPOdo3uZoekzh/ChoOXbdlwX4LhXo22hgJLA4ycOh4R
H5W3izvz0MpwXLfKEp+9ERM4NYodJHzrwln0yCVfOu2wQ41irjRyLhe3Cq5kdTViphcxqmN+JR9B
GxBGl8i4AL/gdtLd38igH4UrE6O3RBagRj6rLYrVyOX8WiqWHb+13lqu9UUUjt3OmvoBZ5VWrH19
XLNMEE3cqYM5MgLtDeIsGGuybiIgA/40rJIAsx4NyBAbhQ3+WdB5D0auzV6iMy5K7Cwpzco8efSd
2V7ZIhxE7bv1altboX+rlpYWkMEVE8HhBskJ15ginG8qQO9gEZqm4cd1gPNNekLqST5Es1dwXtDb
P1USg6qen5VP7hc5FFGN48c/K1OqPYB9ApqsqF/d8F1QBWAnDcj2Q5OkL2XSrL2JJhkUk9tB83KR
CoAuIhy2tkuGRsCxziuqdmsrym4/4zjFFuT06HkLjOWLrk/XZlgW+75LP2XnxCdKeUD6DlEAHnUT
jN3uXnW+tbNaly1lJLWRpimdvPkxvRkJmzPCFQjafhOq/l3ZTbdRENiXaerQ+3RJhSC7gYPeMFtU
uhkTHLU6YVjs+LKDJFECWG84bdUWvjCuSWyoQO2GLFdvTmvuYhvXs6ufMdHqYqh2xcDIjEA1DejK
ErjpcEXi6S7chkmp3qwHaVq7gEVWek57mHT9fvLIvyQHwVrJRsOxrRSfHQ6i3nzYybrgq1FQE7xG
cjXXQDY80ZYEYKhkb4P+Wk6es83mYaKON49jFDEqZllvmZ9Yuwp7EPETBfqnCWOVEdQffA/ziynX
XRwbx1bVJJIOzk4bMYDTS7/6+/KyhNji0C2q6E7hdNklqd6uSHn0VqbTPlaZ2T6Qo2HvwOLTStTy
a3N2lLDvRRoeG6/81r3MW1e9TdAR4gQaFZ7c0PE1nmq2ql3B1KNsymsmYLmpGDdfwIaAwXyHpHl8
ABp+56Qj2WBaHp+Sh6z2xMGRmbFi+bi6zgguQNXh0kxYoqdodI5Uov14oYe8shoYHgm003s0qwzp
amdcCEe1fBrT8WLhcsM4XGULfJDWveax2Npm690FQGaWlcTRyFlZMIqYr9waKgxWX7kFfgqgSxQh
g/DWJnqyhdFAUMM6H0x3kxqSfU0jDU4Hwv+uxj9ehDtLqwKOmOaQnfUm/wz84kMKmiZj9tTmpvls
ErV9IyiB9agOpuj/cOaPVpimCPFG/Xtht1rZjlkcW0AlGzI1TbIm8Isjo3xohFhPLJyPJYvRGHl7
QdG0iQb7q6rH+AW9wZtnVGswv82PoN8Zps9e4VlHSYTqyWZBNtCUkajI+MCj3XIHIf5HxWWEtYHY
D1Tc9ksQvHMiesrpGD2UYWqt4oj8M5npTDLicTNFEQZTFaeEiINnLWina6QXPDaVzsenGwUe75po
k0AJkHf0pCInbO/xeL2YlEAnqzpqZqxvjQIw7n6MUsk0qH5JhWxX4Lnrd2+2IgSqGi51Xer3yije
8NNV17FsfwsJjcxUSbZNlea+TnNAAeuSdi5HvB+pmuyNydHrrpV+QgGltedwuEooSOXWzYKV5SaI
gmmxLSGQsFY5M6hAdHV6bFBP74N4ogE4mvsJiwx+HmSyO5ScNLrmJNjILB5VMrwGpTaQ2JS1x8BQ
B2tujThj31Ntc5jLy2Y8o6MbzyZL2UobBrq6cnxOZWhf+5EnXti8tLpWVLtZxxBa1v1jhGXzzukJ
7rrdHatAPur+znYy/ZKV0bZ0S+M5jNTaNfX8vWG6ss3AVGya0uie3TrfUfivege3+2Id4FXmeoRQ
AypS+zSq8V3B/3iJSL3NPd9b9/lKZF1KJhYyMj8XO7eDPsUp3nO6QxmRz+3zs3GAkNrDSDrB7wC+
Tjrr7QP//fxc+wUhfksyDJfs12u0llt4IQdxNq/eU/bq/KEbbBKPpxbKwuAPyWUOq++oIOIVSXtY
dNY+qzB0gPEOvHFzVN4lVo/o2CtYxQRVQbexV+v1eX1+P+MsW3wC8l+SGr4e1uZG7OtdfI2v/Yv3
Zv2CvaHqrRzAgrRzlnhEuZs81N1aCkYfa0KHvK+BcdWdvssO41VdzSeyJRGt4zPBE+XCflrSuA7a
FU4wrdtItaWXj3sVJQgOEv0cjTkRE1X0FMlq0wJEwy3FoFJWXkXER96T6SVtrPgNYYrWqO08VZyx
3ZVnT0bvqswHPqjOmrm19ZVSCJDyToMUs657FxblMUt79VlWwADkoJWnEcndVSr9ZQqLTav67JUv
EpRJRDkWeZy90kleigYJQipIDjJr2361eoeOWUK5mRQHC8NHwYt4fG3WBOHBYd1cO7XCkbm/poCr
gsere4+vsq6UsxLtWO9vN7Vd1fsa3Odfd90ooY9Y4fpJzKTZu1Db9oR0N/vb3dtXKXkyW5nnR4Nx
2p7J11GLjjmd201tkszgV07JvJyv/u1uw3TkbiLwN4FSvy9zF5JHFNbcGszLSDP2Hm7fmQKHTHHR
0CE2CNsNEuvoMiDc3L4ZlH2xr/uw3M+vQCmSdP/5eFWQU2HjwSmUke9vNzeqfhCD1v/nY7evwNrM
yz57doZrmWhtAWSF/TqY5iCn20sXccW5kpkucH1ij0Hd7YM2LLdjlzXtQa9MuS3Bu01C/P3sbRsX
f/2cf3ssqQE4GU3WLJmTPk9FHW0alxj6ZRvF3YoNDSKURnwaJ59i32LrzIpk2qJjNFl6zAiHEINq
M9P/9eb2WOg2GS298qDNf/XbDfNYeqexn3I7OAO4Gw2JhKWz6vcihrLVdAQZzj9IMd7/Szv4fxXI
b1l0tP5FE7L67D7/46egMTyeP/Of//rPp5/hs/1XGv/f/8ffNH7f+ofQGaPps9p+pt7zZH/T+BHY
/8OxzFmDb5hIyEzENX/T+C3nH3AdZhcvdAkM0rOJ5G8avyn+4VlMU5BwYZkA2e/8b2j8AnLr/6+Y
NwxT2Ca9ZRMFGzI/c9Z6/ovkg86K1tdlSeYKTo87p+0f6XWERELmpM67zonAAKAqQfWQh7NdfBqP
hfSRTQkwlfwTM6uO1CUlUbPehqi3ByTGnzAfClB27l1VTkx9+icfyszC8qP7SniPigWhKWnDRxPA
nD6S5Nzbz6ilSdTC9XoUVvNZkGKu0X+qwT8MsXlxDHdhxcbeSErQflVw13jZxpXEuhcpiSNRcUwx
Ry+CWtzXVoskdWCyWeCjkyTdLZALXNmkwPS201Z56UYM3cGUZNKFUNsb7Tuhx75xUpPsMVaVHHwR
sDL6viUq+szI15O7a+KIBRp0EuDpaSsN+ZIz/JgMdgrLL7YayVOtzxFAEbDFtDpi11HdQsXIdPRw
pIhktwnaj9ozcL/aR+m6UNnMaOe4/D2WlnKJJ2/2JTFT+ziDK1ZCvFopkgKWxOiYpzwfdfoTzBLn
e/ZQm6fbVwbnnR0j5xPyeOOMyXyuTWN/W6YhGUum3R51otIPrWYx6wOqSaHua5dClCGt0Cm8lrSV
ilJNx2m0wBZxKlkBs9Gv4SSmNXHw5V93ZRnUZNssUj32wVSM0ToWsf3k9q25L92eaK68j070FF/p
VmgX3Q+rDZCzfulqXnC53TTeqF0qs3zsyVj2B5eTh0tMrJc50zkHuHYocrzsds5jOs0gLeBdTnBw
2EsygNjEU8hVlihxD2O0jg4s5dbS5fLG9Z7OpabrwhITi0gbqDf6wYXeUVIw8DwMK/voOjRufGZU
B3sDTsXclUYQpJvDNlPF1Xd07cThQsJwiaPtSATBSrqieywQd90b+rn3d5FtNM+k/nCjf4TWFDze
7lDL4c0s+6srooWhEue5z+EYF1r8pmf0HyydQwySn+RtqnTUj1gH4Cpbb0PZjk90UF6AYvRfieLs
Oky2fd87gbGHKTqso0DnBC11eRi5pl0t1H5qR+MCHqpzX6Nz7TOA0boeFnu/kOIJbdfZd5Lu7Ogq
XhWN+UjdwLGDGjBUlaSwAdDJJCJ6LxUf8cxHLWwT4OgNzkOk0uTDCMg8Am/sPY6JIGlcdyMqDegS
UDamXZYAQKp5n+8nUpaWceqBoZzCXdWnwVdvYj/WhovPQRlSajnBdWU05LVWS4unXGcYWhkYD3Kh
M+DdDhqSS39U4QsMOnvDdN1ee3MyVJ7SJepFqG9u3/XJhjHkjH6wXe8unTtqbmu8jqlWYqqw0O40
eFsRnJHeBRnzT/6JHDd4QCY+T+frQ5b3/rkdcjKbkfiDP0IRGBkmpWbRVk+RI7dA4O01cSQaKPGp
f/KCpt07vfnsmzZ88yz8zGfeTAMz+loaKIqjNII9kg/2wuPDdqgrCyiGNzUsFD71nKaGx8KEtC3w
+ym4CZtkflxFPbF2MeGFt38xR1jdNT2Uox7bSu/m433auMO9sDt1ItBv/8+HeC/TLfjcQ+yAG2iH
onrVKyvfTl6prW93gUERJo8KyMzz8NDMlaGAThIgtr0Xk0yfRwRUTqo+mO5MJ1VHxVNbzIwGEk1u
94ZQhSszysI7EP3LYRwo1WuybxmvhMcxTvXXXGdCyOkSn7CS10b4L4KQUFd3sgcyobL7jpF5oTgD
284o1gCU8pPdDNlJS8kIh++48RBrIEUipvEQmE/4ANW+jAFblG4gHiubRtiIYu4n8rewP2FN1Bj9
Ha3CeZ2lxamgvrzw/qHj6vto645kkut++RLaWvuoFUbOCFPXSbWIq41bVfEdDUyO/X38x/OMi5fp
2vewkYazA7o0vhKsKIAek7l3uwuVJrJXjaxN/LS2+5ZxVaHBSl9t3/cPLvUoXa/ce1M+FECdy4v5
SWWtXQRWb3LNlt+86cAODllc10uj6n57OJkPpoP0ReX9i6NZGvwOI0cyHYiN7xMBYIdacF8YggNK
C1co6Fx3Be3AvjZjW5ARykcYFjrEMj9HXCwbDh12VL2AwsDK686ArLg4B2XlX9Qk82UUuuGel5w8
uyIjWysb38zAbzaGHcaPTJgYv/U5bDkd/aGyWasDp7qje4U8IOmOae31VzutND7miXwlzWCTxLTV
HE3Gz0OLQNV2i3bHvC1+Nps6JZCK3+j2XcwmLh64Y5HPHBOd06ED0vEqHHlPqJwkGmJ+bL6LoLtc
V7n+ElRTd/Lmm9tXquD1qF5E6w6SwGFwzf5w+wpfNTF5E+O+PCL93IKBhk6P5UlvQN94MU6z2DQr
BqQ5kE6YsMy91J2btr9YI4yt38uK1HHGVZwE2AadbB8XQbgxEKUuJv4IXD/gSsMcuXiE2sGv3y0m
sbs0Du+iTJe7vIw3I3q2LbNYqpzGDY6EbxBR18Ft2Vdpc821Lr/XWGXhkcxpzM6PMVEQ2WwK21zH
iJaaLQGuaZUxZtEfVRCTeJoExt0EGAWzZeNvyrSCSFi/h3B9jbA31wyG1Z1QzReL8IQ5QPMv4UhK
pFPK15rT4am3h0+7RlUmGTK4gv1Bpo67rMbHuM8wYPSBvbA6xjkpCFKXQdXecr/dMXkCZ8WKmtI7
i7CcNgP5Q0yF26b+DeI5qKHRoUfq3YKUhqvWBeXCMvs/FtO7rBlahDEGFCGNAN7STtCkJK69FHb7
NiEN0xNJ4g/ivY3rwOmgbxcAPQAA6FffYUvkNp/WF63DHcanBhk5Y8yZohL7L1Ztfhu5dmL0dtb0
AGmo/e5V0VYZsCJL8tqTTP24kjDmumaYGMfOcyjbFxJ1tpDfHPrTNGuq8SetELQJmuyyG15FUH33
pdMvCbw8UGq4iDdXOrO3Dg6piqL7cCoxKG50pffroA8+Sp/JTfFHEm4B+V4u/YaecygBruiNse1M
ezOqkdiITLQoMMNvM0X1pOfinkEUSUjfcdK8IW9YTVm/LUZye1Wc0/3J9rWq6BMJ4xWx1yN004dS
+v4mRznj6r94VpjgvASjNaNvV1UocKJqaMi6SzBp+2Z0mWlU64n6b+qvA5Bbr6HZYILx7S3tM1Xt
vR7qO1DpkBOcu9GFw8ZKvPDM4QnBOthbjUEQx+aCEMMWXOS0LEHTp332ULjqiVStHJ081hwrqVd8
+gGies43VieS90AbqCbZ1abAtMckGkAWn2zLOdb0+0K7fi5djqM+ez3666q+1CGcMfg7R+qndMuq
BodmXBDkdTYLxUTEVi0CVJy4yE19Pai3ke9eWr+CaWgtC6KPaFbw1Vx2xzoLTB6+Cfp858zv392c
GO6p+C46vdqSGfIEMBInTaMS/ozWHfrYo6pqFpmaD6KvG+hQhLss/PFqjHRUrASZCQkeDNB5e5pI
Po5pfsj1JFkUtNGXo1XRT2zIhhxGoDueg9w+1F/00gJM4tKh9knwqUXyPpEVAFyB37v1kPVCEZ98
c6CQ61/a3Hpv5+cxDPFONMjZkoGa6TQxwu6fmvAXAJL1N1M7nI9y5kU9u7n/gaPgK/H+sANcg6bh
pVbgG4B8Fa336+Vkhzjm0eyg0epF3sAsk9cUlCj7pLOKtfGzt7wX9MI/vaN+xrg+2tVP24LkzMv8
iNt0J1recpFF35GI7zsFcq8U1aeBVhpMEGMlhzG7zl7Ux9WHk3Atsw/QlR/uyig6UTC/Gap/DaV4
aB3n7FX+fWaO17K0oHrlw7vuyRPqYJof2oHSyMRAFP2JDNId5gswt8dgkZE1D7IRAHnlXBpi1OQ0
rkOyIzV9HUILKr32GsyyA9Vg+ckmJC8WIzClqSukimtS2R9Cj68h+6+jFdEC03a56Vt5DFv7ru6t
aN3i6dOTVdLkV7B/1VZOqLFDUhiaPL+EgNY2HW2UJo0YvEXhqlbRqvI+7JTRPBT9H+mR5tGk9aF1
zlqerKMkCJYUDR4zLye9s1R8wT/UbR2jv3qjhFDUfAS+3JWaC42MSdwya9sNUx1EI/2wRhZuoF2C
lIe9/26sxZq060840xIdOuCjAgHYmfM+pMmqod4oCXl3OB8bHn8DfxrowCeIVPw2urpN8BSXzW86
tnRJsQwRo7oJbNv7Dh+SR09aj45fxE9ACV+DgK09nJXwWoCoVrT5hiqrJfOAS6rwEThOZnGx6+7V
IP38SLe3XwTxmG5StR6aVc1RDmy+OrV1oj9o2VNsocMxRWWv8IvZS9lfOPkR8goWiOJrGGF2xXsb
PQGWWS9Y1n0ittrgRazdzgvBRKAvveLiIknb9ITcIrB2sQe38qDxm7ZdtButPoScml00TZHbITwA
2V57F+r5xkl8dDl2468qvZtWHks/s8nhw0E9s+OcCBs+gu7oIYlqRPqOQ9/cNyROrdCj/2GA2PAh
17wV/E1MEZZN/hHd6czo6rc2bzZd461HDv7EfqKBoIf4aVqWWoYIjxcfQjPtpRfZ013ncW52ePMX
tYUTmPyP+2gMNhxrUYA23oOT862wsV50E3ZYS4A8vgLaqZ13YRTESJ0F3s1QekutXxdJABFRA7qu
oxD0uz2iGg7oFboQwqKIYPDjVePHbyLLsk0jFNht/TdC0sVWFuOgT/NwbdQ2B+vQ37TSrvaNg9IY
xSgJfP+8f3sQF+drChsIXRL/TuVFtXfa8X/+u9u3Ez3ecxqrt7f/tSHKt4xpRvzbU96+qQdUhKSl
HG9PeXuIINvVAEp0wYixXwZWWBx0l5EJAYMsy2rbWmKnmvKcMFYjA/0HChV2h1F/o+FxinetpgMK
07pd2XYXu2t2Hm0f/BI9RB3nTcT9Fyz0HwbfPzVzu4Ucg1U7j3GV+pnSgJWgjJ7YxA55tKz9blh2
ObWCMG19gS/vZySgN/WiVVMZBE3H5bL/M02lu8mAetPgNI515azsGOVTKS196WJOWDKOh+9Udh1a
N276Mf37K4DIHor2GjS+dOWcn7S6ffN2E3VAWyclnhEfE6xnxp95RHKqjpCuV3bNcdVdZIMckD50
/iIhw2Kh22hFjCJv6X1LIo89T4JIn+9XnPH3lbxLOyKlBMljbYJRpGhLtQjmCEg/ivapkxVrS1Cd
TWb+mtkTeRkurfJ6Iu68iJKPyQMi1luhedB7y/jrxvx/X2H8simlEJ3i00wPXm+mO7w8i8JMHrO8
JrfJOmuu+IPpED3BY2eGL5kKD21KrG5snHzRfJOx++zGhI0Qu2YOZzTmWLmPytLXplbsbUNu+2Q6
4T9AIWSbxxBzhC0A5EFljMt+Gw/kXMhVFnHo4drgkILixDwwZoVgXpnr3Oao78b3fWX1exicnYO5
09c+aiNkZ3ALtA/+n2pErkG88VwiCEE528Au8bN7aYiDWzT7rr4fQnmqivqsxdguABQbuvbRBcw6
PEBYcb0WZb+oZfRhTPrJqjs+S1MIMB+ek643xLfb+tUr/HoVPRQ4e+4sqc64yOlp2hRS2WZq7UNP
QvEcxatVR1tPtuTBACZEfz565sUMkksaDjWKDOT4TaG2PQdqjPkpv6bLFVzU2VMpaVyW5HBzivKy
p3FEfGebwauhMTfSEs4Xw943L2gh1EbPuq/A09JFQ4TTClfZ1WQoroMqta3qNyVays+0vTci9UeJ
BiOSjgDSjwWRA+W5YuFfDFQtwit3ZkF8cVb11a4V+XrwKgZb8ljPbLPK0RGHppekdstlWV0QA3vb
xn4fAzLfsggXZRvty+QqBQCsrq3IrRCRoG7EJCi7bQ5NZpHO6Jwyf0WmsB6YNy+zGEx7E8VPlc1I
yM1RanEKoODg0m8lssbHiXJ/4fnA+RsHwwRWmedIsHjbPYg1rX6PaDsAIQMA2yzypv22iR/ubEJd
kjj5TsocAlZKxZqOamWqk51mH0Mgm73VcnEWIT4fVd3hbULMXtlA7YLozzhakpE91aNVLYaUbSzz
/NckFdhJpHxK4p6jjGQQUqi3GpVc0mU/ymlfDXvcJun0DXsIlYaWlhsIO3NoBmH10yMeIHPl66D3
7IGpoK49e27qr+yo3EejZEqP4ov8N9K5H3JXv4QaGRHdeA/xTyMr9c22W7wIr9KN91aE9EHWALLs
h6QYS2x06ECI6lxmuPGXXi9+G806aUawLuvkUtbjggqdBBEkU5MFSVPW5zbrf+ophgNytYz6FaUm
mXwVBmu9cKyNcljRhMDcrDAM9UH4Lqvy28AeaLXacbDlJQhfPD6IVk8V4gFdqrzg3vDhyYWUIo6B
drnVX22RHMRQPIYmmQSZYo8mF6LGFdq4JNIS7dJBwqsxZyEuMhi5+6h2Uvke2X60RVT7FSRM0lHa
T8scxn8UpY/5VP1GLBTmVP9WYGz1oLuH5vyM1+E4tKDLyuILkslXwKJggBDyfAP9Nh5N1/0Yk+pD
ToydRbNqbZAEVUnvvzfKfKMMlpUUHDveXPO9gcAKKn16aj3jMauXdgA03dNglKr7zPNI2kpjVGF9
TyPfN3iB08nD4+OPzyDrvE04lvtiLlUDBK+d1m11k+mpFVjPDVuADI2L7U8IcbD4kfqzKSd3M+If
WiRIKdn6EBuF95kxYBL+NtnCmOcvuYLfLYOUBYqgsYBQpXbdEN4n/fTg2BRlZEQGWCk8Ua8clV5t
UvT4VbTL0OX7VljJwrdPsQHVJrbcxxp04rIZscOoFR1fj+608a50/yFiiB568HRdakM9JG9A1XAj
3IxftyRtkpx4JF7mSAWdrZ2Qgmcqh/v5TyzzCnWdXy0dVoTUAWvZRd8a57LVWJWUOfwK0XsyGfSU
W7LRRmNctIn/bA7GSTncKYwJj0XD6gn8ciey/OrF330rxpMdRwhJhfaGr+Ddir35aOWjJ0xfGvyk
C/WsZgWbk8eX2wepy7j0q1+Kj+c8dst1iLIp6XTOaN61dkhug95Bt13DGOXqBuePRluM0LNdMoSY
YlGza9OtI8U2mU4n0+Bc5MwBCCbP1S8yiyuGHR2lFNOubST1ryACe5tG11gZX9lMcpV+fQ2Njs99
q9Zjydw3M/kDIntae/Nxm/QcXDmhcXQqnYZg6p9593dIrfARohldAIcja9WmbTQPYENP3I3sHUsH
NeAqEM+idj4GUdPdMUBd0+CYg1g7cIvZo5B9uYFIuAoQX624trJFYKlxwdiJfSX2tBUhViF15LgP
GvwBHPp+hXLIhSAANh3GB+xuvLWyxx0jbTZU0/zKPadGjrFPRhGchJTPKhuWeavjIkbYgq8XWxQW
EUbR0wKqEfoPlaGyHgUtV+rSluaTDry6Nxi6YReI6xL5CwoPdvSEDp3xPhmfuUpeRkYwC6jN9Bnm
FbJu37Wh/3QsIpQ9FFNOTk6Wl1GHYhuHmtTw8oYSQoKAdDUE7K094UtL07QtTmdiZP9x8TUahB4R
LyhBUTciKRiIkPpDgxssfuLlq6qLjG0chVdXi5x1PHZz6zXFQhh5G5WRYgWC9rmR1sCK1SBE818n
fcTm0n3LGnXwYE8IU0R4cQkbb026pJ312NXDa2X55z5klpHV2hsdW6GT/jRE5HHmGi1KJ4rZZ9nQ
4nj8iiOULFNNknHa/E4Oqrem58zKnI8MHhRKCIcHGKSkktFW3wXxF2171OIjngO7wxtqvrdzN4Vt
48+Ai9zOXd64iJTsqVoibHYfFk7b9ZvILF8iG29cxwvo4diBwKKrPCHsMfIyPGrCAxTLJW6U83Sz
D+tVnVuEkPZi0xn+N+XNczhxym0nbRXKiUiCbPwdou47b+xNF7vUrn5sLgIDAmkQbPQCaKPRyRfD
5/wk2wsMUN7eA0FfNeZoddHKCN1izyAYvRV+//QZPRXNqBXFkrTPLrECh14n3DULS+MY5TnHhzCI
XlBNYBhVQH6ZsKFMbj/tySHbo5d7N+hPxYBIyPbw1ECYor3Wbliex5VQnNOZQe09TDixNjzpaXVy
Q9Y8UiEWWhqNO9evPm2TcVIU7rp8oInV/3gVXHSHc5ORmAskIc+DSsdNXMN/7SP4Pw6qTXJB1iWa
LSRmPwUxkRuttTY2fX6jejE65tJO7NLMi+Ovivy4vN97MLC0aku88MWZBRpIFn9k69H/Z65X0K7W
tHkFgFyETHbNS8uhYuWEGvU5vtxCXyRVGFOU+6/OwF+8CfvPQqJxD7q1bzTRsrOkvmRiv25b954D
7VOEn82EyrMYO29tFR5sct16b8g53iKeDpf90Hy0hOstjFgiAB7sdI02kc3JuECgWomANHiMOv9N
2HntNg5sUfaLCDBWka+SqCw5xxfC3e5mzmQxfP0sqge3Lxp3MC+GLctKJounztl7bdRyWnoBuL6F
rmHTVE/8lGmKbwZc0inZq30rUY9XjaAEBU5UzS01ujNucqW1WyGwmiIa6yXIrt5qN7glcaAKjHOq
Tb5rRmbQQZJnmbFtNukEwL1AqyRoAvLMJhOBjWLMhcuu/XSCKIbAQmGsB2QuSncxc86v8FShl/WY
OwYXB4so3GnT6+NP2Cv62snNe2RVydodjyGTFyRvWCqc8XHJ6PZlhMwgWvja7R4p+Ux+ndutDQMR
VI7HrzI1tabl/kjWWrCZDDJLqrrofNPFOw/ebhEVUEw6b4G0HuwxJJ0opkvoGkTryuKjDHEg9q99
AlAmIjV8n6nAQG+FjhEvtG0CHmyeZWUSTc8Cc8zn7MrysI0Z64trkHEmM3myCK3W8H6Ftr4F125t
+5GLDLYEaE+p8Stm84cUmQstiUFNWbJk4xPLs0OKOj0a2mGfZ6RDEDt+GDwucaTuHailH8qeYU8y
RBfNYtoQZ+MhTj1mdBnG4syY97NLGSJsjATmvEZcGuy0Pt04iRVvi5YSwW6AAau+5ALTgVsXbMjn
VnsvG3kk+SbdVtWmRfWth/i39ZCGitW4OP+mxCQoQnUrMitYi0qv3U7d9MNEPEEcitowPcs2ev4Y
k5SxrjV5AQo/MqTlxLhF5ibpGU7lU9APFB4ur2yK6NpBPV0xqt0jOt0mTCdXXdM/so/d9ovp3kiY
1CqwbUeFt3SOj61Z3INOhirGPnuludnjgDHnLeiO9HDKytG+6c75c4dOesnknbjM2F57B4lZbbQE
8hDP9xWpilVT9azUJN+MdlVuLVX80JNoU7ZJCJ6FaHJDszoMkXxcYXJ1ChNiCuY2KQ5KFkgquz7i
alKCaxfUm4GwBer/nmab/In+p9iTlIe9LEpc3+AaJcoWhL0ZMHRYOjnMI0Np/Ciw05+AKJGQ15wi
KV/caUF+BxixwVw6TbateEv7sAyjA9uSk2ZDephD2iFIIw5pTayjALAByOV+6uezJWNE4UyJ9K69
z5uUUQc4JRTpAKZVjfZSkcjep+yYGnDTcxo9WS5i6Dos+l2GCfbBDUJGiZr1UnvlI/Dynm1HxJZT
WS/EWW5nQljh69n6QRlVuW68wZ/p+W/1Nu82QTHfZ9rV1qBbctxdrFS7IipA+TE2VxJS6Uuwh0O8
E6M6nLWvOkpe3Hca+qdMe8WHfLBKtntD6BARCZAw139Zg8Jp2GavKdLUpRfExKH/0tl8iQqFEPIG
zHxltfJS/pOzNVK5urnwbUGqB9PoN2W6jN8KazsRG4S4Zd4D63ggiReBHcF4mzTvxpVVCngnmXuN
PFttW51qzyyiC+poedVSSfCXgwjKSmmt9R8x6qHdVEEw1/OARsVF16IPuoPsRLomXAtCXU2cLewo
CiR3kc/kwyZus0dGuOZyQRBRnhMUw3CZdHChoEOYdLK53J4UQ7p11aoforQB/Nk1iHj1ztpeMZ80
vg2iy9Zo3eNVbumun3v9Jd+RCrwZGrIXtKJlz9t3zIYUNr4S2xVlbB+zpaIpX1uFuWFmWWzY03lr
L7UD30hZsZ2etrqi8Q1Di+tzEKBkLjIY92F+GiuDDM2+1tdITfa2bH+HBiALI0WCS3DWIhYmu8vy
RY0vGEkM14EFWP0DpgleTO1oGokfTIBcMKe9dGXyhI+FZFx8DLieXibeDTmgn1P81TlALTN0KH6k
m5tIyIJUxyLzy4nYq1kNy78JA6mVi12O/gef0H0Agh535Jbtfk5wETrKagZIqEpJPEqZfpsRUx5d
kDAXjHtkEx8943fw9SxEXt1+zUm0p5LW5Sz3WQg9QJblbwZVr4Q3sJTz/HRtgVD0r9IYLy0eN7w3
tOsGheUeYBAC0uxLTJbJymmePFMnLpGUhZHan/rWfVZiFxF0tC2T4X6a6qsHd2KFAmmPsKb3A5q4
66E0252btt+pMaRsPqmAM13WD4tTNZYOKaFE+tRSW9hF5hPoJMVUhUGhTlBtFLwxmGq2NCv43wAn
IV8w2aRt1axzLp42HY11POafwpVkSy+XJTcaWffhi3MdX/dZsqty1foaV0xnZD9ZCbD8Zd7+YhRX
svtAeIUIeaXo02HLz46hYR3FyGR7YNhFR5MIcsUBx0OzMiStvWtOQtZ0OmzviWBPB/FF+420i01U
hufUFHg8J8siLbvFJeWYGj5Lik3DeJ117Rt4iI0BsMTY5aWP7tl9NsaoOLWhu5h+Bf3O8ElYv0SW
tPdlMj+E0D4gf2/I0Biv8Eg5RdhxtXDKrAEG6iTmaa3XFwLc1YUIsWbnWpW+jt0Qt5wgULBuyzd4
tzp2HuexsZwfpZO+h7kR7Oxk0resako+OjRYdxZq2hPSqJpJDgVnWXTORWDJWKXEqNJmaja6VCUM
FPcwVm9pO4+HYBHk6k79A9tofcwrQqqC/h7kALB5kxKz7Gn4VJij/aYjvRIyVNQhkZxawhvrGvq8
lmF91NKDoSZSSWVyzsKFABU3+kHM+h2NA7rZqISxGmABh40Q9QSE2fCy43jQ/Y4O/brF4YhrqaXA
HtpzGSfBd5QzYsO4TmgPvBARZDuygUi9NEkgrMdhQ3OE3IvgqmmE+w4Wh4Grkus0iSejBKZjZyW2
w8bejaHxFDOL2o96EVKaBkfE7sauQLGtGOwfDde7aNIMNvpovBh0CB1bzds00LEPIMA+Yhf8gqyw
ZJLagMRIzoIgI1alodi1dLMP5L3jfCdWCH1XevL0+NXADLwJ3O6rzWxvF7HSQPXLN1NDhyyIul1q
jYTHYt48sBEmurLw2sOC6WYp+cyQVKxzvOxbZu8NgSmMgfhu4hqm37c1HopgAETeZ1/KqY07o1f+
sKRNO+lrFmQPMRp+JxN+V0HU9TLsgg3hALdYNiJNOBRQ1AIx0W67X20TSPHdNd2bVoPtiQXpDzIC
mUaU567muqwTxC5CuFWVB3DT7qq7oTO5UqrjUFYgUevwwDrFbqqI3oZEY/W1kPblXrAblx3nd+x2
BRyS+AMCb7/LaVfHWlEQ+pYecw7qveXaRx1l0sGqqa2xxULB8aVF+TSF86fFZhgL41pUSerrJVOM
uHsPzCb2vbT7aM0mWAe08MAtd7+GpsJv0xbRGmpGi5meph0JZQywcFaBH9rmGsfrPPQtolucqXrD
izULbx3G8ZLOkzCGkKeKxUaWhMWoWn/Tqe43UqlnTLNgiZY2sV0SPtSX3XMeYw/pWoGTAejaxol6
YjZYnFSSBsfJKfRN0kYvhUkej1kSNVuZllo3s1Zs9YiVDy1J7YfW9NV0+e8uHSuEUvKezEp7Jzxi
WTLmDmuEK69pTAmIDfe1H/jcbKufweuUV6XX9HhNeHJuNTzrCrNWDY52AzCFW+qgddI1I6pD5IUj
b9SOTrC5c85yDAC37+inINb8/99msnuHdfyfO07LI/x9mIpSaC3qqCtORlLU69sdb/epaoHQ7vYz
fXwXpsd/njFIK351+znGHEb/YXnQ//r27+P/+c2SWG+6h//nq/jzIv88I9c7WL3/fUtok0Apa7vP
TqKxOD6WN3N79j8v5PZsZiTId/r7xJWWUkLc7lqnC0Pn9u2fB799+/dRbt/pcmw4HzhIcSd/hsLu
j25OiniBBe/QGXhMDDeujrfvArQPf777e5s7zzGqrv/cJ0FkRVftP/e8fRcuK/Xf29qFSBAkENqW
2/88wu23f/7473P9/bt/HsbRFlmPERprQ9BH9+PeMKgbwru/LwSeJBOI22P917dly7Hq/320oiHz
3RydlzQnjYmWpo5nttfvOAuL4+1LMs0F8we+/HPb3x9v3xWdPMu08Lb/3H77+9tttwf5++NMFcre
p+hot/Bkf3/x98n+3na7C0RUrDz/67Fut/3zMLcfvQ5YjdGSzUUHZPf38f683dvPt6cr+gruyj8P
8+dO/+thb3+Tzt4RjFa1E4SAHduCssywNcXuix8lmB2qeL7886M+dmSZ/vPrQd8mM+hwb+m46M3/
/aPbX96+/HObDnBsZY2gVP4+wz9P8/dv/3mq/3U/wwt4TX8fC31hfSQq+nbz7Q/samAG+M+D/tfv
/3mS24///lrz8mo/Jb3/Pz+C//W6/ufD3O7497Xe7nO7LUJB5g/S+tXHvb1G54uMEOg/comBoHnX
yK2muw+7gZDp23I6WK+a02bBfInM6uW2GpSLqytKSlB9ViojruB0H3LfTFONliJbNmFpy0WMRCvD
+OpwHeyY/janCRnSyVm+o1vX2GyxReUrAyA77/lqprTOdDd/1oNG33tRsktH9Vz3MS1HjZamLArG
iC3qv16AeCMEvTVKyExcOMj6HjYtlJqpUt92EGzSCD2BRQ5PVzKHpQcIHSoDdae7NYo0Uw92uaF/
g/1+NioCHaMaUQS8UsRFjbOajCD2zZwqKUwvOXbtVRPrJe6ZKjoLVFCXcJnDEEnIFCS/5gZaAIbY
zsYTBYIASmGm6IB80i54qOr+MOoT7vNh1h9sV5j7mSAUS7BdHeUbpQlbG5BBSNgpdIgaC2EQLJUY
M3CVs9XnM92U7FXY6d3B6SU8G/ox2DYQP0s/BlMLQv/5xbKzQ1FVF1S61Tpu7Y96qIGLTNmWAir2
Ha7tVChnLJK0PSPabuzYy01bHHA7nulKsMdIFqS9DggjBKqpW0wBgs6Ot0PNZ+d01j5wIwipzBDn
CuCAFrjtBoAWhIXpLlXj71bywQBR+2CmznhUeedwwigZwwQnClo/ktE77pidnU2lR4ieEvYtTfRW
q99JQAGp61QE4+y4MOtWUqsIYTMZfwMU2sU2QU+DTTu9agfbpzZ+pZYctwAny3XWtd8yvs9Dhvbo
ApfQZVrJO0ubpkdTg53aLyZfpm6EwqafrfIin/F9vq80GgRVHzVbdzaGnd1lW0hkNGFt3niIrpEY
nIcx9pq92/KixyURNMQKcNQL/tHV1oqkB+HNsFZu6OqMDTiXOpOdfaT97oJ83jTjZTmCzER0lyya
fzHCpkxuGQ/UNpGcMriWZv+zzs2RjEhCJJEBqtVITh6iXlmtbT2x2U/JBeU9bBq8IXbbjpsM+ZZl
p9puTklnE93EUCRntojy5S0ABwRFP1uhWVOoBw1eMM8lUJJtim7GZDkSr9n0Djo6bZuHbfAwGd1q
hkVVZTisQz38mpS27VyNhBODusywLvQTiOspsHJ50be2KF/LMaKvTe6uV0866pO9of0iZBrxSWzF
B3K+l4hGoAowfdcWfIwgUs9g4fCneefepfouSTTfporUei39CfSu3841hTGNx2qrua/RUkE7SR7g
kip6mAMFvRCtPM+c0uuhG2iKG8ZdONKdyJm+9vqXU9uUPZNUft88tWn9gpg+A1Xn+cKrPoxOXZmh
5WvXAmPWqddSD6y13SZ0xgNoy+jh2W8Yo76C/Bsgn2Lckcho79iaTp1sPIrEftWwi9vY1qD3Zts2
r/VNkVRHEHChrxv93rAQXGbZ9BZ66gvSZsPUuPxO5vfZTElKRB2qxxGze/PFraMXhfvgVMSdsR1O
HgBNobyvbiQbinYVkZxynZQU5CIwfxcZempdfCSDc0WX+aYy72yb3C03MPHr6O+62U58haSlq/DC
ow+hNTXtUjJbScwtov30Q6gdjI/ntOg/DdJ6N3o3QRUmaafHMyjoJGKSYO22GYTVWHqNoqfB2gyb
kGNi3ZQ96rjkS/EhrRosxitsFodqxIKFTated+wRwcplUuL3acuThR8+d4IH1CgdWAlSfZYRshhz
whV7FgKNjkOWERjbZxvDyxZlPO2Its3fKsew1g4O9WxMMT6DEdiIRqchQ3yIjsreb7XsVSTmgxqX
5vSbEkx9gUlipUQQEZvfpZZ+57H5s60tuhxEXPS6A/GUdMpi6CnXIDOvyUggnhPG3iqawncDlcKY
o+scpvJJT+pr3U7rvJjOVU+js6VhZQ684Mjcei3WO70zG3/UBH1NvbpjbrWKS2HDMwjZt4bjoTS4
KOQr8FgVnMyE9mgnwnUCDo6pumwl5qGsvOYpjS1LHupafLWwN8rRhuma5RubjNjIkDVMGNiM/RCg
/3CHY8dkPQQMuqm56vq9RTqYPYBKhA9OH0frgII5xbgJLO2nC6g3CtS4s2KLycCARkmKHVPvZ9uA
ew2MaVfa5s6Zhwu81peC/FrbyBCiQy7GBJF9xA6HmVa+e3qZHNU6BFnqVPUjGuDn3Mlep7nLNnbT
PkfN/LMcxZtZoquhNZwLckPD8TK7G5nScDVapKyGEJcSgIlbtkxSS4Yywm4P5EWBbCYxJtZwl6BU
+2Bq/+mFhJpX/XkEypfoAwLXbN/a2Uc6ckwkXbs1e2oDS52jGRHRhM9Nb2hqpZV5H2sN1BHOT0gJ
DnjpRcinMmZ98SCQ2JcT9EPnc+rGz7BlJigzJKFuSZsgZuKbpz8HGb9YkMJUPf9KGNIqogdnFR96
O39mvspETi8fK1ylfQwLXZGnteLzeLJnBCkQMZWfGhYpuhhebS/8at32EPbYcuhu+rBEkH508ldr
EwvYcYVd9R0ShsJm/KQjt9CIKa4LvdiQj4cGvXhIQ51dEsIIH1PUbhTe4QMk/NIgcw/lyJgek1q4
1iaQC1HMtVkzT3XWs18OELTbkEQWHXVdBcWqkumpc37qOcYjfXjveVEHvXqLq7Re6VP26jXaiZXv
KW6CatX3ko8+vELSQr1u7rpk2I8lCZr7lhZyy8fCIoFUIsZytRoYE35GJGCue1ldY3dRL3Tk3RI2
tBm9c1qWT1lvoWYwC0wqnL2DG/zKsvFYpsBIyH9+Ez0sOq+77114Kv1Aflz46eSICXqPNlQyZB9L
YiT6kFKB1KOpZdn0hmeOjZTADXAWlA2NMVDRjL5r6WdOyR3Y//kA1CMo8yveANQ2mIHwzHC69G+i
oy03ZzASoQbcZQkNElw+fJo2ek4rD59LQVrvYlyBAzcgve5fYhrx+yZiqoKgR+JawGOA7rwI1Qnp
FqSxPvjEBrNhyTW3Iq+3slUXq/EuXVnBMQ3Q0pMHkZKowbQXXQEW6jxFneqGUltZs0OT3+JDlnyM
comcyVFZbXpTkoeLh50+C5PV/Ak9dcUxh5gJDfUK7k382Ck45aJ75gJHJfngfetj358NgtrbrnT2
sDqfNXtiN+f1n2h+V9MEkMQY+s+m9bahcplqxBO/RTKX0aRpmIpkZVlvkM1z8lCE1WgC65DxGbM+
BKl5us/JyTm4c/YmKeorruC9qtCBUxtPA6dnqbgYxmcbP5YKB8A5CYdLHT8aLD+btudcC4KUMWF9
DuPyt1zCyxCw4jqzXoLWvSI4+WGMqFLmBrKbgUkoIOiece+lD+uToFgMabIpL7xSgoDJdi5mnL5S
a7+6wqrWTmigjzbHn3SlGLa4ary6HpcaMW1St/8KSZ5NpHjQwoT2uKiRbhMkWw1rAbf0zlE50yYB
6M92qcFEZm+TMP6ttp7dnZzSAKHpjNrKGIcXpxx8w3SII8nhtMWSfbDo77GhMuzV0nuL3jgz1x+0
xIodYza4OTNTzDlSO3S5Vst823CLFxREP9gp12snrZG9Gkz8JQeN9pucp6+4TA+BYDoYR92psq95
pdsgpxETZzmF6OzAEmlTdw15ap3MzqXpvedc638x2rE8+xyPgY/kfTPhlF5hNfI7Fd4nyrYRkdQf
Y5McYV0/zhbNGQJtoZKhVvUQjell9FLZSEbJCXxxBwS0tR5Sd2LKRyuLAdxFy6GDEECcwngFbhJQ
J5LHv5Iekp6C3GWHwtza1vRs6piXEs7AiE84tWMw3o72y0FQssk6uWKPGBkCJcj4OY9H5j4vmeQs
zfOh9nODz8kebGBB+WXCyrxskiBhT+2FkOM3DcaAjY0Muap6N9uTZmyFPjIGcLQnu7S3ymY7xiIF
oV2HAxZPr+7i3YWMV6UpC5tmnayo/VCR9cMU2kQKsHrSp8CfOiNZT6C013FDRUjoYYKli7hBCpOQ
MySloALSHCPpI+z8t8W4YiXG/hdD7du6uYohsa4BYT7EqOtXUS03qcfsXvM4SqRjfhHW+Au8ONPE
FAavOcCvBxWfmsZj7XhIpwwPUbGFdS4tneUP/Dh2ug0CrP3opgzGzWltIIqUBnxtsuGgE3tIeBB3
vCdGfWiC7qQhUKxLRH9tVr0kWXGJSEVVTQ1Nh/p56Dxm8IYJjDhbLH/JZlW285VWwHtlf09Ikqp8
TjYMrPCJtf2DLIYP2Q4/47zbzwy1hWl8ou90NpU1pBDhahIGGmx988BAgIOnsp9UKh96hqGgdPOL
wrEEf0+H7uN9JA76E/RPz0H32Ns6g1C27quiAfivk4TJUOmSOfbZNph8pmHni3nEqKHLu4pdhwIs
sYmYCnj28GIqEJ9eX2zDaHrE4aY2oA0e8oAIQpUEB7Za76736NJrR2SSSyisi2GhSyiwKTCFxJeU
mMRJDM4R2dhKNf2ukxH6IVzP2UuNA/SoJ8GeY3LdVJHljwnQb+R23NWMyQMwBZ3nYxtiujRafH5h
PPtej/e0kP5Q6+9aBrupIYkmGKddOQagVzNML7XskVR1PyMSHibHOlBf4AmnwBjkyqGqZPc13Onp
gUraOWiL8kTFHgoZJXga4VPva/g+vPeittDgucn3JKP3qItI1sCQrKneIobIRHQ1vZU2IUiBucvA
kKwKVRAmgKtFJIz27P49LZiwB0w7N0HCf80TINRab8DtaGDhlCSz7JJFfCXSlxEa+MopEbRWRGGv
lejWnttWYEh7UInSO9rldxVIsIJRde3CaGulTozpdTxVqfkDEMQePnLPpg09ct39jAfIW6jYtgAy
vVXNGe97Gpwoy+NUGob2WkwQ9nGrTjFMubarmXyFjELLIAQF79uZqlYJJrtNFixB0fF3GWRnOJk4
vZLKYVvvVCu4u/toLKGMU2evmtL8Hgh65R9rMLsm2MT4lKhZ5ExUO0kuh9SqvktmQFtZZt9Af76o
qAegSdF1DhGq1nyBQcT8HgJ0E3l7eT9yNeVUvOJU/orNYGs66jdIlmvg4fOKWaMMKIa5kq+eMZ4m
OLj+XLOLL63mTjU2ujKmf5LpVeqZO21phUfVdM4cvfOzuOi3MQJGwbB5VVXDK+coahCjQuQykBrT
hBPocW+VzyR8p0l0MDL9BQ+qtomZ/r3aJtqRoQ4euujbG99q13pDP/Ms855qE+qKg85i3QZBvELU
gSIJLaVkt0DBy7mJZhdSYU1quvWhCxP/h/U65r3GB0oqCR8eTUE4fVlKSIRtvSu4HwYMR9DjMRLJ
zAvPWAieyRfZG4vuzQ6jllIYXjWCEZc9LCZF/F29ldOHw/WozHsvCh+qXyy8QYiYr7bOY6QeMpud
mmhMdDtDjYRAf4+a1lxNZnl1suF5RKewnaL4PpHqbHnoyFxmsjZjWFLX6/OAzXucrCfjCyn1l8S5
3OocmKnzKiPxZIpigz//EnnzLu2woGTTsW04W+ChIRrZt5b+3nfOD00iCeF9HTBVbXHj0oxJuP6T
NG6tdFMd6v6a1uLSsgB4NgltTWd8BMvm1dXC8wzNrDbKc2oC09VU+7Mi2h2twGtGejs2XeRaA0Ad
XXcQiwQcLVQxfVGCrCLrCmVJdiyD7kdhq4cq6mf4AA57mv5JZqQukim+ZkhBTYXU3mViyQvTtA15
SL8oAAyGMiQ4kXLyM8qjfeKkxwZvsZ463+SU0qdqCBa1CdTYjvHOnKorzM1x3dTZoVIjfhJSm+vS
+UqN9tiYTGI9J/aTFP9t0lk/oqB4aCC08hJOfXQnoSG083AuNOg3qUC6EYO/GKzHoNNwZwS/50J7
NhfPGo6dZy39VGgcnNlca6EOQ24w0Xbm1cbqjJ+y7w6mFz9BxAkPZZF+d8HyYUfZ52Sot7TAqgJa
21y1Je85Hq5TOlzKJH7CQvFFCfGlLzJnCRfUqabPvoI+7+pcyLXcIwZnLu31bErkzf2tUznuRpbM
jTXRmtVj84hqnW5C9OlhCVpmquec4BJU0I+5O9grqWsfczic9do7Rl5xMVnCgaLsOljNDK5NVDWd
Hw/xe0y03/p37VQ/HSv7EVREQfRm+ZBr9QoJG4uLwB0TYP4QYPGLwQ+wvQo6ellqVIRp5k+IIVeF
RENCGs9+GrAwRUbwliSoYp0e8ss8yFM82+CbK8T0RMrsRF0Ma33dEYKxkjJOt3MoT1lZfAm7/kQ6
fkf+nOvHHKecIW+4HaSvQV4vykvcu+GOYKK1HPrQlxogsmS+agGYtEzNu9qxfKeH9MMlT/OJxSZx
BaHorKu9o1CYL3rq0cVit7ypyvIeR0nzBkwTu3IqOo7i4mJlrxBkNlFW3jdR9x4ptK/LIThPtbkq
KI+2oeBAoZd/xe63oyP+HsjuSuf2LiDZkV2CObA6Gb6TVKfMzp+6yPzIifVioxdR1g7VzvVmP7I7
LoxF/IR6geuwTlOG5nG1Zzf21E35e9UlP9n9Pg9u1x0kfhCrmIMNBIF3pzo3VfBBedAfoogSJaBR
f9Zc22/QUa0R26egmMx9o9m09ZLJomSow3M+EagoK+3KXvNtzOntzr3cNlVcbFBaDOzpEeJgqKEz
DjJ8T+JDUWoMCHgAGFbaT/a9q6lXz3YcuPsRTmbFrvwQ5ilNTMKmVTywadRgjE4EzlQJovtqcnZT
mxtHLUPLXM91yCRCslEjwmGXB8Zumrz64GgucvzJA5prWPmjNrVoaiBz7G4//rktyCEx/54Z32xk
FqdogSuTa1XnsI3Py10WuZuwGN9dO74w+Om3QuKpIvHzUMo8xXEgPwV9ZAMD9Upavbbn/Wxng0K1
twM6fUa+ZmvzOoPh2ykq9GbgGqYaGpBx91SN5VffgYCKBVefWRsOtqG8nQx+SzkBe8kYDdX0jee2
VsglURG0eFO0fuqwMFHai8H4hRuYk4YKOw+CH1Zig80RtNChKtkeFvlIR4LVCJYltz7iHFma5xqi
TXcvA/kz8kzML6TCTCzCQR9AfI7Puk3HqvPMN++WhLHFI3ypl6eLlwmMJYwagejn4Lmvrg0Rwy32
BJ8gU5+S86yLx7y6qxIwDChrngDVczlxUZxXNi1NebekkzXS/W5GR3IxhOTlZA/JMjrwoHWv5rE5
2Xo44IKwOCO8YvJ7vTv2Ct1jHdbjqpyQrCF047QGDK7sX55OFLoOPwWdeJ1GdEJF0K8MSbiFm1py
ZU4Y70BI3TWJeierhnJoTLA1WvnvIZ7bS5d2u5D2tu6wU7ZCjwvsBIQFV5XvRfp7PMmLF/5GBQW8
uFm8CGw4q9gtWB6Tp3x4DSxsKcpljxaFyGNLrN9jV6ISLlFmeAl7Z4ksD4bMLol14y31WK1TCItO
SosFGpSzM+KT3dN9Ecq+ssd+Fnr+1uYucZ0NBgNlgKAINVhhrrmLFylcgiKTf2LIpl3f23QOaVKh
06TtifF3zpiVYGmutBo8rLiOTpruUAbxV+bJYha21V3xNWNIzAFMbwLFcEWF/FW7MN6IdmH2YEFY
KjJ3nQph+MGsnklXoFC1apzFkH5WFg0rp/pOk/q+8Yphn02LuyjDM2JCA8870NIhg6l2pvkkZfrV
0+TjalNqmE3pmEGKPYSJWgpo88MR+F/pVsInp7l0r+dolgYTedsyego+azosGJc0atfujHEA0yCG
yjCDpkcx8hCAeQEyR7Oz1wmJVVelLQiavK98r3Aaan7GHkIN7qGv6fjFcw/5HIza1rPCFAZHs0E8
B/yuSfuHOmcI1MKtXjtDeaIvfwkduAoka5xHKM7GQFuTWqoi2BMLDbupXVTbYAf6mNwWxu44SlnE
pCnx2MQX8gHuvMq2djYJWluCWw9znWDQSAs49IQyziEXhzC029NAvz11sTQk6fgqCnygevfC1Iz/
fzEDm6MjG8RtcsxK2ursW3OMr+LUWGpb6ERrDHVB7pNkflo3NO0rUnBODUcxDDBggR1yTzYQ755X
+ICrF9Vl55xmdSDFi+iVuHwtxGzt8ZwlLGHldLTbZSbU6IQNGTm+LZk21LXk7JQ9bTU74rDQBts8
MW/MO040tlnCec0zbGPSKIK1CxLdhBLhDBW+WU7RtnKXU/IuGxeW7cQpbGWNsyY63kJFV5/x1751
gs82MDoBZS9FQ8NpvyGPphG849rhKU0CPkF0C5Y1RjLCVW8OUbBIwfOzS1PyFJYPOi0UjigG3fxX
/IiQMvbqDds9nhu48NaqWUKNpcqSzHp84aIET0K1t9m4k+KYa8QCEznEsNiKnGLrIcOMAMa3ff1F
gnH3mJuBr5LpDRzDuVJSQU1ISvSUWCuKiRHRDEBgjGfupP22c8LnHCf8UVmi30i3P4bMUGkceqbX
ALCgbS6qb1Ju+Iim5F4tTl0iKV7JMnL3+JSUH9ZVterQoG7Mut73xakpOJKdANcUJxJklupiTx3L
zViYB2ni7KSscDjm7Mr4HkPnSzd/q3H+Jm/owauICXPq+7kVZFbEGMvbAJgvzCVGHQJD93MAWWoz
ViyZGRWP0AZ1HZgxC/xTSaT8NtI+vMZ2kSo0+pr1DkmBrUk/m92fUWoz02HstUYZS60xU4tMVKzs
a3dmyVqZjxMJY612SKxgOgqsOKuYrY9d9BSzYTluyTvdZVX8RIa5vm3ce9PWKAz16VWNAKpana7w
2Lx0iomIGPDdhUULBsgDrzNmM68+vERt97HkLfwf7s5kyXFk266/ItNYuAIcvUx6A/Y9GX1mTGDR
Jfq+c+DrtYB4Vlm36tm9pqkmsAgGyQBBwOF+zt5r1/ov0YU3h9U+i2Duil0nXwzBcqDFr7YISDZb
RLsqN4Orn+NKIMWQysu46mv0vHn3E3gEmm7vHLdxtzDaz96hoF9ElOA7X3lsKArkInEXviC2U0b6
U+exPIwSolPRgrwpLN2rwB4gh4XGPo2iO6LdgdCY0G3ssSC0waV+rXWs+aDGUfwvsi9V798beNrb
1Op3GmMP4Ts5rM/kHUe5x2sxlygOK2NhV/d8IqKoTXxFVWEm20AH4zmWq1iJdqkKW6jy9FtZu9Eh
R5e81Akf4yAvhsI9ch7Bty7x2gRN318KrFnGlEAmQWcF7dsw5FfusBGzYH2BqSSEiZqhAyk2Q0Rs
Os4yqv5uVNzUsfiMarQgTRA9CNUlWbCk9BrkJoQ+op1WGOjaa2Ytw1T5oNbevyr+ju4rMnbFuHQ1
bbZRZh+2DR/UNlgaVfWlnJw5ESlLWx+q3TWcNibVt1Rx7cP8ED6Vj86k8lDEFp+2dh4BF8hdikB8
ESOBoEBE9IACUduqumFVlIzDXqE9Rm0YcR6oL3UR9CtNCHvp6zvHwjNmjO6LHwZAZSpq2nmd9usK
/v05hcy+ILhK5uW+lPVjZxfjVmBAWnfAlGRMmieDHA7rKim3XDy4iB0sSo2D91ejE8cUjjHWQmXP
yivO13pVt5eucO6TjAOajfhVC62aM8mJEAVJyesRwCsN7Y2yj66VN1Dkp8yIo/C9bzWYpDZt+ajV
nnWrtFF3vBZl5hEOi8GatGK3sq8pHbEVFnbkxCjnvULZdLRYtUSpidTovyJMW57VYQ2HpFy1cpOm
JfAw7wKU7OxbrFVYlqGDLeDFKjH1GA09tFsUTHLkF0MuMDbbuWl6dVe2MPBDCxLHQP/T4L7kJw0r
AbyZXncj+0W7hKberZos9TdKAv6t1JxfNgEoVto8ywalmVEx3bAHFLb1wPisj5+GnMPemd3+si1O
0DFNPkoCmCh+Nsz9FFT/2eAfe714qsjNWDScXKJ+lHF9dCsUPvg01+jMn8ByC+S3xofRVfjkdQ20
nCsITRP2SfjFAkg1X6Jv7V0kP4cikk/aBLn3SRMxk5wDYBufcAO2baAscYokG+k50QqC/yOECPqm
Nk5+ZORo8IZrp9M9MA3vZ3BDgcKosvT6cd2KZqV01RnwWLJFlrEfOu9a1DSIbWoRsUZoFjW9iOF/
eEkz86sa5dkAb8AsdRV4wRFDcrbg7FQQBNWb2MCnFU+zM/ooVysKsHTHNYbNjtAis9lrEJNaqO3K
MGrnFi2QKMjDzEPyEZjiEivyJWIdnDGsCCUnaKsdY24GHDdRLtMS0VPlBMeGXho1tzdhNM0J/Sej
vTNslKZxVzUcZdcIOFvCuySHy+cz1ufVtja0vdURwRADSF4nWvGaWEQXehK7klC+fLN9i434vYGo
zNkvtn3J92KQGIwPKt5YYw2uliIkkZlrRYnooOn4+UQOEsTAxUaFgY6tyWHu0CwjfGKEJc47euL7
v7ffK/ySK596AWVaiv61q+I7ZFll+l+ylve1sL+KpHlxhvqBLgQU0kjxOegNfWfcZaXHcsDQJvUO
fVQFz7VlgDdSA9dZtOlIepKi0nW2Pf1YlNq75vVgljJ0YlM3K2t8hC+JAywsK/adtI4dScj6sLW5
gjLUeykDt2cpP/Q2/FUJnNiwrOU2B9Tce7jnq6/Mrl9ccliXUZZfS9IRPe6cjOkJ/LpdanRnCVAC
72xP82TdOiGSOtUoNj4T1bKwk7U52VwYfD5t8UVD01kHo3uWSNJWmWZ8JISzYRYODjCEDtIcZ0P5
uQAQxsQ9PVmAAglsTrfkXqhrZHMmswuIjZm11Xrpn+qmKDd+Xd7jA1urZs7lHxuHikWp35QKRnnQ
A6lbNozwGMmirwDiGqYFEoIyhc8NTtGwqOIwvWURZvkEFvVYIAL3SGVjKetsug+G2lra2WNQVDe9
1VcSqAO7Ea56fLQrh2r5sqLmZwHMXRC7jjVkgKFn6/Epsso7H9btQsiCjpWkiSFTgn6GZFs2CoCS
4tqMqga1udvgmgCvFjMpK+pdnoH6aKkJh0QgLhpJJHQwnkP41UsvKLO1WjQHn+xyknsRqqM40gAw
ruHXvIQsFhOJ36Ujq53mOxw4Jv0AID59GnplBFjB9ZVwpQzizWrKq6E2u9RNhnWjMd8ltsKiHqQr
xFXksLb7W+Pr74Vx9HVGTRn2Nu2wXy4ah9wwIVZ27pc9NG8Uv4zSeaaDspWZT68kPuosSgOfaYT0
xdWO5DXokVT3LWoPjeScJN1oU+Rhat2kwAxHearaFqV6gCsD2qwSL7WEd1NSMDVTMCtNFy3dzLpk
o05qVnRvMKZsHLvdxhVBeoV28LiTGw4xfjkNMgtkUkSEto4FjnilhSilvkJGyW+Oz2SnQBdTwzNW
m3RPNAshNNrGbhpmJRQbXbJiFoWSnAxZfXpR90mMdelF40Ir78nMbrloBqww+Q9095+hNL/aLl97
kM51NSm2qiLplw2ADEtW7VbwTkmWhj0GMopnylXPx8fAtJ8jW+5UsoowZZYrpRGnsFcmvCwanZYb
olnjtT39Qku9LtWCGwapOJ1rbMySO6zavyNZvyXxu6FPgIOYCKHkDkuY4PvLX0bPXVWgD7A6aU9u
XqFGcn8GLdJ2Op0nBUzCAqFdi3BWkk7nPOC1osCdOk9q1Z1aL7/OKP//X8MKTNOF3v8//+N/f8j/
5X/lf8sqWL4l4S8yDcO3PwcWfL/qP/MKNM34h4Y8EN8g47BpGvbvvAJh/INkaJVOmqUZwrR/5xUY
4h/kMwsXr7Kw4eOp+h95Bbr4B4FjlKQc1XF0Agu0/5e8gjmNIE8GYrz2n//nv5squ6WhJnYsW1cJ
KzCIU/hzWkGDSoALq5UX+j8YvnN1w0rUOHVqIbd+EXRPuSEzNFIhclbCDEmBZdZAp5XIXGJzIK2n
j6mafPhpfuqkG2C0hykG9LMMVpEJKDFVXSJyjeE1JHN0G1RJt5euscO4/NQ7jrxm0SCvbuNYmz99
EbfvT/Df6Kbd8jBraj6JwY7/5YMZqitspuGq4UCH/ucPZmRDEbtB2118AdybE30pGuNjxF5KEcbP
KPTapEClbbTNKoVCDH3tU9VLbaJ7fTXByIUmYTVahQRqkxB23xJY44jOOlcoLtS+am/2NPemZx3v
NMmSlkhUUhEd7xPmcLhTZXaf261Gg46sPk3UwHGjojtSdEPmrgI6yoP+WE3Sh8FoqJKU/X4OPIeN
Fh3jhhFb0uOkAhzT3JWah6yhv3kKPMbawxLeSm74ro0jKlib3C722eAoD9ZYTIGWVF19vwr/zTG1
OFf/dkwt22Lp6ZqkbAj1L8c0tAPHcgdK+eMA6qoN6AZ3MFL8xvYfgU0Q3TMOB2U02NlQCbl7Ra+s
nz4dwydV2S1JBCRRivauSixvq+8apOrrDMwI96JtRUH0ATt/fE+xfsGBFk+u60CK98wfTNG7Q5dQ
g++KLjv6EuIpzBLaygzFWaj2oDvpzAVW9CABq1kEZvuQwYKCSbRI84shtYDWh1etuOiQ4+VOcu0A
5qtt10SrUqPHPYhee9RtjqU73iah5PPgm6uOctiqIZHoHGv5dZiYKQXV9RCF5C4Q5j22NoztQZM+
CxDjZluedD15CFkIH35vgFJK7mVRuPzX57g2RYn88zluG7pqc5ZbXMO6mK6Bj7f7MPO5IrT/YQ+K
3ytFQmfdfI/BMB9B4ugcukhB0QYoPPJEeOwM0zrLzqADhine8rI1/e9jUyITEpl5aRtDPYUNGMRA
2brNyi1L9flf7yfhKv+0m7Zm25pj66xU1GkznVZ/2k1TlT4Bd352wfJaH8DCnTML96kZwEppB8v9
N/9uynn52/9zVaHa2Cw0YCZ/ufQLzv+xrIL8sqoVLbgq2lfZxMhnFWGutUozLkNDATPUR/eBiHgI
6Ea9sghqw/LaLHzkK/f2vT6QndDoarpXe53hzH6PiFnDUq085wFWVw855RSeSwUdQfo5HwGiFgJe
Ra161vnfHL+/RMqoHD2hClNwC6dYzd3knw+gjZE08ImkupiG/monQXC0g7lPxyq8INBp6VuxSpHa
pMrVFcpJZyQ6VpNgkUnnfRgKf4UXg1kdL9IHRsO60G7zJjbcLw2r2h6rarSF0xKvehXOtxxxR5Do
ywytYmTX+HR2NvabvqWygAb1QHJ6SoGErtWo6NpBDVkLQKkjhM/2UA6Nkf3ipnmwBLKJyya4aFHL
UoWlBxJafBdTfaTrinoDWcZZeLQRzgoSXK1x1XWmCXmg9aEvlbr91dRqcFGqicyhCWNFfhQKQofq
RYF2bOdbST3RLsFRk41++dfH3fz7ieTY0+1RJ37e4Eby1ygfqzUz0/SUMxmJjScFWR9mf0eo8o8+
UBh4u4i6dIW5VgQDNAEn+tLxrooo79/K2NaWVWxY10CJ1D0Beh3oc9u7jwakteH03I4KoK4Mn20b
X4xY30thRa9R7gwLUALBFY7RcCsTOCYVqPRVl1nGm6FB7HOLeybYJqwRom2HDkazKAfwzml/GmPy
t03DVfZ+pj0QZglrXZQkpo0OXWYoTDvFVMtNZkhjF1L/UxQaHxLFJgsfEix81qSdV/3sMPJeE72o
ng37jmWgfHFqszmr2vpfH2Dh2n87tXVDZ0SwiH7QDO4qTHT+PDZYFT0nmsj6uSFsYllqiXZ0nRbS
ai1VFPKhtk1Gy9nNf5g30vE8ZUk5UTtWClmam9+v0TzloxiL6k8P/ekppo2ODrgmL/z9bl2dRkvQ
YcXq+33nPxPiy7/40zNHC6MMjW08AKQ3URBiL5W+SveKoMQy79DvZ3//y3kHg1T1UJgaz9+PEYjI
Hvz+54Mb82V4dqvu64Cyy3/1mX4/+z/fV/tMfWc4fO/DHx/m97+f//C9T/OP3/+0LdJrpK00GC5b
s3HUYz59hvkJnlE5AFGm3+e/zJthPvzzjwaXbFxeAu7xW62DO+jV0M90j3h34e4w6eR1e+40hr7O
lfo6Io9z03TknvTMY587c/w1spIEVvQ0KP2vLqf00sb6KTLGXxgfrVU3hI9NHLwRyTaugli+F6lq
rqKWRV5vO/FSymPrqsWT19oX2n8xpnuLPluVvYiQ6WpujuesxfJbaf62zdIjN3wEm1pCUEymrHXh
6YsAg++iaKoMuTLThNgTFyGI3B3kXQ9DdulTVwjhTjc9jY7eg4KOqUlZUE3DWYUkSXgVUAaV1JmM
YbSFo7ogawWMaPTF7GzCLY36Og0PRmYv615YLzWx5Fb4SfLKBc1kdA7x0vC1NZvYqm5aJ66t7w7r
OEIcqDYgSVILP4zdKtuUy2CVuQ4SHj2/D/SWG5IFGcXpXo3k1UlBT1CJJzGFBF0TGsjkyinA69K8
nUR3oUO/KrUItVLo4BL3jrq3tNYosV3ETNqPUY5oqvQDLeWL79fBUWkwRiX5sHZMt91VVrWuCeA4
mXSpeTj+AT1iEdRdTGNUftJ/fhBG1a5yS9xHfnWmlOKsRje9H32DA1wX29KtA9hPByXzHj0XoYwv
QWGq/Tpruw9byhVWr3jbaEmzpjqtX3XjlQhYop0LnaIOZcwAVbTDAhf7TbZ1fEs7kqQmhUYVeAjp
v++UkrZhYLGud9tj3GIKaYMk3ESkUZoxcqXO5tuL5EdYJvepnSln4TBK5oa+K2y58TVF3Q8AUwgL
5QTLnKrH/XgilosqY2fuwT2SOILzufKbnRYRZl6TQF6aw5bUUY/+a0TfAlc3AIcRcb2EcidqJKdj
GzG7oTghYvsJsfcElIbUh2ospQCzVETdrm2g2Rx8FVVWJ/aVrYhF2isDPWX5y+7jQyKfDTP6tPJ2
kwM7WNNTvKcmV50c0z7kajws8750NmXfriPRvet2cEoUFDxKeN9wn58sK6esjB86FV1ZUa9CA06Q
Rqr5wkjAFGnHJjGfZRSU176g+x+04N3r7laVcDIbVnqjmj8EekE6Zm5Za5ytF8UkvRg1FsrHGh+a
DTO9Kw3/4Hqo0aLsUe+ocTgQ+mtSNRetauRwrRPkwTKjModwDfV68jkaKJpF0cDHb/CUkqtN1JjJ
rBu7HqgdxI/qifQvOHhKslUH62IKtUKg4oIRCMigiNHO9NqwySL7vVP8KwMWEtw6fh6g8LCyK4Yd
zdrD4A3Z2ozVQ+oLOrOTbIky/52Re5JLizQC7y21lGalM9nYIMjZsFpvDupQbBzLHy7dI3G1Vx10
psqASPePNvBIYDS+V6CCpoyAyRrIU1pAmpFZP5Yd60FtJIrTppMpbS5loqR2I/PLheXmT0y2NhHI
1t7yow0FtJMGqGvfiPIn51CJVskhLidOsdymBHeX/Yg3sTR/wlSjTGYSxV0gst3A6ZgIfQTiyvgE
HxuoSIJOh7rQg2CGuuC2ne0QBoYoB0tlFbnOVw89bskeZqSq20eWQ2BU0mU+HWlaluPacJRnJSQl
abD8l842tizFALqNDSE449YMo7MsnZ5mISKNYaLB5gELJWjaRzNjnExYFY2REQH2pRUhhvpWz5ER
xr6taE6YMbU7C0TYCgxvDGKRhBbIBqhJ6DNjinqNu65fcCBryqyYel8C4sbAZznoacCVVJJOvds2
l8GckvTEXno1HMuCqMF+lBpcmbtmFHT+BhaNTeoeqwErk+tSilQJpJaJilZBaxc2Qu9jd+07Rxwx
SttuYz6EaoJCOC5p9OKtMvDuEkOUPmQeyiUc0O2SddHOS7xsq5mvrduR20yDE0Xzoymck+3xDY9N
sHe6wFkOnhuv6nB8EOUUO9iAJhe5Jjed/sYF1m2TNnyKGThxeNdY4AURLcyqx5hcUMgB2krG/jal
/yBdTGFk3BSAyPm1sovnMlbvF+Q8/szIOTEnc0bmRtqSvMEfVSkvAUMnQv5t64l2Y9vFpszpqbcp
XskwSOJNT9gyrQplKyMaLSTIETIyCX3IGdz3usYMWkdBC36cAk7OCCCUALxo89ji92RuooBfUUp7
4zbusfEKsiiy8kbJ9gF08o6cgLPaeV9tFn9pLeJ4rYPxNY4p4Ef5Q80wWWEg4bozemRWBZKQSLbn
ssHOYvTQm8GgIn/PXiw0dcuRk5z4AMiFFaumwCz3QXqqSdligAkL3fjoQ3c3DJ72Q5gkP7iq0R+B
DSoXEP7o36ZnzJv51xj32FW1Ann0zLFDNM/LptdrHJgPx+d/d+Oo3GO+lbuiS+ytH/vRY9iov+b3
qPvhrORd+wIHKtgYqSoOvWsr10EhvZ5EMPMjc+66FGg8bbQQNaAWXNBH1ScMcARd47H72aXVen4v
mwhnEAaucycUme9ZiqXbNkWMEwWgSEcaVbYCjUik2tEK6+aHgjdt7QiMz5Rd+jMoUxIj1TZ9VYAf
zE/l0GNvj33KI0E3sHrr430wjtUdHKepLze9W3eOhjr5ELbSY2RU1asKtvTgBKCMQC1iwCrcHzhZ
qk+1jc8dcKQfQ6vWa6n6walHFn32Y24ZheEOr4h61j19tE9p47IZ2rJ9YMpzlKya14NH/G7Xadqd
2tIanZ+mGi+6UUCfg8WNriKrroMvtYOJwn/Tq1X4bAsHrTtvaI7GJQL29tL6jlyHtjSOqVL7l4CG
uJHhE+6U1yzNV3lpVp+OT7FetfTowa0qBUnzIHZ2Yyl3Rik0OIl8FgNrbqVm9bvMXSzMhDVcWzt3
DxbKhE2nVg0reOdxPkBaUt64XZUviVnra66D/ljGZXUx7T5a5WhL33KkbvNTCyucAEnIhIvYS3ZW
bnS7rA0p+OuYcOenuMx2ncDx3hQTF4ejoQtwdSs+KkpCkd7JzWfPDR7mp/qtf99HU9mghB2I5iE/
ppx3l0pHI5ZarfHWoMb4PpCOgiZmzLp7zRvrnYO5aqf1jXrv5SAD5ncDg4eizIGW7/MeZo0CrtWG
4lSrpXHB0T4sAzXNP3rjRRkT8dZ5eLbLrlJPeZI3gCBZVM9PyJBX0QNBoNGQC6tU3qlTlOAysI8E
SejZh5uzvuy199SiZ2YQx3kejB5KQE7C1fwO6VJ2nHCqhdEocZrx7Fl2fUbbnK5oLNnvdAC/d6Vq
qa7Soz07TYX4tCDDJs0d7sm1npy8bjc/iykf/V7+F+53RT/NT1DdyHkblPt5fywP0Ws2hOolTozm
5NbAqvpxrN+6jrrf9JnTAPJBnrveZSi0CFW3DaiwMZ1Xmy9rfgZ1iApvTVpeGTzNYzCIaN0gxXyt
oZjN/8V0e/wbE3YgYTl9bFy7gIzY0SPnrJzfo65A03KAghugcYKvpqFpWtz/tEjqmZ8xNnw9wvXq
G4mxzmFM6DAPRhL8zIYWJhHHFsqfuRC5tQsjJWRtUI5ogzN3zck0/IgkzZrp8zR0kHGvWvGdOVTl
weeeS2tSiX4grdrP70MeqFwEEdlzNQSMw4COZmNGXF5MDw7zM7BatVgYc/duLAtjL1JoGlGOU1bY
+XOukWAhR/kWOnhETXUIjyVixnuzVD8QUcg3Lh7ACJP0zIEnclYDShr29AJVJCfqkuZTInRvp1os
bLxA9K8aOsDphcKMiG+irnHgfp6sdTUAZ4wpcv5jkRNuFA6FdelNp7nIArTY/K4kQdz3vdo+RlVN
NFEJbTWPw+HNou3OWAg5ocKcDc9kT9Rk+SQo8M27r1oNkFyww+fM9+RVS5DCzW+IcOq1Me34oa11
/RDmTrSeH8/w+CV10/8shpzZSRY1u16aIChtYzfvYq4PPjDUQTtFTajfTJ+u7fxKK0aJjSLeuQsj
Sxy7gbH6+w/02UTSBj8c2WAeVmhEYr2Kf6ihsZrfEgI06PMxpHCgVnh4BiAseLMqILq1eysyDTBb
XWq3og7109j06Demzy6LYE+ZZ3zOM5P1mSbtTSTd8WdBq1fDCX2jzdGiAPDitaRReggj5PSto/z8
3ivBieaFwMPV0DSwCtAXmP9QB+Ml9u3sqRutYt+4MWtc2cZvjbqY97adnOllHZp7RP4o7IRHjVjk
999Hp26RaflFzVju2RczqIPvd600aPcURh9srU8OUk/67y8wUY6CG/2r45ftRgesR3Mkt56cKmR5
yocE8Y7nbTrFWr/3rvNpNzgsDUVEFETwITtu3T7KpIMLE2Otc2+HOWIDHAZv37RJsa8i65WMs4IA
ErNE8ugzNcn0bmuRbXJGcGXSHh5GRsKOu2p7j9o630e2Tpw0/pKDZmjbXkXOWrktnD23c65RM94P
TWWc4Syv0ZC524wVLLeYd4uo3JsIDYQhPQn2Xd0jnpFIHGm/vNpOQXtGCzVWdk7+lDvuPox6iRWo
1A8SWWSVsQYM7cY+2zqrat+AZE1y41obsakqifFKGWOXRI753AoyCIToul1rgbYOpuiT2iwIMcbS
eBgbYtY8nGffGz8V+ESoJ01fWnbAuA/maf5RmiDp2k4cK1kGWyf00sPvx//6vPnJ80bXoEp+/9oa
wdbPxuP8svkN5sfHruJ/zD/+fpBh3F3mtmksWsgjrJ2MGL1WB53HKOwlVHPKBU49nHmvHIG/kqy7
OHvObLAmYcgKKFCacZs7zXMY/EjpcDEhThOgOER01VMIVzlt4lZlrot6dQlmCpmXR9pC34QcXFVZ
mQ6We4dDtEmsN7tRh72CMfSQVzidRiOHQtUmLTcBST5Ad7WN1vp+wpw/NWdV/U6tio8qxamdLsVD
jMfTrIP60KhfOaBOfH1hQQ7NtMGisRgnyzrdGAgiPTDdNh0w54AQBkNwtEMWAAhkaty2a8Msr6mt
n2wfJ8V8eLjKaohaPRjYuCIWUmHBEJXd0/zhqI4WB9QWqVpMJcd8JKnnPW54V4WVyiaDaaF1Be9d
N48AtMldiHlB01ccK01VoVOTDR9qOXKh6bH5r1nNFB1H/QrWY7xC4LAM7AoBembjyD35RaMv5x0L
9Mhd5QWruBxdDpRydEh8aVumY4/EZE7KZOUWpF4HWru7GFG4wlD4rNiuvp4DuECE14c5hQuCdkV6
vEq0mdV6By8OkPnqtfl9fny/u1k1+WH+v2mouctIokrAAbTXvGiHqyXejUBt1j5DFS0WkEgjXeuV
ZVJyiMIEaPNo4ziCiLvsmuoODXS7VQEeH6MWz4Ko7RNecGjkYYy+mi40DZHCxeFS9c8h7Cs7L50d
kXAu2FhEFGZ4gPZboSBUq0PVSYqQCHeXpiMRJE29vaLASkDEwbDWAt06KNL76Ov6M7I96EMtipem
1C8AjQqIVNaVJBh/JWT/DJEh+4ZO1hPib8auVXTOKPEr8DeawID5AKURa5H+PIaudcYBizbTvinA
yY74S5gfRgU+AF56rvuuIzERJUhVKqzTI9NYR/akFiWWYOvZ1a5urR4og4Dc0sXD1tQ6QiA6rSXG
a4z2/tg9Tyz/YxPpyTGrjeIenRPO28G3zjga9E2k49gY2sBc0oS0Nx442kPXQiT2ZLPAB8zcAoHh
yebWAJZJgaei59nVac0NNmbv6EM0U4k5XqjDo2/03i3OiUBAh0OmoZqM90pGlZH/QwhfS802DqLw
oA10OCKzJByl17RdkSbiEBjueWgKG+Gdx3BCLDzLoTJPtrUeHzFC5od5k0r95tbEaA+5OIG3A9MY
Mdz93sSKlmHPJCNNtZUPPw4xmhNawATMOyh5+2wFBIDHkmbD5H9Ty/oAYbw+2N2r6RBITLrILdBF
ebBrkyW4E+0CnYXOumTmz3UNy5oYEQ6Q0Kptr+entBnA1v+xya1J9o50dKGkOSk4qYvnA0VzYDnf
+9+jNeYmQXhyW3TBqgij9jBvKDm1hxDLcd7JPbqq5oDf/RpmCXxVIUEtTg9lf/yEBhodhm0+jwoX
YCLlANFM0+tDOG3EoCtrKJ8/yFgOAPhWt1TD9lMTorlKWi+iHFwHCWSs6TwnLrIivg9VcneATL9s
/FHdk/k2HE0EQzEJfFhmPSZHNrfRMnHb7838q4qGBT/U9BeV8rmV9/m+nz7JvEl1xYRaj6ROmoF3
GKdN4XfJOs0Ao2tqQJDtmF/yTn10K0Z5Ilu6740D+Pn7J++Pn3gzHVsOvfw4akApWch/558MSYjn
71/nn9TCXqURIQ5+CW503uguTNO4TJ98Q0SbQHOrw7whRqQ+eMzYvn+dH8MZR2c98I2lUtbojvWO
m0GEGTpwbLLCdeup9TEHewSHYRnmpbFgKAl0pKhmWsqlYthyP3asJLWiQKvnkDAuU598jVhSGnUY
24XaU4amBSpIQ8yfjW6kUGOod16DtD31ivzYg3MCmcF44U89WMSuyB2qqVHKsZo3FrP1Ra6G6fch
adMY3EDiUqWczor5k8Tg8rYey3WIMJnutDiH4ze1nTLIOuSHA/nf7TROzcMWSSAUPqgZ0gjxbpTX
yH8Ysff4QS8PpmHIA0IXj25AT2LT6KoHxLH+Pq7Rrykdg3Zqc6mJDGjc9+9uGyF7bpO96KNJpt8F
SyMls7h0i0NbZetEJ1WCWgEneyugcRItn20Cr31MfME9d7pW5uFg/ukvj/kWJyKoUzqunBdtk7vr
ArXBORpJpU0CIl/iPM5O9AoJUNOcfKEEoHhG1ZdbO1UburssxkRuwFKLy40qI+cqAZ+0LHPf6MEA
7JlUj7CbR74Nwur6UjmV9KTPrQxbSsA+j+v+ziKg56Sj4jl4Zb0JZVC+uqk4h7RYwWxVElKznqzi
h8B05X1Wj+4lQ2OQ60p3iFwagnpAb8mgJb6wfK3egk0Yrn1JNiHuWlBSMCYpELpWua5FT5sGpzS1
WGGeNBMhL6Fit5QsSYfZOwERQepTUo6m5YptXlC89HeCCi+BhSDuIFj0d7ZpsozSVG8XWMNGgHgm
xQJYuGWRp+yUGcEQtG7wnAMvUYofmms0i7ScRutICoyAXXzS0ImRggMCwhJJfLILf6Q74xCAkPru
Y9JFn5XqFef5N2rxTAGx6S2TCC937ZrGiwRENyBpfm0NxVrrhob6QqThizTK9fy4XXR0EUSAeluP
q+cqrbZ5Hpn3bp//rIiWWLmxTk2pxIMlBgQwYjQfC9WsXgz6/Psi1JJVi/PmJddGrEJ+RlNo+qtD
KhgOLUxdhQsGKyUTYJFogbJXc+7NdjdUL7YFbt1x3ffS0Pg+9HEdpzmeRLUJKOVswrQnGAfPfVRf
541eE/sjmMLuoxIiPPNETLBKhXggNR8JQ29ZGDDxqM1kuBHUQv3XfUYG7DxjDg53WR8TGV22a0Kf
xA1GE6g+AsbXQSjzHcxQLh2ziZnOkUcTJBWmfNMCPz0O+QrtF8yoDgC9TKIBvhRcJRAT3sEmtBUj
4FDt1cAUO+gkX2nVqlC2iuLZ7WJ6Gxj0HlyAZyuhIzpzHACvzBsAj3KvfCcKgKwPGM26+iyd8FDL
OFhGll8+2kICJZUdpBHzgXqyeqlrxWQnQA1FmiXRyNUjsj/ZnInZlWsrTkizjmJuhW5T31Vl2h4l
rPsvPcaFVNdIidZa3ZJ4WxbPFQ2O1s+TqzFGiL6kfrHc7J7OlHgMA715tEKGhghXJGFk+0q29TXj
U1j2kO4avcnAlHGlh5ajH0NCMgZaXQOv4VvjVpfhaPm/3J3HcuRYtmX/pecogxaDN2jXkq4oYwJj
BCOBC63V1/cCGFUeyUzLsp4+s0wYNMkgHbj3nL3XjuqjphbHaUuxEO1Jck7nxsoBIHr+XHMH/7SR
ukh/sbpoXQxp/L11qLO5TeA9NFH3lncQPmiLUvs2wP1ZtqFejHExNMMBpp1DOroeMmOxeP7l/JE5
mK3OaJ+w7ZDSqxQgGAUUq4sGwWPb+HTbXA04fopYJOlpaKsuY0+3SbRXlWLlDNfM3MoU/7tdMpRw
ixl97foN3RVwjLI0di50y0ewamfDzO1veLpw5fl2dqBBRAZe7Jgr8ltkWh99/4MM6KU9+MOb4zQo
oiLQlZ4N5S4DD7uCLlbdiALmCUrw5Y/OEwubBJ6fGB46DF1N65FlEdm7NKuWPMj8NwSQ3iq2/XjX
1rJzqfuAeVH3ojie9pQbsqCByItAJWrkyXDzX5vTUTqcNEkNhopp6eY3s+Ph3PX6K6wnkAVwNkkF
ZzMvuleMMSju1PaP0pCHhwYDsdc40alHDLC3A4cBrk4F2CAo7ETVkhjAwqNXKnrqJpR3ZfOHE9O+
R+LhP+oujQC6JD1h2bZ1HRRslUUAvkPXhvYxWeN91P+Qq+Z7SjP5JUn6ZoF4Jz5FHqMkMZJQ40LQ
xwF/S7OhWKFNDJ500b2BeCLyhCDUd7W0L7mt5j9bM6U14xJVO6Qbij94EsoQNFAGigBxGyVSA7xL
2Hsl0Zum+UhQiwefo/PWkjWoC2ByylLrmvYkIuUtEt6wJQ6oOuqDBX8xyJ4znuxxoD81ptneYj7z
iaZXYMs9LBy9rWz5I9L5bdjpspCJH67Lutr1umnss6a6pXn0qOQELgXa8C1SCZoD6MK8pqzEtZRK
ZVHUjbTxhqx54ZrXsNCJBsr5YBC6bs7JrXbn/URucDKmaLpuv5Bzac/QroelZr5qdPjjZNvlsnLS
8nIdeb68wt9aUzD1NxqlpA1lJjE3zFbfADSSx/drupQgu3zajDU3wk6n4mspRy+RHpLcliaqdSt6
HY4ekfC7KNTo6RljlG1Ye1uqR8Nai4xjEMr+m+9hfhoi6buvSPTogo65q9dLi54n8o+yw77V0oPF
nXPUJD2dJwTLPZRB/dxJ+PztNDYOQV1+KwqluEVeluEvoL5p2oXxbr91aeaty8pQHluguXunipVr
wstzxtM0YuSbaE/DYBG8oSwkH8+QaZrqcnBVb6tArJmXQRCsy4HCnJ3m1bYxNBv0ncPsrLLJgZBI
2FVlrz8glaGuIFJrTfcrPer1GCCjS8cAkfaSfnF2zQoNxnGVqsRnTr/BSo0WJFc/mjE8YdsJy/dS
BCvUyNLaaP1oa6fjv4qs3fJQaFs5jLJ9RszlVlHKhdYQ9OYPnUQkYbOetgwT6xvvFDBtkN1TQCFA
E9xoYVhC+wDj9lEYir6K+e0vvVJ0TCOs9xZJ7DALGYrNrcTPH6qKRgbAvCdMlO0cOL/+5jRPBG33
B7O14Wm5pQTuVo/3fV+OUiJ5X8bDvxdFurag4NHJOLeBi7BQ0hhaiKHDBAtkyVeCJyH1WGKRz41J
GM6pD2vnxKeyR/ytpMCli/hnZ0TQB8ZketpUY073tihKe1f0Jk5NWbqVmsdfYYl5E8Lp8ACz5pgY
TMXKjkyOASsXyUxYdlUfi8U0mS7jutq7kbrFou7cIgUjcCPEuY6RPUD2LB/GuLHUfohaplXZ+BOi
f4JF4TLAIioqaJ9iua+PFC/shxKgDPOKxngufH8dO/0w61wl29I0zhYDzNOlSLi2MmDWcLunUG5f
BJOqZ7Uj6tltk2Xn5tnb2Hl8F5iDFnrQmsu+7BmhxTQQ+GmiI/D6Bp6wcHZSSzyQkSU/qPCeqkio
F7CjRJtSHltkZSCva9I6ccGTUVSZ5S4hZvTZlKml4x+ax+PHBMoZeV8i7y5hb3yXs9gcp/DtBYl9
vNcZ2uNRUsD8puW6aijwhpr75I0UDmKr/B8EK60LqduYCGCXqdDnqX3RNCyiRdM03zHFL80akDf1
ogh5kCLOJJnRv3elhawO9ZPkBkvCKQSvOpeKEvyFucbzbwXGOjgYpXbTLbosppCGkyqRAtMiwt54
DtA2OElzWvglUao0geoi/oMaDV01xSJ83Wa0pJrimtuZWEQQlzaG3bREh/LABk4a7fU4BfSpedZW
kqN0U9r4NN22Ri4G/IRUJJWQHt3XF5mVRi9kqFBioV6fjEhYirnOd5mXhex78S3DFVlYpQz82nRO
QtWqdWb5zb5PhbePFQ9fW0o/Va3pZZnNG4h6j+ZtHOHOVtalU/EOEyNYw2r5hl1U39ICnlh5FIG2
jGAJ2LOcaL2zGhj1nG+B/pPCVIgfm29Ke/KqARpf4l2IpQFDgAB3SQFLucZ5IF/5ABfEj1d0RnWd
iZ9eHCapeJz4xVISJWDioVF4rvgYeTOIf7w/kEXVarGfIgAywVs+LfqthwB/zYgDnp6jRks5iYp5
yJF9YYNJYa78IJlostyqfeqK6JiHtbZlbJIsEl2lzBf42p5hFm+38s2v8uDc1Ua+l0MJ2LoaPtgg
rHjD6f6RylcMoUT2D2EUrfW4KveKcLeKHEtn18NK2DV8lCOqYS8F4NYgqZ8rIPyRiB8qW4sepHxQ
tpVBMPG4Kw4V5LTkxalZ1D9kavjoCdl6bGRg3rnivDSiMLEqvgBh7iidXAOsYzPJzNV106XlMiMS
1E6pk1jKpiIzT3jZsGi0AkadxFAnNtYq7YpvGpSCWZAa3wyzzq/BmKcOu9j8LufKXEs97xaC4phr
FTYaT3wLsLevcsNMNkQfdS8VuqQg6Zx5HBMKIEl6eYPPtwBM4m1sxyuJdjK8EdqsjYncyY1/DYpS
ReXvUcLMvP47SUZMd7VvOILBsHSuu2kHp9sJER76hnEODmLCiHFWvFfIihvc+UjsLBVCWDdg/OBf
Iujr7gXjyTAL0FPQYLK6F8YsCCnd4loDtFIzL7wwh0gWbVKA5EjNYmNQwBhrB95xWghySRdGAobe
8ap5oVfW47QIKe32KkRpEXcvLbmvqzzwgrUg+cbzTAcLjiTvXL+OjjAsuqWeoIBRuircRJUv70K3
VRdk4GbfqFSdK819lQwJDG/ZMLTiURDUTF9twMQPyTe153EX1GTE6qadrkraOQhSIgnZVhOte6AB
/Gb78LEiCx2Wuf7SYCblLaU84FMHpyLpzNVF/Cg5IbmdVGsDTIHnigmNE0r9TtQl+MWsyPbqmG4h
PBkNeQtVpEK0l1SKcuxLpplpRLQp1o1gjcjW4G+SeVvXRpcabscxGGMWzI6c8BrGyhDTcJYQtVgW
2mxMr0QZUfh2RvJC2Gg7PRSMrm16VBQx8ZmWgB0j71upWc5zDeFqFzEcQSOaus9DBybkmUl+grsl
Sk4ITJaNpbYHf60Qun3y/Dx8MvyR4CO3x1wdu4FxqZwKTwdtbievBOgqJ3Qs+6QS+VarzeTJSpRd
0uVAKuTcIyW6yyhWBOJ71++qYN3aqvuYt337qA5Y0ovwgz5WdZQMr7wwA47p7xEZ25F8MYvjNMXs
E+RHq6XxKpethjarpgUhk+SalJbYhGkP+tgFI47fGybBuDBLch0rrQO9L8cHIyyCDWMgZd8BvJzF
qUF7uJWNR7+qTl6ix++OapPDCZDVKrxbpoERauowfUsyjwaOZfzUaLObCUDkmWYwijecdZ7YwS6G
G3ykTCUfiRiRj8jxiEEtpEOVQKSkLPVmNQhrCQkU+9RzXypqwhs6eJT7mL5Tcz4Looe8XIuBpqr1
RZOAsMcJXXrGobFcyO+1ZKO3k+gZ14qMuI2u6dawiZ6gUqk9yzaJsqKXKP+HhvqsmsgFut6Kbm1M
9lFqlx9iiJ6sDJlOU4uB6WuZrWhq49lu6SSr7qEENXuLrezohzH0ycHYdSlFsr4gYNvgSQdaG35K
SAjtSqWqc+oa2WNOUL6YZaqfpl2+X9rLJG2yjZGl1Ax5a0ZCdpe8VsN5lY2pwcgsD5CKf+iUtOZp
Lb3EOUxgt87bs9C97qwYmbciptGmc1MjIqKbHBg2uv9Ojp6Z8T1gVcoXhajDDf0Ya1YhvNzQfdeo
fHjmIVDzk4UEogJkd2yxa10r6hk4GqUn2IOroYSThDUtWGmSZh3NWuwROGdX0+DDNLq+VUk3KG1F
NEV6ipMJRdWNrfhgmNxUXUhR+gSNig/fEJ9znClLXQewFNnKkylEvsHXzoBBSdEy9MQ5hzVixAI4
TerCpSAz79eCeBFnFyZQkHhOZe8xXvz9tJBKuLkCXyAlFyfC/EsGnZLmN8T+ysWq03AjC5zKeKQh
9xfMQxFAQOoaOlu/9AG9g6K6BOMiB+Ys6SiQrNxcVHRVF4qyx2YdvikJ0sYe2uLShLJAYJitUOrW
AlScUoDmpga7HgfJhl60sozsHCd3l6knUUAVwO1H/KVE2bBvpXZd9p21LKikYuBJ7B1YPnuliPxW
m5YNjqm3947nB4syAEMgmfA7CKJMDyTlDbcyeNTH566nCHvdxG3xiDSEiXxZqYBDyo/YRGai9/6w
yCBt78AlBcywyniDSn3nZKMKJnkv3dg79s0kBu3rU0su+cyVn7Smro5uiPSKUF5pKynetR8k66FL
a/Oxr/i8C4xin/PqhqiqOR1patRo4Krim5M3wxtMfP6C8ZKvpk0EIgczHdCIUyKYkUrr79RO0U8Z
ZEnkpQN0KCN71cpKO7ftR9sqNVgiDytDihqopgR7ZC65ChXoKYw5I2anTr6AgbIxdAJEA70jsq+V
5a0q6jMfNDr5KgnObo1e1Cxca034sXX0CdelpzPs2iYvl24zNrCFq++7adE9UPXJdxWtVSICkPNs
0NvuAEHKD3ErqkXRJs+x2uZzhMbam5kPwN0185KbGAeIc0pTzfzQSYaedXXQXaH5HRgdOBtwr8ht
0zB4oh3oPIhRTm5rxc4oGFvbuqNfE0jMWUFNL9T8XUw5qgDxY7kBWkgtq6FIdfT41eRD5B5THlE+
REGrgxnwm61CQWVn1Q2Yf9W5opsOgKL5+mbaROzVLCysuefBVg5dlqBZawptHtp8VjRJPqJmTpdU
Sk0QfZF8TOVGPkatyhM94JWoaF556+q3WFLFVbXK8pYyRJY89S0xZflJmPxTeFLya23aJzV2AZhM
IzBDQj6J6eqmRc6RMkrzNvSUuLK+QdikFGOWgUMyE4E4KwUNEmbUmhai13+jMHrT2qK7iZzwniYK
MQCYCJbrNi7g/6gg6aNBmw9lYzzpNmLNniy0V34kGmMiGKmJ9lPhwbzgo06+PdGig1ydoflW1B2w
QJElAVPH8Dv7++iSVQMLhbbvRdtIRvMkJ4h3qMa5j3qJdlr1zR1g1e5BkzGb+aIcnQNptMVkW+xU
WXF34SrS9PYQRE2ysKvafa8MEgXrzHxtAsNapRWR8xaVX6WOUL6oCLDySJaulJCzuTwk4RvCxReP
5uQ+GbhFy2x8a1bIE1JH8i48P5Hbh1OShgBQmNEqiKDg3KYF3A/sN4Nj7dQ2BlluOSCrMkscpoWo
aXDkvvY+VXB9dJYKkX6LrK5/Qor2t7l3rnh6bUKpqzcB9Vf66Y0NFo02syZJy5ROG/JqBRekyAPU
7Eq8RomF28qFiVY2VUM/i9CyWoH4aVcWIKFAov6kS8YaWp29MSj7zsOCNl7uO0yB6Exu7O940JxL
RYFrXkZ2DHzIKpc80rR5alBQVrS9MZaHc71VZ5Mz7n8rKEGB+/qb9e8voIT/G72X4fvvkITPK/4N
SVCdfzmogE2H0r7MIBsjZvuzrDAxW+q/dF1WcPIbKvpnEwtmQiiS/z//x1L+penYZXRLtw3NUAxs
xyX8Pg4ZHIKrwFFNw/6vavr/DyNBs0Zf+91nPX4/mEAN4PQKXEzGVaPB+TcDs00HKI6xt/wcyuqP
ouuhYQ+GeEBKFC0c6tHvqAFnIUnzH3kCKMj0Fe1SBGWwxRjdrFNigTu/7S48A4dlXcfd0jGM9FaA
ZbnUYqS1R9ltWngosQmJZnroe3128/JMP9aGfcZfTSBA1TgVVWO52X2eTJ1rV+sAOAck28wwiNXS
ROMdh2zmwqc83hf0zdKjDfCMVAshOZjU8nhxPzytTedMa01jSQeXeI7xJtPuRHWfkWLVaPMl8vf8
XHmNLOXByIv6J7q8fa/U9VtfEAJPaJP5EFHn34Uy3AXaVOKmy82AklVtsEDhzU/ktDjGqpsfdRwG
G1QlT/dd0/5pcd+XQxEtCVHYTfslYZZI1i8S4fFkBOUZ4/xxUYZet582+UuLNk4R/2W/rRKKQ+Av
Fpvp7GnxuZ12IcemGwm73RZRW2+s6Xzj86ok6baJAYzKKqD5F2lZXryW1FG9lyiFQTHeS01t8C4O
m3hPHR+Q7tdVV8TUxKDJbJ25ZoXLIrHbo0my6nFao9WPS90uy2A/Hp0OVDlM0QQf5ornFQLFsMjf
wDOqIE8bb8f40n7NkBHGxJ85LoXojmwqywHn4Xcj97K3iEVTkKgnBYxOm0nvs4JWx2ozckIoP28g
7Xir6TTe/JcUm9zVCsz2t8tzr0HpQCuMylRtWAuY4GJn2/n5c5MsOv2B0lNOJ9xEcEm6DH4z+0SV
2+UDwsC26TAm5bpjnywldU7GuABKsvd5Fu/v+2s/oUepepdp17TgPeicIC03C9qrv+5BEPAwS70u
XpVJ0B7qcdHIRkOtBvGI1PH39eXAdMp9Xynw/Wg+lVSKb9a+1JA3KmX+Mm3Vg14htRgPfN32pYhD
Nekm+yiK4eWP5Y37mUkRq/7CaNRfV05HBPA3l5CBWVOJ6jot5KhaFxaDU3Qu1bXOlAoophixrcFH
o5QPvezH7xqd6lmUOd4TcGgNh62lnkDbDWs4IPHeDdoMUSFiBSPFAwkMVGqffF7nBakQsfTgl0wi
JOQbmw754vlzge3ykEQK+qL/7BrXpHG8b4Ses7wfEPAqzh9q1/m/rh1PjIPSpdoU6XPSNZhrVLm9
DBSHgljETzYudJXfc22CeLvvE+5wcAJJOyLmrK7YVeqDbEufF7ki8LYWiSkMilT94NQDzdp4PW2I
gMCtz/2fq35f6ofegfnoFdqvI+14WUC/Gcyl73bLXlMoHI+4ALv3YhLn9SMVs/RYR7n/MGEEiBBi
vwuOZJb0ob7+PK8e4BNMx+NS/sDBv+sbv1pLlS5fYa/2V4t5Geufi1bN1l7ZW/M8D5XPfYPF0zF0
i0M67uq8OAFlG77eL6p83A1fbgpzdzw79ZpTjjqLX6OfnG3MXYOs1keGFcn5c1dI0jdGYYgu4xmR
UiZnp1fj+7n3/UaflKtYkpq5xmd6Fw+IzHFfusc2IIrG74z4h51i94iG7zLFp4WEKuho98BCW+PX
W+G/n8CQMc3oCvw2Hjh/vkx/5/VQEfnyknVkR1MhEfE/GAvai39+yaalqaRVORg/TceqqeaAJem0
QjmohtOYKysyzHUeV0+Sqsj1LNazcFmJIV1n478iivcF8jzjNNE7lAZ5t9wn+qwYD077fA+FPe19
f0f0g3FU4mAb60Vob5Mg+B4hP5sj1VqDk30PVf5Co4aORtYnq2lrWrTNNjLr+PFzIxMH2R/EufJb
6dGoDKaJjlOTC8HFWQz6O0mKYjttyuRQlSZSOSuwk1MUjSlOA9muWSQHLwO+JM+Pgw9FFq9hWCtP
qSm0VYJQdUWY5iH2oZhnbSCf0YtY6yLSxM4tG+WoA6KH5iInTwoCDkzaXbjuI1FTyFRDxthkZPlN
o1+lmgWMlIZsKcvdUuocN5voIR68w7Q1nWaXUb4AYAsAsbT06+dp21qh2OCrGhgmG7N5N4bMOJWw
ngxLPk2ddRcZ4Yy/ruEMcmXAqe+5CzvuEDg+tJZSL5W4tBZDxKT+grL1vwA61C/4Kp0/BctRDEtH
UGFqsLC+/NFYgdrFxA56zFsQfkZNEV4bcsIucONCTNLhPAdKgG0zP5s2UYG9W1ZLLejiRzpV1cFK
KH60XtDRsoj4CxjBRTxPpD1jUWfGzEEhjLFx9/cD09q0bzpv2vyy737tlwN/d/J9HyNMddZ01pYu
XLLMoL8daSJITJptdx02enPGl2nPmbHor71V3xyt1f8okPdmNCx/1H6sjHgDzThMIlQDdxXFSNkm
83IUpdJswk1Kufjfq9NeszLKteqLw+fp44nTfkfFsxCKOjq0gRlsclUut5kLEd9BKbyIQ3KK7LQ6
9aNmh+oOWAiA4ihL8IE6rfwQqfWwbAP4JmUTs1nFAwEf42oX5SfMvCHKas6bdvWuiRw4DnjNhVbM
q8H43uWhc6g0PmuobfxlmTYa7Cw5BJ/IQs4qmX2MCgo9DS9aI4UXW/djogisnP4B+6bzdAzRm9iG
yzttTgtYyNKuDnrEr/++HcWY+GgNGgQc3VioRatuOEZocUZsXVigXOhMinXjQtdo17oRHOFkHCHc
D0xr075S1Hh6/u4wqnB1hnRNggn+7xtOa5XqQb83S+19iNriYDreTz2CQ0YKh/FsRQ64X088KtAI
b36fLuPAkK6ZjF00A/8OMcdXvpuUllzPVl/wnhorH7/FtkVjcePl8mM6QQ2JPTSM8kbqS77Ve3J5
M0mTXoraXtMNVr47rhfMNfynJyxOGRG8ybCYDmCZpkfrDSqlUV0z51Nhk36Of+xNlQxpw6fvXare
A0NjH5xSdaYRJh9z3fRv2A6cTWCh7JwOTotGKs59ocjHaet+BlmuXD5e9Z97TGeoCXah6R5V4GE4
VWN1mbs5ICM7dO3d52qQKvZO0kYg2G+r3Xloe2lt1Zq/RIcgPbsN5UWmccZG8zHBy1iRGKryNpiO
mkW3kCwYan6YSFdwnlRaOKshCW39z+86Vf3zq86SedEZBHvasqE4JvPaP7/qXCgnRAlGyc9QdZoz
7olshqCh/J6FhKGFBeoFkuxEXBC65zV40Cz1ya5Tne6JdIBdj99aaJ0MsBQu5/R2owuq7UqClXei
IW1ohQi6Xw0WaitYpu1/ofaMs/Hfp8N8+5qGoteho2Dz0LW/YOD6CJHuYHbuh9QGx5zQmecOHXsd
2dprSQ1wm7SevTA1TX8NZGasTZMzoWDC/Jin8XZwydDQ6F1sRKrZKGHYdOv0I4Jzf9ZIpL5Yhnf7
vBpOBKHpCCGme+dOeinloy6gbrbfRDeUOy/Oyr1cEHcEwZLVz+3K+rUWgsiMVyQHlfuKzsMSuX2z
SFGMNief6MjSIDw5qME1u3q9DW2DqOquCe29IOb4c0GCaEvG87jdBjZlqwzvcRND7ZjefrpLf6uq
7FddweLYqWkHmTkrbnyGPqYTCj7dY9CQfR2GyNriuA9XZeeUb5Fhz3XhhO/0O8JV2PGIM4ZKfUI5
La+SEhSt3EDAu2/qo/QaQwYNG907Borwj9PatPAzpps2hpvVlwNi8OLdP//1mn8mK+rjr585rybz
5hnBTdPx36ohVFp72ekC86Mp7QJaB25przGLYxfLp5KAsyuBbyzAWBPqp/orY9ycDkQSEjMw7p+n
eWXrbilm4l9sqYcq8pY0xUq1LzjH3AuwOodmavzcpLZ70Yd2DDHPwrXhAc1votQKqH+21IfNQKyn
K6YTB8974flq7Kcrpv0mKlPuOu1IPN2e7jptTVdMd40VX53f7+L3VJ5xoYj1dB5ZAbvcK1dIU4yd
ElahPv9cHbentWnR2r6xg/fBlGZarYNhIReasanDMFn9828BttlfPoUUvnTF0Yj7tTXKZ39+iKj4
P8JMGOpHlMHLEW4enuIiusIOioAUeuFpWjS9Ep4CoRF2mYHCn/ZN505rRYXUtsV3T7WWK+4HurxF
jOb3r1/2kzEdPmTt7cvucPzqqhccqrRHXjBuTWdMCyJmgBJGmvT51e8HRgvkEiGi9PnV7wdKOkYb
tYr56PznB5nWktILjx7zm/v++xeTFHKjEkXaTwen/UKvMADZRbSOk7xh6O+zqELSfD63v65OJ7hA
BXG7jef+tvrbZb6Wos/4y83GCwA5Swszk5xFXXS0G+XIPk5ryLpUve6OKMluovNumlfYhzwtQUq3
dboyKHk3eMJ9+zAdMSlDHqbNnvoU5j2Rz8IAGo0j+e1TqSovg1N6VypQ3YOVWvC5pUF+Iz0Wfv7I
ARo8O3nMInU/7WcyHazaysYf6wvlTTWvvdoUryZVqm2mIBqazvqbuypJPiz++Q9XNf/6+nAUkLa2
aai8Q3ie/fkPN0hTJWwbNf6g6MFv2HQ7wO61ah/DtlhVLu65aSsNUAovfDWOllRcq/m087cjbbDp
3Cg/TruqXhaoqGA9MQTV28X95G7wnM9zyoxebU+3qsJGspZbnltqWK8FopEHoriJWCaG/WRaFjGZ
iXOZdiVVUu50IwxmOsCeizoussEsVnEgkeQ+bk7nhZVNS8g0yace97XkzMW8j7d2kRj7RGmN/bR2
X0z7TN9PVjyi8dSM51nIw4vP1b+77rfDRtj2GwlG+tQR/HL/L5t/d6u85JVIjPffnepUlbVDQ+Pu
B7kbA9ESiUAs1oQon5vQkNZf9qNL+HXGdK5WMAJ2Un0cmlBHvl//5bwW2RQ5YuRYfDmQprmLU268
K9DQemHz3dKz/M/O6Y4mJbIN8aIPfm3oezdssX1Qcd8Pzt4rSeRYSRX7p4N2F0ISiTVhfJ53v4Lq
28V15X5933W/bLqnr4PJuVHdlQ8238tSlqr2GVfRmzaWvsOOXjt1hne0m/AVDT9fu1Quzx0EFci+
+TcbadQiwnh6tOrcOvioSRZIes03h0LNNO03gdTOsExEt04FJGzlwAhICVy0Ue6eVHfYZLjKnqWy
9E5ZVL3Fbpo/B7BaDnWOhWzarIVvbeOwUDGPjefGhNMWNW6JcDy5LbaSdYhFim4yqduz1gXFtpfN
YZ0Zkri16ZivYEXWh0yKrw0Ig2A+WhI4RK92PthbVKk1dWdtfKPXwzWDkzkzgwKt4bjPCMrh3AsA
SuMF0y6K/fUKsW+98LxguE4HXE8jwAd60HQGCjl+QEpcSw+U6Nx0AqrEfQEl6POJ1xkduBOXKlCv
5EzleVJOi+no/cl4P4CcdmWo1KXvuwA6cJP7A/X+le77prOBDf+6vbtR8DbyCvcGpDBt5SDWmt7r
n9vjkV4x6Gko7vG+6/76V/5mNDCddx8cfLnd/Vr+CUjGnbZ1pfX/y2BB+zNlkyGbQYa2MfpPFNli
7P7lkYsigm57ZGk/PE3am9j+7BkY42aDPSybfW47wsc+luuguoIq3XzutJHAHrsB6ljVY2Hxfc0/
D/JgLgibVxbTJVWoEAdIctOcuXNALzQmJZ4R+UKTzOA07ZsWZuSY6xI7+2w6YIxHrUL11g1y2779
L+VE7S9TLIPJlTn+B+OCzuL4EvptkEq0DSiCICx/6IW3RcybHaLMxcKXBz9p5g8y9PwyO3yueg4a
Osna8W6Qf3iS+5jy3nrG2S0v3c5w9qUD2YYhvb6Av6guihAvNmRvE/Sf2RyHTnPQ2Ksr4cv2Kwws
gGwWcb6d5TuvYMXekXybZzAa0cVzvDfK+pd/fqOOPdA/z8eQQxmObmHIUmQ40F+KYIoT2mqnyskP
MyALqQg68+piJhlC3zxPW7JM6h6cM2UeQUxNwA6lF0/hVzsdjVvCPyI1LmYuPPFVmBOPHrqDC/Ep
dwl0YS3T2lMjDxSixi06niZ0yXF1Whg9/OShl3etZ7g0JbDK5RLEKEIJ5XWTIrPDt8YggyrEo+3n
xJaQKTfD5Al5oLQlvq4hPOSNLKikSvtpbdo3YMfd1pa7vu+6nzadS8iVRx78eK1UjPcSAuR7L/In
hp0kcNm4voYgl55JDJXnke6Wu2lT15QXSXKM07Qlq4u8G6pnp5O1M26nCyPQYPPPvyblaxuZTyFg
EZMBkcxoXlW+FitBMMpdVhjSdyEZGaxS6ZuGEuMyLVyji2jQBGe+TYeyjojlo4DXCx87uQgjIJ+3
9uJTCCzHkXBEwSP2zLNANCcaQcRQ/W60knua7gX7NKEkVtNK0IuH+9cwBL9TvGCH6X7TfonQIU9J
FlWoDhfidWt+/a6zr10D8CYQFGDtsD4joF1z0Tbte1spmzhK9T9sUoaSyMTh1JrE7xiOd+uDASg8
yVKos8lwaorCXuhm+nBvB+lDzreqKeHvLaLCvDqOAfNpbBH1TlIfIyX/24tEXQF+QHh9tcYLpvtK
NoS58atUfqRE86wPf/8KhpSfhdG28yxPqyuZUfWxEMWDCOXqOu3iQ4FE09cwYY1nKI2TriijeF2K
XsQyD7pL5E2YpedWE86l0+xby6fqtTDLYVVj6OVTVZuvuV8fG2z3ty72o1PR2gk+D/Y3cSeWem/j
jnSJCSGZQyyo3KV7negiqEXS8b7wZfPXZlF1T27YUGO/+Wqj7alj/1qorq7to9oAOOJ6pb6NjGgx
7ZtO6atY2wPjUdahTK0AJ1v9ov4orEZ7kau8P8Y5WdfTpiRl3arQenNlFkJ7KRgSzNom8R5+XZN6
uQ6F3zfXfotrx9ZyfR7xY/wozeMgZ/I3Eaez1pSaA6CV9Gb2lDfkIPmW90a/MISk76y26p8QP2xi
ei7fMDIrSwna5TaF3/0Kp4ThHefHvvL/CHuv5baVLtz2iVCFHG6ZxEyKyr5BOSLnjKffo5v+rbV8
1tn7BoUOgGyJBLrn/Ob4HL6dpcmSkiae5eLij9zgGUogt/t/8fI1VE1/PSv51jmWfAd6ru7es1D/
eC9YwVDWGUxzqieFxr50bXwVOVDNNi7bTOhERXPoyppkoqpva5f3xOc8KikHin38YzUY7cEl+INd
zag9BFNHUUCAIh/30q+xlzWA1N3gCH502htTvgsUvb7mls0LKbd3DvKsq+xqzRitqdXgVPCnTw5Y
s80XOO1P2CXX16r28ADOCm1jQfsk224guyBdMBy0EC611aMjkc0gKMGL2vU0HO6nste2Gx0nQTH/
H71lSc6H8m2coBhoxeE+W1wN5gVZv5/gEWVSzmYqfvlkjmGEytVl5TDl6i2o7RZgHYWtVuxQYdkU
4VEefCYepzKv8F8D7PfZJ89cMfr/22ckQ3Lw7efPWXIqObIJV/TeW4UlBTNwaRzw5ZWK+STC+UVn
+/rOEnsvX2ze7LLdNL6GREV0oYouLgoeiYK6ipCUQ9Pn6Z7EREq1jh9fdfytngs2okbRTB8VgJit
iUZ7gzZu+gij8KCzgHz208Qk7Uc9hZzGH8Za5G4SnYHFGre+Nm+yHzUMTnyTE+xkkxoGN56zDyt2
qVVEIIy+EmwJMkH4YeFzKw49rlKoe57uPWFm4EqHDBZ9r3VJ8qw8hFZ70Meu5k/AQTH526Twbfaz
ZtdPEIjVfR3jmCtHAeGhboBsu1NYOKymOIjOyFRqStjS4qHNk+6mzyroDtf2vw14pUet6f+07Qr8
ZVK/Dc1grVRxURUqzdIO7HiTBlGXC7E+W0N56mAasL8fFPLwlPfRNlTffyhj6oaIYVdUf1imSxbK
Q1vcJupDSen9wlVEYTa5nbwn44iYcXqQiR81y4cdAhhB9g3eWESky3H2MFQJ3fmJEO45F6GLwM+t
ddIqI+aHSPDhvzlXKEEezANlJ1tVWThXeeaqUGnUwj67aURWwh03iToJQ1Dx4HWjqd+2evQhn7sW
qtbfA7KdzeNqnkoMYv88pGV/ZBm3oRstNKdRyTsqw6PVK2AnFHGxCmo9ekk9Er1tkoUfZmH/cKAx
fR+x6uvdzA8W3vCoJFAKu4SGjZXgWR7cys6OsW+vVYf6z/uAolg+tYfaewRTZ3cfUDpPP5fQZb3c
U4/+NHNwM+0om26bzh3aBtrg85otbLDrfZ7ouo/KNl8P9X6JnMdH7CpvNTYpou+0WGlhbFJ3pfZP
8qCx0Ef2dbMLMlB+XFFGZ+NMJseCIixOpQY7Wkzv/Lx/quoY4HCI37FB0LN0LewDxcGr4mblIkNZ
f/Z1dqJcBt/bBFljHz/7ncQRu9aeqmkm6GrFnpNneQaP2NI2slNOVvOemv84PydO0e4QgqTvk+Ft
Wysj90VQ+dp18TfZHUdm8pBg6ryRzZ4POhVPYXSxc9999lqF4lyubl0Htgj+6Stdc9P3ZAy15ZRE
w8bVAja6dqF9KZQSxBm+ckdK0j3IfSCciaDWX/2ENDzyneAR7ROyBQOb9Gnshw1EhkjWsxxEUcsh
0WFvUdXJ6f2g4DoeDCCietGXyeEgLqGb23p70HDN23WpDlc0BsnhYDC+bGol+tHOSwfw8HdyvJRE
+1F3KeKG6kvAKhsjSZ3XMQMMKWZGuvoaY3T+YmkTxoipn+49DNX/fS9A9wnB9PLqgKI+DKlGNZI8
NcfEqKiYoXfERKYsKa/GcQl6bf+9w35p0Xh2v3MCu3qpMq1d2SnuR7j21i+qH7XrgTfIhmVr/VJM
Lr/IsIEdLka9bOC971vqSo46GMXtGhsCiGwC4VD3pjZC4RfXhr2aH7EEYNshmjl/MCc17VswV7hB
53340/NQZ/kDhvEqsEJyIc6X2M+DJVYb+dPcNMra8jWf70Zf7BVgg9tBW+odSJzEOVcTRdSDV+jP
JvVYi9Ypp69Nqx662lC+JNiBkxMJnm1cMK+zMa3Zb8MZK5Tkw7eb7KQrsAQg7UBs7/C2L3Iz35GC
nQ6FxRtmyo7yoJHvu5/J5r3SVJSbfk5RMAJfa1ZO8KsNJjzxYljkIwkucSDy3R4A3pLqwi2LhFbm
Kg94q3dbg4DBRR4KL4t2fd5+/eySZ7NSaxszKrStksGCiUxj+pLp3gUhDlVtKKYPsj8Q/bGqXJRk
ehoR3x8GJDurOkiwyMUd+kxAuTjLM9Wpi3PaT79HJ9GUfXLUgwR1pARwfjcbpOP6pFpnwx6bE1bw
3lIpm+pbD7RkLu3sYwq6etPoGWbeZaVTfhV81WdWwMhFt6HX1udiiuuzPNOJ90Fhde0lsTL+TorL
sBxx7Zh0XmDVPI7p+xyQF0+NBXDdmfIHOSD77new9OjJYYn2YOoN+GVziUI3usQDEvdlRVGYbE5N
MNyb1PgCslLKI5J/cDBzPR3acqiICDnJFTrCQARa5Z/Odnlhd2N3pZwbJJUGkBSQl/GSu5SuhuCk
F/W/m0pN1bI/EdbLvvpuwYe4yoxnVS+ij94wR+gJKIrNNrU3Y9WahyJVMY7tJphPrlo+ItegxqDC
5NaMwuKBby7uVp75mke5ujNES3ZhG5VeUlD4S7uL6w1AUdXk18JwFibV2tXEL7auTm5phzdtwBq+
tR1ADTna3jBLkZPZ3bMW9c6xpOqZutKq/2gd2HtjF42nSLfnp1Y3T17mdh96XmTgpHTEI+Jy9Dt4
vubxY0V5o0zcE6AAeyby9vLghLl3P5MDhczwf84xUx+ihVWtNUWQ7ylk7zFcfkv5foJ3z6jlNsP2
LTYGKtxCxb2P8qfEPrcanKMchRNNCXfmPpsttXd5ha4vnkQdCUXkJNL9K2nZ+FTY5K9FS3bJQ55/
TKNtXEyEgtdZ8cpdknpXqmGjVaVnxQ64U/OqZ0Av26x2AHLShMv2tZ0G6yxbua9vVbWKb7LlKuvA
GbsnNbOjZVxVK6O07WMzDfZR5OgAJIhT2ZaHaBj9RVU3gHT/TJQDfzVBXxtow3C6/Pe0/5r7X/ds
K3Kg6tDhgIDa7tLpQQScA1vciMBKsk5ZNy8jE8tbNXmb7M7+0fZ8rUwjghBQNZcKDOMHGKd6ORsG
zGvxae0HdTpMaUnkvRi0jTapydYfiXOPECIPgAcQ8fAU+RJY1MEHSvks+yMYOPf+XEsvFuukm95/
bbMovFYjYbeyHOtvIBDOcOmDV8tvWKzn7MGayZ3gBRGuEhMUOxVPf3O8RFOsHe25K/l+BM233BIM
X637QhWeua5jt9hrYTrc7DGO7/d24/gHZevl0xg0xs7snHTT8Bn/mIt+Ke9tCMtAarNKkpGmcy4N
RNW5+KFDitlSEQ2QIcgZKTFacKkClwep/5ZScXn2OfDXvL+acnIVhQnleGOARQ43/bzBX/f7/Bk6
C3qUeXO5imxMi61iGrdNNbUfbr0pKHD90tgGEtiUP1OsuckXgjxLwPATsVBjRsNRVWs5DR7q0SOI
8uzbabSHPqFifjLBgx+cmkpyLKw/m73oo7ypY4EjTmX7PvHPJZ99ZTEOEnq6+q/JIbjwbW1FiMqK
AnCnwacA877nrom/h6WVnygi057rybWWyWDN21bB6UeJeGWFi6LFikUGlPj1WCvLpiTzMwzljpCu
Mam8B5lcj8hb3ERv9wjS5wX3dqwEh0ZMVrEuoQzSCvdKry7J8GFtHenz7zPRp5hx9cvE6xYRhHc0
cDDBjpqDbH4eigDhe6v9/Oz5a9ZsjhYOROCTxXaxrIvmlght3ISWCDlf2+1lU2up/TUnuMAw9/Jn
u3ZzdFfKRzwQ3q9wt1tGRaqdFC1RV0rh5R9pBYcw8e0flHG+GnYwvOaBba3NutEPceaoJyD36qrB
PXQxlJmy1x0Ifo6v4UBh2MrFNvvfhxHIy2Jg1/Jga2lwlQOtMrQXtdvIxhSbgOGgbQ0bgnb7BvdN
rKdrqDsqzhHtvgy99FcfhT8j1SVjpSTsCnA0OIUk4/b1POCP7A7lDWkiyBVe0N/SMWUGF7FGural
Z7+rjRmvvNyaLp2NkNwYzbUGViP0vWYVKnP7reo3UvEcVVAMxqyKzrZQ9WmU5UzFXDyaCjRV3cz1
b+2sXMI28V/wNTUfLNVk/ZpoNRV7/q2hxu4LyLyXGSb7zUn6/KZSWb9ke5s+yKYcUOpmCwm3P8su
xcnI3pMIbI03dsvoHrTyh5Y0bzW4wJfcadqN4QXjXsWv7cLWcFzG0Zh/NyFYzUn1I+srktSeljym
vlLt+Kc3Dx4JcyrW42ghpzST/WC02vBBKYe9CirHP86UsR8HXnerrp/bD6vPtvLnEhDng8oa9VZa
NV5QuT+cR3v+fSiQdx2yoKec4n/9nitsjfoYhX/Ftgnk7/8mf86ZKHBcFDj74UthPUa+Gj/EYxW+
stRTV+UYZtt7023cZRryn5DNWYMHE/vpvJdNvGLgyzeqdyCYFr5aLfqGSkvqkxyNWv+dgLRz5lEa
vbINPpej013vNyLRHkA0vMkLNcMGv9JmEMcwspEv74wU1gDvdSFf2rIPW1WyprUNO4n3+OfrHZHc
UBFNbm1wlWMYU8lQd+EDcs2vsI+Qj1ZTWu2KdP6OcHje4poBGaPii1IVRvXaTZpwkW+8HxNJZn0q
EK1URnPuiCR/iXIrp3Cy6m6+LzaCClJbG0jPwSN48VBivPhIVF1dqghOV+ns+ivbn9DyVGitS8+K
b/LgAclUUUKd760Iw4zaVnb2jFWq7HIVKkeNmKJUpxUmK/pesYShojj4eosvjjydvPd+jqmID/zX
AgeQw9BQVGYms/caYSa00XMHvoRoeoMP+bXVvJ0cpRL8R5mb7lleauF+2amEywh8lDcYW/dJtlvq
x9JI5oW8psCZcZtnebBW22DtmyxNZsCvx6GYPFC6pVNhAJZqCyOmHp1dYdQcVdBr2UoOFV6hLeR8
Q/4JMiwdVkEKjqVhIXTROhdEppE9yhaUk/by735VHyZgYWKunqaDnGuEenOfhmb1H/eQ/bJrjKbh
SKjqpVAzMGZshshi6eu+I4fuSA7lDO9Ubp7UUQdmUtQ7T/T/e77s7+uieK4DthyiRLXrO1Tk4kzP
kJfrKbU6SkKwfJwUbHWqmQfTn0WnZZLcmIfqILtcLKCv8iNb+5BsCdZWZaXUpFeGt8814n8t+fTW
+lk2QH4/p/21FOySQSP2DHC3sd8JmgwfRMD7LXgzb+2IZhgBnNN9FkJprJ9AylDEIPqNxOODXc+8
21Q7f+5Z59fsNwLdeFHCLKLIzaS6JFOVj0RXvtR+bz0anpGc4SCwERD9tstCjq15SUDL69d60dv7
QfX8PR89At1/6jYazUmXKRDKrRS6st6A5qPjDNlRkSNrP8oYt7B50MeV7MscC74avLa1VvVrxCj6
9e4snDrlyvJqCvipJn0iaK4eKiiii6BUzCc55c8FI3JOtsoxEk1PzZ5HvVnPuhM96qKV1DwTiyx+
jgXrqWmcfW/PAj/cjv45czL/bAXZdbSg1KJz2Odp2h76wF6wfmhPcBiSizzoYuOVWM67P/TNTnbF
YoMWioNNUGuJ4jMhQUMKT5lxI5yVYMLRpOi0veGPp3tTxg/NpDxFpa3vZauedR6oLs7J5AkfWAT5
T/KApPPNGO2KsgLPf6JWGgcDE8PjWjQ7nxWLWSpfzKSFTwTkbsPqarrKuUXkAWSfO+wJxd2MSMSd
ndiilrRSngy915/m7+Og2jAcpwI6qhn1+7EdrA3YC3tnxq9w+iEp+tSqeFb7jq9NsHJy+wf+R+ZK
jzO211HSksQw7bOqxc1jnZv1oxbiZSq68rxnPy5mtGPrAD5gUE4TXWB399R2lAC3hISOcmD36NhF
WAsM+hMYlWLLgmZGCyKEHnL4PrPS5nk1Gkaz/MeVcpIVBD+SoVOW4B+iW90Yj1DtpvdZZatP+Kjf
yCb1Al9SHl5XbMDus7SWmJrbIjuP2CiKA2saPoxzj3D4T18e5OGODGlFGWNr4j6c4pwJkT8eY5al
QxMd/NEOD7IpD2DNctJKeApWRclSWHZqqRKGG3maoMGxl/JUXtluyG+W27axq20a9s0tqELqb02n
/4E0ihPMA9VURQxQG82l9bthH2i8nvzBRlqIBROpif6HHuuA+rXHDDcpLPWyDnfN3iKFHpHtd/M6
PBGrY0HVd/PVGHB41GtQhz0VDFlqqVcJGBtpJaIlxwYqbuSYhCKKsbJOtPvY//c6OaYJDfSf60wP
BkYfgp1tkrJZGmNORm0CpYvKfHjgNVA+FQZE50LImWwFdzxigrHdrrssMr8N6KJws8r0qzLXELST
qlhr6GG+VKzNytn41gXiT64Sy+j7KDkjM9WXckADOWVr7JjqgS9N3YQA8CxcBrTK4VUo7g3j4jIG
SvQaaoRNdIAwW61NFEzjADvBE7T2cZVZ+ybtf5+NdrH1lQH6ZZEJ4Y+Y8jkqzz4vC80S76Pcj88s
1xcjvPn3wNGnhzJJoI95qf8+4gkY5qCMeE21a13Lkr3N4/mZX9PV5sG3CEJAJlU8Q7+qQ8RpeGhs
IPb3zwqMUSLnTb6Uo73aUI9IOMLIHb8lBtYsh85Ibhbltc/UyRMIVk28QP7cqXHQqxeiyfwF5Wlw
3fykO2YQaJcBOKtlKZuNwx9fHHrXxndFnt4nis5EiV81PkkPsv/zUM3BI2o7Su3L+pXHfvOrFjEH
Kht+sOTtF33kpc+l7QQIaDtcsMZIPZgRHp2lMp6T2hkfYRBPj2NasyRCKCC75MESjn1h011kiwj2
+HgflReEkHkRvLQQIf53j9rj8Q3JYv95j8h0p4MX1q+yK+NRctbKAZGQKAVGoO4ArqNcuBWHz2am
BG+RCq89kBXFcgBdv9puTFE9LNvy0CR+QrFStZQ3+Puu/2jHUXCrdNOlIN3Kthoi4pXmKOqrqSPD
sFutf/CDVnvttapCejNae0h36W4SwfVAR6kU5lGxSfMwewmhcuBdaAujxTx9ifNK39lh3SwnjHJe
eisJj9AyAG7JZkiVko7VpWxVCupdr6qx+PSS6lDHRnWQZ58HJXJJkcg28A3Pvc9sgq46xDgaLKIS
ApGtdDjHWliegC5+gUjd7OsRG2DZjAV9MddxF63UbHwpQlAMvmlSDyomO6PiHvsRXlJqW8PLELnW
CaTE91y0csId5zieXuVYW6XGxYvKq7wwCXzjOgXhQY6lZmQ9Vo6ykWNFWTo3P4A0IO7i5bzx2vyn
HBrNMHnReBoFcTQt42SbO5n5LOfh9bWIayKi8mc7eASRZndxXIHBJRlp/jDtoCA6V6oFipc5bN9U
rIbOcsyNkQHrUGqPcpCvebbMvDrey1HFiaB8s6LeymYBvH2dj6O6MWONvH/pHnK/jE7lvw/TBMBv
0I6ye+7qkgg1QKb7tFgjDgvCATh6pOMCKC5Voa8OJCLmeZvqvG/vTXmhHJdXx12sYv1lZgsiMt6+
tAd1z3KAmBOvbCQ9Vmocjc7F9IBkOjAbw+NPJTqHqvaF466Y5OJRYKozwcVBn0+fh3kM1JMem5i9
WvpOEy05KPuTifg3FeIeXhsz1k2yM9eoYl98TiJ+Hq2buhMLGuVXX6JuI+WLUnfQsCYZ7fQoD2GA
MLy/ax/l0e3a7D6UVfktmhzB4/gzR54qSpwdHX7ZhTONl8QB4KsDedxXZty8RhVv99GzAuIxNGu9
us2JGl9ly+zS1Wz00xOrF7YaxTEJKlANdVWsfJ0EeTQrhnhimY+g96bNFGUBvq5xGC9Z6uSQeYti
k5h85paZQ6Y9UMmb3dta7V3CzJ2Pmambj/I+bskLPDeus7gfTr7t2Zp8JOf8CNlFwdW8n5L2l+y6
988pzJIQeLP8R8i+3sXawe0DiDm9Vmw0bzBZNfGMTOaguQQz1aKmb5wgtTWXWhxkvwKCItRU4ySn
mtUwWHhq/+77nCav+jNX9sNiqo6azue+K6Ppi+8DNNAK9X0Eor4dO6/dxNT2yf4AQtK7W8/t1lKx
F/NMIOIsVMKjWcXDsq0q86HL+v42CTRcqG1DtzUfZQ8IVB3SPixHZ/b8dBnnqkpOyWp2SuD0NxMR
31Vj/38fRRBE8RFG2kt5cZglP3ukxCsbE6XXbqx2Y57pj0aXJhQW2hSu8KDQssh9Cb/KziZyu6ca
0yp5QT4Srijs9iDHbNb7F0+Z3uRYQLj2pOtNjnNFpN/c3noNZiw+cYF8jqvAfirtTaO0HrDM3nlR
PF85mWLMThtn6eJhtZVT4XbND8BKGh4WjGaz70Gx+30ffWrkfeKE9SrscirUNf1iiJ1RNdbWU5lj
EhsPxkm2ArUlFtSOA34EbJa8yK/PYr4cxKvaelIb6+/5xG/xfxODvjHXZ2cyL04WIlpKfbjw7uju
beDni3IozRsvKfMGrgDD2Mkrdm0dWjdge8FlKqOtHJTTQm00V01AOP7zKmt4KihWe5TX6KXRPcyQ
iLHI4I5y1qjVN9fX45Ns+Urh7l3xg00x468fLJtBHB+TOnqx7R7OpVU3KzUJfQCL+S+vNuafofGM
bQX20iWVx4CL5482CjrUKgbiI14zm6q25kNS+ATWFDZBBQpJCF9Tu8TP3nr1S6B2eQ/+YcyeGnGo
g4GaEwWFTI4X1pPnspDQI+soW3KGUzUOLsfYYcmrvD6Lj/XkfXNMxyq4LSbBqJI7lFrOsKMaGHIc
zORz7476LnP6C4qIUV3U8hhhEHDS1A85495F6WVylu2KLBPKOPWgiS7Zb89sTvK4Gldq0fWXwmjY
gqRJ9TE3Rr2qVG3aN43hvw31s5vp5cc8YCEywHJcW1FSEYNMKYpJ5oZHKP6w2LuUt0IcTB+3wXAO
y53sMzSNgC/boM4NbhQAFjefICzqjgJenBiTs0pADxRmVCdr6I2LIQ5WbvXLwWrjjexrtMS4AJMw
Lk7oPLJx0fefXZXRmedIe9Qb1gULeXmJVJwvfLbkG01JzY/ZTqyjPCiuR6hLnhZ9xWlhBtMqY3e0
/JzUjN3v6eR7LVag/2uGQYflhT7sTD/+znPj5wish7jnPB/xIcX5A7/hJwp+AVpiqPM1t8H+6Yby
y4LxqwRq9U0YryyyNrOepjDxwDM7wC6NRttH8JSErDp4BLmAdVSATstaGWPjfGDcBJExtsYHTTQV
kndQkqw31/CdXdxrAYaMJNkLyOCLdPaNrZUqxpsX5C+UGFpXfczj55nsquyGohoflDAfl7IZwGVd
ZX0GxfD/cpFRJvnSmmvUWwSnhU2FHVr6qmxbg2/DBFA2Bw/cGuU7+8oPU0VV05uWdasq/yi7a426
hAkk+7rDAeU9T+xxUY6DTYJ5jF7JxNyvHnWdMKKTdVfAbPuRZMwHoRgIHuiENmk5BR/GFF79AU2e
wmP0Qhgf5rjoh3YDtnrURXAzCD8w+xhiaI5hrtksNOZ4FRajz9bF1NboLY+qT8gDA6bi1GvYrCsi
u10PhICm3ohPKGeTZ14vB5nmxhyn38xuC91ZJMepb1sOZHleYflWh6msAaSKbLhB9Q91b3V+MSF5
PE6T9S5vWxVwWEEgIWUSP6Vbu51ffUCeG3aO3cZrmVnvZ/+DzPZA7LNpeKLOMO7ETedSiVYW6oBd
M32zehXvF82YnuIkxOSG3CR8Qd0Ntzk1T8fZIo+QdK33gH0NdO+s7dtz21PCMMbDgeAqPPPffUV0
avH+K8QMy+z7DevhZAcOWTnUJVYZzZB5z1E1KRfLS4+yleC98CyYJ2LI7YfuUOA+L8IWVBNRoncs
avL0UJGDm6+ZKp+uInzPXO972VvKD99vliQrYAe2LHTcoZ6+4+CRgqMYrFfYMZEQGFVIc8d+PURj
/TRjcQ5KqwI5IZo9lclXDwOMSdPwnTAN1Jo5BQvr0PB9QN5u/xQgreJBfovGgYagESYGkAM5poTl
eArNiiJNBsMmYUai/Ui8KTkmlBTgBkWohGxkuyx79hdzlZmXslO1uwhMH6tfuTpl8ANIqjkscFdS
HKb1IxYmdvGm1U0J8NJC8zYa9kddEHJtmq98i0ecqSgn59H6S/fDibqYCmOxHt7RqsFKLMd4nEXQ
6OzlgfINBJnylImcYs3l7Ctx+Hv8H1M/rzfarv99veyUl9+H65Z4QZXrj25H3Ggsk/6royILcVQQ
5xDXK9gSCLXDS+Qp4Vc9yPVF1Zvec11R8Y0SRoVWTjbeo2IWAlvdHJQYq3hDtdN9nVn+I8gp8JRe
yIp5bP1H2Td0OW7Yc2Vs+lwlMJz2fA5T+Dt5OVcPHZLn96m2v7pFlVxrShiecridIQ8IdquYyiez
jRKZ55697kaCRKgYuqOvN4N7mkpkDF44rKyJBGSO9uPWIpLYqqFebNHdKLdw4DtUsm56MRINhrjR
ZOTW/PptLsdxodtWcrJEU/GUReUW0QvIHySmvXOT3S0I9l1SZuHKZ63wxjveR5Rv9Fs56nrWL8py
vbMclF2y2RbDwaTi/2Uch3nrDYm7NodO+yAidup633rScy04OWHznIyug5FbHwuRAz8ccPymK0Zv
rYsmGrt6W+OjQDEqTQoTlL3ikwkHcBW9GFEZnLWQuL5ifeRF+KZak/XcNLm+QStWrBt+Ac8GcO69
5eCK1gvbJpfkxNks45d0aDCybodxo9TGsbOAzvRC4ZkDqEHgGyeHSag+oUkFO1yuE9QDjMp52CYv
axaAj7I1TDo8iAzJpQtOE5FwuUdnZ19DpAB8bpvxu9bBx+3z7ItvxuGatT3LG91Vz11p6Us5o4Qq
pxTx95ao1bJxycf7M6oOp3b01eyBbWo6ZzEo89muoqNfN/m7E0ur8qTbW4afvQ+muxx4Db10jt2f
hzIkh8Av4r1PLX/NSlR/MOqpXoQB8RGgX8Fi1pC4FH24Tis+5pFOmZtjGso5Rtm5H0teM3z/rWdd
wPONqiwf8fiOtxk00pM3aL8PalrdLJgcu89+EM/X1Bzb3ZQPsP35jH0oc3Hp0Dj/8rMEt1s1/Z5H
RPTsGrETVZd42XfsE9VRHQ42LkUbVc9sMNeY0+AzHnxz8AmMdWv6ZQT+fiIa86XRC0wup8A7WlYc
LJSk7hYq5dWvkZHHe9A8E1x/mnVo2w9oVsjSiaaeQOTA0dXaoE+rX0ncFitHc9ztJEZtnYCRbVYE
d8QoiyHqlvFsPysEJ15nXYN/ViaP8k5lJ5w9m+EZmc70jCOcULzxAww934L/ty/dOH5F0NX98t2d
qbbNT5LB2WJMtPLFppxm3UxmDled4L4VZvnDRJyXmD9V9FNoFV8Tt95So9f+yiprNxBo+YIhI5ze
qJ4fE6jKD5GStfu8DKeTiYEBgI9OfzFEqtalWPWn3S1Z/7W/eAQAnk7U1zZNHcQEXsEnjpr4lOLb
hxFywxVbX2SisbOxGn6PyPj7vZI/IxrVol3ltPUBWk1DTGtyYlIkZlIf5EEOfTZtPUJU5cIt+8c1
eUpVhVZ5ypbXR3HGiq3A/iVMV1o9gAMnPH0mvoSETQ5rjZv8YyRiT8eKnTlylKqWF4+dRDvuCpd3
8f1gFQGro6HdVEOKXlUMDJWPMCNv9A+AWf6uk806jl0ohAhWxRTVmk3wmH5P8kWLDmTEce+Up1Og
idM5bzDq6c/3kar3o0Pf+1W4kaf/mB+6l4kAyyP2b5uI6MgbZkP5iZwikjLRjNqg2RoGDwfN74M3
FZ/HFUGTeStHeVPjq1x0w0mOklSH3KWoT9ZUVbjUgVtpNeVV3jLqMDKRTXnLgezXSjYDljf3W8om
dIgHy6ycLd9Bdd+0RKsCyrGAlKnR4rNPng2OP++toR6z+4js/GvOf/WxYNnizHIiw2MCE3hpy4yC
cKN3r13guFeXWq4Utvjxs98cR32R4b2Gzx0z2N+611SoElsisWSo/nepDqJ/q9v9sJDzxr1pkJTl
+Zw8DGHnnmpxprnx7zPZx1bp9+hf8/5rFFGCe79fkQYnH5prkujOvh2pJ4RERIWs65mmuZSnpjmz
6pCn9wlyLsk8fRG6fXO/VPbV8np5+o+LSJc4+1Kz2tUUOhmFAkq9jXqEullawwDPgoCaDY1lZY1M
p8o9ko9/BqbECc6Uzy/ltM9+L4Exy/MCuT2hanchh1tTP6EqHg6f85RYj/ZNNL2PluXsWt9TN06j
jns9wf6kt8wcVJpoz26KfYda+Ob6c9wsc8blVNl5n39v62agowtEBAr1aRGrl9zN569BYddrNc1b
/MKj4UnX2nfZ79flwpqmsdEpzWeZl+qgwDGqUK65C0GNDzsc98ZWWHaERrMl9ahCqxuBzs44XB5Q
Wd5ny0tYXHqXpHyWDXJ/XDVYysYjxXWSffJgpGiLkfDyVFFDf9G7jQieiirZxdDk8L4hovDNypV9
PySUpgbTi29k7WOp6tVjWiavZllO7zAToBNuKnx/XtoXiPX9S+P3Bud60vcvUuv8+9w2AE9mAQZM
LsSj2C70DWx8nf0VoCgkSz9ro3OOepSOz1GNQjNU2T1FsT8+s9QNth0r8JUcVZoCp5fZ+yYH08rQ
WCId0CVg5x7N9UYzgosx9Sgazco7yUP2fzg7ryVJda5NXxEReHOa3puyXX1CtMV7hLv6eVD27vq+
Pf9MTMxBEWhJkKYSkNZ6jaDIvbB8PK46BROXR/uzX+45ldipJi7TQiSq2LZK5K/KnOyqF5cdRrjk
Kha+r4ijbDtzUO79K+amOlR6MpNMxAwkRHQTvI9rRKe2c4KrcPs/G8tBLnjAIGHzrw4IA+hcVa66
+OwgvxdcM+w+z/xelv+Ky3P6YfGM9R538vkVMKntT7VPInnmBkm2z6Rhu4xLOlytf2g/Mm6xSIOK
9kkkYswe68TDZ+ix58Ie+jydjMlz/h0rQ/86ux4GR82ump05TIkCmxmxDssXOy/J4hImghgp0/X4
EHSzl7Rsy70cpdSFkUYnPSy5+zi+gcZ0aV5MfcLeDFEBrVPKiz36CBFrUa6tsLDA40z2mswf+g47
wIkfCljl2YljjN5HnZ9RbnbZWjZz3ypwfwaRBm44fje0+Jc+Q5tkZ2I9cZU4r4zB4tjhT1Oid7CM
3sHukDOUg4KhqrldVTroBs7PZZ0uwUM2Rzl4CP1zTTn67to29TR+EzLc4PeLLC1mpfIgHZ9cRfn6
gD6U+UeV2MlNQhqYozR3IjB40tsn0gEM+r8ihfYR47l7AyzcPPAS/+fzPF6nsb58nqPHvN2HrnwQ
+QimgERzeMScd7SXAOiBhs0bmI3tKp8wa8XJXkBXVESMq7kZn+ReK4PTZLM417HFewyS/VGjt3/G
P0bJA5KMijpSZ0Bz/3US2f04KHbC5CQOBSuiY+KJZtsJ74UEr3IMzcGqz3I36vMAhhXBkQuSmwak
BtB+TgfGDqIjvwMMNldW7CvHiOzIosgvg/ezdf14NacRy4UsOspK5P9clJRdAAIqeDdsFCPctH2d
H0xvQCAFgmqlz2jSmvX5Q4bt0f7b3aj4pVz+NocInWq8cBFt09A/alZpMiz7ykrwvY3bYPup5NYa
4+MFYosqy+Vv83EGFIwG5HKyHlLn1N+1D9uyjLvc1LYuzrEZArfH7nLZhY2yj5w6438njHvepOY9
qQIYI4qvLj9jHvfgVZM4FF7nU8mOwqn9xahTYfyMqar9xUsmbJ7mM8k499VVA34cGhFHGloR3xSn
fryeDNWumVOeFU/ymNiBcNu1+j5ijQV5vxxORsv9qvO9jhlqFS9yBDsEL9zHbNXaotg1Dxj9YKVg
XX0I5gNLOUju+gGFRy12m/XnRKyeZ3afzf+HCdv/fUiTNO0CQBfm6B0Lnwl8QyCC+uoDZ0ZteN7Y
/S0YreEgeMxbANOIVYXzRgbW3MuWk9T1NTc0jIq86udgVaCq/4bkiFHH4Vyg6LsbLaSIk65Uzqis
Rgs/7Mb3dIJOOQi/fRr6zF6npeKfvbbTdqaGxaiOgPOpcadgaxRtfcPOqF/FWZRhO4pDpdlZ7lsq
hu6oCBV8FAUSF5gmmyAbslNZHbU88k66H9ApOvNPpxyh62N8MvVwobIwVlMrvhVzYTGOYufi2t1a
tuRG4S5wSI32ZzcGSQwMNeq3pVc1MBZ8e9XYqXloAsjmQRQqW3Oc3JdOqVm05vqxtcAUUtK+edEF
C/IE+Uc2GCkl9xbp3sx12qtsPeKBd2AtqJwoQEwz16756tuRdZAj1DRN7y7iywtK19bOdAI1wPTF
BJLQ1OH28+xqhhBon1M4/4wVDf5Bk5FmK3kaeUJRiXFLWZ1PNL8pa94MedLuyxDXncdb8FSDuYGt
veBxPQZLG2WKc9h228/3LGwjvxWkT//70/XDiIBMBmh+fttyODrsj0/3Gfr7CT/fQWy6lETiwN49
XjJnuQFQhenD52vGjoMCT04F7vNVu0jx11Dh/nxCecI6yv98wse3FYUuUr/zp3ucW7cC5jt8Ojla
nl9+Qpyutp9vsp8/YdY+/n+Pr6UvIYEnw59PJ49WHeugBC6oqPmLkEcXWf411mvr8Hl6h7LjYqiV
eAUMr3oGdzTzXdXyXNrCfaJU9tzojvcB+QaNvRwX2Fzzq/dCy5elrWSXQvfMtTfbnbdOceXGZD3n
Ohm5cPK5y0QJVc/U1E+KZnyTnXJTAcYwLG98jMfW1Fq1JEA3sh7ax6E4uWXy83O8p5E/5JnPhNNV
V8JQmOtVs0x7Ngy4X7naUxgU+hOSWCd3aGeTXlpjhUtnGM92TXNTDrN9JOuZbYfoYBLDXBY5ChfJ
4/kccqO35bDOOqf8j5ifNBvPdprr41XGuCHn7+sL+TLyqNaMcAWxy+wgm4M2NhfAzY+WPGpokTOq
7Ao50r/vN9R70AcaS9A5FCP4gNt7XCw/3y+a4b8LNYWNOo9I2zg8O3rzeKcyhLY7eVCc4an2/fMh
jY8k6MTjKwHsX2K9kwHjx3fSOxt+nl8aRYPAOgbRVe5ZKbZSoInwU5s7HCtFyb3SQSBEZou72H+P
9hJ12NewHT9PIEfIDa/g5+OfV/gM20kZQ8b/5xU+O9JK/HmVAhIK+vHMh9QOjWQ1zNZAmUltM+nY
6JZiQKkPkj3TecSscc3EfGh0KbfX1cXzsEoY1LC9G6ALVtRz7BcldINlZ+TDF6vpQ3wqjfF7XLTn
2u38395ErSYPB+aEGJMhlY4qeerqwKfU8Idjar9aJ1C+hJnnohAm8leszlHhRl/1DnWJpalhqBfe
rra1w845Ovha7bFnq/eDwi/XKBxpw8LMS/N/cHGNJ6BapVg0cqsx5W+NLtvLnsHwZsZRTi15oXfZ
eHpEHcNbDDwI8CqGxxOvWv7L+RLTR/L9ipZuhMb0ZFnlczlbu+dJY+Kda5KFa8p9VGsROVMvuKoe
eBDwxQoClF26TPSsPU+NrT7FavMq426QGKt4qlsM6iYNTqWxyktH+QDPqm083bcpJHP40GNOJRDd
7c1wz6WhrWWYFeKxrwb1Jb5bU+hCA7PTFvFXD57lhmkiSUgqvumxH8z02DRlC0d53p10VCtcSzv0
WlCQXwxXkduV62nMs1fPpnyGl6C3dB07fS2xlz7YeKctZLMTUK7iQv0tW5PSuiike2d5JJov1hMq
6Uu0kXkWzxs334EsaV9ko0/KLcrt7V0em8XTqxlE6kW2+CQoEfthfJJD0x4QoCBVvyd9oLxkrD/3
XAqlujDLJiJXz8YYtAhPstxYT1H0JzZl8LlQuG4ACluk/eTAeND/6Z4H2mLCz3wswBv/jZfWnGjo
1IQb6fSW4LYCrLpK3ztl1JH/58kvm0ZJztOIzeAQANJ6Zw7wploY9EJXn96EtZKDtNxLr0bZ8Tvm
DK4ew2eyNWYC8yGpa1HOV3xQAnPvqHFz7J3JPcveifo3OKTgdQRddbeM9lK3afZuYht+nNqoJh3P
QUU3FRsbjMVGHmSVqgLKN2LxgMPKEfV+fxPMjEm5iaUvjxfhw5POlj0yaIAlJDuKFMwU1PVzTFoL
33D9LhKjRm05StYF3/BGdvaj6+M7ODxaMlSLPljm6cglNB/uUdI+avgIL4yhpACJEOqrIoKYZQJn
IhHs7WPIBSCYf2tW8x1lB2A/0UwTN53ylpgVhmT+NHPmBnQJFR7ZnrCb51bH6R5p7/Jb40Cf0uYy
uiYwiwK69MPG83uRZIX6WoY2pRZT10lkm9j5oRC195RpxpOU0Rot2eK1SVma8aPsf5BfWz3OVOUJ
FuOd+S0xYSrYEMOfRUvWC0vw7GyoBZU7bH13ker419AxipWrJdl7ZCs/MweD1HS4P86D6dUdN0f1
Q1h9C/iqU+4eqg8rf5pwaRrS1wlbqxd8ScuXrsEJKnHyJxmKZwM7WBsgq+fOSmTVpiCdvpa93BuT
U4ebOI8nekv0lF/a4+e5qMfNWa2kPcl+x8NnUzj8yJSP3BPdy9hlqwoB53dh4S2o+ZGxkE2jxPXO
DkWFdHfbvLMSw8opGaBPzIONzN9Q+OieNT+rn6BWPcKDnYXHvJjR0fOotOCagz4ybEdVWMdeadOF
aSn9edanWKkNZpmmPQ1nGZMboAjDOZ03U9zaKyydGDIf0SPdO4JdpUe2dRWJ1s9uGZO9yMGBnsrt
o9qk8VL0k39p7MA5t4UzLEdjcr+RgjsEgz+9lRMGDoXfVFs4mdGXAE/gMkrdbwqE5lWuT+Yp6rT4
llO+gdarO9/yeHzXMJ8IqGwsQj/vwTX20e1z47T+uWGic4TMWLmLxPWS/aTYIS7wjEsj58/gIEJ1
2VTzc2JDbVrYpOoWldU2XP+yzepiU2V8PZGVj7cGQbPD1APlkewALB5/1BPKSpI50NIC0hOi5oRt
+ehFP1SMXC+SHTD3tfPI/4/j5FlMa9i7Wh1d1QmqgNJQiPetxHsKrd57chvgI659l5FRJemDTE67
kn0yZrvtZvDa6SpbqZUku6ZHuSzEBC5f2n5zQ6Z3OMfzyQpfdzcTLlKRbtlPIR4rSGhmLEyM1n7S
i8m9pw4wF/pkpLEtZe3DZ8fSu0G1MU7itQEB5KyBynbrOl7GcVK/4RD/Z0/GoFmJ53Eol2Aooq9e
/9uwi/qLU9r53oHgtpZhP4iOniNMir3crbCOQcoA29Cv8aT+gLLf3cNEFJfRGJ2FHN/kBlIRhdNf
PEPN7r5u/pJxyyt95gGVjWwN15nnVicZ597aop2ZiX1sZcGXGK9tGVd6Jd2mSLBtZZN3Z/19d33v
DutifhcozBwr4fx5dx1TqWWv+5sGKZW46otflaNdycgWXyas01d2Mqhnv/WqY1Ug9tj3UfI6dUAU
yNMUv2CDL5N2MK/C0LOVMA0fqcsAE5B573OTCWXc2l1y8mzxn3E51lTNt8B0w9euM49aautf/KFC
hyxPwnOlCejxql+s9cx33gc9vfqRq/2MjeIJVFz2bgR8rL4ulGNsTP0ZdQqYo2bYfICV3wdMo39q
fvkVay7zVa2VfOOWJN8NjDYvfTBFs2im/zVRgrUcihwSjk5e2bwUsL83nSmCgwqV/Yp61LDUtZGL
eDQ7xMdHH1TbhEe3EXs7FhiJFAt6n/K6XfTTmH61yuh7mTX+dzIJlwKBjl+Vjl84t/1w4XVYkgdF
vBA28jcwRhZQPzZmkdW/vFC9YaYmvhtd9GvqQmun2F6/UXEeefYB7xXlM3IRxXNXVyxARx+P+DnW
TWZ9hTi2y4u+eIxArjDAltwkjYHD3FhET2Eee1ck7UExz3sw8ZuVSIto3brIiaxDFMb4D3jHWqco
zeOVdaNVJU+P3taHlxS7bbROHMSLKHcLzvPPIY8Y3+rjEHn+UCu0dTxE7SZ1O2URK6ly9d1eP6Yj
QLkkwPe+i9/AHzvf01r4S8TGtTP/MPtsIrS8rOcOMf7I4CF/i+0+Xgc16wB7BKJSqj3yaknsfJ9M
vGkLEX4p+6TbRG6s7pXSUp/cOMQyah4xdPaLAQfzNcrNYIc+qAt4z65fRaY9ywFIEmULRP2AnDVN
vdWVSOcroF4EFBN4XfPFAZO9U9Ks3NQYwTgiCd9Q/Nf3+E/3a3dQra/2KFaRk4/vfj2YO1fHN0TG
a/V7O0Tph8DObSuAH201L7K/pllmfTVcMgpDqjrbSvTpx5h+l30JHOcNy2pjh2XL9D4azUrGNYuF
atxkOjmvIXwjobyTL0F+x1lFSrQ17FRZYh6N1RlriaPcK+fmZ0x2mGH9vw3pcR6GTyHM1b+OHUDa
H9Cxx9ESiT+5qWNwylVUGv8Ry7O+uPIm4i11BLyI/g5O5w78CVx0tq2f/4rrLZTbMGjP/4r7QZGf
BYj/LrHHZQNredn3/XtuNfW9msmJLho+x78hWO/NHXOaR4gqW00SCVaswrI2NEdtVeKodw8Ky1i3
5oDgSed5m9Iwy7PHSm8HK3Y4qi3/T8ri/j6wvfKYFWG3a1D5PFs+ijptUlLBUHDxwwnevYVxgyaA
j5l9pmH3jLdviBCIegEGUFxr21A3ttb5izy38IaXwYab/g6NBFamtp1fZUzu+alnHWAGXWTL8OIA
KaMsrM4NBako7fPrIxbXGRaCmZquwnFUnyGDB4d2qgGw+uaIsa4eLgFA93fZa6VttXIi7EFl00jc
/lSOxfeiztTnxqzFBbHFUxr4qPbqcURF10p2smmaWr/Iy9h/9Eb9tDW9xH+iehq8tLpYyVHuxPyl
NpnHq7AVAX6hNTNaE3XC3o9PYW22b5FZL5PRQI7ZIVM4mZ1Yy6Zok59w48ebm3XJPWftabUpIFHP
NNalXbXoXnJQhltVQcVkpxb4uzq21TzVLllgM43OQsULMWmt6Nzx8Jd9chP0bb0WelivbVubUoDQ
4mZatroNQJDs88jPrnKjmVWyUisbQzujyB+xqJ0y2EpBiAuoDZxxHixjcg8GZ71TBQXOz5ivhP4K
tRdtAfKwnNZdiue4OWvwZJ7IDjGkpm1K+8ZxyNl1QnCD8l493fB/R+mBB4b7C2Pp37oY1LesViZg
SU14bYvG3aEIH6G1aJuXXoO/Wxpl9abFJV7XEKh/geW1DMP7bdTxS/yS16rJE2q0H5s2c1Co67J7
lRRYmv53vJs7/xUjt4HjilikVvi7soJGv3jgmaFkqNPaBFhwLiZDAxsZ/0LgfETVZRyPcu9z41h4
QWuJgEWNvZs3b0LmIbAe593YqF86nQrxp9GbjOsKPH0Zewz+O072fg4eaq1ap6rp7xTYaFvMVkfQ
Rnb0rmuKgnagau3jJojewyT7Ftlec+XBHb2bcxU8bd4C3xlIDWfP8pCpavQDJcN+KQelrGBBfsH2
IAvLM2XksTHh1L6wBsd4tWNTW2XJ2FxTTU93mlpl4BcM+1TFaboJ60F7ciCJLXvoJB/95DyRZJ+B
/Ey/KFotfJjskc80JDSNegndsX0yG54gWaWpJw2t2kPuKsFuqtTpWob5uBoxMn3re1bJ5RfuOdnJ
tEpKAHHTL0hwqckKeGt6CmaalCegQi5kW26A5MUgHMSER2PyT488hxwuxzyOkW1dQbG17z7Gxszu
4Sx9rQ19cRry6ipD8RwCgWCd477dypDc9KYuruQKFvKYz7jc02dN7EeMEY+hf8+PNNj2cUI1I0+X
Jc3VDfPiJMerU6RsfGtqAGIZ3tYisXWcqrg6tEXvkYIX4dltDGMDvi25oYvvrli4jM/FaLUUjI1q
fuaWmDMZwcoV8M7MxNSOKLYgYpDNaiFa3SYbGYy13K0eu26AQrNPNm08qqMOBE1jPV0Eonnu+hQk
uOmTrM5ULMlFjzDiUJr7MaurfT5nJmMUGTeTV6e3UpGpbD14MdUiW9pqU33BRzhEJ5TUYocwKWzO
nKnyuPXnRdQCYOG66yukxvzC2TruuLBmwEdXKdGBBTh+b3PTCYW/gC+hYCWfdW9/hwkHdKE7wJgp
QuPPML+xfUzLGOZxNhmXZ7PnYeBa/nMYsxAbnMCUnpK2rbdK6lLcT0b9ObLt+h5yB7fb0KqWvg4p
oEOR4FB7qf7s2Lm+KwILJv882MXc5jmH2jMPNcusWGpg3XZyqKa26UEowLVl03RaDC+9St/1DiUh
ZIPU5yxEWdPyrOStDFj1iEm3v7Qxk2H+/dq3ZLKe47DVfip5x5wrRWibXMXCJc0VL4J6yzID01Xw
NOsmyaq7ojTmshFQzeu4Q6NJZKQOKQJ8g0R+LkJB3iJ2d0FduL+pz736Q1x9lJlVLh2lMp8MUHKb
Fh3Vsx0nxl6MmbHDgqG7yDMi9ZMjyuWjmt0N4be6YHbKs2vOHT/OWGWgd+Yzmp1XLsdZpNAEFrWX
a5z/aRX0rxgVseoQZqS2J2sXQlKMC3PIcdgZs3WG/hAq3YpRZveoLYvXSlSvRW/ol9Hv8lfeZQG4
0SIjM3dOSoHUnWvUB9nriCZGv9PqdrKXqkeFupNv48/JsaRhrU1DrntoxAUMTQX+3Ug/3Eg9WbPr
iu2wPAl870tu2rPcaCQuXtwAzOw0n+V5CyEsqbpFYzjtr2njB0r5q07TYWEaSGKpZf8BtcM7+Ur9
Z9OKZlynRWos/tXxr6ZdN6y2IEfK+BQVaId4WAhmk+mdwpY0NOLrLFpjixV+FQ0/mZEhyDz0v1E+
fMNQPPziZegEwyvqr3E6WLsGXg5cF7e8ZhSEV8hs21vbHL0ljze+9nkjIBgcbc1FR24wsBeXwQJX
VIylx4TKtOXz/JqiRWQG5qlvGv/FD/r5QtFbjBlpZp1Xr2thYXkxD8YlwN5OhoncxtwMhYeOM2bI
j1M5pScuoSJe5aETq+InBI+WzjzUbkW/ZOoTbVLWE/AigylZlSkLz8JQBuNdZNx+mhXrhiFcAEke
cH6IEB2wVmUy9r/UUnvOqTJ+8zu7WeiO7b3hYDYu8dzNnlWhRmuEp49e5qATGI5otsZTsR9A4qB8
oinFsq27A1MNFzw7vZpjplvFctNVkfj5czZvRioLVBruMqL6wclzpr1K1zkMbe+sa4U14dsNfVq1
/WwFRKhXV7K/HskIFx16xY3wzzF5+WVlDu4iD9WXxIF9ZSPJsB0pP21sP6+XUllICgfFMwG2LcrZ
Oh5Yqzo1+Kuk+ptj8vHcRL/KlkoKHeT1C56qzU1Dc/hQF3m9CnLH+hi74qeTWdm99Brlgjw0RW+r
5zrC52HORt6pJjffs1D8tPjOPni4CLwvgQXEhoiWKDbfcJvvLwUkpnXkuiCJPQfLTK1v9nUA3dpH
b3LELQiDIXU6cbV81SZukPiA4HjXdsHG9kBYovcW/fT4xxi1ou0SLVZ2JAC/jzXC5pmJAHmFHvof
LgsKkbleOu/maPpbrE7yrV2V4h7a5Tn1Rx0bMoOlf539UFuUXUg6hzcnru69Esb7YYjsIyLeKELO
Gyu9BuW3ogrbYBH08EWLqPvd6xvVULdDVHlfwsLv162h1keXBcQ14C0uY8Eky0DBYYPrtnmtJxEs
e3KRsIWqGKVoL0wWrUgcaJ/q1dDE9E2bLVYRT8kXvlOW/KLGTaG67yFau99dN0JZpYdwxgMl3to1
yii+avXvng1cqzbD7kdgjds6qCjcCeOly00Plp5yD+x815qILYwOoiNjoi/bFpPpPgvdbYIm+bEY
mmFnu8rBn4p8rY3ecUqbbqGS9CARI4ZNFxn2pvDFl9DJWxze3WjR5GP0HV2mm2tVzq+SiwcpZzxg
kUHfeErbHpB+PXjwmy8MmM3MYShc8hFcegIMZAjC+C43CJRpRyVBlX4OJYqCrFjmWmtqO9q5d0bt
rPbll8Etb5Wdk40v6hfo4+kVYWf1tVC0N1QKnYsel815tOpbHwPlKbM4Pkber1gV+UlFdMKLh3Ef
OCigAO8vzJNy8QVMxdDOPnpQGVuw6UgzzU1ltK9zZuvJ1rv+IuwW4roCqM1U4mhVqyI86p44a61w
0ayfEYczMDH02GOK8DMpQzBSI/IFMi43kLHA08shsu2FzVcm/Tkq2uPrgJvStUrj11YrmguJVq6k
qafC1zfdm+rm8QKSRbato+6nSyXkjk2wcR4GB2qjGUZLZhvFib277EQ0vr93gwNceUq+k9ZnRK9Z
496LknLxaEe6MyzGRk8B1eXduhzc6q0yYrHGBrPcyqZt2Dx+PA192WCC/+aV47JvoYGSZTPy42PX
YdV69E2YfssZVHFMAvOJUrCyDHtsF0PvkDfjrRpj6+pmoFr7dm16xk/WddVCjdvvvWl1t6nNKDsV
yHzW0cdUcx3Gir4cRdz87s3n3nVQ+UlC71RRZlqgQtWthgTyjIixIo8U4e+wxiPhxOV8y1DyvOXz
HmXoW6anFSROQrKzKyBK9T33StlUdTO7KFr9PQHVU+B09lInasczCFko2XSiYDqPLskynnMvYED7
p0wUS2gQ9ktZqNkiAiZA4Xz4Tze5aW6micFTN7S//U9mcnKE7PB4POyNkVf/61nnoJQ9Runvyi/d
w1Ch/egK/G1g3WS7yIRhBT8TZnKNNhlL7nFjlEZ1ndzagWypCnI4wc1rq2JXMFU/5i51uZDLf8cz
hOJcgZQCgofTFVHmYu1HkfokpsRZpmavvpTpva6ZgM52vfeui+NdZ+IIHwdeex2jufjipfWH7udn
teJKT9IBt3XgTGS5jKXtYLluCMvcCX9Sd2ClcTIv9HStWU6112zOBrh7fmT0FZVp5qWwlte6Wtu/
3DJ71kZsgppCVbGtUda9FZe/WeVdQu6FH0HHO+zDpECiKRK7emwvLpfSNtHdfjtY7nhD3zJYoQGt
v6sUKHU7i3/n9plKFtBxLuabPbTOhxOic1p1WvNEgUlsqrQtwLrUYKNJYzHnam5FY4pl3jjJ96oY
lmFRp7/UsMYEIY/SVxto4KZD+uQ4TQYqLRZY3tDrNWr641lvTffF9TyNW/aGLFf1LQot6J2uWh18
s3fAE/a/tCDhRuk6QPGtxgYIL+IjUsTxmszNeMk8u1x0lvU91srgBSriuNMQTt0ieuq9skZHKjIP
fiBjAYAwz8anMTN7aD+1uqnzTryji3qQIyK7nWCtkZ/T+6bYiqHZqU6Q7tGEsPca9YcT/8uE0l9r
X5Ge8FYRQv5rMZB0H/VoPOWkfRdD5PkvlmmSDqqHw4w96Q0UgqsBtODQpucIoB6Mmrpd1xY21QHf
5crG8XPPw0V5E/EULtzOpfw99zbCxXHGMl9UddYi9QsmRS0P0hpIhWF2/V4IsteTq+UfXur86kGa
3iovNm+FEf7ErD2HAO0tSnDUS3h8KCx4qr3HRGrcDl2SPwX6nLkuRPPDRjwri4T2i1XOr0qNnNcK
6ae1piUf7liXK+qe3i2bN2CWUVKldrTzbUVX0PxotNVUg1kK/dq7yYGeZwPNjylif8ZKZbDJ/nJj
mc8ih6XklW7u49yPk6U25jriOnQ9yWYlCNduUeZnJWgwIJhShJ86Iz2BuvjqAJg8R4a1LsLmGQnq
aKlP+mlqvKOZkcd1PFc7l5i6L6cx1FZW2w47L230PT4k47WcN9EuH0m5gDKIdmXgRSvTFvq7PaKn
Xw/Db8hwU9izYkfW6rUm375oWq9Y9wgkcbtMg+lABWEZmoqFUVRp7NQREFta2Rq5msDZ+YmSL/nJ
c71q6ZfQ05GBcTGBMdRyPE2QVZeZQTk6to1h1VsJGXp1dKDUCdEtklY8IxaU7WTscwMr7J8hjav3
697pjQWzkbNJqeDdbXrSMI4Zvc1qlKsus4xb4oXeJoSc7WfWlorUdIJglO8CC8ebXq9Q/Inac18b
2TOKCsyrcdkDe2UOexnTMqAvqMsCB1XcG0sB55emk4aaZjsy9ykwmCXjNvFNVZTxEJrFdACPzbfj
U8GIIPXjWqn0TASTL0pD2aGHhLvuEGDeZdXg3lUMTVVH71j04DQP75VcacQaJ4zEMg2y6ARmON9H
EwkLF5jHqnImfWWEno+4S/8UkA33LJsS/hQr9rkFoejDV7srRVDcmUvPbGdsIyabWVMAevfVxggA
c8OQSV7a1q+4fJFET8wXfj82GJ0lCu/5zRWzk7J4dSAj38h8Zo9NRV16VaEQth7nUbIjrhr/0pY/
ZANrV3VNwTRZOU493VCY8haG1g5UWYzp9oiplr3VU9cE/8oQ2cFqwbxaQCTnSNnHyVK1MHBvFVGf
Bs+pTkKkf/ZSpBZQ6EaGEdFrQMpyzGOXOxG/q1TtNilPwnNt4WesqFa5zTTPh1XJhp+BtxetQ/4+
n85WbfMAyOJ7WykJlz+3RWawDt62KHRjbAKFpLacu4y1bkGisUG2NHZ1lkmNT5GOrC6ov+2k5vmq
qMaLQA7opqJssDT8MLiHvOstqbmUamGPan4w3VzARCcuuqbXVugKmjymffPolXq2bWPzowu75Bx2
P0mC15dUjOXGc33UYiIciBof0U25h6YyMjly93PTOpehGkZSp9iPDLZqYzThoFetpB8+qihfLewt
FpaptG/c77VlG/vBc+XWOLXFtX+1VX4UUYJoT5QcbYEbsS4sHi1zU256RD1gQXrFUCxklz6Qt877
ldKn+s1oniIpzqTaKfY8fMEP7SaVdNweVhjliwlSCatefU71YeAmBZbkpgo1pgWhLTZaoBoPAae6
FdivDjr6QrOEkxzX42uFXrR9Sgp0BMo4SFfC0cxDG8HX9wBzvWih3TyxnF6oQ1a8oPy4Biap3OeJ
ui8a7d1IvepUZ5H/aFplli3jsY83CLjgsZJ3g7LGrlXZpsB0nxqz+AF1AoxY3vcHrrVo0VOpultF
Al7OS6et5fkArmrlLcTb6qkfs6Up6uYlGMf6pcjcW4mY8KUMlPrFM3pr2Y2j4A5L03U1f0uJIl75
rX+xirI/d/+LtfNqrltXovQvYhVzeN05SrKCw3lh2b4+zDnz188HbFvU0dg31IwfUEB3A9yWtkgC
vXqtcvLvcuTl4eeMPwVZXB8jNSwp3AiST3bC2STnkNFBehPqqMHIkyqTXl9BuCpPlCfVNdVHnh8H
aR6dPr+kYQGyiY0mAMk5hLyBDKZlNOmGegj7xUoTCLx1uMOpqLJfsoazb4Bm6sYVQ2tStX1Z8HhX
Esd6yahSAhKqpVs5V/f6YA/Dd7e9ze1ADvO0N2D4JZg3vGZXzH4ATxpLJf0YQdpO/Zcc6ohUbmHm
V3cyOB/ApJvQjt68apDkHN2E5f42dxz9DYQ/6l4GGxRTbOrQ9W/e1G66jUOZ/UEGq9EA6KkXaVh5
3TlU1mbbJntwowfL8fr7PpicXRbN5cVNzgUndM+offWaOjyLSprnrB4/kp/zrgXMAgcYHmDXN8bh
vmvTIyXt3tkxFNhYpK3VvlYzlVk3U28MyZ0JUsFXSz2CujQ3z2RHTu6AvraMz+so3bB/jhBsR93E
yQde8SLyxGqcIlBH7iLTxu95afVfyzLU0fE1rHvq0uNDBG9USzrsobOSl05FKsz2cv3EmXq/jr0x
+FRzdLwz4DnYSa/WIPvRVinqIsJbmED6mqJ/CCLX+Nh9baosOOhhAWn5wLFdnNn1plGqeg+ameeW
G8zTyUOmwtrGlvOrm4quqWWVvn4T8KZrZlq5S0S1V2A9Im4bfLT571G0PG0UaIA+GnzbPvgpQkRi
pFiDeR8H06McxXNe3FWg8+QIjJV1MVDoWUWCXn2uIXlyxxG+c7EqAp3GTrBrbWJbMe4nX/3ZmMrR
USgIXMy88Jen1AdMKYIWe2rCuRhOkb1+5yiCWF1Vfjbtl2AZwnkEex0brvnXy/k9G0ar1rQXhAl2
1HdPX9zZ9jdz6w2XScvVq6pz3NXpAAdj9sjhBNlEJBSFZFMJWSHZSw1L8GAgDDs7KApJm/baSwuR
ZO6Rp33nkMHSC2svoh9iZTkNzd8AHgWILLYzIOrbqg1ny8CeSEp1K5DMm2Sa81PRRD8bagPzEyff
+Un2FscStzjexf0XIcvywM0gvJfrL/PkcIlZrvRfhLxbapn7x0/5x6stn2AJebd8Eyi/Pv4fr7Qs
s4S8W2YJ+d9+Hn9c5t9fSU6TPw+tn9B3DKNHaVo+xjL84yX+GLI43v3I//ellv/Gu6V+90nfhfzu
au9s/x8/6R+X+vef1A3CmrdDo0C0d+LVLhJ/hrL5N+M3rqQJmZWTI7zNuo07Mynejm8T3kz77RWk
US51W+U/xS9XXT61OqBCs108b1f6T+v9p+uzmWHrPZgxb+fLFW+rvv85vLX+v173dsW3/xN59Xaa
H6xq6HfL/3b5VO9sy/D9B/3jFOl489GXJaQnFb/ydzbp+C9s/0XI/76U69VQ59bG10mxonOn9IIh
EbDZOX1tpCeZpuqkGw/SLC2y18gJS6zt1/FZumsSSEcvRZbNGILHwujMddBY1Fa1lvKhiFII1Nrx
mV0wRLZilJZUEvbgW4Rfzpkj0z6Rff9b+qXdhydqN9cwYkmbbJoRtgzbBATWQrZ/gS76HlKP9L5y
lfQ4uB6CzwN1vq6d3BoYKtNrmcNAKqKMJEFJTnojRwHOFqiXm0269cT80QOg4uSsg1pGLlWGI3XO
pa5ub4E+rJKbxopceJIt6kuKGYkddvbgMBFT3YUJWq4ufDcW9fNDdW9yaEDePqa6RwynyKnuKy2t
7jWtM/aBWQFdl7N7o5kOfgWy4c1sZ/QAJufdF8gFWVFObOwSWSKr/bCsJZcOB6PhUDM439aLsqq7
xHkKLe+vS8qwfBzGq86LxS3MnNmiOfrBU+uRImb0ggKhUH8Tq4cemRL1N8L1nUr91TwNe4vf2xlQ
bnAJG6Fl71tMkkY5fXFX4EQ8xTNP2dCBqnDLiqLTHKaPwjmWlRPeBp4WeaBhhL0EjgvBFYdXtxnS
uExTnDlZk/Rot2/m3CKbqd4OaZaf30+ctSk8drHy4d1acmgV9pWTbuuoNRZa9SlCa7M6BHdRlwV3
sgfYK0C3tQ72PpBZ8tp4F4eMG7w5uc5UlorQZeZtIaN/dN0k5dw0Mk+ymTk6O6GMbJ5kD8G06Zgp
2Uo6s9cwOfRNM8gpOGFGQXE0YrPKqvdU4GWojYUQj3WVftcrinYnrT1iclswtcZaOm5eES57w6xy
5K0HFxm7RJBxsndKCaUHeI2fsYs30cInRIZ0Dmz/4TTmwjyYuvt1sdvgCXX4tPKCLI+v7qVnuZiH
hiGougEKE/GpXz/XbZhTqkepobuVH8JyAp2fSJ3BsOX6J9lYRYFi/a1drENiYy2oCeG0UMRmIFsQ
vp5QvpvTQXmzgFmVHBikQ6rcFrxNerNgPcL1qsDQsNFhRj+boonjsjvLoewtzTsbdXrQxrIRWy+O
/2mBZdrtGvro7Qqo7XI2PvV4ydgiooCsZw+hGuYPsZWzu4oRlJAOztsSNKgRqRValfDSuidKAeZ8
JcdgT38aHSt8RmhB3Uk76DHvtMxYYmspbCmXkXOXmHfDMhipxvDa46wmX5QuJ5NRWjC5mXHyFAFQ
O7oOhwYq37BPVW8cZAQFXB57bi98cASMPS+orivttAZS5UDhL+AkvYCTdBOgnnIubVKPoiuNrfDI
3hIjpzTjzhmRb1pCpfl3w0hCVJaVUnW+8/t2+jB71oPZZsNzxYb7VJp6vZ3qNP8amBYpJQBWHJ1N
kLyJFJSa+J8rC+BqUkG/Fretv1La6SjBxhKFLJu2cf21ZXnZdrFJ2HJOVd02A7+1lo4bPNn3/Hhv
uHz134Ceg7ZPjjAvfrsFdlRxNxGMuQhc+Sev8rwTO1czX8mubOBit4AQNGja36w1VdBjpVs7Y4mE
7NRHhlPEkDdCJlY0crpbtREAS44FSrsZYQzNIVRX56BFNidq7uoS3mfZk005ZVTb5iaoDr/56Uhe
e2kAyAEmZ3Mvg1XDQA46CeFEbZ3mfszTj7HvOZAPp0BOlXRCN+SXLSaVdS8doej9yZ6N+cf0dY2k
f+bYsry0Xplc4f5Prl3tbBqPo09IvX6apHOuhhk8SaOVR0hoL+rsTsNKxjQDCGrynijD515CfaBY
K+vbJtrLbtpZP9xIL/ZvbPJS8d8lvOAX2Vc4Mh1HI4PozvROmWhGW4ORchnLHjrB6JLYzeG9Xem9
0+9soxX6JwXRJzTdRcxtVWmVYzlHNv1E6claeqpqUg9klXvL1h5MMyw/tpw3hypAdjsNzRdOPVq7
Kz8GQa6ioD6A61eLjxoS8vfWYD/JGXHppte65KWxNDmttTtuNCYl1+cwD/2z7GVD+dcUuPZOjoap
8s9BAySZh/uvkPi1t9gGYKao4fioTwjv4rhNluvIFd9drqVaZ5O3meDE/8e8Jfjn3EhFhcKJdmoY
FftqNoMPilrDQl956WdO775Yo6n9jbi2Z5mkft0gfkqdpP3i9QkpnbgPH8PY5Z5pxcrZbu30/G6d
DtKvczjU8N3wJb5oauMcB6Xk/AnagVWLeM4lQl5iunawAu76GOglWAS7/hQnirdNYetaORyUkzDN
ki28Y92lEw3JurfNYpMhmqptk9pVjotdTliGMkza8tKwD3PiodX2jyWtcn57hWW+EZOOaLPswbcs
CqFSxB0cWMn3cpiqZXbnZekdANukXHc5ahZBiNpWaLTwfI0ocGlGNK4g1RpInP+jKdDrRe/Vgtt7
JV3xoMFjLbtlkKECW3Gs9sboV4W9NYYYlJvXdLtISzRRchA+yaYzIZBA6/6DHAUVBDhLxCDCBiIi
Z/4VwVsT+EcNeW+typsNacfgWkuSpKpNeW33i3ErjVBnhtdJEiKlIkga/xyzzFliGkG7JB1xbAQH
FaweDEKl8QJXSOJr5UvfoET3a/DLUymVssupjqIYRtz3jKDYxlA5rOVtcLkrFhPMuKFwLLbbfVQ4
zMnnIF3cVmWzLLU4lmnLUktwgWAT57VZzn29nZ+o9R9XLhn305ygF6NnTkCulZKi1PG7at3AVRJ2
+uMonBBjuOtOA5ktY0fFts5RI/RuC6OvSKtEZ7fWo3vpjUp+I3kGjbkcOmTm78xgPCMcpD7V07an
PqYBSQdkQcidu4Wx8Ts7POYIXVwyBxYu9kRlspFdiMWnZuUWIDspQ6137ZSPzaoy1J+hN/8yVfaG
SHAwTOxV5JBTdqqZRkB4iVI8ulQb3/mtoT1PJD3XRuKYR1BT2nNYOy5s94GP4nQJVZhqDmtbZF8t
JF+PllF9r2bVZbsqbGAaA0BgXX2cRR5WNmagmceobb/LUSdytjI2onTnt7FizWW67Ml1tUKpj7B0
pecxGSrq13mf0vg53Js1gBlp6zWqNVvP9/ZzVSh3JXW626ntUZsbg3I9Npl2mmWTNgCcCiEnuJKG
Ny7hL+D6OAVZ/7MnQ95EG0n0OS/U+gB6pz7pKsSSr2qDUnJQDouoOJMWCc/S1EpVwiYjdWaruaDg
/6VPKINrm8o5ZdSBHiNZ+GbGqJVny3aC820B6VlWmXPorjevH2PqGxLlc5Curaj8QSq1fCIDVT0p
SvoXuf7+YoqRplrjAcgkUlYioqz06qmIug3U5/ODjNeqGSHikRIp6VQsu/mgtxzdi+lyku+nGoAj
tL5vF3DT7JrlFrX9RlmuB45KVnbiFWcZDIpgPuoTlULy+ihEqMfJJS0JcbXTG5+6pjaujgI8Vg6d
AFLluaUqRw4rz2lWqpk41zxQ1E8/5/S9ZlyVDJ5xv/KMT8scXmLjB11H7S+E0zJy0m8ZGJz7QjSk
MLX7UM+s7SjUSxebdGRmgU5CgsqPHMpGhoRm9DSCTjwtJtmjZnS0OZxZ1iF36J78HMrf18vdInVq
zf3RA+sqPoJsRseEQT0P94OvtGeLvWcJ24DenvWxPthDMB1crW2hp8WU6rZB1Yocy6603ubI6XZD
EhEobtVswxn8c9cWv5lQqNR8JpFy0Dq2ELJJ+8AHdSXGjaroNyPlLj/dS+A72yxmdHbn/Zws3aaR
6nsNXP77pa3UczO0Pf+xbEnpy8GY4G+EFyTdJCjOfNY6b+BJayLSaQfFZ819gRTZ+QjRWX1tYiQD
nTHNP+f+VG7dgPJyttgQPdfqyilUbeMJZD5S0PnZEshN2ZO2GSA6sGLhkU3x2pNDaNJwe1YKLc8g
HrzFcFR5Z77AS909aGHWP+ia5W+GAcWbxWarVXBtSn8vTQNFl7DMCkpXY3LHozTKJoYYYm8D6BA8
193D0thPcesXD6AzHbaKFkWcRVN7AO65YBXb6jWzQLNRYrqJodc8lGSrP3YNP6EmtpAcFkrM1P9S
Xe137dkUw6EFwUqFsH+RXtsNvw6TN93JqSBg77Narx6kzzXLfWfa6aP0RUq7AoGTPmue5r0MyA/D
8OLZynMEU94DgM3mXPggUsUog9rg1uu8FBECrW+O0jFaQf3g1W53gEmL9xERvDi6UDmqmtkheEGY
jAXHFuy6AGDKEitXR0SuSsLwNvvmC2vgGIqhbZUg8HfeEMJDkAbFvWxUC2mouUVAVw4RNP7paMoG
ahpVDXZLcC68SE4MmzApoZ57XSUZteI+CHVvO3QlAkGvDjnDGji1ixUHMiZT2dkwbR+5jn3MNVRj
BC+lKqT2kOVCK1jSWi7jxY1wIYSXcjy1bXVoTIqXw2TeF+T/YXkK+gff0Pm+iZ6RXGM0AO/JKf+0
xH4xiFMffkEyQDj6sq2pYABMymnx1ldS6vRjD55ACGiPg9c6D5NoqMpFBbjmdCzVIuchzCznwdJ8
Z9+OibNabKamaBcqnM7SJKfKWGhsVm2uh2AUWU06tSCIbpdZbMtlvJ6K4x5umrMXOv2RwmyK09Ny
/mTzyr3JzI7zSDF0YaOibN/8MPZK85SYzj5Q9RmsSR+cUxCm60gOTSfZpl3QHKQ3qsavsS9S9aBz
Xiq+vTIKbhWI79kQIlrB0lWj5TtoOaK9HM5xBYpSC72rHGo1iE8l/5QbYXfHkyq9TUKfBeZhmBq2
Mqo0LGVV1+D55TB3IOzUEdw2K762dlmgtAAd0LEpnXzPTdd4ItnAnRwigX9FNvTbEOJ/gyNwXDtI
fd+/izXhCUCLhdg8ReWd18cNxbveplVn49yLRvZkEyFFdXaq0K/gQMejALda9UbSQrjJMKmbR8Nr
409D0nrxc5l37adS7X5oXbRznar6UA6q/kxZOvDIuuFNMQqN5xG0xyawBn8vvZHJfh/VEgMABsET
yt/nxAcmlYjgmjPEB0rAT9Ip58fV99RlNyQtYRl/CWoFhmsRrZQQ+88Qy6uWpW5S/tQeZUPxlWqF
j4PVl48Uc86cJamQXc5+kq7dlO1qbpoQo77Gt32xN0LLutMd/YefIUg2Dlp6PxTcKXmdhB0fNOJ9
JxrpGPPcPgZj9tLa1S+TmJDnbnmt7Xh9i+/s4BSH87WTFKWCfF72lqb9jW3KrP8Ut0yLY77/hdKO
GzMNErDSPow7k0nFsKg51ZtQhzGIRvb6kjzJSo7fucGCRocw8i/SfltBTnkXt9jexJRwdez4e/ih
qZXOSwYXfnOlZYrsvf80ucnZ0Mhr3eqPgXLFZW0ZZ4SKta24q8DUjUbAenBhleZbm5Q7S3BNyzHU
JhHgYQCNi20YDTSM3ozFxE4a5ZylqV0nPpXloHwAOGg99U3+XSms4SJHHLnqO/Zm1qbne/OEcMgh
SorxkneuhkoOlRqTHevom+b6vbTJps8tSC5dvdjKYanMYHerfj5yZsv3v6vDj6ChIyrUtA6twCLf
md7UXZOk8ahTiYKTIphfWZSDawBC4VwHYNCD8F72LJ2nTaF1sCP/04HKGKfHvvVJ2u05i6GhECFa
+nczkEiSa2SFG0IOMerc5hQbBVlqQ28Ly9h6ImHgf08RJjlnbVqcnTH+EJlWto9fTdJe2XVYrt53
RyrasfKDvs2W/jdBr6tJ25+XLH3v1+ptGewBOblbbfDya5NGPUQLVBqU1JisIrsPf+TAPCki+pvf
zGcDbqxPs1a0G19z0/uigEkQcj/9MNmVdm/zjrax+65cU7rvkXxo50toAs/e1SGlRE7jjJs3RtmV
jREAUO9bwweuBWYbbLc+Xxb3BMV9t+p8fkzoJn9dHBH0sIiqoXmpZsUjT1tux9CRyhGVEua5KeYv
ciSboTTFl2aot3ozFY/SpkYQwdSzyx83Jh/RbFK10Vb6TGGC/kTfz4rRrRdblrXuauoBqy8Ljck3
X0O7/LYq5WAnyuTilVxD2nIPblk/HeOdtPFyFK0rPWoP8IzcF+WExAcyS4+9Z49XeDOvsRhRJl89
TrDw7yBNmzdyKBvO8H8AlI85nSQsbSzv3ifjLSdJU0u19R5mg35dQwxNnfA4gSTzkWYcS/0+BR1v
lnN014qRtOuhbZ55dzjJkavOJihFfar2DpJbK2m8NY2q3/s6UmFGB9OctIWDatyZU7xqsjre2p5S
3UWlRXYWat5D6mjGHf9vF8Czo730NgkUtTfDf02lts4gQ6GYuzdPuRkVX8OKwlUXVirIjhRlm8yV
czFhKDl5jWruHQ5FHnrqITdQsKifrCL6Roar/tuJ9yhqBDvuM/XeoXruofN0e11UATa767xVwbv5
pWu9k/TaSgLjfTrxFUdr1D6oYCGPKRI3G0Ov7Qtl8z+gVAgpoNCQ9BampVlsNhzth0LtqDcnQtqV
cSp7uKx/TaN28/9lud9dVdrEJ2TfpW8DkPK1SF+2oulE5lU2FBttYgC/l8UkIwJ90nadrvILFbHS
JufLIYWgj+DdraMcLetSJZPDBbIvKJc6dcDKhcxy9lz1KcWizl9Q2Xv3DRm2qcmrQ6Gr0V0+tFT/
Wob9gdMglKc8H3IldEhXyGJYf41W9zQkfIOVsVlbAzlOdvnnG7/qG6pV2Z28TN/WlUmpjGBW1Q2L
RvZEI0Nmwc7aiVPraM7+nvVyuueOBs31GPbfKFY5VZRVfgogN9pTX94fqsiPkbFRv1l8xw6560C/
UzjFx5ECpL3nztNWDpux7bcINeV7OfTnId6olhEf5dDTBfkVQhfniVvlxwAmK8qNoN6qVFW5ov8M
rjmHfq1SXf1l1PKfw1qct8qhl3g+VGT9T68cZg+luZ0C9Uc/zx7Mr7aK6lBqgvVt8wR09MAOxtZQ
LOE/s8mUXr3KkWyyMBNEFvqPeDDybDs6R93moJ9jA4NyGNW49cTLOoUx1UASiEIz6TD13Lx5+VMz
KVES0Wlt6dtSH+CefXV7lWWUG7nibVkqa1dT7ivbFqmYdZ/2xclKMnQCkYvdzODPv6kWJAy695cy
D9Z21sLo1NVu/mQkxjdEPLN9GQTgdLqguMrG9cf2Mrj3cjA1VdVtFqehBNraqpFYGrtqOEBo+NHP
K4oJvVpfebqj3LVCzoNsQHCfp7AtWZrxxl5WeWCuBhfyyajtODcgTM6CgbY/zj1Kl6Qv4i+dDkel
bblf2yHgQZeU8MT31GV0Q9vDGVF4X6EJ+qqVff1kGlNy4lVJ20LxPHxNeD1ODe+ryUkdmdpSBQur
a4/m7P6Q89gH8Pim7OTDSMUj+YjO5LkbWTdKMnV8MjVb+4uKUrQ7gYgc5dZRNhlbodApeUyJ3aRs
ooqyT7WtEAjPHRem4XJ2rqVnb+Qm1I2FXFserDW/Ve+bJFbvi8b/UkeBdpQj2UhnnPirgdq462I3
dN28dKUxV0hVqo330Z6N+Wr70bTqVUQFZ0jmtp4+uns5zBTrBVXnNWqsaGII2hpTi0N+anp4kb1k
DrNmJbtB4CbNanGpbsumpdZAhjPlTeDPLrJ/K7O1Pdgc5/ESiybgFCbf1Mbw2Snsbi8dqG/5SJ9E
xSfbzKk4LOuw4Xc9gB6S3VDQ7sRC1EI8cC63RjD53Ma3oI6Um4bWF4RYAjMtUdENfG4a28/QQWMU
XmqFo2L0XGf90Artnga4PE/12Di0ma6/qL3/0wv1XXyaBpTheE9wV9TSBd9mJ9nXsWn+DcP+sYk7
DvkgaWD76B/txike5EF+qlfzSg3y8CyHgRaG20qFmsxNnJdmnNFHSua/bN8td2k7cvjoOfVnYS8q
ffqLklloWfkKk95ZVyCkToU6Rp9NN4HM2GueuwkWyCzqf0izmw3hvjTGlZUdbPZoJ5i7YWoWPfOf
w0kZByFfiPvWvYWHwK2QDoc893XOu3Vu0RryAvlqWTPwnA8OdRD7OneGixIUA4L3SFlZg3bfoWVu
IuaLTXoTdRwusinq/FkZA2efNLHtX6UNahAwNHpZr+QMQCYRx9Ni1Sqfk4NG/qdE/BWtb2qSynTY
Ja/FXPwCnXklvVYUfykatTvMraZT1SBmRGFLJqi0I6r0XgNlFRiUPjYAs69sY5MEasueF5qSl5C6
JYmxV+rE3pXwmcF2rWvqJgjav8uSo3wlrdAJpO6FyopfYu/8X5F974afDikAf7MJhox3Djd3KH5d
lpHRUiX+Jhz/z/V/t8xiu8nHv87ILZhV+Nvl00Ti00RCHlpGL5/VCvXHwMyNlaY01YYzhuIBhbH8
wRE98AUUMNn30iKbOURFrh5s502ol7YT+6HDbcrrCmM1ZdzG/G4rZ8qlTVft7ybOsqTJzPoQxQvL
5Bg5CuPdHFuBt9J4rl5Ld9hqcijnZWVakM5UzZ0aUDZOmV/fXSIQocsnk1en3tfhhj/3+8XhtV1/
bjh0vH0MUxUiYMoG5WbnQ8axU+dxUKpblfshbTzzCu7lJH2qMBWDA1GHMfF2JIbS0ZbdsK01z9vo
Me/ha3Zw/qrBL9SgnVsMv9R7G/Kei1yFu0L3ATWbxQ/2rz3C6nJ13OTgRp1111pFyvM1IwWqNSoQ
HZgN7uLZtO5kzw1q4xi07dMtTk4JhvRfuZ/Ph4x/BgffzHD4kzi0jRGtbLGqjFuWErjQySmL0+2S
GlwZEVVZm0FkG4e+CyjBK8uDHKJ1jhCwRSmSHLoZVB9194RggHtGX8K5Ne+G0iFtvRdHu3IKY5gH
wf4Z8ZCu0LepP6AxV3+IYnJeZqlT8TVMNT9mGupM3tpkME/BdpMOsHXIoYyTc9uYdw+TA+bb3Hfr
NU3Y7suGWmwN1fOzWfQ/G69zzgMvDZTAw7REMdUvh5AsrxBCgI7Tipui3sFdDucENIOVVgUbucKb
rlxWRkuPD4MIf2hII80q4lGIbyKJWWZowrexd6FkmkO2wUItvRwydXMbU4XqXm5RkxfAYGGH3954
LDmpEPNhPWf7TZ0gr+Ep7ytm7SvnmapC3q9orKRUkGEm6wehj66dkrGMLhF1rrDPG6c4S3cBZ5yH
2KGsai4r60TO1j4E5vCoGANV1rAir4y5b3dsoKa/Ek4RqD+dPusBnAh8Q9pdnfY3e27X880+ZPob
u4yfgZPc4s20U66oKkLJMkKfNFTVXS3UddOE7XFbTtFpFtq7g4O0gIaA3q4RYrsGG5cDf1HhRnoD
qFkvvp3wgBJzq3yyH1QlOnQiFukD9+QG/kcoTOcPjd0bq6aGtQcuuBWM3cZXQ+uQxwj6CDpzkxJX
vdFXaewld31Upk8oLt1XsIl/AWaV7+ygUSBY88ovHpXMnB+VFPuh0U7CH9XE7EqJZn2FuhoBoQoR
oMGtb6bADiEoIpNfX7Va4SwtA54tg2WMdMihbEqHOnY/QJEnCAXnyxIoe4qgdC6G78vy0iwXWWxD
GP3VOV/SsZh3tdEE2q6abYoWFbZrG4RIqzX30YbXKOGy4qS6jJ3BXTzz4nTHAVK2+r9mgaWKT4Zn
bG6LyPVuQWbSf9IUoz7ERhzdLY1dgKIepvVigR4puoPHEq2EObKeOZIMjtK2hMheU7rz2tc0ZbM4
tMllGqemwd7qM+oOxcVuRtktapAdsDdtjNR8+ykMh6O4ruy+unUynAJ/6k+e6vxspE0OpWMZvgmJ
KyVdvRm/LqPMvrn2kdVaS+8y+Y9rOeLCSluGBzSbj1B7zPtodMJVLSi0Wpj9oQJwy02peMY5Dz2o
tyTVVgJp1DUhv7OerIjDXr+eVFQumaMW/FKmWT/LEOgHIpiVEGAKgtI6jKnj8PZYK1+GQTtSOQcb
txqOJL8Ed7mwV3P1w0hg6ojiUL8rW/PUhN1uUPpT3FjFtzBzG56ShvISxWa1GRtleLBVK9o7cGuc
XaQn1l06lUjb6ZDft+3XrHHiF6NUnIeCQuIcurcXn3zMcxGcpEs2UD8AaVYbdAOJ5r3iQ9OYKzR3
v1doBT8nhs7z01DWcmQhZvTsjPyRuUm3mXjX3jjGylai5CkIu/4pGbN442Z+u08zu39SiyK+cgf8
KJ2yGQP/L5e3xYscQcfh7BuT2s1Y5VhozWKuWMxzwp+LzU3a7TkIvk5dS8JvLniHESQ+PQzZYE7E
EOaTrdPq+yqFDSiKlIGH8C8lHimMo6UNxM4W+NLFUTXlV2ReHCiWOQVQspAs05g8SKQVKMP7qs2S
BwnCEr5GjKQviOP7Rk3V1dTy1uFYbUm6MFFXYPXLR6cwi0fepSmWyOd8L4fSYRTUCcexcydNjdXX
F711nm/xYlKgCLnUgE1POvVxuh7M9lvsBd1ZhpDJcO/b2V4vEzS1XavcJC+NZq4Sh5fgpIx6C6rg
1D96mXIf14HCZgng5x2SZf1dNjTk/9WUohUfKs+94VCzgEZRvfd9zeCH6DfrygpJkYmHaaoncBvH
yP6IkWyksxARS9i/t009KnxjQ3FvomwL24WdkD21C93Idooz9zyOYXWPRkm1RqU1+/6fIzLWGP+5
RqdVaJIYRXCokrR9aibls89nvBRiVOddeJiHUVsritk8GcXYPiXpZ91Mk0dpsdAYQcnQGnbSF02e
c2eO8CQFTfshjXVgzZV5x94UZe6s778NPLJDS4k/t45n7BrPiI5Fotp3HTcDe3D9c81jrqZcl+44
e8rWLQFAovruQoc5I7Y0t/rLBPXSbaj3tv7S9b7zZrh4ZfDv5uac/R3gvM1mvb3IxlNhPuChW0Dl
+Msme2oH4wVHwT5ZkFwAPKcMWV0VZsnNzdgJNGncOYfMNubTXMKOLUnZOxSQeCY5z702K4ep74Dq
53r0Ra2MNaSf4TeAk8DBIvdFd2IkEkswOEkPsasR3VmDot8lMMhQ3MSfySULyu3Nacetc7QD9VNI
SQOpHv9j0XCL8Oy52/cI2GwKbzaeq9BszqQ/+pUc6pCDP0RNgkhPrXRrw/ik6WX3JH01BAuJUoV3
cqSVU7l27+aIW/kDHDjueUqUZA0AAHmRyZ6ufTUba+SWwm+O4ex4U7I+9W0Jq4gOQ5Y9KeHHUgiC
iQA5MxHCJPUIo5Ocyat19G2urF0+OdanYRjKfZ9swwDq7xnEcP2vqELncGo15aPdD99qq07u5UjV
PzZdq74Aqes+kFy7pmmB8nfnk8nU02Ath3o+ZHugwPYWnN7njPr4Y1Xb+QzKXpkPJahrPeVoSBWN
FY5wTr32xgymDDYDw046ZKOVqX2LcyD8OEMatl7mpw1JFOSPugYGCD/cOTkqWqPbsTOup+TO61Sd
O2aqPcLUPKyTsnH5oc/BqnFqEzouY1yXblCc7a6q3Fs388virLkWR9BOCSOj8r0zYOfmwK1AamgE
Bj7xlCqMAVmcrh2edF9ohmdm/D31/TVHj93fWdw/mJBRfZkn/mBMoyofWi8pD/1gc0aoZfqdEVfq
JtRI2MPZ/VVOmtxjCQvRD8caslWo5vVL3iO0Xjt+v6oDFMDJD/YwivI310xmfWgTu3vmTEJojYFt
l966CAOSPOZ36XSKwHviByNdskHu/CP63d5Vjgy7cdeGO4A4E0tDXfzbtaSzUmb3n2tFCJ6YhuZd
TTFZrhXrz0GamRt57NZbXYq6UdT+PK97M+5HxV1nHYxDjXi3/j+EnVeT3DjWpv/KF3O9jCVBv7Gz
F+ldZWZZVdUNQ67pveev34fIbpWk6ei5oYgDgFlKQwLnvKYRaH9M6MHs0IownxItsjdll8XrZl5r
d1GF9K3CHbibm+qgT2ey1tR9aSlaIR6H+F5OlBezzWKPg0fPM49+DIJK2Fqpe5TXUvXh71/Jfy78
kEeP7nu3gy8aE+hoEIebtqvbhexxu/LPbtm8jVHTWtuD89h/TI4KdhY++kELbdS5jVZg3I7CwtsM
GCu1wIT76xzyZtlzNdDGEFsmTm+j0xBwraJFhwmJPNXR3kw1AGbctN6m9/PxXZ/Qnvor3JYo7cqw
av9t+JfR8iLZnNP7ZbQMB1H0zc3RNh5Up9uxczK3MWr0T8bof+2savyKSMiDggDRiyEiE3KVqcLc
rNj+tNO0kCOQWdz0nQub0wsKAO3tJz3ShqVOBf6O1STKq6rS5Hey3YIb72ddKLf/ytIa267c+CPz
izO+Ms5bLyrcjkqy2jb51G2Fzs7Brlvl1HWuWE95Xz8hbN6jK1cPX/NKn288xh8khraoDi/azJ2e
OoAt6JOoYLzmd82sgHv8TRwPtbvGKNQn30ELtjfNP8eHGEV9jP+Iz+O7ebxnM15eX76hv47/eF2f
6/w2Xv49v47/m+vLv7+a/357zNcDBZQn3TW/B3rbf21RgZ7iBH8YZwGTLkTw38x2pAzEV/zTvw2R
YR8Que1YcJrmDvWgaOM53viOXhtSbJXyyRZoHpdzHPPi8R1FnqXxI55BtLvF5/GTY3Q7sifNIsVw
5VgbcVUtklSxjmWv2xh4dGIle+RBdnw05VlV60z5rTuP2kMbDMPuIz5qvUmmLFAfsXVGlymNxVvR
1c8OVdU/0NtNFRu9sXbqdwMeNcsBGZZNUrgV0n4c8NOqTrIpz+RB6SmX+0ZTo4TCI0mBolVMzZ08
xIXb3IXzQTY9czCXSLw0q49YZbTksWXbV6Zooxv+tJDz5BTZMRaoysLprJD3t9W3btKxeqv859wx
w1PX29otPkZInAyJhZ2miiMJewPj3PXIv8RJeijtFhf1BDTX1s1w90a7XTmR6IU3Z0NFnvRZ/y6b
HoeQ7Y2bs92yx0fcQaZHB+8CKKUd5otzDNrNiLErC47QguZniSvktvGxGVwkcIFloHzsVuXSHxwY
BYk4y14rnHlWoMTWmh5Mjy1CXPNumMVks9RV3X2NgvGThi7hH0l8tVEy9BeWBT5imnmCyOqv24R1
i8iBHXRq+y5guPVbnOeCMxJQ8xZT77HyRYlr2Kl2ADJAQ9hNLYuDbA2kRi7yrLzUXTnczhWesStT
JLxnA0AgOPywhlIf6nkJM/Guyooh31bdyJIZQb0lxcnhzoS2laEFhdKP3n3x6nw5FKOB3m2hrH01
DQ+x1k8PtRkhOYuw3G5QTXftNEG9cQYcYzXFH16aeBZ8bLJgL6J2eBmdSFuwAczwYaB3KmOeKBjg
GWk44FJS8sT4ccAE8s8m+6PooLglevRoAZ2hQXXPtd0uWYtQNYk0bhuxjyfO3IRnj+hdl62iQee/
pNuzumYOlpgU/NoqavFaKLOHeB27Fwpu1dEAXYI3lNLBlwyCDRdvFmUDOyJzHHEvDyzuL7qqIWXo
o112iyM7YCjFtQa5fZ8nEFNCMSG7/dcUIyx78obB60doQqRzp+oktD8uQ50UYxuejLepNcKUy2Rq
s5XmYYRcAca5iyehf0KKv/TV5lNuCv/sIOa5kGE1FjhoGNarhqol9X5ngwU7uKmYhOJKETNcWc32
VVy5yqqNKvZIeWZspk5LL07sZ7dDitUJxtBIYFtAUc45yMqtquPDZtbteEn9zoJ9o9nvSDRvCsPP
v+d985pX2vBi2Gq/VkRUn3B46095k5erXrTNU1em3ooSebirtXB6Ib8AjMavIF/02vgSOO27AtYE
miAt1TdZ36T9o5E1xpMKdoqPd3rJcOa5BpP7IAeV81cGzoO2sEOUlkXWbhV1iDelgX4f3JfhWe/c
k8Jz97PloIOpD4BzwhDXSSiZ6NINffO5HKHQ5Xbi3A8oix17DRzACFL7c0nyTXft4hPK+8nOt/1w
Wzdm8zaXjOQAXHrRwB2z7lB1QjyKsHxpybtufXIBu2oWfm1cTXuaEUebuLLDAza+kCARs1pi9iW+
DMofpVDGbwBKufvBF38IXDvc6UWo75zaU+8bH21vhMemb+CHENBSvla+k4C7qcXVt7Gtrjsby1mg
DlleR0d3VpCWB2+c1BPYn3QzztCKj9jtzEFk2mn4Qt16zHlgoPEW27pB0P5xHd4bCyNU7NXKIhsO
/mSTWvz9VLblQRjGcFChkfznILVRVMrOfj8czKjkKgAYAzBCSCWogMz0UOvOfhWa90U1dNfI/RwZ
OrbqSRpkJ3/0HmSf7TbmfVB06q7KwKT2UAqiZWwGxrrLLY0a1tz2UZldcmvOkX1juGug8Vg427RE
5W8shLabKkrSkNlt1sEaFZ96Av+NgWXXXus6BPav9mfZQvC2vRaWQ4Y5i8VaxuRh1lPAq0A7Y2TC
pWSs8cRrqinN4TbCfBWpfyBDMaEl2sHdysFa4B0z4x9LYd9TvY8uiepiMhM496le2vdZajYHPLXD
hWz69iAuuCmSwuuc6XOt9YdBgHRR3HjaNYphbFh0qG8AEJE/Vfb1oNyTeeruB7uMD44p3IXv+X8Y
RTwv+WYPa/PRKlmbNNTNFgMKys8ijpJV7ZU1r59gBABK8M6uWbDYNpR1Na2cYxuoNRXbvLt4s10B
ErHjY9uCEhwNJX31fWybbRuhOstCXQCe933h1fEXXPz8RZcaGHv0SKrFTi0wg4iAZthd+oRcLF5Y
bWTftyT+1uMA/BDauLZpyho2BsCDnZUJ/dix6N37HW+jo873CNVqdsbUx3fQv7kVWUN8wWqRxyK7
gPtxNjMp/WJ6xN5MJT2CIdtgOybaK4P2in9CDOOQH7WNkG0T2OU3Qx33RTaL8HsmjOF2wuIgDcaF
1Wn282Rhjxu2FZtqv4IhLeKVW/vVKwgknCH0HPFh3a5ei2TBXsh/HVUrPyElkizlqMSG860nDrYj
8yQkX1ZOkiGLKurubNZexW/aqrBCLZUXJ3AhRbpkJ3LRPZq+slTHU2Ceu6QI8awZsoPAQumrXmTf
TNWM3lQN+GIYOfjKahZ11ySZAMpaSF2kfnWWdj0C0X7bcspCX6h93V2cmUYmmbSScQsWs0MOv3tw
ZjquDPWxjzpL0omD6yTF4wR38YDJdLcoq7jbDWDiNtgjqZe4CUP0K7SzbIGUBZgyH1AubLYx+sQ8
IX0jWpd6LxZKkVoPyLGIxThY3nvXlhdcIBx/waPWmgVtedW7MIthjpRZuMn0nCdlr8cK4KgET1cR
2RAzGvuONJU+rXwIV6wT29OtWXae2DQmgkwOZWk+hijaOLGmqgc1rvHZQmZ0kQivvJOHdC7eVLzz
wy0YZzvUa4yT7FRTA/URcmTr0sTMI3FAhTSGH50TPd1YCtL3Izgwfsa5cY06V78GeVeeIRii6vpX
qJ7PGhQmvWG0jx/xIVaMpVV3xUYLYx+daAw7d7fLcUcEuzOat0vJC2M52p7qqv9Dqye09Ycg/56e
695pviux2S4MpxwfnWpy+Z8a/YGdrbvqm/wLKwALFw1KyJ2aBVTCoNjJ5kfHrUnxKnbr7O63+GC0
6ipCV3slh30c8pwUhpFdZcRw0sJZDaPWLoXhZuvBO6jC7x7kIXB4az3RqXvZRKlcQ/EXJZ6h7h4U
voUPyFxmW99xcJefZ8kYapqw17XIPchxfQPxJZ68zW3CPCwXQbapJ29cyVl9ZXQPVaW+YEman2Ro
cPCa7eroLCeB3ctxGwl2BRWKs9aTiBs1nCv1qicZiyw/d0/xpvipvzEs3T+QVtYetAl5VzlisOsv
ZLfUx1p1qn1l1v3Ga/AKVvNoX+eFqWPyIrxz2cD3b13zhCoJEq54CaxMYxapwppwhQxstSdv6bxa
PFzCwjZeglCLTj0YtGXhWc6rHtTcCtUqYpedmy+mh/1J6gTLJgcxr2lOvK9TXTuBTwu3URT1l7xp
ijVqo+oD2XpradR19FKWoYa+TIouvTW+KxhCfK27aF/Eus6zzRm3oTd58Eo4tAE3ZzcbBbsbsvGW
h7B+Mr55ZuIsm8mdjmXc2c9hYq2DYiKO/spWm9BNNTN9eMsEWekOWVePTAQu5DolkHn6mAMLC4qh
uLTFVN17Qf9ZTi8cYa1SE1l2QfU6DtM7ks363nWBmrfF0J11287WAW67T2apmVBYs/BzbeEeLbc8
Vb8Pu976A5GDZ9OK87cwz8ulWmviIRtGfyOv2LP1uF3RRrf1rKQ95lODlT+Vw2AC7dfCz2bQ3YlY
sIniihmoim8aFa/x6+w9o4vAebNCnc+jt/STngbGY9ADw+gT+63XgbIoqA/sDVSkH1U/YReJQMFU
qBmGXtkNRednRnvkztEuJYoOVGu7HLMvnlOGGFB5zrLSKrHzXZp9lyCW1Pe4JpOvAUPdGNtQwSJc
9g4xO7QASPZS9uolpHYbaiHefuZRcYWzQrPY/5IEax7+2pey1RpMu1L1ZIZ1chkVI5upasPTjDAr
crGvamt8Zq9fHHwRBWsJLPs1Hs5xCUT7NV6wXvi7uByvDEVFRTI1d2oS+ZvU1QIs6PXoOeh0ZdvG
6B/YXhQ/90IpDpbA/FL25lqisO8YeSLNva4rcFMfkrtJm4s4Tf1Fwj0MpUsOfY9MwQf6Q8aod1KO
/4H+UAYjOciYBIjIjtqkLlADDrV1hI5dHNrunEmnjKxE4q10uLPXwsLypHhrcLx+qWYBfZKAKJzN
Q5PvZrxpc1CNMlNgjK1xlmdiPkPQ/zIoU3KQoY94nlnNtv8xS3ZQEP9zqteYP80SwfStmmpjJzQt
urRpbK9y6D4rs0BlXcbkwYfasBOFi6sVJJ5LXXUtC1y4f/C8jGU3xR3/wx9TcAfbumXrHG/j5LU8
D9JkMxNXfgoqqmet7Am8Q2vWobLqjLzaVQjdLhK3DjDcnF8h5hXkteV1brPnVzCKzl6lnkbeSW/d
e2vSYNppQ/XN1b8XeTR8MYtMX/I2pBdKy+YhwCBsI7DbvQRabOKRVttrJXXZWWpd9mKpHeycUrS7
YW5mZoX0cuxUB9mLmEMHlCnoT6MaZi9mm767UW+d4XRnL0bEVp5f1aEJ+NqoCa9aT2rxBoYPeaPA
iM6R4qaPMIcuMm46eQ5CA9LwhKPSm90Xq9G1shds341j0Yd/TvdSJMZCVNTPupX87XQfUMubNeW3
6YiwG0ffdsXSTnXQGHroLWOXbE+sj+wFnDb6VLevLqJGz01VK1c/oZCeOtGnVg+cAymeBk+bIv40
sGvdqHYNWorPZOEqVr0Vo4fDnF4F56HBnX1AH3pXj1gkKf7YrZqgMF+m0PqjSHCnKJN7qMkssWcS
BnyNRWTlZ0c3hpN02pV+vHOI7zt2HOZfFr0/QlWJZ2GfRh4Q1qrdV0n5EKFOrW7hBDQ/NfGOafdY
RT2UrZqfg7iCYei56Uo3DBQQ50Oatu8Jcin7sSsxDhybKL1oKI4vI9tuN7Ipx6lzRzoKioiVnt0u
UA3VytUTUHidPj4NHlmESK9fcSAsqZCP5go00pxQQHAbTe7kbuCh9mI2ySI24+bV0C314A2OspSz
fF+0y9TEJlr2qq8j8n6vJFrCU5rgpAbHu2H1HqWrsfaKQx2q1oq0ZrDpEp7gaAx0FjxGdmC2cTvN
EequAeSewA+RJemo/sdBne71WSZnxdrbWTR9xfMdjbIl2cfo2WlikFl4pX5Pa5B6nvUtAoZA2tie
HvUMG9phMPyjYcJnQyoiXCs2nHuzyvErmkg3U01HH9H80nMXpjToI22JbcJ28Ap7D3fbOtehW67c
MRGvlTAv8oWMMNjFcCGxhuNBWqgTUIPciy7yzKrLb4oS2BQCf4mXVeNiYI+7eErqczcobDg71exO
nVX3J3nWZtGfZ3ZvKkc1BCrOgI/wb0NxR+9vvW0366pYBYnJmLJZ3AbpzsXK6lY26/mA7koRvcrO
YoaL5OFiTJzkSRa/bMX4zFIpu5Nd+AdkK4G/xVZ2sgRJbtcqQ1c5pAPl5CAW/hUTO3OFURPQphA2
u4x58xl597WiCsrFuBTe4qUn6l1H9XYhR3xMSEKkpVx7KEFp/nWRMOVPcUJEfuaXkXE5K+4cY+XG
2JHLjp+uzgsalzBSi3u2Eu1znTl34diBBJlbjpY+K2ronmXLrvNvXjprcoxp92zj6I7XZDGdzLlZ
gGdelIbTA51gpopozVL4bndo66l7jrtgXKb45O3lXDLeWEtGxrSTcweVG/bYB8b29jdoKIx4Ha4J
cq5DkWvT6mqykb197JlAH2d/vRILziq1sFDs+uLFs6LdpAr73TIUa5UAfoA8FBRP8AevtziqHKuY
/fxJHbLmwTHEZxmX1wnHGnVOt5muVgb3umsm531oDY27bVNdgjB2z5YwLdIQGhqCTTqs6gFbydIJ
+isszP6qzPT8isfkpLpAzn7ETWEGKwqXJis0RsgO39Qwq8hQYJlDfqEqLsKu4yXDrOQoY6kRRwvu
mOaq3DcR4G+NVfy6dMW4jylsPvX5dN9UPT5BDbnA0a67J8uGjIhDwKmfW7dQgJpJheasbEXw1fAy
T/qjbI5elK39JBg3XgwG0Wlba5NJ5o4aeO2imE8xj98YVRfMSxhi7czu0cD1FqsmCgDhzDhcbYq3
qTsdssJW3hpuqWbKipyt9Q6RUb5dICLfmtTdYaKWP/OQqI8oxM4Ou8TRCPo64nqjao9mn+XBarwG
ZakdQ5bZRx2ejNOSIRfctBdmP1QPmZK5u2CMhu0QJeNTKoavpP6tr5HFfQS9hE95YSQbB+TFgWR6
eEUCFzkZK7a+OtmDpQ7tl0Zg8Wt7VnJ2NUABdQ3qVbFT44g2Qr3wWPdwm6MpD17cG8c5MQPcfw7+
dOrKqN6W6Yb6MJqPc39javHSnbeaLO+XGBJ4J/LXhrPqbTVchYpir9q0sc84eLfseSJ+LUFR7jpd
t8HX0OGbNYDRzhwgKXKz3skgFS3n1m0GAWQT1+oWA0pdq1ZD70TVrekB71xzOxtLYeE1Nil34+E7
5i4VNg3R9OC7bDgRWTnLlpxA9VBdDfNWVVWKNmVh2y7LpK6ucojHM2w/5Zq10FEDfjDngy8Q3/Cz
2N3Lpt75yTlQdzCer1DuSetXLybqC/4C4vyDyp/8FvhxjF1SmD+qcFfWaorFQIEqy972pmDPbsk/
J26IHxK5l8fAL5UFP/zmvSuTP68oqIH8dcUa3aytO2XqGqtQsTO0GE2LqvJeEWL+Xll6dQ1gEmD3
6L7I8KirpFfSyd0686jC1remCLUndtsTpu/C5LMm3qGPuxrAch9wpqpfs3Ql/w2TUz9YOlte6HR2
XsDFToafm7hbKguKUNYyHSeMlnqjOkUKhNPNOJ92sxWQPNRaaeMdwpgCAZRmIYMfY3SUe7dmkarL
MCPtKJ2BNTHusoZCVcRvcmGC0Xwe7URQB5rgAfu5v+6rxnlprPkblH/CWMw9+334x60FaHNXs9pb
BUabfxrLtOHW6mV731PCleN53UYpwV0LF6eutONJ5fXdlq9s/pohetLOiVsDCswqLmLsPxGivTd9
O15gbTZ9bkGS8gRLk3sRxwnlUx+24g+pRnkmBRdvqoy3HjbarHK9zce4LurTZWil+jLDm69vs/46
zoekdMij+8X3NkUDRLZkXPdDWKTlyFoU/eXbMDepykthvspRH+FmZIFjijzdfXSUBQmsyAbAKK8m
X69WOw28q57Fn4veXxvcGs5JPeBz1Y7hQwaWZyksUKhjBYChD/LyXdOaF0wvw++ZTjVUtNx1XW2b
tVrBFtDwD8KpMZVSzO/6GOivbjkGZHDS4Un08bDKitK4dkjAbEQd1XetgFEiemMmdPbd6gMv3wVD
u3QKF4oeBTMqLH1Q38nuGj4ozjD995oN4rYkHYwUTx5jE5ffT62Fj44GjCtTCnLvscD8DaNJPu2w
ObTg8V5h5snhEXmWfdzVwbKq+3zHXQrZxToyVsF8w5WHpomK4NaOzSqrFnoNk/xf//O//9///Tr8
H/97fiWV4ufZ/2Rtes3DrKn//S/L+df/FLfw/tu//2XYGqtN6sOurrrCNjVDpf/r54cQ0OG//6X9
L4eVce/haPsl0VjdDBn3J3kwHaQVhVLv/bwa7hRTN/qVlmvDnZZH59rNmv3HWBlXC/HMF5XcvePx
uZilCvFssJ/wREl2FJCTlWy2mimOFeY7vOX0gkzwLroXnWSrrz37Cdo7eKNbr87KEsnLi+zIxQC1
qszRNXMQ6jK6ZN02evHqO6Gzd6akWckmWoPZsnLS6DQYRfHarkBUp6+xTjEombRkKQepcdetXFKh
eyMLnzMnO0/NUF01wyt2rp93C03PoY/LYFY60NUC7yRbpFSra6Up4zqr3XjllGl1ze3u8z9/LvJ9
//1zcZD5dBxDE45ti18/l7FADYXUbPOlQTkHTF1+X4xVd98r+bM0hdczMEXZZFobaTEfdeqLHMVu
ImEzzY7A17LvxcyZkQez01o8feLvQPOqez5y4lHcHn6MMudMyY+Q6lsGqrxquyz8aHhJ0K2YPMoF
sgU2GDJK+BI0SfuQTQ5kXsb4ilefI9MgK3L95zfDsv/jS2prjhCu7mhCc3R1/hL/9CUVgB6njq3i
l6mqm41mtOnGYG24J42ZPEd9fnGMSP2cOSkFltYMyWcH0SVwE2UhOwrHeEZb13uEbhwdutQd1/FQ
YrNXNY+Yj2JZOSXBQ9dEyf7WDObSgawfqCRkt60SYTwTJC0czB89ssYwouce91iVfVQc5JlQdPvu
Y66c9XHRnwYzX76uHPER9wbgrEgH8n0HynEsstE/2jDN81s70LGx5N3ayl5rHvIxDoG84DbDlTM+
upMozawlpvP+f7mLCDHfJn79urq6remmsOfNs6Nbv35CtarV6JlD7u6UsNz0qeriHoT+j+NCqCTN
wL4Ua7Rz5FXdqWhcSPpd3rzatQiPetJl96EZZfdagvtn0rvGXsZuhw7mhx8UGJLO42QMcduU3EXX
bmWzHa3svi+EQxI1aTajfHHPKyjq5mW3hhLiIYMBTTk29KxZDJWCLrMec1qCqCdF6tTL2NaKk5sU
8GB+Om0QHN5Fk3f11Bq0e5TxjveJueO3aZ2moYy3Q6+HlzxKxBrYaH8f8YtYYcQYP/kdKSp26d6L
UvRQzIZJeUuC4IuiAj5XhHNCb3p6gov1UBlas5sARpHmbOOrINd5lWdwZb5xAZQZf4TyBpHDqElf
DHcanNuEovRhZqbgQj/mNx20Qo80XKjwa8xnwbfJysv4M2kViMk2Iku+WtpLw+zx+RUmtN/5LLYn
pNrlaT2F7i0omwDNjUPzhxlT+/WXYLXjOR2YrN0mAMIsD368M5xR2VPcjFGwVmp9qTkBFgCQ6E9I
4HunRGm6I/lmCPC0ZNzyK9bQP50Cal6jxj4dPsbkLou2lWxbwvoSGX699fJmH6pF8ByobbEyyb2f
8slwzi714aU+J7vbdDaUTMxXHjH5huqhsceQm/qo11KvrKzxBtOXyPzB87Hoc6ByzkD+sXPJs9bA
jWQn4Nvo0lfw/U1vKpZGlY6LUY2wv5oH641LmTUL38F4N6fJ7dUzaMk/D1mGAQ17XXvLPnUSi7pL
1XOkActDtn0jx1nad3VsgovdxM7dmGHNPnhW8O72sD7i0WS70dXm1R7QcXNzPXyvuhzikeck4GMM
5ZEy09noPO+ZnEy3cKMDNaLxrHiV6q87vCMpawIjc8vioivwBpCkxTo7ncqjjGVgOdG61IoLmYrn
vkA7omIH6q/Z4pHYAdu5GxEp9teFyaJNycBFyHlyijxzgwgiTcL/5uNak4MgfMKPZZ0ECW9sBLZs
bUxesLJZLq+1RvDkRjX+DMshP5peZV1qW1iXMQJN989PDkP//b6k60LVDFdTdUODwW38el8aKi9t
/N42Pw+et9ZnHwVtPpB5a9n2c2YibueBTfsrWDpDsKooj/8Uk6Nb0GHHOFcM1Ebm2bItz4IBWXl1
Sik+TTrSgk27IfudsIW04nMVcNuTh27IIvwy5DmyCqqKEA+jZNuvXFhFfneUc2T8NgQI0TN6Vj6K
OrWmLnIzg8+mY3T9z++TXE78cv/WLVt3HdNyXE0Yjlwm/vSENcsId2PFKj4rRpQtbbJC27ws8BYF
yPTWmSjYoWv3kjtOeySfjH7BHHcilBLVwpwuyaR4V980vvWFNeJTy/6F5UR9MMWgforKYiHjgaeH
O7KhxUY2tQyLUBAcT2Tt9JMRDNXtsqVWsCBv1PQ8mUG6SYTWY7yQhBvh+A733tj+1CNvFM+g2N/i
qb80ijZ/98fYWfcYA+0TdBc/hWp+AxhHaJXe4riZt58S8skS6Pvb+Iy4BAy7oRKh43AMKyd/nOuS
qyILjY1sKmOTX2Cl7mLyXQXCywKGd9Dl+6jNi0cMsqmwNPX3cVS09T9/Ws5/rId41toUwkw+L1NQ
xvj1W12Vte5QxQw+d0GLE7SWf5qs2ruP0tI+93nVLxqz7d+GNgA/4LsWbGVHe0YjZ4Mldv9mdkOy
dVoRbk0jbdZ1ANJFB19y1OaDQ2XtKJvyTMYCU1Crse1DJOLsynoHSReVn02JF/IVsUDsYgduLn2p
FidPG/tTgVnGczOal6CKpguiRPmzK8zv1DuaO9kK5iRlUwT1UTbTNuyXlWv3+2qeWfps1fxJt7ey
NwQ3vtbTqt74rkgPwQw5AwPZnrqZT2TN2vHtsqn7+gRqD6iljMi+j1FlL5ARd9gtZDVKU23Uf+Om
b831vVRY1MfIbT7wHCt2cVSTTElUUhixylA97uahdePvbA9yZu2O9p2NlNu0MI3cvssr41zl5rgv
5w7ZK+NaY9n/5YOXH+zPP1NBjtLUVFtXDTZr2u8L4R4p6q53ff19FH61yq0CRK2p9LdDzBceNRL3
Ja8ia8OWIrqzSse6TyeEd20EFmWLOnhyMTsDOChb4NlUqlvnnhEushpczdgjZSYPaEVlZ8fm3u83
hsJiFM9xB9UpUi3DuWNJvP/nL/V/3KqFqat8nXUVJqyu69pvS8jYMEtH1yLt3da8TzWk5ruGu8xP
h6FHnQ++o8ZCbrIXKeLSd6BG+pWRee61TEW+idneY6SEBqmZ5d6hdELroAKh2XXJNN153VBtCqyZ
r9DP+kWvj82xCDVy8UZR7wBdgxJKprXjpd7eAL93kGeFGnW3s+zH2d/1fsQ+xlFYi//LI+0/fvzC
dC3haIajm+68ef/tkcYCbmLPPlbvUZp+z7IL6Xnvbogi6xzOWB6JzzFFGq9QPDJXHzF5FreOOGkY
bN0mlGjULORpNM0gYr0cN/ICcrDsQMlmzn54x5Gi9fgn1LtDYaAMxgCtFae/u8G/5ak61LNU05is
e3Kg4A4gjAoAPXDDRH2xpY7JHLPDVru7DQH1dWvq8xAfzZUFWrMjMrB1dq3q9Ek4pnGQZkM4EWdX
XzWbnYmILgQsmvIgx+ZpfBubgvd3FmYZtDtfGTZ9JGrovk6rLdqhvAMp77wHaoI9vQMYjwyJzSbW
fDUa3323ertZwlxAXUTrnWuVIMYq5g7EhkgH50F2AVnjX4rJQ3Rz7shG1niNN2IGbgb5XTuoc3qI
jmgqPhkAIv/5Z2LL38Ev9wCLNY0LsNW2HUCI+u+ZASQrEw0t23drADle1iHJL9wF1pHS2y+l4fUr
s66tXTA3lR4Mt6o32Z3s5dGNey9Z4bEwzaeMJaYMjxbYKR5uX1ADtV9aDfyHkxvqUna6AhsWj58K
h7nXye+Dvn/Cnag8m6Vp35l+KJYtyspfgLnDqNLH16kuQP3hmrLPQr94qpTqkxzQKVm9sNqxuUfu
MT4G/pSsE29QPjfhQg7IReauCjcYj16RufjEezz650vjp/fEPsB6YhWj7wZdwY1MEi+d1CLt5/d8
vsgcbVUtqu/H+QD9589YlRnVvTwglfJzTA7+mKtEXX0b9xETEUpJrCl+udbv1y9tUEFsJwXV80fb
Vs8BnJC3RMdeKC6HbJ/Xiv3aR+jG1/Zb18ChSzq1Qq3Js97sEjtwKIss4DtwJRiMIHJGHHol1IQ6
s65dNqB5nUANdd1y3xUU/hAKSfiZ6D520dD9I+hz1dgfWXj0wYubN4+OAPsi8vrFhSBwNxmN8wic
TV/3LuJuIW7Ej6Nfddjc4XsUIV2xZOECwnxoL3LsMOHglVSKB2uVsb5GMez/c3ZeS3Ji2Rp+IiJg
428hvS1vdEOopBLee57+fFA9U92lCXXE0QXBNpClTNhmrd9U+ZQ4S+vHIW9czY6m24SN40kfFHUr
/iuUsuidfJE/+RRZwUh72mLFfPNZtVzw5fovxS+3a2H0rUpdGM5y7SKz8nm/FMuxg1xgaZSbzbrr
c/VGL5SGBAcfq85nw1y3tMqFLT7O/twvRzN8Y8vk2LwZ424scPfl1M+9R7U1tI8GYtPKyV4Q8kur
NfdezorBB5xCv5gc0aRCgphYi4GilqPb5ZB7DWIGXpi6M5rmo67RtWlvZjNceO7Xzge5aeG3xOL6
eWlkttJFTK3bR6NYo270qFn2eGvKU+0qfVdvl+JyGDKldfrOSvddU0y3S52SAg+WID0tpaW+GO19
bhXj+bOq1SP089voJlP15kbP3j2FVHGd4GhEqHV8wdbrnXyjf2NLinY3KMGlGc3hRS8NFTQN6k04
pPy9Vx8z0kCtvIxpAS4fxqAbjWpauol/8ZA2u7Nlabiv/YhoAynDrd9Nw70oR/U08w8tu8tK4pN4
QIFzASlI3y6XLMgoTE5KfC+YI9DlH2/ZLhf38pC2a0PpxXopjnYc3mZj6S6ljx5jqbiaL6QtjGVC
jD6xBIS9zGqjepp6DEXH6q/PdthEmjtdM/p6vzQsh6QH9rmxdXXWsuorZ+m9tDSmfA6SorxTbMSz
y0bvz7FpKRevBZAEiLR8SxAgS5F1fM7TNNtm6CnudDkvHrH+ul06fAuFbx4Cs5ZC1OjgddiNdh4s
ayD2NA5XKLDpBTKA89FDYSVzlGLt9Nlj6eYXGS5qRgMyWZMtFsuVRRQhwJp80If5O0uqo+IjIh+k
FBOj8fZZ1qtr1BpKlDUJ6JiDl76pCOiUsTH8xKgIYDGWmnfd5COPkzbGzovkkbHXMj+6JLxztmH+
MEgqL+yKmyxLxz3zcYpixXML0wuTvgEBwDr/62DPxc+6ItX4GWei5QaEm+0E5HJfsOpzF+WAtDLR
3ZMBYkZlbl4DmWl5UQyYxuTOTEtxKnq+5anoUXxGtfHbZM2UJUUaLqlMSE/DTERobFJBfrtFo5Tf
4A2BPgrsHC5N275CzTWSrPw2AfLfevVUbJdiIg7F4AEPG8ZyN41avVkuRhLSzeG5PfeShLyTF4/r
pT6ow10TKfpjMcndIek1fbXcRqnMi5wQLvSyHumAFt3JRDc02ILe8KphY+yU5mJQNI23GLl/W+oV
H+w2+O7F2GB4iYdjMHcXjSTvbAz71kuvQtavWm2Q8gUBfVaNQkKxsx9eR71BAqB0YvzW3D629EdD
bk1naOrppfHrGLencPyuRz689Ur8VKNsR5rEB4Qp/crhRkYEdK4lO/bAIc296fO0eo/99FYaOvV2
8sMMxrQ+3GTA5l0IE94mjsWs7Su13m4UTc5abwjqtRclToV+4tXWpcxzVAWGYMVXuokzH5X86FUE
ss0Oq6yks9cr0nkw0QGLRXlcqj7rlzO593r+Uyw4vzRogSqtJz5sWw0GDl1TfLWSENkeTfIex0xN
QDTb0o2dF/4tOxzLUaFwkImlzvD77KKL4JYU5SmS1f6oDop2lRtfv+IXEs+ybOulajmkAG2waRna
A6lIItgtSwZbVoLHPgZwC/QlBkXSho8odZjXuCsZr2g0vHi499X3vAzDx0IW1coaUzyP7KE5D/Oh
EBHyDlm1k72sOcuWyWE+WxqXbqWmFq4OiW+91H3pVyYDtpfGA6Qd5VQJeTr2dlpioFNHD9NAGtwH
fPEe4pvRaN57pweh4yE9Rb7Vn9Y+iLGPiyDwlZsoURwdqPTRFAjHKjDSOgQr1W4nac3NRxFVee00
1qjDOOZag2/32GQYGFQFr0mkp9VjCVFwjTFYsLV8o3zMVOQsGdVN3GIoilLDSNTKEb2ci6FpmrsA
LWl3KVptVx5YYEYfRRQV7SO8RPBHc+d0MuSzKPyfiXjw4kn+DhT8RwRE83WoS8/xK918SCpRr3LL
CG5h/+WbqB/k8yCVA0H+UT4kIz9SYhRIrODn4xqyaG9g2MY7mX97QxmbC6Q8feVXo8Imu/upKEH/
i1dDqpLkV8TKzomxRngqwzFYVwUQ4V9WJtJVbCS8AXJk2Ke+FDtsFnkBCs14yspMPRTeON7MpbIp
+Kb8IHsEBZw4kqJOiJjK6aPpa0Cifak6LK22kqG5iK49kHhaRTf0qNzZ02YpkjWOtj0BvfU0Zukj
elSak7ZSfLLzOrgKofxiMOyewyDNdwU8m7WBMOWzn9sKYb9CRpWFVrsLTiJo8rsmYwTRfYRt5mqz
1KojbOZlQO2eG/Ru18VQy9ullYcFlfukSsBnccu+X1XAlJ40ZPSuZq/97XMhBabr5Rq1HTYCe0ZD
7uo7HMdyoMklll2xEV58pBZXVpXWz8ilP8NM4vmMepeMt/1mTR5ArfkiHe7Jdgh0rMLniwILpJaK
rfHzFCQfFxlW71pVYb35fYpAhRnVd/78SakI/v5JgODq56zynw3Jl97TsvvbJ8Hq3U2S4TCW6qBE
52T8kqJfDlXabP5lkzfHOvIlWf+RlSeNJjTZIHAGAOn3OE+beUUgyfApzChQEf5s46OoMvGUiuh1
8qP6ivCfeArUGARrXT0MJUuffvRWSye42NgaA7X+uCRoxkOkgSpaijNgcosKncoPxy2sQepXaJOo
u+WOSESCsihiknRz6xhG1xgLmhuFXfmB6E94yXMv2wUJPgus1hD+0Kfw5NtJ7gQRW8o8HGCXpgPO
WInxsPTwh2c037r7pT3AdoTPbi5LKVSYitJRTg6jHTxZtW0gmKKyG5eNrVep0gwktE5wS6EHzcVa
yqJdHEcReCOKdlIOyGva5m4pao0BM7RoxDGwxnsG4idhGdmdGXfZXcyWAyQmmYyu4F1w/YiXN8zS
49IKYqQ9//kXVNSvmYc5E2rbsk6sxoAlpH8JZ0Umo0lZWz07vGHcEiCcVLK3EwOjlyKO1WCmHZ1b
XdaORpXxUPF/hWjnkWg2Rv3Gy96EbEV3RZXHdyUm1nsr1hvSiBHEchstURlh4m0th9J6zIvuRe6Y
mNtUba5+baG2Ukz7RBLdy9T1027SgXEGiMO9lCrKGxMhsIuh4ZADPvzjcughzd6qeXX6+W5FC0PW
tozy3GNP8jQCz14ur4spPxRk0THgols5wykyLa1OKejTZ+uvz7TtOj5adqa5Sy9fR9BPYXQ8LvdA
E4mk5riSrGhwByKBNwKFuZsC8wWf4e3yWWXrYGLUAdG2pW45eFjxbDTUdT8uRc5ZOWml8Sxjonvy
8Vfc5WqK3tt89ln3v87+3M+M7L/uZ//37Mtd4tDWt0CnybXKt3UnedsoCEOXDdo079KmWyUNko3e
dvnqs85X2mnVtYq6Xi5bGjpNlK6Wmt32s87ULQTTRlFu9H76CQ4cecxa0XnzfHmvq4SxJr1HqboO
rTv033PXyIL2VXT6A/ixABCOtKYCApNslRe17Opvf36+f0v4qyp7BNJqBix0wrZL+98SRpnBJicU
TfCKUE0YHwxzV6vZAwSv5t2w2q0+1so32bd0NxCmei3R1N9XwWRsIfvnpxz1eycHOOiAsOIhnw8S
sv4rIwYJuhRF3Vz+/CerX7Mmqmnrpkpw01AtzdL0L4EzQ5H9MCAr9W0ah1VkTzUQEQ5aUuD5bJrN
jm1y7PSy91edPJhYfONn54hU617NrD5C7QNurkCxIo0AeSpN+1cfvL6T6ql87tEMu5fG9Gqkcv9a
VPxAAkuZXRqsoE0XfibOY1MR2hw0/LXzhEnesC0F20RalrPlsHQEqdDjWxXm/wLVUK0vAxP/ccs0
EFE2TI2sKHnGfyaPYNGDxMhm+wGDAVNPyvxEfsafjbw5NedDKvz85BVwzglg77/UL8Wlx2ffpS7R
c7RaEw2vv/kmX/p9Fj+vzW2IO7CaIjRhtf5ORdz8GOj2K8QBYiC1NmLQYPr6xtJqWucuMEHdAeb8
zVIFWmvYM5JOaNPSuNykl7Fxqq1Q2yFHN9zJRdkjpnGjRzm3lDqeTb9qUW2ZL1huInll4ACf8I/L
TWCYjZcY67ilUa/beO0VvbYkSo4JMUKWnMAY4vmwnDW1ljvILLfrLw1Zila7s3Q0eFVcoSAkW7WF
iZxePLmBGnYPZmKMF76QuzbtUPeaD+XwCmMqvv9oNwiNskiuT0sbIBaRZc0pT/C8McoGLVc/UPBs
UOVTopR/nS11yyGeW790XuqW1rrRzL3uo07TT35xlO2W4MOY3OpKURAX/89haZwsBO83uTYWx6X8
2SxHSBqTNBhI0tr47UqTtFHnmVeZDzL4lUhp04s1z8PAaOLz1GTX/mMaBiS/way1Bacwt85uPkhw
ZmQSQVUsN+nKVL7V283StvQK06nao7o6slCZ5/L/9alKN+5DT/vrU6N0kF1r0IFspNOEgi4GjQmS
e681iB9YaYV9hbhpXZdiL0bpVfRE8VUEGE7dILJrmjXf8RdWL6jKa5flzPA0doC4ZBhlobFNnADh
LA0R+3xsJOpyvRQ/D8sVFbqun1UyyQenVWJkUppeOgMEQoxNZNYmkA3pvNR9HgLDD1y/CJMD0eP4
iIYXDoDz2XKoJW/MneWUrFWyQRv1GrVBcor8DAUsq8jWFj/DqoqKap0is4GqBHrQBLkGiG/tL7/M
0c/ou+y+bohb96OQ1x/Fum1vbWyDhKp5uatnFaGXsujwo6NzYPftJYumE8Gf5OyTw0P2VLccr9HU
52EQxrrV62m7FHPMAR1tGuNrGdT+U8WKRbET7TmZxg7C8j+uMrqbFJIMy80mIi4g6jfe5sMIuO/Z
M/Jqm/dsf/I8KFC0DO+WDii9jY4ZeMbNENrdUS9yJIQHu3gDDTrfwCoka5UBnDoiLCRu2lGbnKUB
qNgtkZLmsfP8AnUZBGXjDPR6aInD0kEv0aSWCLp0Fn6qhRunntY99DabVg+NNnbO1WYm4XwfVggn
ArKKIbCxZFZ3Xii0J60GmjU3R1YMmttgv5L2lbG2An04zOBieF9Iz0mBdCwXxblBXmUm4lkLMcMv
4n1QFym8XLs5Drn/F2FDDN1P8gnFLR5o46UqS9JTQDBfa21aK2EjXdFbGO9Gm7hSAYZ0F2diuBOo
LN622mlpW2oqxSxAJwWGuxSJXdxqmmYc8FQM9nWoqptYVvKXMas3y3dhDG3nBs1UX9KkJIU36vrH
14sQ8yrL8uxVUXmpceWR90MwlPc6hk/LlZkSI4FW6HASaoBKkubba3sYg29wNT5+COEhstdbaHSq
eHVc5aTMXKNCGEHqkLzMNLRN6xKeHOTW0v44GZcTnIQ+Tv7bNMr/nz6/fwT3yeq2mpcFnx8h+UL/
l2lZ/D4r40ylyoBcNVM17K+zsq77jZ0a7fCoaZN1jZP2in1H+aq0+GN2aLRsl2KGbIdRCQJmFZlB
t28JQY79yst9qYv5eszCzRDEgyQoRUDi/3MmaabNKmOMtsvZR2tp/EtqEpmSf25b55UVaUnDxCAX
CJH6dc/D3qEuCzDUD1rVI7yJ6q5cqcrO1BDjXM4+6+z/Ubf0s/MrrqHOKKVkpdCMSfYhwelDN5VE
HhPbO3Si2I/ZFKlbZfDMzdgy83yUcafZoGeMJsqQvHZtk6zUujIPpY2gqF7fR6aUsCozsn0YhCnD
M8Vo7H7ivqjcQGVSIf2FP5deRADStWrhZLYUK+/BBNLyXACr3HS1VRmXZMhKtObC4lm0rD/qoMH/
cS6GRb7yVa968NNJu+X9Y803A3RGE+el3MZxM2CnZ8Vesg1Qcrr2ZHlPpjdsltIYt/Z1OataS0Zl
DD+92ER+2lkqJSN9RUHL2392Xq4nSrWR50s/+i7XJi2z8VLZDbiOh74KS1ZVvK0fyiVrlb54JgRs
ggQoksPyP4ls+47MpUbwNuweuyYjwsv/yMCvwIVTPqC4lZn6a5GG34NoSn+EU/SqVbnGsn/weEAt
EKCYQz7MHULmicdQLxnqehvI3Lxc+jhd1lBijPlllbGtXU3lj/hcWFVKW3ju51IKhVI8F2DHbadW
SzdWOJV71uPWA2niW1UN1e+F7sUoJvrqRVWD4uKXNZPQ3NAG06XgxXq05czfm2HVbcqeAaeOfizt
pJ6D9ZRgSa818uzN4PVrleX/JUlYV/SKXXwXdvQMy6tD1k/oBxK50mqp51t3I+yBX2Yt1W3fmvXW
LGzpJUC8ZumQ4B+1Fr1aHdBXjx6ykADNfEPZ1yrXGifrDHtYvdZFR0pmbmg9Er4oWUm3wqu945Sm
5cpIdfsm6mG4oEv6VFd5jXxZ4T/q7A0KXxmfO9MsTmOloZ80ZuMzNI9w04RqBiKf1rBAWFXC+umy
tFZwnkwte0ZlabhU2CawJaFXHE7TdvQlxJDacHpuojZ2ZexvjstFpu2vW6TbHqS6l27MDCfZ5YPh
vexNO+hWy0WYLiarxrOMPZJm9bmK0GaZxglgRz3vmsJIffws4hP1V7EsvOpIaOnvxaU1rAg5LNc2
s7tSWPqEdFNyj7ZG4l8PvEPod/pfp0x93exPXXoHBRq3tP6tbblC8vS1GhsymJB9nHme/lIOdYVk
B4JzAFUJ2cckaDph7JN8lqbzChlfKTM6FqOn38eTdfdRn9gGUTeQxFYzeLespt+X+poliZvWCAJA
Wkpu0qZonGCGmkgjdi1pYGlXYyr7CzhZ/CAiZHW7FmAN4rxrM2vMw8cpfjXmYSl7JGO22G6ikcMk
ixiOds5GZCzrEquej7qyNM6hPEmHv4Fr5jpfuR2BtHsMFixfQbl1UfhW9f6dGXnhe9eXW5yK88Ap
0rcUg/DIKdorO2M9cPI4QtHCn97r0bsaldW/4b7zc6py5VVM2oAqGAJ3A2FvB5V4ZHY900RSMGEH
AYHNZh6SPfQ0O4sg13y6dFrOarXBK8qyUnepkyooM44UcI90uQcZhHCLfuevpfnzOqvHeiwIpnzd
eeng2MicwzWN/bVklNqFPa4Mm1VR9pkdtWdwW8jE6UF9LwWsla2p6r6hFHf1fNCKjrTys677YDeF
M6lpYTYtLCbfT5VjMIH8mflPzYg1haGmudNVgwkAjQPBPmgiBZ51th+xEIHMKrj9DQpq3cEP6hdl
9mdbDvbMJG799IxBvHRcqpauRoAopIfO6eqzrxngPKjowS6JKn0lxOhfRdpMuFcZI850iXZuIrlb
CzvPHvDFEnBvVf9NHYDA1KyhnS4uVjGyPj/yIZ4V+BTt0Q4RP1zuVPnKX3fKZ4NW1ZDE1pAq/Uxo
K9fD4GzNhYRl6DntpwRht74MN7Upzb4ItJiJFsFDxJ/TBQlJ1CRqdpykp2E+i5QyPflF1exyHAg/
zoL/1n1pzf26X8tQ+UEHyAeb2Cjsm/k0MGT5IOkcluJy0FUrM9YfnVA21AVGG3S1YkNxc6UIbzqk
NxNLTZ6B/IiDpbX1ShhQndHLQBksIDoAXS29sRIVH9a5AT20YtXbrXUo/cB+qpLWTQxtwCMFikTW
d+NmKYL72uMkpz/g7RORLoYAlqC+3eLnylfN6jsPa+8bpu2hm+azQJmkVpssCbMTsrxgmZHd3ZaT
390q9jS6QQB7XU5IPqhzhMmfY01NH2p7K6ueP6uWM6vstVU4uxnKGP4ocWqdcCS32PTDm0NpTnfF
XFzqlsNUsHJx4BxiEWkhzodi0G1FAMxVyIchpFsgpbCUp7k81D4opqXMLP6fsp9Wz5qcofmVyS8y
+OG0krNfbBAR7cx09ksADYJYM+7AChubwCrCo2Gm/rm15oST1FSPbZ6hfoGy73v7liRx/isTYEir
SliPEsMewIGkOft9JQ65mcbbpGzLO3adSHykZfLWYbi5XKV0xdUfGa0A7nkuQ+v2z5E/of+TnkSW
ULNNIRMWtnVdlXmc/hnzIkYZdJZceD/0fJY/mFT/mBLrgwPzS9R+/ZbG0/pFb5G5jjBYd+PwPAqs
8ZQaWrGkK+G1FcMeJyQs/0pPZUWWX8KoqvetvVLNItymRR7cBdldEjfXXPW1gyzp6oFoAYYueZG4
YdeCgNEgZbBr0la5PKL6NSQyQwe3g0GLxuemfVY0SVs1I/ptxO2aLfQTwslqBaWmCbC1UA7GDL4x
ZdhTCEq/CAVxrUx9id5Bzqo3U/6IGZ0N0gcFY0F+E+coKzvJiqds06p9lOwJoyKfBCZce31HNjV1
IVZKRzO6J+iBqrfo66s+4sTlddCRQlSkj5JsknJHIdXJ8GndpCBTV72HP5UVJK6nK/kGqpu86b1E
3Uz6j1YT2b4j1LI2iY+7OkKmGyLgg2tWBWtvvd17U5js4OKClZnADcV67iDRC6ETDzUp5E+uc3I8
sY6Gc1o6gxxO9z2i0ZGEe+MYMOdD70VTRMTmGhyTtAZ4V2xG1RJOHPSk7uOmXMkIsuH8gJaM1Ivv
cY5kX2dk5TrzvcyRpDJdpb4o7iLQgEAKxBkRa3Fu4ILFStjiyBC4KNwMBwDH9hEHQ4TPa4hk5AyD
+xjSpJsMgpAjvm6AEMtqjw7fCj1MkvlRs5/QsUesoXCMgYhBNLU/UrlUT8Bn3vxA3ZoBayajzKPM
8bqxPBAN9xs/PaWq9jREhnrwG9lcxTryvaxafDdS7AbvSKMmx/LAri49QeZPTyWD9Bgg+trCyKgi
r7gPtOJB15v0oIekqj3tSPj6iiyW8cLYuw8szN3xHbeC7JyrRvRcSclWMfseU6uwdnPSkbcaYLqu
0pwkMEE/FAEGcDjowZSNnK7rmnNrHCZgEOtZzXODqe+5TazpHOQAVCSTrDgUtlPh4TIrw1zbmIOm
H4oyespTrz97I0HZGM0MS6m8XTuKW4v9qMOQbO2RLUUUWgz3SlS1l+UgTJQThzLDgi+oAF2VsnpU
xxqonGqeCrKx1x4kymo0AuT7TWxoAdu6vTc5jXz2S0t/gqbpWEFwLIliH6RUGvaj3b2m8MfPmhjA
Rqv8jCoAV1eoGAuzowfcCH5y1VUIJHiTJbYDK9lVKkw3lNQfcl+uRSiYXsZhOMtZetPAXcSdHnwt
JHnkMUa1WcVZixF6GqwJWNjbxDfzFSLKK2PwvxtC7f5lWFP+GTNgVIMKoOqKDhgcisJvpEsia3Ye
w0f7mSKvdUAB0DiCH1nhah5hEZSgzoR1iOdksFQdgocePtwJBtvCgi+oW+6fB1lb+cfmf/lrcAlH
sNW2FVKfX5nkA5Bz0fF4/7RZE6PC0VbYSefvnRXMFJqxWU2aHTtGhG6INVi/VCn+0TbNcGp7e9rn
mrUtZZMVNEGsHSuV4eBJAfCnJjQ3SlCicj6hbdh2wQuIJPlST8Elrk0FqEEXntNWJNsWXwh9vWzG
MU58lvLQc0QRPYRtec+Yaq/9ok/x10r0bSWrz2GC7WCkoSGmGTEaZnO4O2rtlq8LSZy2NOS14nf7
NK2FG+hy546+UuEcZUJqmYuVYSTrujePPkQkXAhSJx3wJkQ28pfdhMFWD5tXkU0I/RX5XW5p9kH4
yqEPpXuUqqKnmGfIUSz7Lc2RrlPHVj6CEtF2mc9wlktJtNU9UR0jf13NKNu2/aWP2pWnE05WlazH
HjXTyovbk5CbBoSnjYWAXBybsm3OSYo5sOHnrYt6buzEshUStVBukPKXyCaE+GbW4/Trz7+/8tsc
y5M4P4+g0zVhmtaXOTZHt9MsdT/7mZnycNNVdoHZk6f1LlmG+zoQLNILYrxifjqLMg9udSv6F36M
8s8A1PIM6qYOUZw4GqZIX7HxaPNlpl3Z2U+AeOI5H0EY4qZkdhIUtcaUCENA40dVbV14fLNapxe/
cJIxtwFrPJyD4pMix/EhBnfSht0Ij57Z7s9fk/jtNZmTpYA6eFdUcpBfE6eKZNYDPNnpp5InP7BB
a07AHRLk2FIfWCfSKks2V8TVGWTEli2Lvw9GZVgTAwYv3OfWJtTFG0r+7XnAXRYtlVE6JpDwozGT
V33fidPU46P55z9b+RLb46tFqluGSWkJxZ6Th1/wDErM/gsgkPkzrHg/5Fj/bre9WOHUh6qG55f7
zDTAlEzNkx6siXbvURtXv+XWsGeugwWLcR+zdtFfpK5wCFfah9ocEyeyEPNH/d9VeKxYO1rKQ1gq
8noM8h2CSvKqqf2jYiHW4OH5Z9TpCsMRYz/4U70i1Ghte4vgWN8kCJOkGGziZjTrYifPnjRkG7NH
vjgguXsswVuuS89DusQPu5NpjCRAyLvC8cXDs82j2imj8S3TSAYGUAjdWBrb9egP5ibXrYCNW96t
6qgroQ+O9sZv1U2Q69Wt2jcppPzEXA8YXW08TYuYwm2Wd7rfEw6bGghiarmqNL9xvYKVnh19h0kX
1OWbpGn6uUxYkEkSfreKhdNmCf/dMaNwJHjkPcAts/e9Fv5qWShB81kWm8O4R7O22BV1A/yWMMWW
KVY5IDoborL7Q1bxwUVRQ606jKjyJtgbc3JKY3+KXWSIJWOg7eveH9Y9ml+ubejZvY2M+c7u2ncd
7cGUVYBQdgoMspuiZml3BbHDhkgGaHrwxpMtingXlL3ijJ0WToQXMlcvE3fEK/xGNSV8WEvEH3vZ
DjKHUL90G2YvmUbGH+sGJT1iUMliKlNWfv8Lde70vs41Y6d19eQ2xGxlXblBEX72BYJ+l09N/S8z
1RcGzcejrKEnYRKvttGp+8KgamXP5r00vZ9GFQYsP7rMiU3J3sRAdjaKHLZkabvuYhh6d9F8BUPM
yD/mCZx5xpbNoHX33ezQB9XvIeVH+fObJv6J/Vr+OgLoMHwUQfLe1L6QOxVZJFVaFtH7gJkiLhjY
9PZyfstzkmPzPvY7YWI8VpA6cQvCrZtEqR21B5y8KO8XE0JW0YgPh5psVMWoN2AUiPSFTXqby5m9
lqdAbKZ5e5LFfcjPn6hrLdWxzcuD54Yh51/+O7+NdybJBd0GcKAYwvxNYEYV/TTFQx+/92F7BTas
3Cs2cPcKhLHrMVOuxrZKbhrU0MBJdK4iRhhpiqW4jc6ALam4ete1kn8brBYEbWyqgCCj7t7sH+zc
ehv9sXjwyfn/G1jE/rqa4YtXBZkYVbVsjYHknztGQwnrtMay4F3yEb6ZkFTsc/OxSSKWCsiXboxB
DE4gefkezg7pIWCx96gN35iJfcgUQ98vm6lOVs9SPYDXy/aixy0rb9nvKPhTOD7oSrPp67OqFPuI
wOFWsfxZsARiDYpp9qHqJ9lRvXqLNdCPEaTYqxpbAFea6hylXrUlNhw/pF1F2IzBtGmH5z//cl8Q
bMuDaGls3ixZF2Bd7S94mSltUU4Y4ujdSkW9tmPDZwb3oH3X1q0aFvHRGBRjDVfqfZQwimqHgzTW
+jEdqjXsJQSI++CsDnJ10tOgQN9aeTExrr9RLWmPY2EnNdoTZF/cICFrrEAvhk5ZJ51LUAXtk8gv
L1PmfWvlljHaY1MFz/XRg9dzrFq0yP/8f+X5+e33Bv/DokVYPKSGYnwZE6o+1WvLz7L3RNflFUja
/gIb2MZou/PNfcgy85qG8QqcTHa2J/9ea4JfXjkJN5aFvkk02z8vh9wmtItyD2IPOshK6FZR28a3
jLzevrDqVyyYh5NEuNdq0nUoVRcMlQeEKgiPwm68aPxtNxqCQyHP1s7WfDztE0m7GUj3XeLsNTT3
zNMJbpb4OKBqkNmqoxcWdFdZfSyNdu2Ro1djTTliSg6Wv+lklHZxCWvBzWTQ4wuTqZG4187zo8Bt
MQ1xaj+bkx9ssaY7Pc2cUTMkTE1SpFIg6FyRfchOzax65Kd2iYU9guBgafjD9FZ6ksakXJGiuIJf
zC9ieGiaKdyx5fSJ0xuQutOswGW4S1yA4MKd1EeWhEA86/69NdqjXVZ4+TD5IAbukFSMrwnLaGcC
0LqOcDxx0lmH39ArrIrL7MKa3T5aRh4eSWLlThNr+k4JvOEwWuOvIWwFWYdMOXizo6snsvegLZG6
II7pYBownApcOrwSX8oGbb+BkX2js+qCIkfAQ0bcZw6Favocges608F65jh0FaJiUfJkaBWelrMD
r7CIuYEZghujHOtgrM9a94sEfXNNWAw5yIjs0Xrrt5pXxU8A/Q9eRYw4H9+sRPJPjODlZvBR9a6A
1jnRiHYEsXH5qM8HGNIODq3FyfeKNzSK3it44Dsl1y8IO2t3WtsOOxM11R5d2qsIgVQOevoja6uz
ZqBK31j+TY/P1g1iqW6tpHc4R+S/TJ+p3bgQ2zefM2UynJHUwzGTxWXQFXE/KsF2tIr4pmePiebZ
2OwYlohv98H/cXdmvZFj2bX+K0a9s8z5kMBtA+YQkxSap9QLoVSmOI+H86+/HyOrq9xtw7731UB3
QEpJpVAEec4+e6/1rYkIoQQnLXq9g53S+gdPSm3RlG6YUZlcoXhfzvFAq2p1XHkXk3/2P1T04j+d
KoStWYbFZihcDb3hP63DI8mUXHXm8NMmPsbPk4UqrsSX5bgDaygV0K3jtFyQcqeT5d54WQzwxNbi
ICGYcW+n62c5p9a+yAHOZxbg8Xe6HsIDk+Ue82zrUHFyYju/JiESMwgoPJa4+Iw3w8vtaiL9JbI9
3cAmHU+LE2jxAr6/nJZrVb7nRXUwEH0+gAioCRCshjMMEmuX1drXhZqDa2RPdolxtGZmQODL8m+l
HIsA6xi7yJBwDOF3TWVq7fDE6HvMA3hD47S+moBq5VveZyW74XHIdM1fx6eSyRfctTkL1QqEUrJW
P2cHpZE9j/0+jhgo5dslHHXpzZiNyzm1rbt+bbpfZ5h//QdqnLxQ5D5rsGKIwfp/+vTf9j/rm4/y
p/w/20/9+V3/9o+f8kN//EeDj/7jHz4Jqz7tl/vhZ7c8/JRD0f8dWrd95//rF//l5+W/8rQ0P//2
28ePMq2CVPZd+tn/9seXNjm95lqs9n9S8bZf8MdXt7/gb7/9e5d/VPJD/uef+fkh+7/9pjju77Zp
mdS7EEP1Tcz927/A99u+5Jq/s1m4tq1zI1rMG9g3qrrrk7/9Zti/W+rm09eoISzwWPyUJG10+5Lx
u6oRT+o6/LNLgJfz29///D+Yfb9e7v+a4acDQfuH3WsjQfA/GtvoxSzSIv5592rTVjcbfdi0mg5x
oaXpBnEpr5LUeilMkR6BfcCqtM1PY90J6dsUhkdywbCvccdCGGLFtpdHZ1MXuEUCcNnpPKIT6BMp
8bOrGee6nNKjsQ5zqBswFZK0wKFzHtSFZVovxwCaFfDrQbwiMpn3LtSUhOUCE6tz6jl8LJZYz0GC
5HtHM87xCm2xdhyQc7Qa3HG59p1FFeugvFarFH1Rqc5eLzKWf83AmFiLr3w07EcJJWTSzQDJRXJb
WNGhkH0U0HTb6mF8LtmMsZaBscfbMuPfoYcjluTOrFz9uK24efkOYCR5bprVvnJaZ6HPM2EuRNSH
6Wi9y9JMC3Iw8IG8T+ypv0akTg47Qw9ejdw91DgV0jw7pnWW3q14EFO0DX6tZ/OtVd+6GumzjM+z
0FVLjaATm3inMiJQaqh/Vpb4GQmj2LPhvRFnQbtoqmAxrVfLuqKSrisVQtoYeTfaSL+2Hk6NS2Bv
0skziXueraN3EdnyMpX6I7mORlCVyauLKCZkVTGBnilopTim7dbpi/39tu+iuyLLo6BVc3VvjgnN
j5EOQleWh3wggsqeNned6t4K15Q+jn1vGnRwy6b2GpGtFvaV2vlRHu2iON3R7Gp3ZP/syhZxl+mO
nDkn62xpzg7c+D5zndNYGy1Jd6RzzUWGoa+b472WOyUU2hY718LcJbbcp8aqLKKBoOqlE0IZuwEV
PVXvtZo/1BIgrWzeO2egFARkfBMpgvJki9dcXTi4iytv9Lg9uRkNO9tOiIlVq/dWOcC3ip9lthfV
Guhx9ZnRL6TZ9dCTQ+0s2YHuHLWQNb8nDvlOBXPEqYR4Uqra7QRbabEb7dATrqJS0uyKjmUXn9cP
hfwNl5GtC8GgcOoTG9BmVBQf5ozuxeEobQ+8u61VfwjCqNkg8iqIHJJ5Nr7wgRHDuayX3LfXiATZ
DI5rRBQixllf4N/25tb8pjbpz1XvyoB+Dn7+xtxNCrWYSUxb0TA8ALORLUrG040/Rj22jnl0p2Qc
3d1yecsM/aCX9h5XZTC1VurRKnEfRDkeDOWnhYX/Qc7W55gWGM6r+JBV8keUsKdzzE14QfV7OTmP
Bftk+EJmeLOreNbegDmOqeXkz4N91xF7N9W+Jt0UNDNqvDbPrkaIibTOYUVHyWfOiMwzTYf1oyGX
RjfeTWLKGNajmK5de6c1tN+0vA46a6vvsX9O1UNtTyNcdpC34wBFknZSZVOizdzQiV68NKr5rS6E
zyCXMi/23AYl0qaFms78Tcgszhquh4w7jlqLKBP9JuoEEy+LPkTlaqk3j0R4FByJdZS1CseNsRD3
puKGZjz5Sztkh9lsSa0kc4rJfOolavmpj0xzsF7etZTiIbSpp1hhUhPrEzwZuItltUVZtJcDAaOD
qZq+FINBnVK036wBgdSqhYbSZScCTN8lpL8bkyif6Ftrz0RqzYl9MjMmDn06HNKZQDGtt77A/dEP
LYirjh+cJiKdIGqVR1M/YfH+UVREL5ZZZoYEyHDrwJKu8QGGatxCtlbpTEcF4DmAarMbv+WOAYbO
bLjMTYfO1tihiFkJpKmWh3k21O2mnI44C7xsioxz5igVf00nA4KCfGNEDKH3lr/gsEbXUEcHkdSE
aq6b8ojgC9ayFA1LOr9P0E7o0HTYE8V3Mz2TOv4D8VmMQiD3VoGBsZYFnCnavXvetdldi105ZLdG
Dup4yZl62bHsgjLKFGzFsadJ1d0Sik/YERF052Duum0M2DNAxxsbHXJEoF6BRo/ZQDzV9OwcDEN2
DbITbjaBTA60bDH6zTCiCXFJnUPngs1YCWSujLss0n183mOjnBd1WQMjTZnGzigaGs0+iRKRzmLL
Yj9bXBn1jBpFnhMnJr5YTRqS17p0NzMm2vfLEmouuXlQhulVJqhziymJd31bvkQcvtjMZp+Y0jQ0
osnw59G2kfVmekDiKoO6rtjppa58zFpBasKGVweiqUJPBN8zN9/SVDjX7tTfzG3dhrOc35ShQD87
vCl9JX1SxRgkVYpP4vjqN0ni+JaW23Szb7s4NkmjWViUK8PwU50oWnDavrRZ8SiLuzmnMQxdDikL
3nLDenHq+KW1FRG2Y4dAmgNQgC/B8Mitb3bp4sCyHm4KxlV7eJ5xMNkK/pcYOnM6PWd1t76szkHS
Jg4GI4VlnIejMTG1yIaD7vD69BUIYHs8OMswe+bc3lYjkBfLPcWGbCE1ibNdK+yIdnqKHFyHFQ95
kx6mdEpRFrkvo508I0/awTfzUtvdqyahVE4zXiMq46kOMe/sShOFuR0mTJZddPnFHigAv1W3eHUK
1OvtS+uwveDjjoJm5RubVREkxpQaQWM0vpZH1M63Nk0TT2EhoWxOlUMKFIuuRAc1q/eKPFrul9J+
j1vGit08HddUowlBN2iumWN16uJHpNej5WKQ2gzJOcrs63Qp+2tpjX6v4q6tIuTMafuxMG/O9Ksq
ElrsNeaXa5D7oi27Oknkc4LdFYYFay7E9hnQL6MHlw4EuiUdBdCZMyaCMgxGs3GOCC5mQm3TPzF8
BzF0kA7uAVPqT7d/LTPL9Ds8OL460Z/t8dmRuXTUwIKFiljurNth4cLLYRzYao4wcGKDnhQ08yxm
QdY1TE+RWOUDyWH6BswDlMnaYn7vuBEDEBVvI/prfylAIAyFHaxvQu3fl9okxSFy7mqqt6uiXGgY
b1klVu6+a5D/dq0uqICm/ClTFNcX266NK7glNV11TxkvoEBMH4pYRoFRyrdVMdQ9s+yzwOvIdz61
JFbs1PKn3hK0lC3WHk7OMZqKD5JC60A27KRVHkOnFCxWMpXZAeYJ5h33nhnR7FsFlWBqLq8LAsFA
SMTC1doWntpKoGbqPFPoyIVunH7MOoXLY9AiP2JcHuikmvpuOx9XTtNh1nMQNuvo6Ig19Wv88/7q
snZRBQ4gr4+zwbueLwqXKNIIbwT77o7pcN0AUg1QuOO8IPAjAN1wGFzXhcZPRKIGwq9AtuDndbdj
hnPDvjSHojaWIBZ2zxXJBVpU0atuevY6PI3z6PqRnNQz84YoycRurLI6AFnyZom2CSsbwqcjiXDf
aq4czPwyObzUmeSqjU4EHW56FIa/BaY0ELaNIbIjyXbkVqigT1bIemFH017TSBjILCKtcV2YQdSE
SpTcutMYs4MtPKVWfViL5tBH3UOSAoS1Vo2Qc4JmSWP0OtkfcTi+yqFfjhqMyF1WRcUWj0ApMYlA
GVumA4M7Hoqe+RVIosDmzfTL2XYRWcTFEesh8a5vBbXLHmNrH+gztCKxincNWsrAtCnoqvh7ug6h
PkbS0zKn2s95xe5WzFfLADBg4cjhl/r4pUnAZrj16hDdPb2PiTEVQ56tbDMpNyk1I5RgYz0ZN9PX
ZDQfS2Lv2to4gwVkjF4wrUwG4611qsOQ92ZgZv2pQTPB4uYA8E/RlNWuv/X7UE7t5ETkjq7BfxkH
ghGnZH3A/zsHRdkRTS7qkyXnpxwTcjA3OBis3qzCbnYMTh0tbFB1xBIo8gdZs7xbSva4itGi5Yuz
xe0pwfF/f6SqeltRrGy7ISNX8ngKmniz3ap+dRQ/NmSfpcI6A7bFfUJf35mAFxSQd8sfa+IqnjU2
zBUc54qTq/q0TEcrBXxXV90ureUntdI7lV41Y0Cta3MI0foH4F9F2C2DDAEQIg+LNa/W48jrgQr7
iUIai2634bgxFbiso5IRn8qxJRCESMWLujnA7PMQ1dCnp+hztad6B3zDG0RlhFVW2r6Uu6InHEmL
sJLjOUlGsXM0o/QXgja8suhvTbP1rHV0WOKwxAFivcq5AY+dod8yvbWwdPevKD5KD73KeyknhmhK
czZWElNLYA+eZVUM8AYoWWyM98OSnZXEHQjLQikSY9NWB6YhRrceusb4QtH6OLYspbZ2RujEEZEO
GlQWNyxy9TaWOzUVPR0+eV3Zm96/M8CNohwel+46SqOjkqvp3mmNlxjfgNcOUw02Btwae+jKKcwT
45Wt344xtUSs6iejmm0/7gjJXXrSSi3lEzyB2lPKVnI0Q5mXTVhzIe/MKAo6hVTdVPmeTRryRou8
D8IViYU1qEk47GjhgAhjp6vxyQx7DvP9gpIHaYEnW9yWFLXs51qieQmFmJ9jJ6KDROZylTMjZDTu
s51+OY64SaTY0YJ193XezD40qG+pqb9qatQ/ukJ5UCsGokwh6XrDq4mfBUnBXp5G0y7myE5g5EFv
H0xAIL67jisLP2FycbN4utp8aPmW8Zfm7s6WVFnZSrS6OeCxrPMnV4zXcH66Qz2YT4qLgr3pFoA8
HkGjT1lmeHKmQdwOXU3sdHKlDmlOAibgK9dpX5bFYJS+kHgZp9Z3RVrPKLV52/U31yqzIMk69j3K
KENDWKRV4TRlaaA19bIDaBSMhX3KibMNBskQKrFMvIkaLtz6W4+9jlBfddzp0/uUJvVVzVKQghfF
9K0/bqnchYoAy2TGrQJlS23boES4U6UjgnFlqjnkwWz1OSnWRD7U2WcVJ68ZeUfXcCHOq8I0mv1y
1r5cpXuPh+jk9OrO7NZ2T7Mx9XTks3ppoITVhmtSrYBXEzxsJxhlNJ6jN4DGJQKeHcVhi4rlXZW/
T/0CJHqSDaqB7Eao04+h+tIn1w1qzPKeOgzo9/LRt6bJCoGg+LNtkplECEmw9mJXMd1hipiNnqxv
hD1F9xFjl0TM3SnXybtqNaZzg3NW0znk9KaEpUIyluUgk482iRdp2GSXN/QHVI6nywBKerCDuuiv
e6birKn0qCSpN8xknvSpFUfHWF9Lpu1KHvllxuJSR9o5L3v90FPx2JmWBeOksI/GzmZ/am6irS6J
I85NJFCfNUsx972zaKyn6kszus+dwZ1m9y9gTwljt/XPqY75h4xr2Wyvp22eOGB2POO6Ci09PpdN
+TSqLFEp0EcVxKkfl9njzKSbnEDaMn5WxI8FYDnOYsu5b2kN9c1C0I+qki+6pm+5rsoHLYHfk1XT
x2rtJ5k1RxAHb7Yx++fe7R/TNXlaGfvyjrKApQgQ8fzXJznwXv/68PJ5Vv7IIS0elbTPDq2yhuis
2Xa2B8129jb33P7yWRHr9anVqn7vmNEdWiB/KYV6jJIKvRFU5h1ivdsxRVkFBIZoWFM7RlrJn7Bg
pOFq4sOpcPY9vbd9oqWsZPlwuBwmHRr8uyImaycBoArzscUAN31VhsSPqNldGOvJnRT6yyC7OGgQ
otILp3QYxwWA2GB9TogIE2v4PhUENWCa8ACZVwxjsE+oA2m6ZTGhc00jh2c2szC1KND7uPu0xXy0
lZWGhUVymaNZIa90FWqlw6lZz2+329VLXNBayqMqEACq6nRnROKsTDY1JA6qAOjkEUYeTSCNDL9I
PYC9WB4ihSZ8J8NRLfoHxWo/WYoqLzZsCHflKZ8K6J/TDVY6oiYV1e/y+EYXV11qPk+Gk+/XdADA
neD1b7i0G6cME1dffVV9TzWWdkSAEDMLR3qLoz8U6GiCXjTf2B6uNJVs9gyFSZlhtSE6G289VkMb
RNu+azQ3EIVzk/f2N7fR3xq3fGibhpl+M34Os9t6U32V1uQSmbY27LMW2SQzBJ2LnmVlBQfpUepx
0ap3g9udtWUkVr0WGv1Z9G+V1iC2kjdiUY2DVVSPqxJSkt2PlpLv675XaLOOb6WRkEy+QfBJhiNM
dTgWKZL31tiRe4La2SLk0GlXrGNFzujRuDEN/RqwNXSK0WxOk2swKxySIVDF2Jz0Px+MqmpOxvYt
l39jeiEZ784V1oyoPk1zibXBUT6bEpwaIpVbyaW0v3wWteWzLJ3v6UjXhLGwDPBpEVG63Sw2FruT
qTpEAkvpO0Q/nRCVG6f+pM5dc6rcia7M5ARQMt6MQuX5rW7Jprd9EQ7wEkjTZqXanpYyr9M+XTn7
rUJbaYTwb/24FAWHooQhbGzAHMzfa3O9B2TNL7MciIXbQ5nHNS/Kn59rvFEQnpLj5SleHpZq5nX7
dT+Tk0U7HZljfNUbmbtr46DT53pLZAGENs622HVRd46lnq1+ujVzOG0SOOe8Xm5Gwr8CbCXdAT9e
zTPkVSB89e//9e1346KnQRo75XDV8ksKpSr3l7/YEgMi/cvrcPm8SlzcyvryYBnDd3fUr4aE9slE
TvbeGlCRJG1astfOEwkMJuUU5zG8tDwjDmPxdDLd/jjhztsrRCcyxeaZXlaRy6conVYfoGPsd9tT
vDz1zijeWnYrtphBnlyiNgmSM1FGmf2hiurQESy/CVIDTubDfS8jczdb2ZabUJZx4c0LC67iutWu
rdwHJhXVaVxMxsX1uKcGY00oXbc54EekLWWVp6Wclb1hy27yGVZeqVAArrRu4EQ2J1PoEk1xUmMk
W30nSJpeF4A7CTaK0+X3rHHHWYaUIBaOvD8JtHonSwF9rkgdUappqz7NxaU5bBXGZf3NE70/uZUE
dHl5Cxta/q1LNZonDH4zHi4fXR4uVxzEnq8VFCUCKJIB6KzQYHbU4vDrVrncL9uDbi8smI0Q/iL7
+jQ0TopWblvsXX4Y4JkUQZNmA1e+ESFPh5STDcYm2Sbmrz6CWyNMrbF+lvGgn8rCunHoFOywHYyn
ywMhHXVo9dzyApT5yWhah2vemIWfoXFi65Ux/W5Wm349pZJSncNV7Q9FtM/nLL2a2dgCrefUc7kZ
Lw/Ndj1fPkrQNRx6WIZKVxFOZrkpgdKtXf96WLdL45PhP7usNtQo3pvZOA32s1ohn7+8D3rhVH+8
I3RzHF35VEaLo6Cdfm+Jd73mqLdeSxNaggVyZR+r6/OsWyKw0pJUa8c4gzI1zm1KWqWiL0QLJi+q
xZFuRqX962tap+ytzHaOYq6t64L0eY+I9NBpODCVdCSuYT+8rEVq7y/fADhRXumg5S9f08rpWtrR
12T2rBmtssfuvOwRyoMAnuLR9HDWjHuDGw1fe1XejKYBgNyVB0k3VBvhnHqYEZNza9GDsOYBjk++
/VV1E9C9eqS3QAd3I0Xo25NWO2ZcjbKOfkmhcU5mjqXKyKeKuX53ESm2mTFc98K8GmV1yPF44Omj
fVFpFbL7r3rQkmsblwsQLeqONVnyY9plB5h5JHT1nJ6naYFJwyWuIddp9fPYDSIAup16Zl5cJ3m7
HoYWQyyxHbueI5YnHOVbG5PHO2R0OevyyokqpyZUJWqDZrbuVVeCdpjL92ah22OpxdvQrlNoNVwM
ULU/066E7rClt5I6vx8QC/nqdeo0ILrs9JqAsOZqAFzs6WCqA1uTGceTJGauyajaR1tbXv31IGBM
eIYD4r6KrtGfb0Yl957GLfIQ/BXFVamB5CR6jRokHv0hZavbJKfWomMdk4pOKcRHJqodRdPtg6oW
JSAYp/j1IByanK5FcTaIn/Mi0iCx0O3A0vPqJdZPKOE1tB181G4Pl4/++kIiG/00RxUqISam/uUL
KhhSdOlWGfz1fZf/yuWbTS19kfTXd62q2KcR3f9JR5tKcPz2IRR/5bCYpJgq1nTqVP/yr389dFMt
fv1Q1WHvreG8+dpoUKLN4lT1vQqAbNtJ6JOf4kh1TkDe8h1pTYcOIldBRbhgY4WcgF1y7PrvNFdM
/gNEaaJncaeIXKmFO8ZtjJCtgPeF5TE2lJPKxnlsWFWnhWWzVMyCpvxk+yLOpysNla+ZTXCOS4pJ
LZqOm3zc75W83lmsAh4Wh08rIUHalq9pX/yku+LXdv9m1C23l9PjSJVPKdQ92rTu65Q7kV8YcFu4
q2i3gh+Jkh9FA/VnFgVZf1PD6K0LdVnalx7myciLd206Z4ASrJxO2oixNVD04nNW2zY0eMmKTn66
gpm304OkMJ4y981caIynlpkhX1+e2bJ1T7i97i8Tna66exQw4zyMVnROes7ZpSgR7uwBCDwlarH6
NDMsn+NRONflayEz4OnoBStjYJNlxbNQNknZ8CpYtNuq7M6RSGuLZJuwJU9j+Z6Wo8O6dmssBFA7
anlb64oaNGUEG3K72etQNYuQdbA5atVMd6ilWFgTX8sEXFVw0TfOJjTsbO76Dd2nF7BDqAu2qt8w
mi+hNAy/xMFusztjAUerQzNlptJ/Z2eYdo5+WyjziTn+HcqV/ZQlb+3CjM0tnnoGp1xY3DG2103V
UyfgDkdpTt5XzRXASrl3XVirHB2w4RMojZfmdqS7WM0drxE2X9nUdIwLxN6hSii6YFFED2npm5+7
gYaU6wz2n2SfdsFo6HcrCyB3cBR2HHB9vSXFW13VM1rubz0g6yxtw7otjzPayA08AA3AE2Wyq6v2
pqiZ5ih3it5gL2Xk7Rb3bRT0AxzTPqpubM31NBR1yez+GEV100YZI4Ux/UC4Ec5DODTGyI4GPtrJ
/VwaITZcFHSacaW4na8sMbbuGghHQDciGJxxr9HyqzPFM90mtEz9mkYguiBHPU/RuB8myk9DDZlC
XNM+x4Z0U3zB6DtgKn2OrO4TaN/ZwUefT/EVIUwvnY1W1r6OhPUDEk6OL8Cj//c4o3LncJMf29nN
rhbFngPLxi6/joaG3ZiHy0eXBzwx+tXisJaWSfberBrqPkHJlptrskOE8KpbUe1lmzZ+dpOEyXri
ldsSwMyh5R4f1L0jgY63B9ehepsXtzthXJEnsCx4DC6fSynWIK2puie9d718HmY/o8M4TObGfGXl
neLc+JZQe3hFv7BSUqtBwBoO9Cp4M3u6padue9ATNOVJs2TcnbLDxk8Wr5IFqaG3J6CD3UlzOcem
dkWM71YWXh7Qsd5LkFC7pqd17KVbMbc4RrP6cv4OuoKIk5JDjNhOHOPYHJxILPukAfC1uACTILFR
+GxfnG8zWRYnOq7NSdseMINToZXq2PslrWa/bInn1NMKhyr3SpXoYLCBm3qi4h7OtQ79q63yxjOg
81A5+GNFyjhLsOuPiTXp9MGgIkBfq5jo2tMp3h5Kjjwn9d3Y6u1+VR6dir+kUrYt7/JNXcnAILEr
P9Gz7iShLpw4rElg8NuHoDvQg3WhlhdRiHwV3ikhhgxqO6pF6/JH/aoeGQaZA6oMcnGN4WrGmuHp
Q0krfqtQDYkPkTQ3zjN/fV5p1lGd4n7vkn5ceH/9+mx7Igz2mHSztpCzzlEI3aDdopNzFbU7Xf7t
8tHlQdHh/XHrUx+584lSRRxmgZ+iWL8Zpuw5uVYvhFOmV+wFGi04mkw1StFTVRtY14YBZ3JKS3jc
hoWUvzaC4BOtQJIrBazSJbUYAkHkO10e4pUbNlbmfUVv+HR5sJIN06Rkh/7yF8q1roKCkodOQKb7
fazQxtKydJc2xjNR5Y0WzsVMYJ+ou6DpVNbpYVS4AKi1OXtx3EjtOJRANrfXmX8sIEedpt59vEjQ
/rdq7AQytv9OYwf1vPr52adY+v6jzO7Xj/0hsxPa78LB9gA/yLANjMTGnzI7YfwuKOBV1RCOqQnX
Rq7/h8zO1H/nYKcZgjWOusEwUeD9IbMz1d9R2NkWJCKUcTrRZv8/MruLzO8/UHkt06FV52LeQtIn
LGrtf3K44bRCCYhQ59AVKgNWMi2HuL02U5FuUky0pH3/1itfcMseHBXXbIN5Jazo4fg5Bl6kSIWJ
NAiiwOhUr029scSdJ2d08hMKbBTx7dc8FNejY0pPKMT51AVt2hTlGmknImP0twwwONzY5dMxYgxH
xQETBCoP0duMNZmbD4hYtPVGS5R7cDSpz4TvQ875s0DuU2joQNR4OpsKO7G4U0MrmpitbcPoVgD3
wC3ioQ+7nrbAF+0j06oGUQR6j3kT3qMCSc17d3ngKPPUTZiWVnb/NflKwCHZVvYdI+ettJPz1JH3
2LPJqKjbNQ4qVIarN5CN7Ddj97YmzVMS1Q8j7CpZdPtFnUPJhoYoRLyYRnI3iPwLbQLyKqt5K+r0
C9E9cu2al1nY+r3dWFedpV3rFa9THvOcY9G9mXXYcN4zSh3XIWE4sNt7lwJDM2m4mTejmzFOpIGl
sRDnq1SBgfwwUM91nUOQJC9bJOvMM/iRLLKQwblRSJvAAGUJ5N1eznquIFCHpMKh6IDQAbc5ORVq
y3MothAlwJQHlf45gqFN7eOEjeoczdl+j0T/GXX8XDpiCi8y6HlTeQV7GNEfCVweEGuuFEWi8Vvf
IQYwCekaBmC0FPMZDklrpwgXzPtVUFY2SL62/3Bm0ja9vNuRVH6YDbJLXoemMPqwnZ3XbGBvktns
BDSp7kG3n6x25vyY+ekm+8txVx2tqQ2mcfakKdlr5HQDLYw2Ep3W4aILamze+DV+ziWap0gMTkD1
8yUNjLRkOx5qqEKp4NLh/7TdpcUwj+invhavXe+MV24Rf0YFA/W+c58y0aHcjc8xCGRZoH+j3+NJ
NctQembrplt3WHCXO2XUPvXuE1Cc8qAjCNAKN/FizBiBkQSta0e+FZ3MFRBlJ0R6YD/BlmB4huS5
TpY4jhHFHCqwy80SUYb6KizDtdVMf1W/GjGqgbYY99TWKbNWF9Rm/JquxQ28Bz2nwU8kxP2Ydjqo
zvi+xX64y7ESBuamHW8r/sxmB/0l8ZeNO7odIMbIbxrminalP7h933nxgzrRd1ZdcUP2OdxxpAZD
4f6M+hDm2EOjGyEBlHsgqV8MxGZvRR3hoeg6FqRIIvKwbhCHfc0uwzhi/xyPLe/VmsD+1oypc+4E
9VWjkcI1OnujhoiLiHtz4hIRI9PKsuS9iqsOddQUv2m1dIK+tkcuU8lwWXaEENmapxzL2OFEWXCL
Kdx0nC/2ZD2SF8vlkBpPOGhx/OPxgx9zWvPveRvvEHJSevNaDzwLVYu/zE4LhmlnrulTus47Ldfu
aA2QrkTgvdeNuDmSkgNbXR5bc1b4JKLxKXJIS3zddrLvCCmxzs9ELkxt9FZ1yXIYeAtxkz3p0L19
sC7oeOA1oElzvbTFtF/YrKcGqho/3sYRpL5CiZFvIuf32gK1MmvtPpGQmVg9c1ugm2zuKqKj/VI6
2g5TBkKgvPyusJD5Wd8ekX/xQ6J0/TrxC11ahN21KiNKw2tUZABdoT0MDnQj3EgoJmh6+ThY4dB1
C2NNfbtnh4a5SCpu5ozFsu66D712v/S5yH0FdItMQJRH7QJYqYn2talc0XKY90ii7/JkPXWJoYdw
q7DhJS9SshxBFtnOmMZ1OjFMqTj5Bq2ke0neyw4BVMVmkJ8NXggKS+ccoytNmYa7qfEIQQkpMMQQ
B+yWuUku1Sz/MrCG+olS1Ttq0JtJ4R0cTUv6VWwjW6kqCC+L86wOuMcdjeMj2tyzWnbUYAOiR7WE
XuCiR+GjyfJEPIQxGrT9BM/Tn/MxHDU8x2PucAoy3TssvDvTuFVK3golqq51gCvwrEgi1/IgaTIG
kMWjMfFu5dbb1E/kXIh83dVN5+7bpfneYIpn4g1Vns3Xtw2aR2bh0JrS0Z2YXC7bWkKL/H7p8iyI
3f6BA/+j2g0/OHM8dzZDEYcmB/2N+E7kPy5X+ezClKcgz7oRtcJ+MgHhlHJJvUbUtym4NOarLLdE
hB1bg4r2smExqEj9VeGJ0vmN/FGiQST6kQmglX43xuZ2XvoP+upfCQNfEB/fAKK2qGaKH3RtGA4R
CuzHerkvTd0KkZUdIzJEsKwolleoQCkyF2eRpOE+W+jBwZdEw/H/Undmy21jW7b9lfMDyECzgQ28
1ANBgK2oXrb0gpBtCX3f4+trgM48TtetuhWn3k5EBpOkxUYUiL32WnOOqYSQrgLduiyjvBlHdZXD
cwYOBt2to8DrY+hlEjFKsKgfKlNNm6wV9G/z/WIQSLwU9Wvck4pYhSxGioa+i1QSSMwW3+VlaBoW
p+yiIOR1l4IZlUzyd2RiX5pKPWpLsYkn1smUL5uqfkDsBFAYTG9dADwsFVnoWuE7VNDBHaqzOb4S
DJFtm8ZsN4FWr+K4TnVHi5MNHsGD0/No2XWFT37fPsyxcDfkOinYWugHkbxFLxvAr1Se2oFIvcbG
HhD0+v3QN27dT5PPJnXeWdMa69ayEmN7yFzUK/UUbOqQmWsw8EuMPa7XJELCNguJneBiSP6umdr5
uczw6qzLIV8eY1XCfs3W6oskkM2kaLsh5oQI3/FpmbuvU7qkxwmlgVs0nGxNca+ib401NfKdnpUy
Mm7MDnlPmlA2KGb1qIz8LpFzY4CJ5eyWqduoVotzq3lhqUSXtXSJK/1GtnR2pa5d5kX9ej1yHKOk
kUPbwFbgChC168lJoWfKEod000rRO+EwQ9txOw7BlzjJEVaY9Sa8ONJIOZAEHutJduT+MOZdRmQd
iVyVy8EmQZLqlSiEmrj4sEetJqjaQnenBu9db2LGHiLmKwFCyU1Zy5ccf5mXKpRZVurjKWdY2CVE
pg6J3xHaxUde7HXL6k6dPv15Uc9ld2qgo2/MuUGv1HgYjpyjobU7u0M6TwX+GtUY0FJ6/m1LO5Hi
mP5k42iotrMvmTptI6Vdn+2B7dh7KM3Et6sKE0TQLNoxbLn4eVulRb4tBnpLOhGLx6jMbpFAT4hN
1Ud7bUFUs9EetbUFUUq60WHikSRJHp5o+qO5bguvU5HrzesFg/X+GPhz2PZHS3wb/znXQeQJNX8e
6ezCdTmB3LoVJC/46bqfc2yGIE2iQX8ySOXTG6RenU+QiL4HWoRCV1yg+2s7FYcVjCyirZEnwX0G
DuTscr3YMZxAiVKsG0TINt1xyrNns3Eyv77+Q51yyNHgUqi8w+64dFoI3NiLawwgCZM9vklws2Oc
ljbw2VNUXGisql6hh0xcZi2EX9DhZox6t8mCmqK9Dc/0Us5KqasMHgwLxQ9jUUcYtNTFxOyq2zRF
8RiYH9ZUBI/tYlCAOcP3smyGcyTV4bzcZ5F1qWojZVhom0de5Zkg8oo5wdEgVQuoYnbIaC94dcMB
Y7fqxCAyUDT3ejWVOiWOhXRo/Ye4yhBX9HLZaEvyiMBrPCZrg+R6LSO/rJDhCZAsyBVAFhDI5Guh
LDTSOFjdpbeQluJcL3XNOI4Ro11LNZgW/bqtT0i0iTz4ka8NJSQotF9/XhVYQ2aJ7wUlmQR+SQNe
UyAhQjVyAJC28ZYyhybSZC9gE/QzxGUFgBJz39Ck+7re0snAbdhm0XWZ7KHaDhg3T9eLdv3nnzfH
6gXtQuBbZSc9Nio0RfNuPKHx0CA3kNanSgviqTqwN0QBCBooHs9WEMmNoZvgbRugnItqgrZwzFOd
F9bPa4Fo5FZ0ioEBhvuuP9IDtiza5ahZmAGu9xjrg6wCDLBs0Gb1rXqjGfj+xmSge66cCG9pXtMm
KLa2qVqXMUAkMDj9cBrr0bqZFeWcLFThIPAfY6RNly43T8VIg7omqv1Uy14D90kSp15a4e56EzvJ
xcDG7cmR2qwaVf0JiYB2bon124wDxIlZyyFMOXa4BUA60msMGZ3J9D419RQtxfSa9zJ/qXrH9MhT
WweKJuW5RcO+59OOpPX0t/7Cny65fxR9flfGRdfi8vvdOWquu/U16QFRJwcLRrv/Yl/PHEVfRNn0
+y5vi52+9o+jzzjFxGkU9hP6MTYOKtuSAW66iFm9/i+vLzQs5ZatSqbkvxME8KPps9NV/b6V07O5
EOAhKSbZ7Blx+oNiX2+ZkvUWfX9t+V+gC6sp9ld80J+/OsZZXIlIOMG1/P7SFP8KYI6i32cz+8R1
w9j2ztOUzdqGZF13EepeBR/5k6vxL7Wsnsqc/353gf5uJP2Pm/h7U7blZ/f//al/I3+pTSz1346N
/8dfuv3I3sf35uPvja+fj/mr8WX+oQpMolA9TU5kpBX+anyZ9MQkCyhmcKFaOh7Sv+ylzh8c2zTF
HDBCEsUiD/qz72XYfwiBE1Tl+YB5sV35V/pe+Fz/y+HkqKaFXRX8j00/Ddfk74dTmgxRoi1OvR/S
NZmN1viiDbUPAvw4Xlm8sBM8Dqx4g4R0HfYrg+VhfCj22sDcL8dShVUbfjcyeIh2ChKpRJgbolFA
/wCNIp++zzY+Yq7OA2oTnoYCn5NdEg+TDjqRRHp3asGBI5U/w4pTiBZ+s62qRVffIR224AjEdsge
QaH41+roXUWzvGslZz4INwcKMvoegowla1tEqqAzbodePJcfbE+XnSCD0rf5Fd10wCdTtF9Jbb6U
1THONerTPnujX2ZvA9HvpqnutvNs2ezXJLFI8BwBSl1so1E85DCp14CVIZyKjcMSqMwIzF3Anv6x
TLKTGrKrUnqzc4cgWk7WHNKkRsUn4/qm0czAm21W+3w6ELSx4GHoal+06Z0ehm9WkGmPCDhWn8o5
SHJa7susuer81BP8iPOBWVoXIW1lDk6SUMJ0darXuj9UXxe13ZDh5LiLbj6Oo155k0jTxyCUr3HF
BvfGaKzqMHZt5DVC+1gKObqJrC4YlTTXmR3CsFe8KiwqGubxW18yllGAWqQw8ctcm9w57jrPGr2c
c52f57mK5NLnGPpMRypeo6JR0STd43VfYmn87X1V716IPEG8NnHWJfz4FFkWPdHwB6K0aFMEebTR
Iv2+GfR7M4UQ7jhphGEgGuihlRv/FiPFBSHPuFXD9HMWyTaTxwXUCn3MEvVDnGxyYT0FASxS2Vq1
2zYzcRDxAnqpBrtlMmxkmkkSg0VwYpLfRbwQCk3k2aQrQn2gy6Hr94USbmZwg9jqb+CxFCCYi8eB
7bYbMzp30WK6jOISnELFsKG+PKR2eK/b+bmc87Opfmuq/A6N/xFpLSrDAO9nkvBHSefwjU7WYa6o
thSGpvR+DOM+ndO32mR1kGX52Ke5B7oze0lpMNEkyjsE2EYUbQN6quhTlD3O68GNmUVVwW3Y17eT
EXiBpGyG+vzEO6YzYTKtJrsDyrOm+fmgl0gs6UD2athj4tkboVJ5+aS7TU/naOiwIOV8xzfVMO3L
cRS+VUsCBhvHdZRxOhA0gqWcNok2gRc3CizXsm7WDSNJK4SFkoHGfBsi+uqm/Exs2mHRCYMpw1lH
uw2Egg88UNCISAoQ+7Fv2vHWauBekvUml+rRUmZEmUHmO7idC62JXoyKAfcYf+K7DIjFPWSjuacN
bSO662oazc4+mR8RfLdeNrGtJNHkqY+AFiNNxbzlMnOKd11W0UJ3qtJt84TyC2hoaKTEnucqXcK6
drZWizA+5VSTNkN8qL412MrvzIuRRewCDOVC/5dEqvXcpqATRBgVJjDPvszjVBJ6MzzksVQQy6Dh
Y0tNAo5ub7ojgilXk02zJauk2gplbDHf1/f1nE1nTKPouakTccPOoRcZReMVcSV2OTgyXGGrySF7
gGkh9uydAfjjqApSynXZd7RKI/XWGRbHJ/5wrMGUBXH0WEb1QmOtWKNbapgv+ScObPyXS1ggnNe+
yxgEJlus8THAHjWgbVeRn6LfDh3tTtZatgUrdRnme91ITh26oY1hREDO82BLwAkZmkO8zXXzZdGL
xzjEMTNAQ3BNYspPSMbliUw24H7W7JEpHfrIufpNxqb6VOlL7o+8AaPumhN0lobaOsFcrSw/hpQ9
YTD7xjy9JNAoN5aGMWMw7Z0Rdh1a8fheTi1aAg2bQRlAu6CJbJ103QwPVR9uqSUxpfcnndDyk6pN
GCQywuWRSHX7BT6MiCG/pcFK+OjqlDCqzIXdER0yxvRlOpq73h4nTjqcR2cnXtbmduMWqw4sN9pP
XdIUB86hnJiNKqc4a02EoPqdUphUykNMB0tZ/ZhZnZ8Abao0CHg5hZbjvhiXCxFAxR7GOXqqWcVm
k6OvWPItzDXgcrWTnvG9fHH6JdnR1nJO81BXe8OxbvDQmWjHZ+gJjbC2cSesn++iWd/K9f3UINJl
IkkN5R52HBOctubnuywiooDTflVY0Epe2PkggDLZGF2v1jG2QeB8TrkcQ8t4KlVD3yp9tIf3q/uN
0O8nAzU4I6fhuuOSrXG8XivWXZgA7bTpEtBI5TJ85iTi+OVc1xs9+Tpk3BtY2Yp3XtwGE/JGncVd
WIjUm53l5jrzD9E3HjQ6SWwK0ZMoy0090WW9llX/UgH6b1Q3ws2gkvqfuSR/sUz+UX7+wyUcKf8W
v/+9hvz5+L9qSOsPKn2EW8K+zk7XSvFPRomUf2gak1WKRJRdaxn5q4i0/3BgmqwcEs22hbT4p19F
pK2ya+IfySHVafn8K0Xk+vK/bUlItCHL0kC8J0ymu+tvXv0tL3DWilSL5kndKyip8ETl4ae5nJAU
+ypfNRSVG5WFPLEptLQPs43QuD9iq0fq80Nn/NmqgRezacKRsR9HIEd7Nb4lfkPDFdbFd3/7mP+b
rSNaxv/m3bJxJNWTj0cH3PH7uy1NSgPbDnm3E/3RiIZpm1d3qgT7HIivs1OdWyAR4arvkHslVx9W
9VS1XGZ7wK6BcC7HMiZoFuUqKprUE1lwE4PuHA3rMDM8HOl9xyQw9JQoEDiMjxZnVIqwNwpueZqa
M1kaBC5j4bv16WCju8F6Hz+RIs8Sdfl9/Rk671hQEsoz5Iimsx+dwFVZpdaX6kCHVcbZHvrrXeuP
rE9ZVxotU4GjeoQ5PvqjWR1bu/fU6rvg2f96UzWjzPU9rW/w+oZrAn1U07Nk7q4/E/N0IXONYLSw
h/KzpUKHvNnASHbX6zXX2xEnbSdIT0z9NgT1Yqu3689EueU1NL4jHso/C0C4YcVD1h8NuQ9ZxlzT
usDzlzJm63O3hlReN8DNeLSIcTznwZvV1rSieI4YQUcdofCiXqt5bM3WIpyZaBXbMXewZTPOS05A
bvbCIACGm2k83tf8NE3T1F1fduzUTx35X7hCocWt2Z5E6bc8IiVBKeA1ru+LF6816f/1q66vxzAH
WSBLrYqBbtiv/8QE+/r/aU8N2OJe0GskuusvwPOIqt8ESrxbP571d19f/Ho/wBwceP56ff0Ig/U6
/9aW+QZHeJI+EeTjzkbxIiDj6E3Uwo2g8a2H6i6n7u0FXw36NxbXh/IuIQGbpCjE7y7Wk5gmL9Wg
t95cf7jVpg2jwf2sNhsVd38NWEskg98nOafn4rTeH8B/H4YABMlbzGusz9umgx9j0015uvUpdK47
mCcLXDrru7LYMPz1UJu4Q9RSm3SkPxuLTcD19d/q9Wm9Sqw11+CnAjhCrHWPgG+wtqK65x2sDxsz
33JeCRLzSEvbD/XsD8TJbpKhfM8TbeNYyJks7L2Av7rqzBbJVRkQvw9TTjWbPkxK8OSEtDyRib6l
LVFPGtqk2bgjGO9lrCwkZcAFCps1vZWsnfKmbnA/Uxd3ScpwWodlSCZhYfcgTuvdCJV0wzD2KS2+
6i3EASUOalZ8JlOzOn4vRLjNyWOCbMEXRtGiO4QWXotXmmBDDz7sPR4Ut7Jary8XPkHjlpPY/6X3
8m+09K0cYboM//PadyjH39a6Px/w52LnqH9opgQmasOn/LXQORacLn1te0mUgLpl/lrohAGMiz2I
FPRG4dj9rhIyLBClQI2vSyCP+hdgXIiREBz9falj0TRMQWvGEI4KD92gMfPbUpd33VDI1RhupF+m
bpVARKbXUi/2tVO6apC82PocM6Vuz228gOmqYAfIWX9XEiP2FLYJO6jUNwy7yOG236Iaj7axTdo0
fo5Zcvoq+5wpkPfz7PyY5FvXKNpJAMzp50HZk7ugPxnq4k2VbZwqtTnT4VQvPfDMRk0PebEmTYzZ
k47Y6n4mPgo+6XGuRsw8YYzmplDGnVXAH02hA4mK7Oamk/jTsROFjX0OG8nQZpgOqPlD3+jBFZmB
6Hws0B75cznyWHhjRSrbbZZZXyIHVn+p5zrfxcyrknC5INXaJlYwboJKGPd1YX1IK3PcNho+YrPL
vKUxz7HTTQdht8/1tIS+zNBaG2tbQJSGchICqcDYvY4x+7MY6e0wYic2xwAErjY9p/CSKkPc6IKK
iqr6VK54s3KZ71Hiqwet7w6M9GuXRJKFxCI92QWzfdS6QfXDQaLXRYVg11WGyD5QN1p1Oy5s0BCC
A/+JGQastHYzPjUVslcGQmCNq3k5gUrai+wwd+F2qhmMTeaeHlHrGXEEOrWKt3Y0f4Olgm+ud8CS
jSksqam4iKHXdpMFnbMp3kTTPs86Z40+EDsgQvlOC8wfdZH3bptZ7TGoiL8d9VlunEHmu3lk3lqm
RBE0OgYaohm05aHPmQBCO0isGaQ0jPVdFsuTEXm6jkHRmUbbkxjI4JCIT8MoTvBqulOhkLAxKc45
GG3fekm7ItwtznSTTWBTliz6JsZ6wLGmHsWQ6mzlzYswy9wvzHjax+UHWgcLMRzCHEoUsgqT/pVG
0riNlzn3hg6CbhGYB10HS8q49NDKMPMSo2HAEmUEA5iQs5mkuVA3fxQl/CgpkFGpYfBDs+Jxb6St
wKlux+RxkRCJL75zK0Xe4+gnCWWE1mKGpkY/cngr1GhictrdpOFSngj52hjl2B1ypTyYMnROi255
87yxibEHD39bhW14byV7Y3C2WtRgWeMA26EX2pqV/RXrF3g2en+DogeHXK/uG9IhbmBFDOcExGMz
ZcjLUaabtBXdBhjwlrgzlAWiOSFJLU584wD2NuopZ+E/AOYstl0Xf+kJ1yDc0xKMhnLrrJbflalt
ds6Qv4Zzx07fzuCYNdi5kO0Aujcvqh6cG4VKL4wRsNvj/GrYuU1uJ9YZxVRux5wkX1JqIZHTW43U
Q26DkBnEY5GJ4ian7YpXwYLTA5LLqtCsmXORusLG562FgeukVBcd8N49m2UfG8W3Ao/eLuvZsMVj
Fu4grn3tUC8GcriEk0kp8hZnseO3kN2dyH5oRk5cGp1RyK3oZ2zUvATLbOqAoyYp3rTFhPADt4za
z6CVoEMDKdv7TF8+BVkydpoD+hq83kGxFpvqhw1q2CoVUo+I79gGc72fkvw77xtBWyoPVYlUoqiR
iNs400w6ZqfFXNDVketd9m206+LXyWLEhDjOa1F7YcFH0K9GzzknbQaosLTMDJV71jG3a6hz3Yem
ZCexQORCTD+lF+UhrDtfFkV80Kvslvxp6iPT+j6QReZmGuEBAQnopLtX5gbHsX5AZ42BOyMhxEru
mtYaPExYlSdQKBSQO7Y5gRuwlOx9Qg6cg6MhYT8EWiBUifhJE29WkBxgsXW7/Gu1NKnPUKBGsUfw
jjoNG1FjeNPh9GSgZzxl/mGGaN6mlPEO5Y+fC8Zas9W8WRPHj5j4LWvcx267yC/5x4RWHwRcsxya
Lt+mRB1GcQnHnTkdsKGC8DAHQ4ZML2kPDqjTOmWr0qRGlkFSJm+5HKD5EvToHAryUDa1blZ+r3yA
kLP8GH/8pmTeuDXGj1SOiFQnh+0SVJgX1ly/myAlNvDjwFk022Sezwl5iLusyL+BGX5W1OCkjUSi
hdjdrFCHnKQMX2rMF4qKZE1LAsw5GlE/DizErA0fnXx4qIfC9JfJaDxGIwCoeozKE8SQjT3JxzlQ
W98u8Q3IVtVvU7QjdOrt4NgnnXRb9HaYB6xq01bavAtaMqJV2RHlrlemJ9pWdUNZtB6O37sgBa7m
9PVZC1oOH0Y3RMSgUoRhX3KwYxWNCT7uQH6SZUa6py1wztIXxwtdmcZWdzLYdzUDcuHU+i7Su71Y
KoSTaH3mkOrcseHltACGiwjtC5657jiA/7AGc7kYVlVvByvX4fUw3QhG1gR7qnxHyZ7t2c5IMq+f
VXVebd607uUw1Zt2hs3SI1+mFAdC2C18bsgroMwMZXYR5czJN+h8eD83cV+dcwtLjNEACwv19my1
fE3A1Ca3Y9btLMI0l8oZj7pC6E4Up6cizkMScPZILEHUKEy5JwdfMSs7NoSx2IlqYtdA5jLYFmBD
Ce4vcyRRzyLoA/wAO0R2lKkCjll2OcDGGJlsDCrTbqSDbyYmhwg5olNoHLlJ1R2wnGNIy0sXAhUH
gj2SpqjbN33Frrp5VOJK2UcYmdDeEQ0pYbWxwtc7K6jwMkdTuYfgz5KbbjJGW2czoAUfJQl05wp7
Zos6plKAvZmIbLPBPPRpydZ2bCCFsBu9bWPKACdF4VzvwjDDlRFHIUABG0GBAm/F6peMQdS8Iygw
3JrZrLr1VEtOQFp+jJIgR32RJf1jt3AAhJW+D5fVXT5kDVvMcDbZMVst9EQSBRtR4W1p7B96Nyvb
QT9cncLXe6/XxOrNkJimyVQpvIymyCSD5Wj3UJjqUo4cZfgEK93SIRmzeck5zI5WZbwl6dzQSkTR
aSAIaziJ7dVOZU/az8frxZL1GiYl5z1FFeGF5vBdWQCa/4RQqHivPT1TsYCuhvPcXPp9YCokGWn0
s6Mwc2Xs0C7o0+KU6Ha1666GiJ/illSyDqQmygclRQobKrOHVfhbRw3ODhv62/VNTsUIpg5PrVsG
sThOvRm500Bv3mifm5wIspDMv1BpnoO0S30GhPVP473mtOcE6ySybmz4YWWf9WVQfGCYNXDWvsZi
wjW9Uf68dr15vcixCBoV7YN+NRtdL9p/Xpt1QzkAySU0Iz5FNlbm0nkwAjUhQipIDwPnk6InlcAs
0sQtEjwgpaliI6d+9TVR3V3f7igNexel4R7kZ3m8sjmuF2wCseX8uk0YE4OIwPpydTujccTUXoXQ
pIP1az8RVLtp2MuwtjYDWLKi2bUMkai9Gu67Xm0FH28KM869Hm+q9gWbJqSvFegxIAyeAWes3VyT
/J96qdEB/9OQb5s9Pqmfl1eHvibKu8VCZYdS6fXq0+b4/NOs/cu2bayD3SuzQKiEUEOJ3CzLOLtX
sgP+z+p49bdfb8LF+1ArwNS/7korBobCITBPW/3t18/CvH4s18+q1c2zqceBrz+BtFyOkdmII3E+
Fo7VBPTAKtG6XrTrtdb+rHt23NFYzqxndJxT3EAgEuvhOA2Ta1Ps7IlmHzAj/XXx0/qfydJPneU5
VyrliFFLoeG9HnMx389aaTGBozG7XtiDxD5gtR+ZuqDGXMZ6QVtMt4+6g17TanRaL+xf1wrBFFtd
dAHqoHvtVoPW9UKCZyGpD3wXhSPnvh5uX1U68OZXd70V9/BL4V5MYukRxLXNgyPH2b/+47B+2Y16
isDuM6oTpN6sevKp26gl1OXrecJaTxHN+mrXaxosdyyg622Gei+EPYX+9Y9y/Vtc/1BDauS+VZDK
ZCSAMa6YgtpyfBlrFqllq8vq9+O3HUf2VBgKVpbtnwc24DHskQ79uRoo5fVA/klsEHPd7hsKAvv6
gbCO//3zcqYKAFWe9NGB7cTPj+D6W15/XxHry/HXb85pu/DtJjrk87DFOwLBSTV+lMxw1mGs2MtO
u9fYEZPlkW9NvaH2Nhzy5xbx2tIUsnV0CF2X+PNcPitrnwpO3Mp8XXDR2N2Hyl/FblvYqOP8tUlT
TrB26GwKOP+s446xbeYuvfl1MTm0iSRWtdbEcSuy3rOWFQVZ7lVJxKEemw9DZEfb3rmplRpUcXDX
WOzdlIiFXuBYSyB6KWDCRCseyq58rIXPikmfVizYi1OKd41e6eIUN9NwkxTFd01qL2qIvpFAanZ+
Y/wlV1+SKJ03mV19DQcaUjIATGbwFdDy5AK8L9uXYrqH3WyWdQKLMT/HIWL5HMs8pYXxpW/ZeeIP
5NQOdK2XyMfVxUz9ECYg0UaUPnJ4Sio8+GHDNNwYYftm0XOtMTFfC1VVpEgPCEY+oJJdIzSB/dmy
2GnQqbR5unNy+ykxwNXQiDjZ3xDNMgYCOj0zcHswsZGA0R+OrRA3GZZX/d5eHqosi/0AlTqit/Qc
mdM3NiT0mRXlovRhutFFDu5OsFu37ZpOBLmQViCZNCK7yOzmMQnN2yK7m+30RzATSAR2YE0lDt/b
nmJFwWAEcSg92+Zku5Mc9mZSPZCWxHh3V+tB4WokSvBxdXepJP4imvAVijzzghExQQkoeEmGG3V6
Iai4g1DE/Joio2savhIac2FwthE18xbS27OdsdYZMEXUhLrKTuPD0pX5FjSsSN9bc3hqLftt4ENY
IoZn/UjbFP/aY5OlR5spQp0xPzdmw6uaBeU8e+ohQXiQjO29CCQ+XUTRTcYAJczil34ijGLQn2ci
P5jkwgjIzY+mMbAiGzXEd6SGc9vf5dXgRaW/iAlxYrLjC//ZxqB5nc6JthVDAX0yzzWyztYssVlH
GP7rWHoJxHaG++1DXilQE/dwaUIXGv+3RU8fEpqp6P+tm2wWuODTYg2w3xvFfISMdUpF76cDcN9B
TGRTaBecIM9LIx9TzXl1YGa7+tpuLRccpkZawiey77Iq3xVqdhmRdWyoSXeN1X8ty/yBdwlTyoHQ
CeRxV0RsvESWAeUF9T2jfqZT0m/ykp27ZIqr8GcIx7spExSOqaciQFro1wywWWLMH4YYZtdETgUi
37mLJ3Cjc3CUZgDLtW2/NmQkbkb4Vp1uteTq2r27NNAjO6wOJz2uYxQ7yitME5KutZKl4NCz6ZEl
oDyiz9nc1sO7qpNtpCo9RDG8ON3C6QBfK4L7rLvrW9t2A2UbpaujFsG4T/gmOk7tqbUL/AH1mIGo
y7cJemNQhEPDy0syUGnLNfkwnsAdzYxFwj2BowzIBKqQZlRBxA1r67z4zGpiPwar+moLnY4zaqZS
0z46sOnbqBwuFSXWZiHffpNlTub2lYM1A0jjKGCzp/HDTLrGqc+HeBNCL8F8hnQkYthCDsZGSuWY
jLVyVvXwjAUEW9aoJnfQV2fXaYxda8oHB8yxWw76sCWIeiMyotOS2fqksgg9ox9ql++oXEMQp/xl
buN79sXLWRPxuXRyKmur/zR6AmacmoZEY7xPZqPulkZ9RUVdessiTj2Kejeplc1kRy1H+Q+RNdJb
0LJ6dgjXPK3ciXz42LBvzAoOfYDtUCxMt0VSbxxMF26lFujyg+I5juc7FK6lm6fkcqqdQICuZy+s
GvgGAhqBM6J+/O8HRRKW3asPhDB+Q4Vc3OhQhtxl9Wd2mXlL4HDMybmOmYiZoCAGNHIk9uXwHegy
4GwI7M8EKKnHNsR0W4WxArp94tJNzYvM6it8QHHmtLYl6BpYbdh80vaY/WaqtoZImXIGwSNMaFTk
Tv0ZgWXvDHh3ed58RHRRNgDZ7GQut0pxBiLUIcLL7uNoSLfpQKagmavnrulvRZ39YIlBrMuUJ78S
tLqv/WB/sKQPLhqFCMSJOGo5oM4EnDdKjnHpkSuPrI0JNVkvDFdvbQR3nZ+0glKWJY0vUmt5SjrR
8AIbkJbMdpxBCY/IRkobNxBw960JwRFxAG0WQ8VC0QkbCvyifJM9eecVPn0kwIzImvihSc38QuLK
sLFyjH59P0qXV9IyeZexsXYx31VbRYzGFiJm09+gfHM1Id6aSRbUmf2InNuEhfzR2Hzlc83xHQx4
G0ODa27z1kq4XownlzXzuIfZGr2WKpzTpds6NVbMgQgjY2nn+8DEyI5tZfGMKVS9BaU4M71b0S/o
XmrJL4xtoVS1zB906wFLGOmDdgqlz9wbRj2eFcv+FjnmjcIubGuJnEhC8VSkQIOLJJU0S6+WxuEu
GAy3b6o9YnOctfl0mSEH3Rgc1TFMsiUhYkYYmK6UWe/96JjmWbOd2uwUc5ZAaVIirc/geS4lFkbT
yztIGjS84ZrD4ze1h5BDn0xEI5O+KcfvqZE+lf1Ny9BrMzBJ2GZEP7lDr7Nncnp3yhc6cJbOUKzb
xUwo7+ZhN2mLeqRNhlUQCZWLC9vZxo11H8f6XZTP/TYTX1L624zqOaauFxJKap0WwR7r8JPgxDZu
R4m+WnYMBBOaQ0h3So9ecLxLGiSPccriH37mU1CdiAxQd3JV4LS9tZ4Mp71iZIziyNuOeucSw71E
V1Q8JsM3ko8CvTa9jpIIB2pgQi01niGxcGMG2SLTdydAK8gsotnP2fC6aNM36iYiXbM3NQVVkWb2
fQA72QAx4jbxvZHxflo5/pgicaBTeVZyG7U9cBIm/u+mOQOGKyqLjfJhUdleraCaXsiHkrnvpmu7
rWkk3ypdfFvoeGyrTkEdKNhq9hx1tq3c6JDsvK5kcDj1JZAxyXcL5WBOg4DqXekt/pywDJUQK90M
YoaW6YNR14nb1Lln5obXac4BOdno61lS+8uytpJGRFCaXnpYb7EWd8bBMnKcDmZ/mqfCOmL9uJVa
VHtgXZGu5Y61haVQ3XZZ6qsp4j12A92G7AoqlCatz5EFvkPNqy0NlZaY0fdiGIqtqn6vKxBUDn/H
vCI8sLeII61U532sCjSNTN1zl64TYBkVWYO9Nsx7bT7L+jIuNC2cpnzKM4m7i0RNN9Lw70AmVbPV
qtYdr7fV1QSjr1uvlytOobmaZH7hFa53Xi/iCs+LbnKmVwoJj0QjWE4bsXnR+N/O6zMoKi8QX/ds
NsdbFCcEBvJCxVTcMxOZfAqe7udd1/uvF8OIDyjAXgfkFctOMplZux9W65Ca3CRL/mrTyvCqzOmP
toSXhih2AKhUlGBtbOJbkMixrpRpSEcgBI3UM3X4T+7ObElOJdu2X0QZrQOv0Udk30t6wVJSih6c
3uHr73C0a2cdVZ1rds7bvWW2qQgyMhUdsHytOce8THrDE7herBjzsN5viq+Z7aKY1I6YFfoRkFBG
aJlHAp4mnKimw9PTMxlZ72LzCbdGLYVulmHs0q2NxGxKwj8pZ+Imzc6Mu7pNWi3TztcNEU9v6Nz8
66bozXS32AvWX72wXyXaKnIerb6gUkuLZ+gk7cFTeLbWDdIJhaA252UJ40SMGe6drJ9obbFZb33u
q83pvp9cxmY+2sVKr8DjaB4vIXAdDFD6/udOXL672iusk5lNkDNw87a5kCfDY3G0KJlwdY8YFrXo
wTeELPWXQrezmiqwNxEATVptGYF6SMD3RsbvCc3nk80CjkbfcvVmvaUf0dhBj6jOd3ddj7OuT+4J
28xgtw7EfTpDFlxMG7BVJlqo+aZhX0ph2xepb41ANs8+k88R2/AlyicXnc8UGge/ze/WfZnG6q23
LOXasHQFDc5q+EBQpPaV11BNGIl1cSOEkXnzfb2z7nb7qj/nfGK9WZmXddP+feuPuxS83T6XSC/W
5we91OF7u7M6XrCpwXnrZt099z0gmPphIBoBHqhI8qMsslvLhVZG34knuz7jnCIBhoJjbaV+ju6M
KFTozXp33Yimz3ZN+5hLrsQgWoeLX/3+9//lSeg3SQSeX25m/TzWnyCFuAfmyhE+5R5Mw2e3aZGq
ElU6JDJmzYX70HwrYxYri48rPgUbQWATC6/ZF8w4nAgk3cZppXu7lCTjlTUtbQOl6aaL+mvL9jLc
WNl7rorv1EAQwOZpA8FI7Kw6/fC86qWGRhjlM6ic2mq2S24OTHpAti45bxeZG1eU+awlQOpuxxRR
iEWjAvmpiysxf+wVWv185M+1RrL7Ze4U683jErnkobTxFU1f8ozcc5taL7U1fpD6Qhd8RBcWZwbv
gg+AnUpx144+6b+g10ANPBkGgO4Guv7/wmfz/5LWQ6x5Zf+91uPq39PXfv/KP9Ue7j881IsgVyB1
6AA24C9/SRsJw4X+4tpIN4CyEJeM1uKfXBjzH6b+ny+IAw/5CR6df0ob0UqGRLMF9DxEYAn3f8SF
sUzz3xUfoWP62ICE5wQoJf8QNzJVCQpqBjx8UXR2ssK8nkAUXfvIcy8L55EYnyikFnm05qEZUULT
zHY7BXBpPWcPPsxUKk3gGCItzus+Ajtp/OuTOSkSzeXzLmKK7di33mn9IQmpEE4xcGgelqUbyest
HJzVpR0G5zw2p8/dnz9b98HCpVXx+eO+7jhvOPlV68OO3ibUYIfUJU4ApV1ppF/Hsraw+G0gtxgE
XwCBy006/A46fkygCX8L6neF4XWEMpfVyX4RCJvb0CxM0BrPxJigVnYNUhGM5KqwNThciF9jPzRH
3xoT97otuxOGV3e3lJ55WTddxPmHgdcbqxM0ZI7i4AJBH5BlRPiJfo+i6mAQHXC0NN93vfLx78nL
H3cVM5Glo6DHsXjnFzFmpKRPNsUy3KyFhdVFFykQbqwXv3VTeCwmK+bsG9ftYYT6EBBIOt6uBKx1
YyxcQjfrTWYqsPB5zXUZM9sZifP6fBrrc1n081tvrRueR3/ozOkh1NfkRsNTPzfrPpwoO8U07lRl
TXSiV7whqAH2B81HURc0+wHkFMneNZj2OkFApbpe/NaNyWjXqrPxpBhCkesi4z0UeuOwjMmTClN1
qZWXXhbzkGpbrkjpFtMcmKeElnmUouNsJHyPBc2O0tQy1xvzIxGf1+uFOy2dA6OO+qTu1uxh5ta4
Gq1sBHbkYHCtEUKYOrUuN6HHkrVh4ZKATwSSy5W2vhCEFYsApj6ThZZANtb3sA6us0DDhDVWeN0g
/MSmGIzb9R7ZymTNYfDIaP/SdtRTtnVD3MJft+rZG9GYPzI2ePOhU+8ERxXAddqqjSWCM9pbCrhD
ANzhVPl8M8OMdIuohg0givl39Uh6Ki6r2iU3TNeRJBa2+94Of4UNyaAEELFyX/T18vejZRkDt1wf
6XYfqvuKGyvtIG2PAHp4d4cHl/7UgSR1c2+N9g+jc2a+oi0yBcsHXajrqUbDywYMXTtIMhgYJGRd
4p1B7eu3g5h6jqVGL7DWt8HLLXkwpXz847VXevQYU7eDcm/hCmhKZa9nRszBqst6az02vXKiY73e
ZJ5H4VJ5pwElpe7ku6nxsx2bhIhGxsEL9PCeCnrqtO41ITagaxSLoRl+3RKhO4HUBgphRH0jhoSZ
5iCfhcpmvmI+yVrtCE1NzAcM8ckhqZpjnqentlZ4vaPy1PWTeZn0cAPfQGc24mzrqdDK3hPGCCfW
jgGhBHNX6C+5vSVTqN8GFQjEaI7afTTQYUqzpMUxDh7HZyK1EgRd1za2RcWZYqUKypIMg5nsvPLv
mt/WJnxDxd9jXBfQIUKcM71grp0Gp3xMWSF5SC4M0BOYh9QRTjCAPL1Za+/11roP0MKIOjX7sR79
gR4KNU3O2YAFOZInEmg3iRzpfSBL5DtBzdk41sqjAmjc4oX8/ZTyQp2akWSuDurAugu/Z79xDcQS
Y/FuaS7guk5gODBecmgcWblsK9nVJ7/xMM9VfJzrd+H3TVePoQFsn0I9/oMC8y2sUmefO1F/ycP7
GUgtreGF1hGiEHfXezjC7BXMF4+3Cd5xgkOYEOexBXYxuA8tabPynCD+Yc7B0Xw1pQu2OA82gP2w
lMY+rRlG9PQJd2bR0mD5+9SLJAriqMh+n5eDhAUxXkiueGAqTqYljWMeTw8Gkgkc/tXGlRKFvNVt
ZQoaoQQouqUkmGmDagDZQvQXjZ5m52XtNRMUJIpROrDWY4W23nIyML++0Z/KIZTIBPk4cEYTK0cj
/rLehS7+szHrYQ+lSGPN+Kf6NOG0h/p+zh1rT6Z1cTUlZn4lDzVtCtC2XHhVpku99ea6gYHD7+iN
b3cZKiBOm21ce6RnAL9MZsgHtIuQ7tOCPhMwX14tmig8W0N5NUwCm5JR06nvvQl+QR8TlMJpRpFJ
eI5KhgHIAyBiEu10Ic4Hskt4MU1QGzHfooObl49VByShd1jeBMEDE/RTuxQ21jHWSk7W1Wdo3pvQ
1teCdR9CF3sXFibzn4nzPN3G+WiZ3tkn+eriNWMIsYsj/kjGJROUSQedFzejMhUmC7VcBgOyxkzz
FA4wWvBuxv7gePE+yK1zANiH+hg+AI+6YmAE8ws9NvlVeWjvMGTBRqDFbRLjxydVtqA51lvrJqEQ
Ojq+Yi1KSgj9ri4eHhUWo0y4t306xqeh0fD5HorGhfZ10XAcrJsqkAQpyeoVEFV9SXXZU+hiZ91U
+lYgy+zskQXlR8Bc6HWzD90bpwW0VcUHUW53pS8n4Kwp568embZtYzBprcesnuwNA6J3m8FWOyCN
l8X4lsb1+9xRvDlTC63SGLDPzSbjWqaHs/9USvT/tCDIjJ2JdScrK1LTa0G8zCYSA6bi6W3Oi26P
XU5L+PA0J+jW0GFeIModrcQxTq3XvJWjeM4jBY3e6MiIQCzqFXLf0cYmFNGiQ5De9BEMdDvpyeh0
7WMhU2Z8afhaknHRT8t8Eo5zAI/yC1HFbT0zXRkie6/GoNaKyeW1DWNs2O54cBZUVX7bvIoxJSWy
ePV7Vd4y8CqhDcMsAd3hZYmDb8y/7XLz2kxrlP9x8g1SDL2KLNw71E/7ccnhclXlKfMXCGhwTXXF
eCoahssFAKBdrYodIAB9HXiXNbgBQzbeua/hQfTN3jqpvLfvcTy8lAyO+Jf9pJR3UUpjzOv11Sfk
0rKMAkOwMsGBIV2kXB32fj52O8SlpGq65XNqh/mObMLloBZlvXZck4IRuJpL7z8sjB+96YjDSEY9
8zqBrUHASsLDuVHipzXy/yiNnwE34SIaxviId3HTVyMC5YUiI1SLALiR7uuaeO2x46Cz4islz3CC
9bKauUhqlt9U53yZ58l6GJMy2Uobqlkg0WAVMW04TL11cmV7jBtn0ovhldUoFv07u3OqszvNvL1h
9B7U3sXt6aL7Pi7IuiRe2blndJw95tppYzsFirvSPzvBjFLYM0F9CQwH2Calym6UYD6KNlgeDA9i
EhrkF7tpNKF8KbZdxXCiD7IzV9VD5YKTqivhHArl7hJYNsc0qUg/Mw5pmnHJy5J95bcW3RyvwNVg
QuAyxm/BAH4sTMzXydOyBfGIa6gk0SL4ms/lwCLGvSVWgmimG2HjN3Id5sRw86ebAeVjhRKLrqwF
yQmWNxyBr0Uw3Rihpiw+D/FDLhDcCGA8nOkYoSQt0SZz8uIyGyhkZ54Wpo6bNK3ve4d+DTHM84YE
WuZ7Chyvl3bffP6b0Ixt53YPfBe/dOa/IFQg627JrnsPDozTSZqyCMOdyVlOtT0+zHGCQnBmuNra
HtGz4c8ubjkRuigd3NrPj2KMzKNhKjKLppOKxN2o47885hKbogR4S0wR2SnMBOWgmBmFOWk65MzP
mKPQUs67hOm/jmjL0E5O5fjEdOIneNmjtDTUqgtozWf7OKzfYlV9jxOC/hYiibYMR8INIC88wn7y
vfZxpfvj8NUC3/Xd6sX72BBvyXIZmd3wBcASayhoStu+QuUQe/6OrlsyS2IfEbZvwlKVNMgEa6ZZ
L9dGlWXQpqaWJZYnodesD/jcrA/6vEuIIL+5qtrWnX/8+H+5DzrxTWhIUnBRtThUR7Fe1Tj6imsp
rUBb76+bVP/k8+5EiuxfPxbUjAek0TdAbgikWqhQ1lu9MOU5Bl9PY/HGKFkzrLvXTakf9fnQz33r
LSE6qrf/9seffyYjbe33P0aK6EjZ/fmHTAN38pyAStDP6vOB//IPfP6dMdf0ayROOavjv19ATeV8
jIr+zKwu3C+yecv0NS7VZfwQgS/KWxfR4rraXneum8/HfO6rZ726/7z/x2MgyBIvh1CpEJD+Ph/2
x99DHUiF+cfvJvopfe6rBklqze9H/sdnNoQOarWgUn89aP1VUm37AwaxB+kSG7OvJ//eYox7IGgZ
6VLH0v5zI3TBtd5t5plEpAidLFYAaq1R6jbK589/3//PP3P//ivr4/M2YayIj3+iSRxRk/PsBBCI
0aStvy6FyWDOp7v15uL6LCpUY2yVRmp/wrXXu+sm1cqpz7sm2veCk+npc9d6C64EmeCdIvXzv/7C
+vv/ad9vnvfnn/98jBmGDxLM8ME0yKFIypFNW30Yopz3gzSC31yh/18N1nT2NPro/9J5/Kj64Uc+
/6ur+q9f+qv3GFj/CDFw2l6I3l78i6k6CP+BKxrGkud4QjceaS9+knksF9MwzUc8xLZl0q/87Dzi
fKMf6VmuJUzrf+Y1czTC6r9wnmwTs1vg4ThjnmLbf/Qd8VknTLuj+DKpfVbphUq+9m2EMs61jG6i
MGZ9s7SXwnefS1lQTwVVcjLVQ2oUl0xzPaq+HZGZMuU3/QjHZFgrMKJc5ZFD47dyShaJEjVXgTUj
ybOn3Oi9PaqyYgeEcldExKxMIYmXUzN9tDbtpGHB2Pf3R/Kf3Niu+e+vk3eK9q+Jjtml5/uHHVuh
tyO5IxBnjQvc1l5/UDhRT5Feda+4+TRwWCyEZNKszPnYQnMY14GL/r7bjflSnCrLfK0i57J4Jtfg
lrHIkhNklMH5SwRssNAZLkNovYje77bWUD9VhvmdJYh7v26KMiE6MFQmHuTo4ApcXvZ0Tg1d6spG
X36rfSlokB7mhcwTo6jPMzJScsXKZj8TmkhRYE9XYYdpTqXue+4g9G3zOcTn0D6v8yGhJ0YhrZpL
OW8/x0Nrq2TOa/+8GA+fu0NfA37KmAls7+w6kuhOjhZPrpskZVkTWSGTc90iXTdrG9mJogfFMvsQ
EaIKbYTC8VBHzlfCqn37Y6yTfDu7KO7W4Vs8N19qMw33RFwyqB14z6rQj3YEB5kXacQ4WwRj+Vrn
7qoBZKAzoKSIyc/6YbmcgPr6ochVfoFWGRxYXD8SQkuTFSLtBXAbQQnwMzeVvrv0ZEF/btZ9hiRg
yJ39kyS+4Zg63b3Sj+r4+mlhzslWCfHl1FubunDQa9pUf77Fg2HtzvE5b/1tNITupUHgf1lvzbpz
171hQhhBXZJSITzsEHFFjVw0JxkT+vNXBzRkgNlxOOwmA+9NkKaCmnYJsWw373aObn4dWK+j69mx
HsyeXYtpH0pGbdeh8OmfJqPcrxspkIk7MUiS0cA2CJSUEbQcXtdd6yaOFT8sCWsMPeeB4HmEkMUw
IE3WGxn8gmqkLyXYamL3GyFKI+7Za+HxpWpM5WOyW7xLgmlo506ehRTawyG+XKVOOOzHxrlq6/a6
4KJF4qoNN+uriQR0rxBxbT4H5pI+8Abv22ttUDTISWTnXroMAFO4QRL2aLUwRwcgqK/88RqBPWo1
fBe+hiIrD1GVmRfYnbSCFnHGypJcVXMsDqjGn4noopQnc3qr7nEnppc2zW/AXWgbfLxLVBOc7NCD
R4lw3s8QaBkEMJDAGfJPM4AOd7nq56PRF9eQ8NvtYDTO1mjxxDL8GNzBOiwRVuxUt6gpItvf7Tpl
Mou3GrsCBFQ/rHNvGRaoO8lL2Yv6jd/3z+tkdKFrielTp9A1dON6Isb7BDlUFnKIliPreLNuaNsC
PBsy9+BCFY9Ed5U3dQo7v39t0/5dLIVxUcNJLYF1jgK1rQZ/pN+TFMckbZ4who9XWIIwn7BGm6qX
plyCnZTmslmH04IChOzdPeny4UYU8iuQZOdg08Gjydcdozhpt4nh1MTKxSe+xeHRhgenX1/1ioqu
PKi8WM5j/KMmhe7S6E0RPtJjnc85Hb5tSBDOdj1RcsFsTi65i1HjNcdFlQ+dP/i7EjkIU44h3pfV
c1sAtu4SVJJ9DWUqD2RLmaS8rWdhtADLdLf2sevAds5h/JLo+DaFEUT0+a+QxKftTKmaR5j37fEj
q83DtMQQ1uwMTO5Ed7kIvyQ+xF0LLpUZF6/IJOpzQqoN46hmR/Sww2olIQI3NYhAy8R73wElHVCb
X5LGsFEA5s9TLEmkdF4qm8SWmekPQ6Tbemi0bDP6oC3jxtW3qOfky5xo/ZrPBU2itO2OIiixiZpi
TyAYKJzQRSuMWRXhKIaTrhVfDEE4jmGP+8wno7CfB+CZXRHthoT6rgPcaMMmBUP9GumcO84Tj77z
2lmM5kGqd8jOKEv5QjxqOodt+x6m07mBhFHuJSoVxgnYBAxcsGE7nNAkmbsQl8JuaQaP3AZiPuF1
YZo0YeMVO8WHM3m5d0rROWwHb9gXhiO2VbigWiJjufHb/uxi/L6qnEfW9GpXCfOmTJyvLqZN5H5d
Kj/EnNy6gWHt4i5jwK2ac2hV3g3UUtJiB/ho/SCJCacfLvkNZ+79W9gLCd5lzLlRvizMwFvyeE3s
zDbzB2x2mMBzuzmac/hdZfUhZTX8QHrigGnXRCrkjXcSwquD4byhvXxgwLJfS2ZiEasTRsYTmc5T
L+dTVpbItMLorogIravT5o1waiZdIb0ZZwbCm1K+JGP73W8TRo2xA2JBaXKZkfX7tBgXBDDilMVE
QDrTvA9M1t/46axTHS03qkVyljd5u/OaXeeM6H5lp/YssTkfLbjse2aucUieaxE2NGcG9zAuJU9j
Nl58LJJgtQ3jQRBlXIQZTbXSvoAlBuFc7AzxI4pg2HFmQddps54WPN7qdSLCmM505+V+yLVny7O7
LUj9LVNeJPxN9TU1qcymR8XBzCDPIUA9iO4nYTdPQhY3rj8Q240hvg3cdt86xkGfyg5OX98pW5Qv
FV5wO38TIfKaXCDSSG1P7CF83y8QmXZ1fklg4W2qPL5ZMAxPvlVynA8PptkWR2MgjnYYv3m995oW
6NxjN4fGm/K1tNwc22dvFVsZgsaN4bekwwRYmo8fprKzT3sxHBqUv66JsrmZu/y6oWJ7K+o7L3mM
+n66m+LgK1yadtct5bDHgJajVwPV8KUIac+4uMwR7zju0Z4ZisO9/JLZIYLuQcc+lcK6Z9xj35fJ
dHTr6At5CcFRyum5mZD+IFX7VeB+que0u0bHcshCKjJG48NurqHIFpZHsKtfiXPGVG7X/UKwhWK4
iuGhRUfS2KxzPBA2X2EeWFK3fgcO3m6mHuJeKrLwpBgIbLw8wvFXdPjoDErgIcLxFMf9tR82XEKe
Xbu0T4KkBEs1NwE2EgygDWTF7sw06GQxUdl25Kt8m80bdwrm14D0g0ANxMMNxq4VHd9Tb8HVKf0r
n8YGrZqfXUBqQ7dUX5iw0sLLEe+49U1fYIMkBYpJWxrUlyB3ZpIOEvHub9pGElcV08NyGbRjXkG4
BwEYO6/0o/xI+ac2Q0b732NjyLa8IQah6RHTt+V38J6kH1K7Z91PPvSn2hnh80LHD4vy3jUYh5OV
dSCDlmTB0NUsh5durfPi7FQU1k7NVc+hMH8n0R3hQJ4cK885NAi28ZI++It9Bz/SOpWVCXstp/me
q/AujkgLWRxsugpSY0R6n1+NwZbp5gfUNvjX4mFRgdgNlX1j0BkMBISKukcC3yfhwY6Gb6oIqKXy
L3MhgV1m76LvSN12ETcA5e55yqAcXRTpZXdv1SRG2FPs7YqATp0pzeEYGedqgJJdpzaWxDZBMVrg
87bb+q2ff84V4S9xJW5noDzHscLBnQ3Ni22rV6X8LwTzPNU2yQJhP37vma0f/KVsiR55lZV/9JUb
nJw5ootqoO8dCEvGBu63557Qj23qVEzXrHLndLQIdfMKTjk9Wwp9IuLRUhM9me0nSyE36vpbLICn
mE/5QFBQdSCkZhc3oUZBQKkESeQsxWvTyFuwx/sopmlJDMeyxwd47RImv1WVXV1ZqDCTMPioh/ep
s1+43hwBZ4ud8IZfTGjOzUIY0ZJOYtMtS3um5vzlD8V0iEtAEBNyaUOEN2EdXxn5A2qJ6RFqCWVh
Czg1XR4tO32k8w1NiAjdXeL9WKqvcsBSnkaUQcih+R5O17EnHxPCK4zCfCkBVmJVqs4m3XA+jeyt
gXBHJMlEyyZYzlU20prU/Oe+BEuCeW6DHHJOYj5ba7niui8fovzW8s5NnANwlM53CO6PrXDgHkH3
OUovJeQ0mA9eLu7t3p320wSWymocm1NKdUEHiuA8PhPP0ZwWwfif5AEWTk2ujg2dW3yqNUgmiyga
RgqoBPH754yx5oLEQvJSm51jWjXZNeNejNAx7TjjrTYpJOMge2mK+sHxpuncWvdTTj3e8pq91vGP
YBFvw9alR197V4a0fy4NQoaYMR1O2+GiJINskSZHv6NtHrPkxnS0YzBj7WXSffHr+E5lfPdrMg+w
O+3bhBetSvdg1pwLe3Mh+aQIv7kOWQMMVjBi2gz8wgXmyl2lmle7jLHfeAYGkZjcTNY3WsHzMZAe
6uh5CXyX4zCOm0r2UF5NUqWq0HhMIrM9qGYOjuQblgcSh+SWVvFz3ui3lHOhIDeni6AchQqjTdUh
F861v60Sd7VBi0+R1rQjD/42GPC+q6Gli53a7zE25L1j2XfVwtmL4eFVY3gvhXBuzDb4ETEG9pHR
b0XBWcItgEPk+Y/M8r0d86mvngtny0zwxYX1TJQIOpmKeheDW8rI+zTgmo2dGK6ZCYrVFfWBtRky
ane85eS4xFSOsRXsgrS/LSqHUhBBoqF+DXMKPwYheGxbr2FLD2TuLkMy/ZAgQ/Hnn6Aup0SeEiaZ
k/m477MUnMikixJkaHCtih+AJq7DMvxRQ0pwBpaIdVHHu3o4D9otGRoMYEJOf9ATr3zGu1b9ayq6
+dkwqDmQnkL/O4O6pOIuBXanov7hRQyFc0EMEkYTOgDe3uqwpCae0zA2EWRiLN4m4Pw+D3a6AwA5
MaQErtVGmIzSLGXcnJKoZOL5jkJs/zStsMLmlPC+zo50vDwlZSI/9n3SH0dYxjQ02gcM7S+VkwYE
P9f7LkeQX8kPRwwfNmsRt2ztvXlw/fnbqDpz02U+B/30rRiCp5Qx0Wjkt3aGpb4ttJy8hj9niG8+
Fbw5oUqqlA9yJjK+FN1ywjdyR/5gtXXb5ok/TNkEDmjfBTkRf9Ne5sBOUEapnRlQ5PU13NW+R1NX
91/TYqrOaG0u1gx7mMOY3CPOVWZ8LXIfOEQ0a7JDfDuwlsNmIIdNVdQ7mSBVyDIBlYzQ37rpga5w
djdGFpcIfuB4xVOFM5Dc6JC5LBj3jJkleFO09c9mzEQF/sI+sTIPCSvm0SJabvV/JTIiIokGlTOt
rWR+6L2vdBD5uqp028/ADaG6k9W2nBMz+VIb0JlDo74qggZ2LddYWZQbxH85FQOHA2UBufYFxiBZ
+hz++o3Mpf0WXI9y4c3wBZZAZteeHXX4LmXGoltxCnCIXg7tb+6CWCbKsXNOtbyEk9lomfqvIsmf
ZHqQSfFh0AtoFPpbTPDRLnG9e89E5FSNfcAEcSFpA98Ptf1rVvuY6qOXkLwz6A7Bc0URuXXaCF5I
HT0YDRcyFeV4F7QWZyjumiX4iVcEocJjSDrdkCGWnmvKjakSWzNDzlvlXcRsAYOwW7jhpj+Z9giL
l8YjF8cfqZViFbKRjLk+Nssut1nLc51AJ6iwwvO+RRNSnrzGNdfBLtQ51fTdGlbkkohG1QgwIAMZ
Pm7m+FtQ5DFAj3AvcZ9iq5TfQ5sXbCTpY6SPSAa45T6U2VWCeug4RwntE5sLUvYqY/e1IOX4qMLm
Wk7GD0JeuMb231KMu6n0T3iHbgiH2ebzDeeQcTCePNQlZPOVz3N8JwWO75JMjGgMedh0sofotlUR
DTuC9LDYf8tz6tfDks/TL0qLxGgeUbiD5PEUroNmcbZMuDcN6ca7znBYhxC2shxmhzeQKv9FWRV+
WUxNARdKrnqA8ASfXRs7xa7nJLrgXdykrASKJk+3QQ0UZIp+UVeNtxVxfQ1BhSeIyPmlRMTVGKAP
WqLIw/radqnmi3pUqIWWF2zm8IGhagYuqTYi+YAQdRRIQpGAeI9e0by6ifuQdVvHG15rz73rmN0N
+E0UNYWviivXz596h6NlpOpPSvuxbHd5RFRxRYjpDkTKVahx08u2rDIuDEX0NWJ1YwwprSp15cFH
S5P+w2onVi0m7n6nPA/1cAqN/s7Ux5pTf0Ccfqt91hIL42tv7H8sNRFzmYW7iFX5fT90cj8y0W8r
+yWyngwBF9GtjV9dP98EAKT4LqIu4tujdkWJPS9u1Y8cJ42/+JCkLOxmrfGuDBNXjEY72qXznYJt
O6XoMIYu/kIY3xnyms8iGmV5P6b36HFEJn7ZY36L/4NemRW/J054H7Hi1F4bUbm/DKN8qvVrNqb+
RdTZrhw4kQfQNfB325uOT2rrZy6itwIRaBXc2OHGUsl0wJ7z03LVGe1pfSvNGxWnNvpiec4pU3Vk
UXRoq9A6AAdBxmKIA6KQ6aAIjaP6urACKZRWdSLPIPGKFmIWLJeZShILGSz+eW+n/UhXvzfOsRE+
pawVnMbkKp29GoRSnBAqQgTFNtI20bhlpjQQNguAWwJQgfVl3sEn3QIiQ1fhkqjeY24K0nmriOvy
Cx3GhcJro0p0/tHQd4disb7WM1h8suXQA8qKCJ8yOaV2Tjfd7K4iQRAVJTYtzGX6UeIO3YxDvkcb
AWZ8Ym0uyqClRYCOAxzssb+d3OY1P1gIYVh4W/bBTN3XwKOiMUZTbJUsbps8BO1jLN8LqYw9RnAG
oqNmX7OUgPkv0RXgwQ+X/K3LsC0Z3WMTFdj2yqR4gvzKiUgAXUEIpLtPp6auv9V9+YKjqT4kc/3T
pdbdGg+FSG4siXpjrloC4vtRXQdJ+7NP4nDrpq51rGfAz9AA/ZuIIp9aa3lXRPWhIyncW/IMKVGD
+b5c3OUqnOKdQczzjZQ54EA4QfbMNYQzaNkHd0mSs8QYEC4TOOIfMQal+8KJp220WPOpPRWl6m/T
paeXZjmbZPCJa+hR0U7g8IYc/Xnxy0kwpId95W6LmUYlbMKc1402tutHXiZykmim3RwuLqrLGkzg
EO0Wt4ByAnRnU47Z/WwQjhnF6nlKUOTVVuoxJ1r2EfOPPee4ABQqvyeniYxN3PWLIENHZSFBEIH3
FNplcpXGDtyS7CL7ar6iSub0NQ8Q7/z2e1qqn5K2DLYT7+LL4r6ocFGMyygPMjK9ow/GbB9l/ndE
U/j1gui1CpxbVHnfFb2fqwbOH4J0pzuoydiEHUbrCEkKp3uHzKK2y27wTG2FrTgL1t07lJxoM9pq
2LJwxCAblB/Z7GH9d+hK2QErAoI2CXKXxUNnWO6NntW7tK8PeWahxeLb26tCPk5E86Eocs7p2Ey3
ppG8RpWRokRT733WNNctqrVNEGNgJVqi3Pk9IBrDNO+SaT7PSjcrXSi91sbp7W5vEoO9KUAsbpwM
QQyE+7u0AbBQ2VnIUeur0+A3lPtJCF0MMhD5WPPjXN8ZI2HkmSmHh7Qy92Zrn7lMoJg0z0nleueq
/dXGBv7UMPo5NZk8ZvXCMANXU2oZ1yRApVd+8MVhJnLsckp8n7SAm6HzXibbqe9CeVvBC4d5QR1O
lrPJOKGMSQCcakZN2LGJyx5bjtC7Jih6ouzJG2Nwek1rtjs4AdEVqHx/+sP8GM/ZI4CGm34RX8AM
oWgdvuSGDsKb+ER91qCwHyFQpR9NX7oP0h5eWC5HF4zU48KAEtXPhjAHECos6RVeTiBBpFLMKYIv
IqQe3Tq+p3U0HTkVbjycAU/VaEQHMj+eCXFItnZdTw/dlH6keXXqWSNhbOQSP+X165QmNLw4JGEM
vVc5LB89LdylkyLFzwy/pKJ+tjBw3UUKcAKy4c3gzPGXOGLFYeZEtE64j1jVjQzB8C1FafommRIc
4vktXvKrPqaJukj/62A5GIeTHZIpg9pujvbT4Dk3VBBDQG0YV+he06p5yDBUsgYq9XViPNkBxsFx
wlVCH7PwCJKVweRCjO4ufp4n+9ZGUIPd80ZN88nz4mAfgOCB1ryQuulHwc4qkT7l3kH2DWraYrqd
7IVjsrn1LgaewE0WNSAS8KhubN+/ljckaLqPHZTh0KcFLv4Pd2fW2ziybem/0uh3HpDBIINs4L5o
lixZttN2OvOFcE6cx+D86/uj6t6DLNdBFfq1gYJQzrSVNEUyYu+91reWahLC/GYOK0ImHeXBcdI/
pcFxRkjPyj4JNq4pLzhS5ab35u8Eya/SzosOdlDe4V9/w7xN2icJZx18p9JICZu0dXSQnfvgDFPJ
cAnGh7ASl0GeZUDIY1ceQRhECTYjsUU6PMExCX4FpUU+BjM7q5MT/br0Ppjz7xRX0R6JPuQ8/32s
wJ2IqhS0ErHchxglVfMzG3qy5eMYC4kggME2pLon7qHJbXnGDP6UphR46UTwOLfe1fO7r+GY4AIE
8DUZ3uc679/LaIjOKdPujZ8w7RRlurM5W31eN8w9Kpo7rdnTLy+vKWXztibl0YtcMinR+vR2Ox0r
pyxBK7P7G+T4rJyvBIHex7nMdozfupPlYDZkKRFpUe+UPwlctY5LjiJjaRtgC9L14djOwK2ziqAQ
IyZSazj4cpIrGovZpifrIslpzyTd0rdfZIxIcuSOXJAWkWaRbr6UtKo/R73kp3W3bdAXk6GXk0dm
VgSYtRJiZdHBVnJZ6Yd6G6TlOV8YfRiU9BFuibUR8fCELNU9ps94iedtAo7CHdA64ykYd60ZdTyo
DHI60Yq6k/+SZlIfwFqJTW2ijjKmci+EyeTGjL+zbZg3rReXa6GIQakDvUGKaK9iix1IBSBxlaj8
KTUAKQYOCAfIBAtWDyU5yvAfISZzsCTGU5u1ivOiwgeVZsMWJAbNxgQ9YYZMXbrXeUkBKmb15OSs
BiQ+3EsKQh7a3bqXSp2kEt+LgY36OCKYDYQIP6fttel+BezNH0m+8O+1AQh2EdLPiB4mskrXnei4
3B5R6X2yyVo4EJjprIbQ1tfOtL7l05Rt49S46g5RJDv+s2GxPPdZG13qKj0AkNyYcqhfG3cmnAId
91BYyLDTfSPUOeuhrHf+zzR6HxTcXpO7qZK1vQ0r8LGlPIQL9bazBrmfRNHgkYKf5yW5QlPsbCMJ
pKQtE49gQqABnmntus/JXP0qmo4tckukZmN/8Z2SFGw3Pzn5tpvIq0jIllgNdrdXs1XvG4PHS9Vk
d3NubQDmRbvZURRFAVvvYVpxpjxugGCVo6BZG7PpbvoSS2QTG6tsGJ7KgMdPS2xn6Ix6PWl0ElAh
v6kJTl3bE+uCauySGpo2/OSnu3jqzw5ktF0Cs6jrUsAyFA6MN8ZmM4XGMasIsLPSed91Tnruxrem
0PposjeCGUkmoxuZ55QQlXWe09cDmxhuKum1d0NvRJSk8ILUZHylZYztKJ8f3SGdNv0wf2O3YYCc
eScwER0lpMygxTuPZQ83agZxUxCNiu2CxW+y8kd72d+4JD2buom3hAGre5d2Oa4UCuzezq5jQAqr
0bf7Wm5F6h6YrX1PmrbcIqtN8DcbtMQoP6wAno7viZPS8gj5gGmDm+hdVWRPsZ4fcF/3V2icxI0r
Ps6knr8xrrygyk1+zso8UuOxmIXbCRbUhg2Ofpqm6AxzbVM5jvqWaEQAnZceXbMM7x3ZsfYBvaJk
tIhusndkf8QXVg1ylub26roNH5/FLZ2SRUV8khQ8K7TpkcTZOjhVuvJBRLROVGzY26z2FgxkRRgP
Ex4p6GoXoFbo8+iNYRVf/KS4OmUOC1dAIGyTM/E86SeFny8es/PtxTASIpJUQGVBvldUcS1oNBxs
YlEQOymiY58OwS09sykp5uNcxEyOPDivCnpQpvqdqtyvMagqBMOz/eCbNU9N5oqoBphE6Nq8a0fn
LWwLgsgjGLRReC2cJP+cZ3zWUHkYk+LQC1sHHcky6bSYV0ELEy8pRorp2jAiJASUDdfkeylPZj3y
zmVx17mQ5OP62e4mhTrfNzZ06vCcnAxN08tzxL52oNMPfdlCzjXWqE9QH6t0fEgFgISxhT9UjlfX
y8p9qvHj+fawrdkGson7ORYzc0v6mEPX9VvbZ3rgQigG3euQbm/NwTaa2KA0dIikNdyhS5n3fpHv
waYm96HhPQFvoGs99wbbZJ/GHfkx6wlp9aEae6ycy+SwBFhVpagDXXH0dVDf315MtXD6yYp17Pgo
iTui6R+Z+woOApVoI9GFJc3niB2VO/XFnlTikjwDcrIKL7jvTG2DXOrEOVpcDTYtVxtOLmk67bDy
1IxV1PbPhMsQPVw0DyCHls3yqSQC7W1smYBM4cErCrGz0BNM4XwHLPE1rB3nLKIYTb7GrYQS/R13
MCiLrAJe4oUTWGB8JuQJfS4ZbE5Zam7rXpzHkQdTWdVH45WkdmtVGXm/o+88HGLN4i7sgJsMF+Q+
I7ss1xUi7ZGddzj0MDdIVnqys9ZbW7N9DrtUgZudv3srvxPytbLZ1pLYZRZkSk1ul5+T1gO7zedj
p/4+dvP8JGP1EFIjNILgK9/O67VRZ8bBGatfdhr/ULXpEcxLFEClGrl1YkjeXS65Beay2s9cTaVw
vmW5j9AGRN6qQH5mGuqsG6QoRaiOXuqCQ4rpLrX+BdNg+Clh8JiAEWFbzJMxe4E9Ptwj/hIwk4QT
XpmEUNEV3pHan1WGBz9jWLCwYbFmIaFZWE67UolxTUDWoRJ86JpqASoqA7W44Ue60NuJ0d2RJvXQ
MSCjfTdpY69r5IEFvgNWsftmwFYRdfounAUgN5aEzsT71kT0UKoWsTnt7gzn9N6YVAZOaORI4byS
KgeKvWBYzfbAYLK7a8qnMA4IaiM04mDCDtsYU/HF9Z5ti9GQ2afnErrJKijobtBX9zH62EX+Nc8E
1TY9IL+dnij5g2ObMI2xfAQOTSAISWsaIlpMaiV9pNsCRCEZOGfCOQ3Ek21ixhHUyLALUnO6zhEe
5yR7LHVBpTRGpwg5354sXTrcg+6ZglL0uuj9PDT7ZA6ss8ScNlbWfnFTzziYDvuHLjautQO0NnB4
7s45bTPTc7elrKLn3gVt5FXzoxx1vLXtABVmCT+kI5cdd59/l3dxcFha3mOVYNBo5Q9/orbP/OLQ
D6W1J6wcW3k2nZLCek2tBEPjYiz1l5fb/8nFw9e6ES6V2SS2eQwYmFqj3tyUw7eXmxoDaUIPztoc
GUJHaIwaO4EHKVApnag4GPjEJRvWiHoKdVjR1gs8AvbM8le3v7+96JEwqNbwXjh0Rr43F68P3XUX
WPrhZmK9/VFIOxrD2XBIFlUbtvKXaIFxymxmSMUzY0H0tTt2ndu59Dc8lBcOJy9oChGAJGRMxYNN
xbeQV24gltvLK9Sb6eQt6rPCSJ5V00Go6l0Iucsf+T4+1Zsa9f9bCTRmP5gI/9bb/iWcFHhZrOP3
4s9pG3/81P9ooL1/AUkgCEraS0QU69e/+Qu+/JcpPcF/yJ2tPwTS/6OCtv+FUFcsUZvkcfh4Mf6t
gha8oY/SjIwO4SOS9v8f+Qsf5MHoxGwpbGk5Clm1orRGJv1btlQ8NUNXcokeCwdrWBxpf+8103M9
06fBP027xzW2pKP5+6kBsjbmAxAlhBcI9E2i8y7kSe4mxWLhu1AiEZLsi/oyEp7+2AT5C/cXe63B
2pRoqBi7tgsGzfOI6KgJkRmjY24xgpFs+OhWn1zRfMlkne/IZCChsTLqTdcwI20+e1cd1eleNRrC
Vd6yQ33LXEIpi8Tu0Qtax6RHlzQ6yBaMQJ1nfyAYe6bUrnJu3BpopNeZ+yXLE702B1Hn73Umu4Mr
m+em1gR80+BelybEoF7Sb5KWwLTmQM6hs2kVRvezhUpy7JBKZayrW4WRkfUM0mwO1xJw6HuV8wZN
NeFHnfIdeghSncd6JJm6YY59qnxvuDaTxr1bmnC5ieeJe+5nd0TG8iWymmrjKyMkS8g1GEMIe5cu
DBcwTu56sOxwE1LS+NJtdrlFC6Og8bti1zIfOgTYXqhwf3ry65Q69uG3K/o/KMitv14gUqIcBxQC
8EfQd/rzBZJMXtOXfVUdwcM+m63VE4vES+Zp5mou7Kxw6tBFZN3V7DgoCRZ8jtV/n8y/Pxa0/79L
9rlWQZjYpi2JYfOUZX6QsgvDolcPqfA4GA1FblV8gcYjmwMY2IdQ5C+GX/yMZfZPZ+ADoWT5ZxXa
PAX0xMHOYH84AzPMrlkTz34EQUirA882F/ZSgkQL4KAVzX4ykniTINVcVYs93dBDsScaBGQVunva
qq9/fx4E/oiPJ0JJMulgpvD8MM0lgu23mzYxhR7yQmdHGXEikP3KtfZB+ExDux/L0iYrF4W7S+d5
6ybp3VBkM9JR1G3JjJDYBniOWPZnP1b+2nVna++X2f72VqR8bkdbkEMWJJ/+/qDtD7lwt9Po4Nzw
yPWWrvI+fHohdwCO14SD9huynPR0aImB2ra9gTIrcS3GtU68sYf6i2vRBqpD7kPSYl3I12ZJh+5H
7U6kp6LyX3VG+ehS36IPfskCewvfmV03wAB6suusTr615RIuK3R6greiWRGnb6Cj7+l8cCJE/GM0
AIgEDjEWTiSe2HC2W0RHz//wGy8Xxm8Wk+U3JmCE35SBgi9JXPrzxzSmwH/z1CTSpyWEyGDb1tQx
JcfwEnmzONu+t/ULdC6mkMkJ+ZG5BnsUwFVxY7pHFN2VTd3Z9zltObpEZuNQh9jgLgl4EaP/3DNS
oyq+JwQDiU3FQ8CvUKMWWfDuVxZ9pI4IXagX5q5wuve6HOdDY9DVL8FQ1IFax6FEAxX80/3yIfKa
X9sxTU8paSqfV/XhfsksrZDG2qjgG/+59LuBUz5fmyD7Rt5Lt69/FVA3ScY0tiPbYcIHHLSaW6VD
9q4aJTC6hZa53jqnn3f/Dx/Jfzo2jk9g/PE8iBYfXD9N7Wd226DQr6eD2aRkH2flW8lwY1Nr97ky
KERnw9nelgMyfxyKSKQYIYWKnXXEI/Rbg838qurEV43HVM4Tkayo8Lgsoar2tbcuWyyl1tz8cqTp
rQrxPPvTySnuPM95qEOrORhiMLclWrANDesHjQJkY4QxesEqP6FE+RrLwL38/a9t/fUR5iB2sCzf
cl1f0Un+85VIa3aIQ7dKjrMLX4ZGyIPUsw8/tCXLaQYnW9sbWbT7oaUwCPhintAfWXX0lOQyPxSk
Taz+4ZA+rCsS4qRJeqZlspVxsOB+OCSAKVBAIj8+RoHPvWrOVzNy5b4hrbjAcnWMWi89hL15J3zP
2bSquY8VTQGdW/90JMtt+NttejsSx2IEID1lwvf8cL0mTEuNxuA2bQn5c+QPHWEBW+wouzgZhjUR
DfS1o/A00zOk7tuUZVQdwAIR/TWAmbZb9ZJ5ggYDEpqdI5xtCQz078+WvVyXfzlGgFu+y8rH02Q5
m7898Ts3Q11fjjxKtHPvt5YPnCal1VO+GsLTX9HaEVie3ykijg5V9E31M9ligzDvnTi/Z0P5A25e
THAlhFo/+TRaaEzA5PSJlz8IIws3QczgufRlsfXmHCSFMF66LqrX5SQ0SVbs9jwI8oaq/vHsf1gW
lrNv+R5ruuUSO2d+vCP7yUrjGkfV0ZRwDGrYB6CgJ0LpvXDTamJS7BaFnWAE0ALXXrJeIYfYE33X
JTFSKFiRxUGlifEP94zzYbexHJhglXVd26O8Nr0PF2hPrVvOAYFsQ+LvVUs7USdlwlo/PTsmmpgR
f+s6TucnL7Ct5QSST8zrTqIDhL/EJjRkYWMUu9EjMlqHHJ+ystVRisk6zJnezbTfXTVkV5MJyE71
GOMg6VgrD1E+jPnu2V66KyQdG+9lXlGt95q5c/tjTCXhSLPVreF3Q0sTyJec/LGDy7ubSvpM6L/o
ngnI1H45NOfIa38EeKTu0q67L0RKn7znc2zTQ+1U7TshEZdRnDjVCNaj7OBnjOz90N8b6YxeskRK
cONEBRzI499f1uo/PAQQTFEeqSVK1/wIf2O7GgzwoI2DZPtxGMjlIBU6QkTGL551jvtg5/1jQOT7
2gv6ArW0l+1wBVY710Jba4Viz5TaJm9mhMsCeMqJcmbs5HdNfVkdm7L4Wdqy3iFl+Rxkvj5wP3vr
0IefLNhm4r4cYoKdJT2fNPDpLlVXkhLklyp4xquH2l6cQW5mu2b235IwcpnuCGjMBaS6qbfL06wl
2w6iGDKotuydlufDeDfQxGKw9GvQqt04g7OQQzApuSaypwHJhOBefo80zRKyE7AqUC/YhOaE2g8P
bUqdHhv0Y8KgYfpXtwfLg1dcQXbaDMhWnZDZUEH8GkfcruoGOr1RJic5j4zMHf+Piv37+H/Cn+XD
Hw+Y/1V0+UMZF63+r/9tfVgvuQk80BI2wD+Hvepf6HymXwC2yzhLoB+JOSv0NSUIkJ5oR3uXEKiE
bNRyoHVRe4xgQUU+uxmtceWVj5FDlGemBGOKMlvbKclpDB3a7d9fQren85+fjJ7JOs5+Q3i8fiwK
YkNwERma1uuyF66H/lMehCTMmKzt6IRWA7cZUhUsMwFeb2KEMtiv5dcpZpusAAitSqTjclZM7WcK
sH84Osr7D89tz1TKE5QODublxVL9+3N78rSj5Yi+1CPcex8zCV+HHRrQRKW7QFThGjHedGfIdror
8thm0nXI50QAcFkWvYhh898fkP1HRf/hhBEhraCrU0pxaB92pVlT4c8iu+Ew2pnYOLZOn/JxYaN6
x6IvjDf+aoeWuzgTaRnt8+qnn4nq3S6/0Pcz6W3bzfeOdqBhRPlhgNFP3u9PtjPdXaCGAjm7m+2i
eMmLBS0/RLW3w4/GfU08ESox9Ho9DeqOJJQ+arc9pPyHRsWUVNzVRz7KSzLqH2VVJhfQCtVBt2SJ
CUbROsT/qjiTuygMvfXs9/YePOi3Jomi8+gg6kjLhuC4hF2w47sQndRDxw7jFPkcZ88YTEvvuwll
C5yYbKqTtEf/UBfhXZfxVgh49c5BSrlKzPDJd2fvyLR6QKexSMuCPD5VSTCs7XIe91Gvf/Fxa+J2
e5yGk/fDbqA5ZxkZiH3OHGxRpxU4iQ6mbYIn95y7MoytjYpk8iy8L5zs6GIXw1NgymCnBoSSYZvC
NaCAZpHzLLT6OHWDLBzIzch2RBfIo180m5hsMbHxRNXcsaB+BZo6P9ojCiJFS8KZwdvkQ+SQD0Tn
AqlIvLfK7IuyjPEuBlm+GhbMPmVTAZ9YfslpVbPXA4rhq02FAO6Ck2S8yxGnrmpWX7J2XFYsAnNW
fhRE+7IJ3LdZMM4T+ybqp2Obi18YtsVTlyXvap4G+kCTsfcwHjOiWNYQ19sz2ZabNx6C97ll+Bf0
wEc9tMF9tgzXoQXBuhwHPkmvh0iSCOQOILSbKAAYrfwBN/1YryW9zIdK5PgJJDFPAlEY1Y3Yt4K7
ei46eJoS8J9N5ChZDeo1tJimTlVxr4cRhY5ro6o1maKiBfjitWB9krAoTwu7feMO3vdIomfDxJie
6QEtvtAMpSgt8GfKZqJ+mGTwk8BuLAMiSgD5Yx0VZXt0m+HHAF5mHxquhaajwkKMbZc07+pK8+Ii
HQ1lU6EYHLHb+9PwImf8GWyqwo07d5u+ttqVppja9vgcUSS4d9InczEeND5DrfZCNhczySK0JFBE
RJLuICUbG8tqUzQyzNIkiL6DG8tHYfdL3uLIPrVjhDOXWKaSEWlZFuQhiRH1w9wt/4SrziorzUez
tu6inrKxZc5123Q3RYAprCNqxyJu1nPxKKaFtafEEceSfBEQH9Y2NNAQVY3DHlF1Ytsoe4Q5n+JP
l9nnwCoY6mkkzmnvxw9ZxvBz1ixftvdaMrV6bCxy9boUrn5Qmv3FtybrlYwwZh/iRRjh+CqWWZXU
SJEEGya0xxFAsT4Uu9LV+zQIgzOKDeoxD6mmDUcuHT/1xeRe2ANVSR6gdXVmdP7ySqpbeDHz772J
V2eWgbMZU5/573LQsfavxCJ4C+g4W2m0MmuXKnmX2jOJklFYb/wIz1CFw8WOwnsxfXeZ308INy5p
P5NQnpTkZEumcEZSOGcTuz3FoBXu47l/lljcIkwm537EZwRWhOQME5mbZsyBtfTcW+MlcId2KwD8
PRpjt7GWXxx32bC3eq/ZyqQbX72qTVHpzS+pJc7sHwnry4vm6gkOLmXC8zlq51cUAz4yM9+6zF7N
7MXsQRPGzj4fZvt1yZSAfB71d71NlctqGEdEIHFb7SrtFGfXJn9Rxan8XAhC4207Ke4mga6wNLT5
pSaSeJVgCdLoGPeU7pwnj/6ExaApTpm/WZZYJiLe93Kwe0ZrEtd50iLuc9VTAz7ik2tg82imRNxZ
TvIVdAaDSG5XtpL3k4q3bDQo/ev5TTY8emoQV/jjaE0EP/OergFV4w9R1npXO3Z3tLXRX/Gxcgpz
/7FPic3wFIpQymwqnALYnT9am2KSWEGLg6Oi53wYm6sJdmwjMZFRj2N1SoeLCq58lNnRGvDD+jiy
yaGojpgx0NQavX1Pm+TNYiOTO60+DVEcXfIiu8PDv5+z+tGJuAfLxmZm7Tsjz3rdr5tE61M2IICM
AfI1w3tRytcW+fUlTUAHEjhX71CdnOI0QdrsTPe3dx01pkIz9oJtOg7NFsNGtJPWVzk2PKsGBxBc
ZmLyJI+rL8zqMmtUyzeSCK4s6I0wqYR/whDAJY6tZOWRlYtV4W5OkuYR+1G58jSkDiuwsHX3n5rc
TXZZaBOH6jdA4KwEEVrpoiJsrGtEO1x1XrdmSpGdhhlKbmw3xDz7pXkI0fxjExm2xpCx/Xaxp2Ru
dgc4CCs1TdeghD/YFfV0GcrmBZIHe2i7f8u69zaneUPFQnSil96PEYKopOEDjkGhDLnj4iPMmh3P
Czw4WYLto0iuZeOcC9dNzkOUN2zXBmahNhN4nCysaiyCdV7anyImwdK6M3wsnWbdHBOj3A5F7p11
D6TEVgdZLwq8OTsCv3+bfWWdI2WWZGCcTLVw83K2gJj6SJ/yy5YysmsPfgG00nv2I6oHfwIkamgC
eGKWW9N0HTwwHvnZ7ai2fQX/zc675s50F6kiAVpBJCwolJV9wG0EqixVFoJo7wXrJnrNqLj4MgLF
TJOrS6oOhx/+jDSY7uaByGKDUAuTdA6qcMeljunWpRuOV0KHfcxTmPF7pPfkBKWz8ZTJJiKNlxkK
QUP1JiM5qFJ9emq0g5p1nHHgJfNRQqDZK2Y4K6Yp0c7LS0Qq5lAdESC8evHwdTA+j7lLOFGMAaab
1rUXOJ/SZeDBc/zIXeCtYp+dodMEL9WwbhghF0odNIqNtQildRb51vPiT3FHm5FbTrPoxtiKUVoz
1pmhPFZ7N23foR6eRlbiccqvBv3vFZUfbSesqcDfd5OHxWWEyDBp9zUcZoCcmhQSNBqPqiY7PUd3
77aGgbMDnsY0hruure5tRVZsw95p11hynUjnE1tq1HTucO4wWoY4nndTP8Mo7bJv0zYoum8Vgetr
hCn40+wvocL+MwbZwZPpc0NrZEXS1Fs3YK3pWQaOA8KIVU8mJVviBWsyEWNlBGzbBExvkxBykI77
NIYIYc5JzeOt8FdjSoA1UwHia4QZIyDdmiNek94kce/zgFSf9TTFbpaxNIOgeh7mN4Hnc5uGxPtI
u+zxARMPNKq83Q719KMabCAEGXhFWb0mQ0My+6jRixvJzvDYTmAF2IGzIbjN/BJDuahTzF9Zo5Fu
OjzfkVgAhC3XkRghI44GwYvGm2wXEsj0Tm2PVKMmY1NTbmfj0YM1vopSFEO4h8mftfVLRAHHtoJ8
TbbtfW+UmzCqvlkuLjwXlCL5cD0NmOjSF7TsEnef2LiZdB3l2ybxF1AovBQGdzMBOsloXAkF9NHs
rtEfrpTKwZgh4lgxq4b4mmPbD3A19S3CrjYjgWq2cA/T+V+xel1tMh3hJEwEX44UTl2EqG9pBvmV
eCeA91JPRrZuUVc2RvZdoIT3w/PkLszxCaO7ZRbsFLr0Htlwy3LdmOso+AYG+MlV+afKbQ7o6l9a
+g0ALWly1D5FukSLkYKfKEBn+yEPPp+2zCrIuF3QfH8HuLnJyfOZZ0TVLVIgeonWhrw6ShPDP7oL
9verLvPiMff8Q8SjYOOm+GOTpRto9qLfN1X0qWrIUZgCp7kwAuSWqEdjM83NVzZHLNm9kwLe9l/c
2GTptIo9vBb8S8tLv9DhPdx66ximD7pavrz9xe1bbl/+8XIj3imap6v+9r9D0G+x8L/fvs+9Eelu
3+gzPvzv77l9PdVmvDyF7m5f/fGNGLWIghrN8x9f/vZPLW89pF4IXzsKgoMF7Bb/crKv6pyP4s/v
LNpKzNvf33bSC1kXTcjtD2/Hefu/P37yj3/st3cJffEJYw0q3xsd/3YYJh58NvIJ1qPlWG4//uH4
fnvLD9/z4cR9PDV/vM/ytmFXvPiaZtQUXvCrMJ9tzfzoaN1fmQof+gR1wKDGd58ASPaq3X7EPYu2
PJpPRqMQy/Z09pG8olzjiXbL/8KG2w8PtscGP8mHtzwioSqN3/u0INSRNqiuHJiG7a6RKSGabfQ6
tKPLpd55W7MlHzsm72drjf3nMCr8iwJIUJtDgAMlKljaCH2Nc/R8RVrplWX3D+acAjoOjPzYBNFJ
e1VxLpm9u6o6u16eP9j+cXS9FHEuJRgFSLSF8W6tXGH+0pEfPiXmt2ZAySZSIN9FQ1hN4Mtx5x3n
gv25Mc7v5GE+pmO0RQa2tkwgsC565Jpu38b2eJoS4HZBcT8cMwvIRzOYcMPsx2Za5hDw49feeG6h
KFRxZhKWPqt1PZHWhfi02wOD2kfSRX+ZYXeexjW0Tny2EgWaZzwgIK5pkRSbwiYVdagUA3L7EDoG
+fPbhoptHZYyWNcGLtca+/hWBwbTzQ5BusQaY36KaXVvmll99/qOeDXbRyQOIdgdji6XzkqJHxl7
NmFzNloMZbBHa7A2WbgE7VwQTthrJYx4PxZdc6Exwb6nx5KZG/f5WPtXwzvW+XChr/FuWv2+NLtN
mKJ6yjV1UDQQRKDal8QOvHPk57u44ezZ/vSlsvwHJH/tvkksOrm5seuHtiPLoFnI7Qk83TZ9rHAF
rFToK+Cq04PMeKBKiLkwdna929wPhZMBeBqYY9mfRY8Fy+3ZiNQqLTla2ungrs8NFfXVw20Y1vfK
DCAhTLaDuQsf2Vh69T7I5XgKSTsb5wmitvIx99N9jasxWNuT+UKUG0HJsxEfZshtUOqZ5LhkEaXZ
tLLoPYC5J3OyqfAwTc1xSR+wIyaZE/5jRQb0Ku9YAyejgxFmQhW47Rddw+1RuFtAq9FGQ2gP40Nl
xT9gwRS7nPjaYEqi/TgtxJDW9e4jpE+kVFKbJxnuBxUH+LurB341fcmZJhTMle+NBH9orH7qDIGL
EWDfE3FHWpLjdIcuSrYo3osKOWRgIH0mNuxoxSOWCy4srw6TT2r8IU1tHvmhCIglhJt8scyU7tce
wxJxH9+S+RNiv+yApZcGvq0vk7eu+rjZzmhoEfnO745kJ1nEwzUrguc0lD+YIslGwZtQC2XKOJFn
zkHmWXDolWfA54iXiC/04H7g2Ejv/WrLYvc2duDcvMVwjswamFxbX+0EGxOdI4gNaXoOrHIbNUwE
TEexEMO4XU11cydkiXZ5/uaZtM4Ka2vniBgabBI7M1OfIaGg58PuyLopn7VOH5fxwNQNI6u2G+/s
WD+nOjw7zjfM4AFdU+OhmdG1RDnsDLWAOrIJY6BpjmCFwv4KBGtaZyC4+Ggr61DXzleYXjw0JGQF
ywEuplDnr8WAcNiu2jdgKHetslA22vMPM1k0f9MnTHD7+FcXhBa0YvfUd74G12v94gIc1sOYsYdI
5Kul0Mqxz0d4LtHhG2ra+bbAFA7TO7AFFyBSlCgjn9umwU+ZjJdwsmjPiSzfZt/YY4xtGN9hXDrN
boaLtkU/twyfQ0GWdAHdlQcGRHK43Gn86pv2qhKELeChTPZxYl2wL+z7GbSR9Omiyv7oTPGzAdtq
zUwx3KgazbpnyHzfAI0BW18Sk4ZMad4UiSjXRm6rbZf3zwltC7tOfuWG9+jhAQFjL0fQFHIbP+m8
rndZrblHpuwxT/PL5Ahzy7DAVtaP1rbFVrftOQ/rz/6E9S5ZrGXdkD9X5JWSWYuPAWwaAq2gdUkk
qRaKR7ZT5cx+xsYJImkmWO3Wtfhn0kmXDyjWwoth3scm9u5KM52wh/cA2QQeWyjSUzcxup7D1ySV
P0U9BTu9tJ7m2UVTyZYCDpF6sttopwioHDHBOLWyz5o7IGqMbxrs4GpQb0ZTULDgtr30LWR0x3lV
FolxNQAgs17jticZEIlrqI0Hs47JabUQwaeLiZsELOLmmJ1FQdPtjcJ7jRYIYG3mX1w2enULTFAQ
XoyGhXbZMLrPID4OVoDpX3OHpjPYIRecdRmXEuDLQD2bMyctk/FgJsDYM3S+cRe8RxK7TWoTS9pl
5SXunK8E/CY7vwXdPqk9TdG33mrjO5D9P12QgBjaIpJ5KRLjwF/rKiFIa0n582KuTFItAWyJol4h
yKsOuSBDnHrDiycQb50udr064QFG5o0EeMM2vyayc5XG6XQeFliFNZTAnur2Sbj0NGqZPetuZ7iG
vbJ5elKqIlDP+uaYJcK6a6KlxNNanNqyfa586noPnta6qxyk8W5v7mPJjp+l6mRqeFRJPFEPNmTV
JIXaGGafHZw2/BUgP0eoovZsRXgsD0y2Zw24ImwXxyXdxNXSoRpkkIMXYeE0o+luTPJDGfbHimRH
iQOaB6eLOWRTpAjxgGi8IK5O14UgTRorx4OQE6SEnqawjfm6NOnm8fge8HQDmkzJd7QR5Ua4v8by
/3J3Hk1yK+t2/S+a4wZMwkVIGpS37R17gmCTTXiTSNj89Vqoc+O9e89TSAPNNGAF2V0sA5Pm+/Ze
+9B6Ybd1SwTWOfroYblJwb8XW94RAwmgrjBOqbeVKxHEhzxLSg5shs/IwqMQzJggYP4Q9ulSAaFY
0dKGAeFCUquMv+H2k5vU+sE2sxvcEkH+lCHP3/dWM28wKOnaqX5TFy8kjDlkFqSt0KB9B0L23gus
jEijWRxZ8mws/u0KyL0mEFqirXfxjtxjWsL3YvhnbqLfbo27kNgO5zQTJIGLz74zxjLBFAxEmUzq
j9hKd8Epxnl1YLdDoU41n6Wapq1dN0uQZ3Ynfe/YZjEZczQwd8qHh+dJZxdkh64ZstOGjRve5dIE
GoAZek7K8DCb89MU7VHPGVtFRLSXtQPbGeyW6SeONHxI27SZOTxW36ywFz6VXThsWqdvAMmLNxmO
2GTVm0xoZxM78I7Z2d4Z+r4XEbwSu7uaCUsSUXZXJHxnM3Ye8CZxBEYfTlhy73H7k5Pr3WXuQB6g
KyNYhdQ7lXqPem9iZPOx9wrsaBNTo2Q/xjWCyaCb9NZViNZ8qxpOVnypp+6FPkG2DoywxFudPWnr
oWtJihUWiicJx3Yl5miDobJe9XhTtdFe0AeK7TANLLlCLM6uJ+8is0muBPo89dZA7bOmHknn3TLu
MQc8l0ugzM1BQ+mWonSVevE2a6im/PXDfqC93iIOsv2axhLEzVVpGA1TbOO8xjY9qj42jJVSmU1H
BrdXp+tq04saZitEl+zgJf62XiKdbg9+TJiFSFg6ZR0ekOXBi3S9SXwgc25vEiO4POA/OfnadA5w
pQC19mDJatyWoLTs00igEIEf5E51o0rPo/dKPgt9AqPQP1DnkmHT+wdryappphYFmlNfIuC5p9uD
YUL8vf2N6YrICApC69vPQPy4k8xOuZ21pw7D+ild/oY1hSaqNcbdvoYuJdQsTzFlqRNRlnzD//y3
05c+9jPQsFgwnf7s9hmO8aZzqPzAASdmAB5Ryv4BbwC+lVUXxO92XkSo2Ldz1uBEWN6zchLF7/7j
7VOqbwoqBvhDgkApWWflKqw0CCxtPIsl9Ef9oNGM8H35/e1JEwEb28kG0qadiAG6UwbMnnxh2VTu
2mvYf8S+2WwLi6AXKM+kNgqqEe0wQ0xMXDw5abWuJJkJoLz6dWUOBCZULCu4AtDzm8tDrkpMmXcg
petTKaATrDSkmLSJ0mNIpsGectDhr18u+3dOJI3C6UsHDlDEDJzviWia+MaAbXc0ux+nZf95e8iY
KjYTZauVvYQpzSk89xKUFWrfu8wr0aA25E6yioMpFMNwnZYHvIFIZmiXd4c2w6rczTaJL6y2RyOw
f0A27Y5Bmh/QcoMKyOOf0pPG1qm4fruu3PUzXq7bA/XsjdX7LJVH4pFmGHRUNEBx3X55+1ux/LMN
GjopXYhzqafpmRhQO52ltuYP05sqGlo5EpjUUsGxE2I2+tfac2ZKaQCK8vkHIyAO0hUCKEQ0Q4Fd
2beRC8BXBEfxJ675sR7GxyI455H5Bg+HbmY0UOU13zT72hWS1Qd7ct4t23pzB7JpOqAbwNueonTY
zXqCXGT3R9bE33XMuvkzdvsP4GAuqj5emsCbe98YH1Fgvinwash1XiePFQhxNjh8eW9LdhtDfvlC
/ER8+Ti1HpvNxpzWaJaOZVCdDYr862CkZG7beHmBEQzsKLl/BZCToWTJyKhUA+2YL3iW2dQtP/rP
B0U9iqZDnxyruVvdfl74Uu6NjD378ru/PTUtlovv9pK3X5t952/bSbz/7XlDuOSB3X54e55WbgDk
S1zrvKQrVJUAwGanWNNq+IPl5ioK1C4yTD/A8aSblmpT2Sw8T1YAK78Mu9PQmpvAOJdZFJxbwou2
XgFaBXzFmr7go6GC+whkCSIL0CySMK4x5oSUcOTSIXoSztIJc41dnIPed/Btug6/UgGtjSGFkzZ1
jf/MLWeZf3pcgPcNqKNqGrdu3V4tBo+Lh9l4JOAlyEksDofsCdYEOaEzi5uqzrMTOOLzpAgEd2E6
r9uldhcXJMMZTfclkXnuaySfeKeIVK1tbFPyhW2/z5pO7l0XLJbbmTsbjfKmJBV46/XWs5XJCZd9
zKI7Yi4OWGPMTNd7x7tzWtCXiVQPEzhUqUw435F9bN0EKFYADzELpkPCloWlIorrBJH5nkoke/3O
+uODNT/lIJlUTicpc7IPshgo0Qi99Znz5/HdtILhBBbnp5UW3Y7gzF+qCK6+px7xEj14XfxbuJV5
hni9iWPIS8nwOub23syVi18NG6XJ4ndW+84NhiPb2deyJQpY1zTqrHL+XavgTdpOvJNLI0DV/h13
x2saJugNrLhblU6wC7oEN+z4wWjPV6yPwrHZSyTJCxznB99F5ES/XxeAmMqc+6wbm91QE+Oe+Lrf
I/n6Nn6zzxoJJ/ReLC+GL5hCmcc78YLjpDu5YtZr0NQJBEz/T1OP0DM0fjuFbK11TvQxy9BAF9xC
oMj1s2CzUro2gVHlu+OJX34FoHRha6/pq83bRQvd0Y2dfD6PE6WLlgo4bU8Tqcdxu0/b8oFSL6tc
NudOsh0N+9Cr/lJNut65BjQnQwxrYaYPxEF8+k7yMMbDQ4YYgAy9HvgkMW1QazFch5LSdb5xDXOL
yZud5lbm3nluMMo7NK9ylCQ2iVUUkKaX2KIJTHTzb8PRZPNI41xJzFlBf53K6YfAdLpKnPEBRP1j
61Gr6Nwncxzek2L4qJIEz/J0yKjZu1mDrW4uPwMf/RlAl5VjcFuIsb7UVfWTs0/ikogf4X79Yq2l
YY4nR3vOLwz0Jn2l356qL703fk+W+O5pyTNA/5wKBG3KheOX9g+6KlssjmqJJLUvfjl/lSr4g1uT
BbGLaaY1uTutB0f9RgPzNVjep/0CMiqjvMNAqWX9azY9jn7yPQU5xTN4fGsAEHdJ6fzI9VIKsOlZ
qOFtDu2JPVGGWCCIuUU7KhRQzBC4/+C6TLeZSWgpC+67OTbfusBLNhk6Yerw5k4ur4NeBB6whR91
nvKzE7TPVoDrQdFNpHRSrt0I1h5anUUG6LPWA6JnVja9W/wCha0vju/QpOeD5wo+CQyBl0x2zb7S
Fa1+eU767kdXmBWt//c0yHOs0+QpWyRYEvoCXAwKV942q85w75PJkXursimDkkw/oSG3qjHcjNZ0
5wyYOhEYZHOf74dWXryJxgab6/sktpnVITxjGxLytaXI68XupZupXfnLmGW7oOqj5GiSaO/Rk6K0
Jn6NJjIcO5ObObCSjR33rH3N/iVQ2dOoxhV8TGtqFvgq+XiVQekXJw+jFRcgfC/Kf6U8GC0hjYCs
0Akfs1E99o7xMwqDJ44wkQkTc/vwMMcMPWWzNWaQslDEjb67h0Z+qmP3QPQYGwZ7W5fjGwUmxzf/
IH6u+pAOgZ8/1fX8PHT6vRnBfYVWQfRueYHM2K8MTs/gon+0KGBZ6S+EIXnhPDo5FhW/C79wE6h1
OsB/TUZnp1ITRY07rJsqVfvKqVG5KqQkP2O0dKtwiD71aA5bIgfLgrsyMR5cWDaEpSKooV/ZO1+U
Js7axaIkouYXFMR3QV0na5THLuO76ZGhtV5E78p34eKrtyT1XulaUETrqSBDS/wmO5Y50woewRjs
e/kjMiMsvr55Z5bGNbMwNZMcN5FUGdApRBAH7c7VLBqqN6Nltq3D5tcSkDWw9lsownI3BJG1UxT2
13PI9lSoD5pJYj1mQXPAqoDNaxjQtdkmq4dpPtr28Dvq2L/kvX5oPYBqUVKaG2QzFMurPyZlUSbX
4REkDjclaoI5k7hYkxetfhkptqM+b7lauu5skT24onNP/ah8LlsL45hE1FYn5Alg2l5nQFnm2E+v
adi+xxUUZ8gFUIeppq7oJX9ZNAUOuJ8g7pbwmBPGEmHQiECYUG4MnG4bbXA8M4BnqEEpgWrbudSa
Oqvpw9MeEvMuXGT0ZhOd4sC9CyZPPMsZ4EeOUq9GXmGhxiNJIqNP4W35luh+lvIS8K1fEYuas9SK
QzziFemjca/7WB4cNmIE2aXg9xzS/aIG+Xrtsb8kU8ai/az+5NZ4KEJkTwSdML7adrPx0TKudIu0
CjVsd0oB9e2moJFw+cOXKCia5y7LKaEINexZbqbbsIfd5XZ5eq7c+VHSz7uEovMvXirtHd4S0tBJ
p7tYZdhsYsu+hnbxFQ++vkT4KI4TPbEx9OWlXx6COu22k8XpxbvnnezFdzJPxbmeKJGbja6A+LFB
zPOlsrTQ+9uiD3eLDXMuSutA/ezey1DP3R6CHlaTXW5K6Yb73PXnU6ocNEGU9WNvhHnVM4laAurQ
mCvqY0wld7cHa0a5Z4QozYV+CGjcQ2MYF1ciok8YcOFlAU/tCm9aQlGhcw2ofm1Zi8vEZIgNvAdY
UU8g6nplPrNWHZ59/M2mfg5cMkgL07XPXl+TI9/R/RrIzHzprKnc4YpglZhl9j7IuOTizjUenfo1
7mvs/ss/vNiad9bSwyfeczUIFzCTze21ETaK7lwpfZfohHnVYzXTmBASwo7D49mVuCRD9a1El+4d
u/UuhcZZZbXpwaNDt/ak0mszQfzjR85d6E/I5nqSFbwcW0RBJXgt/FFswf92extw/qrLAHqOA5b7
OTRorpcdrzbQGNY1Xf7ZpObShXdTsB+dhvgy29zYWQcUWNLpziD7iMGqkeENhKOMHq+5B2JlXeKZ
KQ7qPGJG2yAqIJ8MnHk9W4YEusPcm4docI5GiMUoYTlRZFZ27qeBCQvkeSifOu0kFAItoHnUzDHR
0cTQBnh+t98ECWt3r0d5hzym23CbCYbU6GBMmeYilTOC0W0nmZlSxX92zHjnccj2jUch3mioKyrV
BZtxQH2BeAATpTiROGpQjlOsFf0TSawPwKmOFoU/VlAGqAH7LTDZe9wMvX0j0rUZK8BC7Pxg3+DP
YwLdiiDbWiKeyVppr/Ek/WuSTcVed+19o8VFK0jpk9/+yAfjdyhGgZYURmS8yFtqaKyq5ECg12Hr
GuXnosJ8zCKwXAUTI4zuv8Q83+mhggs5QJAKoeSQkEnEEms4p2barDC1pL6xdds43QblHC9Ihj95
RORrRzUPidN052fRefmjXWbfzIcCKEP5niASo62ZtCPcn8h+aeZ0vg9Gg90n478Domqakx8gDZ5q
ZawmK44QsuQovEieZXKF70/vDAYTQ7WoYVMggFpDYQDh2vUL2Cv+KjJwKKEzUxqYa33N0l9F5YYE
HlUUUD0FdrklLlVUyDDTCEux4bnXvJILwAtLdhxSBGvzE4VXuH9OBigFXDEjqEmPzHvHJZM9dPH4
ISOWH0nfH6qYDZses0uYQXAdSkGsZr9YpkEKhiyZPAvCSZw7MauZLjk4EzvrrCQjE6jVzpZjdHK8
grvSLLonKNSHTPyO8jBhDY7ieqK1eo6y5KF3B+MY0ZPuYotIjLTCp5RYZ5VNwaYOYgRYxVBuS2qE
yzVubnuH0rAOc3meO2snKyaMeQqOSd+0RxPzVeYKmj2Dfiys4iGRpXcgwAekkE9ca+U2Bmx8/575
8NWcmh/cQmD6DLSegW7Do7+kR9dU8my7frPpQu29vvuqsoykcDd9QlW8uE2my5yBJOzTgF0w6wtV
jW8tOS7aG1Gd0POYPIqzHkkpCQDbtZfRIdH6Uw5tT1nRvSgT+4Bo2FGRSIIuCbYOVsrsxPWVUstr
HlxYrROxJOQqNLjPK3HsNVKa+LFqBoF/3D0H8FBcRMt0Jdz3AkWE4w4BDpMBQ3clvixtGbsqD6ih
05HYplOzicLu62aNvx2xsupI0U7vE4xJkcIWql8b92BC9Vs1gX9WHNpN1dZqUwuWiIUFPDNnZYXC
HPdn6tMPbylSBIJomdB9HMhBWd8sFDeznzl27tnjAl9H7rSklLr64KLov2vE0+1Zbdei0AzxtIIp
QOxdsQYZEoUCKpEhJ52ARLdDiGAHe3/0wj02DFYFWUA6iqo3oQRhIqrs6pv0TSRJ101OJFKIOO5a
h8rh/4IX6OTuZs00Y+MrnssX9vr0zHRyoPdyzq2cxSZumjr/SsbYPFgexWClrW3upl+VQMSKpAXg
/OK1twaxG0cauFWJhCniDgB8yr5Td9U+2S7AlnW5oAQwgGPSRKZnCBfPwqfTjNi8kY1u6xnwXUSD
M6gwz8X+j4Ji3Jod5gvwGOzwTgO5UEbHwuGIo4sikDy3VgoHbO+hmU2LFyEn3jrHakzN5CCa4aF3
WHGB9x5oZaGWjFpCi8OoX92e6ZPt+teQmruyXMci+pEN0UvczYx09JCQr7Hb7cm5GUPjjzMAkS4l
MJtB06HJMVC3WEPQWYH7NahdAXmROHRUlj9YDbU4e6yclRXwHrnMNkmCFGK0gfVnwyV1nZ++xXgE
KP6uTlhRm7CxYptxPqF/jJyRe8G9N0bBSbLdJ8lFMvOpAmW8QPQM1002/+h69mLkfTBbpZxsAXgt
mTMWRgYqM6U2y5GhGQkyMGBxpyYAbBMKDwqcex9xoVMWwaa3kq/bfKLlkjdVHefsYbDdX3DVUNSG
/Jdb+Y4ETDaEydfEWnKqho9Ec+6s2oAIVFfYoRGhwGJZYOv3wnKqvddM5TkLof+0GAhU3027MmGT
G9gs54NiNF69pJtOoyUO0jTvtPLUtZV9d63puUM+Lo5+Xk3HZQ3sFaN8gCrNxmEWP/p4FA8Dy0hz
slsMf8XWcOzhIe+WDo/e0GurNmSDZ4eq934QmVucbw/G0H8miRGT49y4W2IALkbcm8Sgz8irLTYh
Z9h778lIHjiyEfs6T2Z6iDROcMbRJ5rtw17b5lPjdt6OscQ9O310RozCeghsTcMW/yAD+RkWlr2W
ynpMoLduutnYjh6T5HJRmQvRIenFh0HAwybrluNHee3kzjjTBBlzgiIo3/IyhaRRdCEJ8uxmp85f
IXAyj11w8GUR7inyE/SHvg/GoLkpRrM9gvqDTL/Ibq1+cNaWDR2h5+yxMCA6kWXCuOzU7NaOt4oG
TFfT+uNGjIGqpx/ZgBI093EzsH58dHPyO6YYS5netLh7FEnkiwWIa2k07mpWMkgcWDQVXv4sOrdC
hvONwy7YeEQqMxtO+L3QDvHZmnldt/AlR++ta4KWbRDLpRh1T6XkW8vKeC0nxqDbQER5BWpT6ISQ
m5mOo8Jwudm/dLXsRnufvX8K9lty9/v0Jejds7iVKzlBgkMZcSx9uv5U1gborPelCbJkjGZ5MKFE
LEkum8EWKDrA9/FujMa9Gt4tA8N1xLKMnEzq32wPSUZad0V7wvWC2nZgUr0dJ8/7MEa0acJaEhVx
DN0+MOB7oolYbZlj/KpZCG5YujLXw0CxABSlNNF3CZcAwhTrG/DdtOGe3Bi1wI3VI5YIxohF60Qh
E1cdFQXu1RQsE2TVjJoBA5ZtMdTkyH26buhZ9dB0SMhrCvwj4YEk6jXJqfWTr8X836niq6y4mhDS
Iva2DIDMi+08GJ5jq3ubuazwKEFS+eclaLY0vTM83zB9XyzCJxmxchDc6wpWt7wjvpr5MTimVvKB
i15tqhEjGlQIliU8qe78/Vy6bH2jFnh0bn6bGNiplgUbs2XIj+5KTZS28sYrpet57YODIQijW7kx
IhP0AWqh0HMEsLpY5RP7+DsjxiDowwG7jeSD2g2IItDsM5KrmQ1fztNFy5IPgwilSjv7CtV8vZXU
sZEQA88uHplETQkumzeG8C7+UqdkaNe7qFkoF3n50Pj9NWWQWRnlF9mKEhsx36Yxy62GNC2FPpSR
SjYu5XMifDiPf42J/XgyrHzchWP2RUwMnEYHswxJQ6k9OOciQ0DhjiHho9ztwXzPniS5k3ShViV1
2/dhSCRukTreFT6M3RLPoTkGSzmj/04p6BwkUekPQW1+T9NzHNb2J4UKFM+V1pdUeNnBdXS7jjGr
bwwKVLUJkrSW9TF17f7qTMOxHNj8hYS9XkEIg97X6Kxr0n5CEihw80JIqZBvou3ncm5AHqykT+5J
PBYbguaAoRvVl1tZADwK7sflCmmt/lcXzq+2XV1hCtyNNTiQqF1CqJh3zVYcqX2zyekt2nrUmcfl
6nFNySDFKtFcRoIpzJlmGVQckuC4pbjjRBx8aohffoHP2RP5+zIecp+gOvDJk0m/Ej96qXP5WGnx
0c3J76LwDslYMapl0NSoapBsQAkf4O+zZHntjFQInXSp7Bcsd8VyE8mJN1I1hT3tLlbIsrmPG1jk
KH6Iq2DZge+WeNmZ4pvJiBwWkNAL/3CbsCP2tqZ9xjRH0hL5oJuMhkefnYez3QZfjRkccxHiDrSP
kJ6xZ3XNr0gFXLNcXGbvvkwBfXLiqPAzV2E5r8glh0OImUVXTL7k1rGMpZHC5Jd9eZipV7EOD8u9
a2dK70o+zmQEL1PHcNeaWb4yjA5oIWvFfllOTA6BrhK3clDfRw03g1nhllaUut1Y3NXo8Fa3T94O
uLQzb4ZwbTz3gzBox2N/YxXR6PDOXrzBs2YiAAesVl3IIJfgtZp8IPRc/jcQ1e12iaFKYpC4Gmin
qS1yfmNMCH1PBJHbMCzB291i2Hjzlh9zP0yroXXgVTKr1PhrNyXgj9oK1/Ms7qALchSE3zKAAUZO
ha72y8/NGakVS9dgUwxIhZAMtZHkTAo6pjPhZFFP/jvvtTxXMcCBR1rVMYTc23an8U17bTvcSX16
xRG1VOmZdJKKLIjA6dBQUQ6pDLolHoNt03NRBHiaCq/l5JXMYX1ZfNmlc2rzAPvYwsnK0upQ+FQU
4cYjsPP42jrM5u1cnt0APlWy7O1LAx5s7f5yG3YqUcn8nFCC9pMm3BcGgY2sfN4G2PNGy+aOq5+4
MiwDN2tuAFKdC2ipFJK5F5GsJxVb8bJgieCTq+EDP6K5gyHDGJ1nabvpCnmbxyzeLuUKsjXglMtl
2uTiqPGk6z0WDWOrJe4zgPtcc581Zw56aviqMNZYqfEIqDVGyh7SNRWwNdHdraNWmHsLxvyGUI5n
MfZv3bLLKlr/3A3E2qQx03Rg0i5PxocMb/em0OnXaHPTt8Lb9wul1ctZ1kpcHBiQ2kOMxB+NpUZS
okNKxsv1ON74SPUg+LR/bmM3XjoKDRYK9qk+DGD1WTdyyibHeQ5kk935s/guyi8wZtMHbVBzBirp
VgjxCzS9OJmP4Cnnk7TaHPezCDcuiUxrZA35fUbtAcJhQxHG85c0sZAeeB08085ZV2Nib3iJHUZh
5EG47yzuoKPIiu0YTq95PyebsM0R4cyKFr/ZpWuKh6CzgX6aoxVdDc2IZfvzS+CgieLmx61BVlQg
Q30YlHqw+IznzEfINrvtUaSj3LXzvaLipdEtBVn0FlZWC1O73aHD8fZDjGtQN/A0YEZYgL6xmobt
rnN65tiYBRDmhhpcfaV3k+wewB5hapnz4slyUN7UDN8YaciUFHafXRU7eBInyw1R0NXDxG7xSSPg
7NGT/IX0+f8XKkgEzL949v8LVPD6M62+/y1UPbz9j38CBT3vH2QIucJzbIgMjhuCJRm/Vfc//pvh
W/8g5jvAIO57toe9H2zYP4GCwv+HcAMICX5oAjUEbvEfQEEBa9D1ffhApkVa2cIa/J///d8AEepv
//43YMTfmFcgdHwQbbwQTJfQs7y/UVM6PzONbjIA080rd7Us5yxaERsEyvYv69R+9i8Epmw0I/cR
V9C/HKj/Ha3ib1w03hzYousGFkARkIo3DNK/UHLqyq0lmA3ivCeYwzgvujOofuTplGPx5OMlD7xv
ZPX/j2+7IG7+5W3RwLlDm/K27QeJsEkJfHoPT2w9UwxXZxdaSfl/ecu/I4v+/kX/hizCEU5w2cA7
oqXq9aPlI/fcxqjf002Xvf2fvx46hP/ydoEFsw3NjW366Oj+DolUhdEgN5S3ATU6oWnYA1tZpHKs
pKpAsnolQ8FZ+OVeCD5/ZsN1DcuRiC/fLVd0DvGpoKfIjAgeLumr62qmoTpKePu6LV3QEw4mS2X2
8FHN98gfrFWNFWw3l1gZKTkyD68mTjw6Mb+iprk4Y5yy2xPlQ36XBL2UjfcRRQ4meEQsHqknqVbZ
BvdctfFuXraBHB/KhF1tHkVtPxF2LTDmTIDYZ9wiml0DLPc7Qm2TU4SoD0zse07iPNu76dUJ2N6B
332e/CJ6vvapzR6jSQ/jqMm0903ojJSMLKpfB6/9qeaJK89h2MU5XVfzq2vCcKx6QlwLd1Hz+Gtq
YFd/hNrvuicCd4+0IH4RAHdnR0SDhpXzDWj/mjbyk/LB6zg3G6XU1XDH99kGf+t3HFniDsltoyCR
W7TDRwrmniLISKPwLbwvuKUNGyPwcXoQEvXv+DopJp2maT/NWHJiUJ9XqbGbZwDvZQ33woP+sHHq
g8x/0dP+Jt9BQrPnTNg4GD2bl7LjvFkHQbm2Kv1YW/W+GYt52/ZjtOWwHQw5f1TGyUNaBBVR00Fu
2PkXGGRTa2HKp1sh6k+fanCW0sDr5+9cT6+Jh+82RufTTq8zISIkxTUkiaIJzX39jfP5NW5+V6X6
2StZ0P5eFkWZMta9sZ7zrNz6Y/MZ4Vo0fG9nV3T1HG94dZvy2xzrJSe02CyvUzrTqzm793P94EkW
xLkSbATJoG1c6lYsWuiCP2HwauAbYJCuDJ5S11thK6Dr5PBgsxo3vdHQql36Y4VDZaZUHLUAo/fo
4ZVCrbo6En+AgbwW3wbclT3i8LUgHXyVGzBMyOn1s/SPWpZ1paJRkxjdJXcszF4OXAW7aD8oGyLG
rtXvsEYzaST+RAwy0WM5zza0820WpAgVMdecrb012fGIyWtQrAEfRAogSbrS5docEKuamX0t8Ach
68vXieQz+6p6DK32CVIQaxLLutRZiHnOoErlmMg2CyM5InzYorulViq5fmQOgzwhrpPgKVY2kBiT
XLZcMvyHQRJvxokOAwYdGf0EffPAa8EQ6xjjIw7GCBezodjPu3cbKxmvLJEfsf//dflWS4ZIhGqE
xBKo0EHxCLCErKJY6VUnoLFjZl0iMXGVGxaKZJ1D4HM1zhEvPy7XDXG6L3k53s22S85e0X1a0ovX
wAK2dU2jXfghVIKQ0JPBxo07ofiGgfhdGJjR58Q8DD3y8FGffdvPjmSnUjN3SILO2wcEZ4AvenWF
w/BqVC0WcNIKiYjgvJlkXDDuVktjgP0wt2GRynKfZdE2baN46y53XI0ee+3vqT3swgErB3YlTG3C
zg4DZZTebrD/ot2GRMLdmcfEbBjmd2l1z/DY74jxWy80k7W1PDj4TtaqZ4wXbbsLvfF18DnGym0/
/cWh7oc9TjqPmI9whm4bE/9qoOYY3qKB7MneRX1dAqqjMD2JNePnkpShcRGXx+VyCmqYUrPNYBZ3
KZr49LVw3lppk5QaEKDllt6jW2Na9LghEwJn5nqmXoYkKDI58xQpgK8w5N+GI1QAs1rMISjAe7cn
cr7A2V5GfCmSX02PN8li8Y3wlqyVmTMCQ7heTyMcyOgJnje/5qQKbX8TrsNYHIYH7XhPiUMLkw/W
TfywCuvHVEASGcZ931avhk3YMSVcVP+kmC3/f9LkAvv1e2iPr3KYX9twqT9H9zTWsG2niFzibHpd
WluIHp57LbcMqqi6R4wsNZ8TjStjTFt+tqn7KqvtEDck+LQOfCPqDi5XI2MZHSrncRTFo2WWj2Uo
/4Ta3wz48GN7uY/JNVvpicOljHwnBgQwJi3INTV8yuTogIVRniKtrr3JoSgnzk5PBybhsKIs9dfk
s68a8Fkc1gR5GyQJ+PrEWKbMP6TWT9e2MJg1Q4RoVE2/aXMydmbpS9Hdw6KRmqpajhWV8dMI+Wpx
QEDYZMxHFbZ0r+bXGbIzH5IdPw6DVYlbD2CLvn1By0B4K/vkdLvgQcN9YjrC1U2ZNSRrlPdczxbz
aFoTJaa6H8zIBIbYpCdlnPCQGI+tqcpHX6grU/tn4sQfbY7pPPUFVk6dX6Air3ofgEiYUgeaEiIY
bWfbt8WXtrxmnS2jGq3MejVaOZKEVktYqMSFpGO6JYZyXY9j/hiM7XyoGxr8XROh/fPVYzZX7O9D
EDVB6y0RLpgbSdezknZeW2P52FbcFPY0Pog6gXqjrrJyjdUiYi+WmS/piiut1Edh1D1S0+SZOfrM
KYw22VCzD0ePGYyvDS79nXBtvcqzmtiUKfzTxdW+xGy4QbjSbCxg/CrgKwDPQrzvIqPSVIcM7thT
gNQWefT8ShL5OsPevWWUNfZNU8JzShNAQdioZnVuxxeNsMj08/vOxj9WeFJvgin4aCVk0t4m8DjB
diD9AacGrlcfTOe6i1WxNV1eikn1t3L1tiH7AMWFxQQ4XXL+1B3K6znqSCkY7HdUU5vALffFwLIm
yvrzmHX9OfNQw0h3N9B7vmgDgpPo4aGQJkBwkPvD87mUZT3yVpP9OVrI7GucPEmjKKbr/jh4EhJc
HN7rdnpEsIE7ukctHZGMl9O7WQ+jgiBSVLRYHL5UUgUczsIr4Q7lL4OmaG5jCKBTDCa2zgmw8TRz
BYJ2whEMk0F7SUASMBxqsicnHYvFEAE8Y+yOmaycdUgHmL7cI0DsL0GkxZpoxk+jA0mN1pGjMQ+H
1F/XFIZoio3BioHvyRiCYxtSas9s2j8ItBDPTTsfdhLXWtxsyhbzhtnr4GCI9mJree+MXnVWOn+L
DQafAUnHluTpLalekzuYhyC0QEZZDSnRKZpASJ4syyJcPtYSREZf6jAE4y/tk9+YOS3lNxf8EyGZ
cze84HgWlOEWOS9BEV1iBiv+nGaHOb0VI/UU9ZvRbjx7ZCTGDo3ObsKTFIw9Ir++ppId/cTaPa3+
+hCphBIwuwcx39uGvoRT+olYKV3c4tjYnQKED4mIcJDwYDtQP/DDxbvMMN+NOEJW0DUHD/7kQRPq
jIKyWVprCRLEDg01m9BVnoiX2UmfnMRfQvmG+H/xdF5LcaNrFH0iVSmH21bqHKChgRsVGFDOWU9/
lpiqczFTtmdsd5B+fWHvtfcNkagY1gFaKVZQOFJJ+YPStvHJOjqrzP+KmKkWz96kZmYSJywNNGMH
JuQrMFXoVCQ3+kC0pGX6HgxuqiCSqlMML5oDmKKgCzoEyXjUorASt51cPpH2RJVUt/9abk2GO9+I
1PDBDtE/FWsrA0WYfkkmrnCTxbGoeJ1k7gKXRXqqTd+LOEjuVGQ421jxM5ZLuVs4cmuBODcgwfF/
VxQHRWyYMfdLcIqZ4jvW5AVGg2+K0yOcj9JYkQLcF8y0VRkQKZOqtZOQNhE5mQAKMFZPQnDNtO8w
48tuiTB18RucUDRnLm4VQsHxOE2lFruzGdSuEsdfaTdkpOLGdCAJekELXJKlLayICO21VTMNCPHo
ABXX4OANIl7cXmL/L8jiS6wAxw5lQuvovmwrq0GWjNpnTiglxdYO0+5wzeOZY0BDKRsGfsAj3EvW
5YMydr8klFK4TekXXRGSUplZWlWr1MI5uBqFKWNVhTzRkW1zGcMGVYhSA9/sFaL8ugoZ7U5ibfsH
T5bKM4QpwVYixrrEkrDQiMjHFnFErxN2yBiRb0l1v2nQ9EH8qrGuJ5xHnWxbZApgXyNurtSUoxqz
3y9YF9TLjn1bbvfr2H5S1TPx8N89DSsbPZaPrLvX5TwPfdX4zkP5tyDeed9olLbQBEkJlfledZV8
g0mvdyjEUrsVmRszoXxk+vBkVIyepdJYFcTRLjThH2dy0N2aiKgrQxrdyEjYB/W/WjMFrla1NLZz
8qKIWQTfehx31KhnjfG3nEGOiU2l9CR5qA8tpQUiF0GsO5rNNHGpKQl1rVos6G1Ps0F4U6T3WA7E
1NNnRK+hEXhKMyEqaM23LpU0p1GF57gynuRq0Okm8tbPlFWrBiIcrQlVM2s5VF4UsXPV+kGytQYt
Pila8ByckBdpTy1wREQGuCaw0RF6ic691JiWD/zeBFhLCR4OS1Cx42dfxtJFjkQi7mghVQkxRzis
7jltBl9RHyjQOqTj1jP+nW5HZcX+btIDNEgrH9UiY4or7kghnPvDxH1tjdYFMj4dOSODqB8BpbZN
wfLDND2sundUCrASpi+1yfBasqLus/CcYGzcFQxUg0wfYVBOXytfk0OR+0xCe+OOQUHvbrIW49Pl
cu/IdiKu3DHU0Np1IzZoU21YJegTXVzbHSe4f66aNONWx40K4tjc/K0i6Ta5PC3MO1PY4IzWBH8Y
1ystI8gZZbKv1DI6X80bIzrGRrIYIHNaMidFb0qi1x6pHlnV1PqQLmePryoiyJ4JxLYwRaxlBhyd
lnlDkboCMQqA0gy8++KyJRrrUI7VqcvwQ1v67MusCo0YZFCkLrCnIo+gZdHRC+W9kCq3kaA9DawG
DCH6GBN0P/8acdmrVDWbSqs/SxV2aTtJKMPUfS3CygPVtJgTlCkWYEGa38Sl/knnGUgUn6HVYNqP
iN7h/Of6ZV641dviXZwx9JeFtJvL6lbGwmeFcY8VNM1Xjit7mFW7GCSeaZQ57FGtpw4WpnORiKPi
im2+xTEFPQLuaCMX0GugURPcbZBz2xNzXZZPvUYnG3TlmiSafiVK2G7EQh3tWUX5zl/zXKhMDtPV
ux+4AwB3R2flfAwMzEaFiIr8VZiMwl90LSIhJz/LJiOwGKUxwMjMzQtSuJDik9qyeGrV/xBR9TTk
0bNRkHS7Lhv1rKZljwodVxCHqiEcFFETnDxSGxaX5QPspuyA6iu9wHRl5lEbglVxehmpzTpmOVTg
S7OQV8Cne5wa5dbG6knRG9hLImjopCIpMFOmnaryajLd3KqaerQWtFPsP05CwCQl4WujqlWuFd5M
D43kuufKwUkJqq/SoThGmnt5Vr+Q4FTZE+KuYBVz4hJSnbDKr/oqYZCYJrlzRXvXgWJyegp7sCUc
gkGFvrUerp0yNUyH1jWdqL/qFEnw1gQ7b9b8R7XX8U2IO5wubOK3M2IXgJf9rx7ptZP4f2vxouLj
ktuQGmndOIPrXBP9oF83OXvFWgr2GWKoDRrpLCcLVi9Lw2b6/IJg0vLW/g7RUuPO9YPoZMimbBYI
I/WQcZD9Is5s51eZaF2de4PbMZqz6JgllD+zKuxLUX7KxvbNKDooGTP+niGfz6nRWBwogFqUWPdn
I128CFNBL0mFPbbt7MwxR9hKmk1JxGJFnrILmgaiaCa8YXGER4CR4HbOV06pVE5bQWlsdJi4zrNK
efSJcezRxnv4hQtfRfJ7KNMJ3TJra0WshN2gJU8YdfNdKWs3pVaUQ0ERFKxHfQpqWAxKD9Vtyz0H
M4KdsYRAgMmvEoa5XQv4JxQRMc68KF9RC1q0rS6ygVFMWaUK1jyjhB8bTzYMldvZOiEXanb9mO0G
Wb5kdakdJnANaliP/l/QTA7EphkiBk44VnBn/Pes1nsrs0fatCSia7IsHthaG1HqBobFOE2MnHGp
H+WS+3kPodFEYAfdhRZeWuURsm5SyRnB1VJKnB6tYv/pVSo5w8fBJBMOzGUax0dA+PFGl0WsfHO0
/5NhlYbS7Orx71xMXkCNNzvSo4K9TuJX25Shj1mzswc5z9xGZdRaaw9gzIorw5Jp9Oa7yoX3DMIR
brgJE23KUyHTLLRBfIAyyysJ6xsFpelV7AvDdFbRvMWWXxhJYw+cvVIUaFAorFdTQ5YLnZAJM8Jx
VyN/cM09B6+xz+bmoINJj8hPRGbHE3OcSiqW1EmYtPHJFN6fHoqrZiPNKQvEVYeoioJOzsvszUPf
Oup6fXW9EvskO6GwzWuWdVw5mcAGdG7/6YHKuE6TX3E9nOKscNswjpy0CWmN3vVGGo+hQ8c9+VPT
7MocpEU3MnzEw8a9Qr7436I6jZLe0zTKcnBvqDQlrnku7unAxPebSA+GghmvrBHUU6YIlyEhOnqa
jkUhrVo/Ob2qlfBFVm0cpoYji9Wn1eA9GpGbsRYspX34oQu/8sJiGJYRXiOEoohcIwuTGWQWZWCp
YOCyAnyZIQ86SQ1Eh1X6xFuhyurHG1TNo6DSQFiLpNm1lX4XE+f7bNWJX7xASHZRZgX2oInNpjZq
QAir/iHFOTyx/7OVVT/UGoRYWhHjOY3rD+I99sN11S0Xwv1PGBUro2ZDQoncJQA6ZZALsWl0JkEW
hDmxDkemtGhI1z9Z7Mx7a85YLEDrpnL6bxwnqMZzfovnz6W1Ep8pykkXcBhE7P7Xp2gMPcAmmGoj
IBgFRaRZbFLXIeDCbLwc68sos92k2esw8JcvYwfjNGxYBwDYeSDDWmtrWYdEqF9GgQF0J+7wy9j5
kN+Fby1AVr50ho3oxbDnSIPLGXtdpSCBElRPGyKvJk+pV+vPWtvNTYrEtKYlb7XgSw9iL0AlS3Hl
WSoIIQuRiRFLLI5186FMyoEkCPasM8GhnXQEPbxpQaXmBMFaI+/CLJvPtCGKAJov0lwt7DetWzbD
N6lliL+k7KxDqdfSkMI9aWe3fJr0o6LPSOzkSXA7LadENHjmdbguK709hlXA0reX7kIFy9oEQgji
iA9SIK9Hi24hPkOtKSUmA4AHxVR5BIjt1Lr+NOWZpU0v3KhQPyt0f3BjHkloHtkT3FqJw24U9lXM
1niRm88pnSt7rMqtHvPWmqn8ZDD4iCflvgjqfUwBT3XjSWDnuEkVC5VKBfGZK/4Ts+OzKhTvasMv
pEJzsNoe/L8GkE6AmqQL1VNWwRBteVimi4bDAOEJc6y3P3VNFVvHnGsB2VP5j1h5FIgNOoY/DeD8
mkvSB0hVPhZVJveF592fUsUoOckJkLRrQv00CEP/ySiamB44I16c/krEBeSrdYLyKocyEE7RaRVf
SLS1sJEmJ0d0ZWvqU6mr1jOxyFgwaQJRyRH8CSJxak2CjCtqbo01i540uj10Mobs3cwtSVpsMBAj
35ib0cwN5LbJeIOxvMVU/CGTJE6jfWmZL7mJakKj0wlQhYvO/BxdYc6sSdZPaYv5YG6Nx6IRJa8P
sSPnlE5RVI4uIMRoFU786byHhM5dDHuKTtiIf/KKaFWg/DV5WcgUQR0o6cTEiwRo7Ok8nVuNYz/G
Eb/Jw4TXQO+3zOhxOsOooMeVz9KgmMg5mejNWESR58yg3+WKnIags25j7ov5zzhYX4UJRgSbD0D3
+n0aOC06rJeDeReaib8vQYGSWeRyaCGKHQojgirEzLRxGbNNTGZmymtj2ylbLSDNUeK2yhQJFWh+
M9ckuj7hgJyick8yKN1+T1liSMZ9kMIn5L4MUIcRl3m1/ytYanQvMC+G7IBlqS2SBk21cZ2Sojyi
KKluurgbFPE1H6G3tI2o77UpfiR9HSLSI+uDYHRPKMXoULKrI8lJf9HqUd1ir2EsEPuw1YNDTu2i
smKq60reNnn6hJyiPutmvytRf/oLGaw+7HPCSAWkPso9mqfvVkBcDYp/PlDsNQcNp5Yw5RayC1Yw
Ad18Py08TdqSh27IFyEHOicVn5lplCiDBuLvtJdciMMdIpJwKzxqgCZ4QnZLY+4RpUMlW+vUv2ch
/G/EufITCgCeBpN+DjUe2ZCFzoSv82UzVHUz7VQrJi4+DWaFUBn3P9ViM0VQFnCKxkHLbnRijSjy
5f0d9CgWik07BrdOQ5BWo7j7u3QBNNHii5kGg2nN7yNJS4Fd8ZuhKHRUMnHF3LyKqNSdPB3OIEfx
a6GeMpBnwQgfPlbxmDkggvu7z+lXfpWG7x2VWxNLzJXr6rcPI9cM+GOhHgIhrUqFXFzUuOvVMJAG
Zq2vsVxz/ep0cTqT0UVd0lpwaNl1UpZOWZTsxGYGoaiX9Ip1L8INstoRLf0JtyJcp3gBFhz1pm7H
xFLt5cT6tEbWpCiF3Coz522SUgEkBqknooRprwTG7QQq845sCG69+qwwWIQDsDCgy1yEcijAMiyA
TIcjhLSutfBUXtqe1TfcJI9PKBnGeS9BCXGKYnFAuXMPKvlCfcKLlOk3ZLCw2w6GjLVKhei9wEGK
gmtO4m8sQbGxIsvYD8Ze6vRvgu+svdKG4gZVgOJERjed/36EUllyuFAlFvpT7BEkAEeWgEX0pohq
RR4RXUjAoUqGymakOrYrNHEk0lYvmCrTnZRujekmC9yzSZcTVxC1FYGQM1x+k9M6lB5yHBzYV2Z7
aRC4k4muW50m0gUHIOrwcSABHE1jlBBUE/B83DbCdCXMBHatlceXTsx+MpWnzKQ3gJcpH/VAzt7q
RPEb0fKVTH0HLT3dFm2mlYyvEZMZL1yS70I0WJPKJlsbiUysPvjA22Sw7leA+uUf8xgSej9mVI3G
qYgc7GjWRtC75GytNph6GbBqxPWjIJ3FNWmmQGxB4sKxkbzNvHLuScSbWkNvV4WWg0EVUq2Ji19j
siDXCvq/uop9o9T/jSzgNTnjnq0Aamo4wYsxIc+hrK/j+kBDPKlUjcgDL8HxpCSEX8SkW0vx/Nt3
RDh1+AbRRVwH+oiNFgPFKWqf0f93UMUnoSvWWGGR0VuEni+32GvEIYpeIwweIfDljzUnXCHKPFnu
ZY3QezLaH4u9vCPA7FSZ91Yd0kkW9CjJk4ECmdWqoyYxUkFDgyklL3sxLRdeFO0+IdIXKa6PFbnr
7AiHdldX6Tmvagh9Mvx6LW0JCmeBJQXDJ7S64j71jGKtFLBG076A2C53Y4ywkop1ddxBlrPWQAxF
3ActMH4GY2cjnVdVcjj7VDfrFHwajmqlRrDwADyqwYtMe4b5SiMiNLpLahM4PPhMysBZ3QX8UzbF
me34PtBFkL8GROOwME/4mrtDlUufWYeUcQJV749cjRAqqeUQSy4uSeqNnwssP9UiPSrp/CuzEHF6
oLN7mdmSr6bFW0G+N9q9ieEQW34vmryBKIADmupdG5aBr2sd1ZEs+1MicPEtC3nGOrk5Ujiw3hWw
iY5jDLc8XLUTEqJSg0HpXIzPlUianq7xCKWwQQnJrs80lvrJUCFh18giS+s6ygw6dcKC2brgpROU
1OuS4ZKqo7Svlpw0hFR2C1DI25h+iPhw0yMkAUhBKNF2WFG7//tXyVN8r0iAX1GmL///oSxygUnY
cEXmw6ru1UV7/u+3sj/kP/39v3XXLMrb358Qi/ckkDcZYgU6CzjGnQqIueF7ZB7PH0sgW+wpSfAi
hpUGZ/Z0L2KzuWQjMahSESo+nU1uw3GyUKAs1s3iDrCVSpqhT1TWVrK8VChC8JDhxQI5+PmkL2WD
09UKiB/gYinkr6IzftLbHArSLu5I+ajm4FK14yGNrOXKe4j3YoUPK9EQwMb9BqW+dRHlqsJ/G7pz
KJOYF7M9JlUlRQDzo2mcY7moGgjbUvb7/H3PEg/0BbVzANYozawjdqldoXWll1TVexqlHZOE8T0h
dD6fguEkYsz1RxNUIBkPWNst5RQ2KrjvjO9Qwds3VWPvsdcvULjH6SHPJ9+K+URyKCkbOdeGU12C
uwOPua1Idd/KlEx5UnixpRyaOEiprKG65WXjCWn5MskIM5IgB0WiUkEqE99g3j+6EsZOWj3P4KNc
Se6uegNyeNRJLAza5sBMCqDegpulywZtL6xErUhK1R0ZeCiwsW7y05IDoQP1Xf4yWqRI17KHVeJX
jw1v1IKKr3cPfI9JaU2CV3IQ8/VOh7uCK3aKnyA+nIfRMDYRk0NXIhRrzxZ/V4tslzGoeUjTaX3G
0ElyLLKhqCPpg14YIWAm4GY0PcNQ2nO/UEGFbXdWRBky4GLBN5+IcWtZqzF90PoXVDoJjfdMVpFc
7RgAYqQUre0IVZyOFKzY/DNDs3wgqNhg+duTDULUeIv2I47YNtcFZrVZY5ZXDNgwdUvuvbTgYket
takzQCJ9G7H6qtLQhTYhb3qB+z+tqu8lUgyvisynqhqZTFRsceuZ1XSyypCGSEsO6qTBa2j0/Uzc
A87t8VdORsIDcCVY7O6MpfxNFO1VG+d/pMkgK4rVo2ZoB3ZvDoMhhpFAZ9bJ0gNZHlzmvrhzEWtn
dSZctGsyXNDRoj7rV1OI+1sfg0uRQwaWopQ4QJkKImwCHVzHaOwKwE6CkYNKZbsF5EvRuFUG4wQD
evQ1I2NoRkO+bbrcPGAbBgHcCtZ+gJSyq4Ep70eNt8Hln+9CC4p8KZYtPYglH/U+WPwplZVTElQm
8SuDdi4DNuxJdGprNTijhyJiRk7EqyEFhUtAZbFd2PagcEHy3mH4fpKYQzqapA1PTGB7ZxQ04UnB
5TEIFHBmmE/PncpqvRG6+F6rZOQKTS3ee6uecVMa+QuSHRCFRkkBTLov5tNu2kkBDZXKHWbrRdC8
jrQxOEPT5hUCDle4FlevIQQ/exL74rWrWSJVZB29SiZGb7JX0lexqTKb8WXyimo+swnyiF7/DJyS
lIavwcx+qaNIfZkKRARZYpkvHEwM5NvKeEFeVdpYVZsrHmsXf7jMhBt5lNmgSPz7aRIt8hlstuhO
8VufEQJUjezWA0tgtVgLV7LetV2st+M5CNXh3HXxCA26Uo59xB5z/fWuHslWsvKBPZWhnVqpO2Cm
20q9br52qfnSjegii+ULqGHsAA1lJoLLyM3N8D1ZOrxvUcP6OGwNR5/gNepFMnnlCOy47aHlmwNf
hDCVhF3hbGdfOXtx0+A5HnTVrUt2o40ozSeZuoTBSKq4aZd/CvNyBN1RXhM9gfFRncdRKf2sTo3r
wisWEv1YhMneSursKdc4jtkA58xeLc6zoUAXxesPUlwC6SgHPIjYCKoVSgkVq/gqcuwAnjQMwAW3
iSMdXYAxnDR1YHsyBuYe0Q4OkaZ/6sLk0DXl4tftyLZGS6+worZ9Myb7adV8BQuH/DCwTyY47RiU
5mh3yz6oDR3PRExlRznFQ6D7KMRy2bJka918br7NIGHghvt0PbVDQsOh8fQNmQsQVKpGYze69rVs
SWwAqxqHO4cIhvhj3fBo0KOarZ/uLyFCLIRgFQIBmSlPpOCmIIwH3gGWaysbRK4qE7iRpuunhGKT
pgmCiDL3Bwm+wqZgBHwxyuTI5usA/xMuXWCWXmXG+PyyZtpy+a3ZYBdhmGpErNgUh5jhuQE7oZjB
L6ogvWwti7Rtr+v09FPh4IOQXMwLdA4Ji0U1eWl1qb6G8wQdiKEYxzaJIGWNNUJBOxq/LsuwPIWM
ETDBoW0pFDE4tdEY2QpW7J6ogT2SODhuJIYFUcZREjZ22tcgJCdmArzJBeAfeXDGIslM6k6mKKXn
ljioeezVY0aeuktaiblXB/KT+zjKgZLM2BqEtS+TL2wFEaoqykNIqp85a14ihMxcWVjjKpblkyYp
q6cix08zkDLPqbXNQo2hZcmsFs/qUQxahgLJDDPaGi8ILSaD49gCe7Xn2R+4sx4VNtaoRzmxH5lF
C4tIX0BNmdTxABFS8WXjAju3dNqIhU1fyfleiAaRU78/TsjL8BdBH0zMsj5SmZ3DJRi8nuuN1XoK
vCMq77R1EmojcjYma9p3k9owux/AoqiQtOeu9+hMsr1mCI07zijxyvBdEC1k74yM/bmvr/O0xqhh
z9nyDH2TZdqgSDHX4c+2MZqzJWMyVtss8YrazHwSfWrXClZrpR7uezPn4Vk1t1ahAx4oCEChj8xQ
C7JzlmliFxuIRyobeFLGcDSMzoPT3QDk0y9/jSOf5KbJdcGP6mVrZBAIMw0FwaD5aFL1m6A3GJR7
LXN73o8HRvqkGchxs2LQ3VSkj65FGWW4EJ6XXK6O7UJ7ISgzZAldZaxDTADVDiPXMUc3PiTJqxIG
2T5dwOOKsn6w9A7qg9Zt1SS5auXMlCQLye+t1X6HTZdeqAsz6RCWvXRYBvaDoA8ZhK6/9vevYf1R
sFjI0rRmZlidt5qT6/DEGr0leMAgtIN4MsHGGuWpQZ3vlGkWD/H6H/5+JBes+QtrRQNPHQTck4n1
5jZ0vibbCxAjrtN9vGxQiZq34W1E7n4PnXoXO9K1eDM/hn/WkdhTNcIi7AkMfmFgOeor7YJ6q7kQ
VHe84VALPhX8a+OtrX0LLaGwWccqIP5UL7I20ns4eJWfbMVt5heu/o9fuJTPOr8VGb1Ev1Fu8lcZ
e9Z5eTcSGEI2IjvtStgNecHNi3GMveUkiJ6wfW3wvWHgpMC/kKhk3VkRil/GTj4niq08p1+64aml
s0Aq8CenTp3iu7qnDNrqk1FdQDjrt/CVcOm2/hqqEwfCSvjgOcIqszhIrQtSRZGdHoMqhscTyugc
mGPBwM6xTD+u6BgyLwFa5COFkZ/qrxKSxDbPTqZxF4R/vHXEeZ7yknY20h5mTON3vUNY0rGK/ASN
Op1VZFqNXe0rv07v+TNVtwpiAIIFckXOjhsekn5XvCavwgdSAkZJ2B7c0u81V3lVvzL5IIsbBUp7
9NOdlBdrD1g62/Y52uNtyDJxMxzgvuWg2zfJx/CZDxvlFjnmlTc32+q/yR8fREiDK7j3r5JHmgRS
2xNJCBUsrWeeakiIfDpOyUUuMpxVYwO0OkOFsSleCFNCTSLcExg0mDAHd+icoDsvl3Z0QL0U7HNY
+DCu3IDJHxMb4uDzuMX+Unose4TEZbt1gHbGdzPvi2P+Kl20ezHaqn7r5W2Gwvek7uHGDT2sOs96
Fm/GXZ4dmQtH2BGAQnn51u/xBizMhhNbOOYH88TgmEbynuyyab0CQjqOeRs+WNgNXvHTnOp34TaR
XOYpfr5bXPXwgnDSJWaNN/MA2Yqghmnyv5aS95MAkLN4lr4nxv0biNPYHC6w3bsP7BAPDuBc2ZWV
K8X+qPooMToeqmdrFyG+bm1jN+cbUdklL6Zo93Sy095gyMyt6vT32ivO9OFoCWYYx/volSQyS3f4
RlpWLI3THuVNsg+fpxfBT86aH++Ml6a4avGOdOYgdB7STb4GO2rTFK7jowOS8dMccptjsGVYwmzV
C4E4oQR9B7zy1hwCFJuP3iPj/WnFq6Nj23TbaI1820Tn6TPbNyfjWvmfU2S3R8WvXFS5tYNV+ZF+
YAh5Nm5oXMq3NWcYlLKrph5ZnxEBEL/JL+AZxBNtvUGEeBaVa7eVDgx9xg+OMuWLPd8qqEcB7jP9
zpDlnRU+GJSa2+LZ+tJSG1vmi2CzMgE4dO8O5ojcYSt9tR/iimezLVc41Tuxt1GBWvZkm2/1znyW
AD39g6XnNH5/yZ9XRw9SXCK+tulzNm6FO7OipOMrZRwk3uGz/Gvfkk8oN7Vr+NptMTbNo4Lg+kyf
uPzCSOyybX4Un5WbdYuSHWOwYLcwQD7zCdGsQ582N+2XoDqdT7lRuKyJ9H20Ly/62+gZH8GxOYR+
sa1+Wy8K7OQLT/Xcbyyy0Nme8IdvKnXTi5ug3LKnO/TGU3aDbhd7g7DJXpjbv4mKjVNTdbTVjO20
W0zSiJGR1o2/oXiCDJP0PBI3xjc6zpnIE/M8Iq3BPs4JdMezUPOs4aIBMTkDJUGaR4AYJHQCtXZ8
8pvqNfoUDLxGdvuPjnVyu5lszQ3L2GxDpttWupKMgnaE5KdDf4wbvmwuJuIN1kfTqn3YmJfqhj/c
LAEAsds5CKMPfBUBNPI63W33wQuJlSow5eYJQeS0XIVnmb3jU/KCnltgFLzJch/fp3Satxjv1C07
087m1P0Xns1TBanQEd3uKDxPV+u4XASWqFQMJ+sYaqfgZwQTeCSakAkwG9E7T0RwE8Wbdjeuxnv4
zCPh3dgp38Kx3XL/JTT1DAxy/Gh2tG1emz1ioBilqC1eLBczgx2967/hAZl4yPJ1I5MqbAPeZSMB
ApELGGDgJvZZ5Fr7NkSnQIgPN7NjWa753BDX8yuGrrBPPuAGBU/STrrU/WdyzB/gwZjakRe35p/b
dG3IZMDZjLycS8ZRNgfbmvNQHH1119ZOuMtnL/m1OsIvNqajjTwyVVJ8bBa9guWEmsOdRfQvEJr3
fNdWW1ZKaCoMrvOdcGIFi8p6dhTEMixAtsstKnxR3hQumfWjHbkG0uybMm9kr3u1TpLoVwdMkJqx
qf3pqPsWt4l0Ed5St9tSusvX+Cc8JaVjfovDTudMvcKpQLvQO0buoxOmCFL/FdvuwI4z5y3WL2Dp
5tGWC3s6rLmlbnku3q03anTpWAvQs2EyOsInc37kuMG3dk4BuV5TUjmDBT3LpvuyRHR6CIxPTcCx
4IDhew6Hmz7tl0PmtH5rhxiA/PpEJt5X8ZDv81vO0uiL0U+0Nw/AVVS3fY9eq9lt/3HLAd3qDsqX
8MSn60nk2Th8YMZ44YNYahtGS3xPo61l3ZJx00s7mTUaIaMC3xL39EZ5iPFeN91pp6VHKOZbyV8Q
abx12w7lrrkBbap/ByDWJgeun3gg6Nc4Db8d7DxmXzKzIL94bREM2sOL8L7wSQ8uWdXkG0FWZN/k
FvMTsMniQEosvf+mPkZb9Uu1bj2sS5Qtsw0H6F+wUwTbAt7/lGhbgWCFFzId8S92oHjwbPHhHTAo
zi5BKGG1HS9af9QjHzcGvNxfYmHJjNLgtJ3YyWs3SOuK8DxTb8S29trcRmTyX8DmceDj9LjCwEZS
g7LWQJkMV9HlxoTL55vbHOodkRGAE655tZMKJxJtFlbIH/pD1kG+3szFXn7i/zcIOMJtMLhEOwwH
AsVXbWUKcXzDHkmPPKXwgLvTs8f6jUohKV909dR1TmveaSSF/kTBVv00T50F/HIbUIZ+JPlOunFA
IX+S4xeGgsVTe4kvBZ7K/Vi74XP/SGsfoCJ3DOuaDQk3O8ICvOofrN2Ih/6rdpkUfCoeXTHKAH0b
ljAc9gznKOdQIcXn8NP8kE8cEtlPchs+DGZ3W1JJPspjvYv2/aF7V5+qzJ/ZCKMpfQboR7Ic2Sp2
tBCE61RubWytjy73TRRF+aEkTKC4EFuCBTCCK3IJl+fyu/pYKTS4N9E8mJTmPyR/YPcofvF25eoP
3rL5De8iNqxMh2GEdh4Lo03NSI7ypQGFsmdMei/8uD+0z2w7g4cAA/C0/JZH/bl8S0w72Jr3kPJr
X7ziQbWVzp7w5p0qzan4srCO6HbNzcq3xMV2qyW7QYFiZy/UcV3xGRJgy2j0NDHXe/A6MYdiHuDx
tQdQgkHHfGLjFlQPbbgJ1/wZp8wEEZHbjK4DqegXYs/lhwdbjTHiAASVGWVwEB/oVp5buo49fAeN
XfvZ3BLtxMdHzrZ2007o6JPX2QuoUb+48AXgKnvqVgw/xPjaxUdcO81PfwRkzC3D4wlVHYL8Vzjb
RFRtqVuc/AZzuXE0r9xnHiSek3ms8IKZVME2lMcLlUP4wT2THYZyX2GBUX2SrapnfSFA3Vv9tikK
dhe+CImfqOkkba+dDbjRB+bqzClUaJhI+T04Hmw8q2fWv+GHxIFFRZU4GEuKQ2r62WsgEWP7/S58
VNOHWN4GUvDemDqHYAg9KqjYR6KAkJryjCDvSSU/6KmvyFihrO/AgVH7iBvrmy+Dp2pKGU9Ds4Pl
dMrv04sZb4YPkombPVwvpuzfs7bR7hha2E5K5MRcG1Z+Xv0gIxcu9RNhP3TtcXuIKPxkooc8kxjo
F27QEuW4BwnuFvqIbE3Ozz3JtMfyczA34SG7h+eKFsqiVuoR7PwwCHhSv9jP0IhSsJouNhnriGIZ
cB9i8X18LZ542dJV/IAydWeYwV+LO4oe4R2vDxBPanHxUDp8ucIh+2B2R6OQ/bTBAQHJumW/h9+c
xsT+oKjqzuYDw+5X8j/Szmu5bazN2rfylc/xDTKwq6bngBEMCpSo5BOULMnIOePq54G6Z8qmWeIf
qrpUVssWSWBjh/dd61k/SyekpbfJl/qbu7cxa7qc+dgjz7IrcYeXkbpevu+2STWHZrj035OQHhbn
IYcwQp6jchsuWaMYLw2xAdN63TxT+qiLOaHNHBoW3o1+J70kK/lNHlZQCCH6SrcR8yHCTy55/UpW
hv5WwsTHEr6oxznAom7jtwvIym/urnryyl2ImHej7qWFtU2wufmLAlyHvYEJ/iKILOl5QrnYP5HQ
S9DKt/hALLQSC7dfGWtxKA/1A2LOJxu0B/5HhJ88qyhCV8PeB4C8DH8y+ynxgsB7smMp8Hmzjzaf
s0Vg24Q+m1W+fmoOvraP341nRudd8OquSXV3F32wEDvrWsFf+E5vAdGFGB8BWWdLS0MKP9O/S3vZ
KTDKLwUIkwWzv7mjdbLwSRRA6LMMN9XWxwJ/q9xPk80kEuMMZ22U23w6xNp0GNbU87zr4UF5fi4U
2vILyj40bfGcszAW32O07PN+pV8zcLhJ/kHd+R/YX+07yJ3Bz/DYvrEISPfKKn1Jj0OyJo7SPLjr
fmPdM0fxUFjvdN322n7YQvixXgiHgw0zkoMz719qb9EA9SAqVGOXNvc37IjdD5TjHNfR3oYfOkcM
dkY6YN2Zf4W9Sr5jlvdmPXaLqxAPzDG7zl6RowsS5OYIA8iic++8e5/naeY+xR+M4faZLfQAQGou
H4IbpiOVKQfL2Yx2V/VUPRkv1RPTo39HeuQsuC1W3RNnV/0q3Ssra7eJDvLSei552goEpdmKyZPJ
0nhhb/3Qfu8cujFP+QMCNcJW0ZFuW7bSq+GZAzuYymqfo5MsFtVKpuVHs+9RbBlNP8pDQYKuNwfj
yJTRHe3nod+JRXvtvnX9U1itpGRtyOuMUBhW/XntWNeErHP0mxw+HOI6bIwz+WV6gHrAW7v8JzkG
qjPqq4QdQEMMh+Ot+YvZ2tgN1/kNsyCaQ7EdeLPlurwztv2aKyDvtWVFQ/ABj7E/I1GYkgRRfRl1
IRZKmlvX0/YZL+GPlG2Zv+yX8juJAVG1ZAJ/kpjIJ+HCLHesq/y1esZOoXLwVA7SQ2DMPaNueZQa
fW0hgu5EDPOd1sz2808QZVscqLlYVKTVLKySRxrxPoam71OKdUZfk/Bmum4KkOwlsO9oF3z+/wgR
VhLVBUNFRLtKacnVKlnH8Ty5ECYxTGlj/CzFWrWyaoPPbVaSupWNlD96NjhdndpZEeIuCdh7oVJG
Ido1t5EcFuuYrMaFn7dYnQcehm76EiK7mTd0NvB4jxoyuGqvKz3bpT7750tvl1eNnpvryPTjbU+M
r17rbCjjMi624kN8ZJVo9wK2OUz5LKMIiz5hmeQSJ5XPL+ZIxLnkrWkuUMREYEwgYxmwffDtJ0SW
pePnbMzRPWJBpPCs4z1FyUGJdiDR0AiPUnTrUbHocs9GNKBgfS6vO119VyOo4Gk44artg8vn3QaA
19AyNYus4MxFLFMzF7i7C2/40HL3CjC8yhbWazCPPYemWvGoyPiPuRGNrjrolROi2kaWx/5gVaQP
jFgtqMzQOHPzR716GnTUq9OfA7sHLRhU71IYHgUE9LKv7mppjJgj9XnWx6+dmVNCHZ6GXNLWtQ60
tDVXymDdRoPn5JJ6rXHwBMl/lyr6vUVc3MxSgfuT90kCjEa2kHtwae4su9p+zJvRWEUeaiC3Hx+6
Ub3hdrCBIaKVOlH+bktQkKy2WQBnfrNVMjGF6+Po84lxLPdV2lebBpcV80wcb0hqY9LqnU4e/OtS
wnSCGWNYu0WzbmUvmE8sL5gZ1pUdi37XpmwyCXNeaUC9aAON+loI9Y24aI1IPsudBYgzgLi7+Eef
xsb4qXelhkiEpy5q4pURs12YArgwsF+Hhc9pWLHn3/71H19hc0AA5Vk8eFm6ef/rm6HbNuIlyzCF
jjuTFz0Buph9rKatZJdOp8MZyASYgpb1QiU9qkpIY0mKdamH21wDB0mG9MPXL/8n32V6daFosm3S
IdJPoD1Wb/S1kVkluK7up9vrC7nyKB2EVDGkSaBEpg/VLhmv9Nevq4Ad+uNjK6pmCduguaWr0xv7
hZwjV7BY1V4p6bQQz1HiFCvNdWB1t4OJF36UUdMn5RU2vCtToOeknczJNtM2uui2F97K9BlP74Ci
kotBQJ3gHZ3cASUy5AF5aOm4MliEsJDAQkgfPvhqR7rxAfbRn5yAMAzfnu5Z+0DuxEim3SprveHC
cLDOvBcVbJam2bqhitP3YgSuokpZQK8coi/TAwv8hBWIh/zVx4vmSrZ+4U5o5wagisXDwmIim7p5
ciciOnZjnksko6eU+6wuebA0A50kO61mBJE5XX5Lqb/nOUHlSbqucKIWPVt75AC4TOKtRnoAEuOQ
NEAOMNDxuUoG/8iNVthucVyV5aONBiQfUKbWCbc3J60EaSVl3ZSQo2IZ2PXh65t67p6qmmZhkbUn
6tXJuB48nYCCyKscO2EhJEYNSk7RXXh4Pgfp6cjRVJ4dQ4a/ZVnq74O4x+k81EItnbY0jrBpDm1i
7TqL4nfNE5NTgrW69DDmLTgGwR86e9OHxhX+D/CEXXwwfUZUXOW3HeERNhm++KBt/UPUE7Mk/x4X
5dU4ANDIzWItV+6t3Pg/szIpV19fLPUPehZzkKaahioLW4HMOQ2RXx5GYejwvlWN44Bga+pZGbQC
yIQNrZYh4Z6OZZA4MH43PbQneSor26u0jB89BRSrH0EYMfsPsto/7KiE8wdzQfOgFYydd+smYHa/
frtn5w5Np3E3McdU8/Pnv7xdrRJmZgW8XUbWvFGg2mC4mo8TdkpJ2oeIlvrk6f/eG7tQo3bpIYCj
JjOLbbm+9F7OPT0aE7eso6hHGHoyBDyEJYpkD6UTGXRPrCIaFhNtZPCpCRVqsfYMnqe6pcXu0cbo
/OT964tx9vHVhKHqMpw3k4F4cu/wm/w9BnsERYtSUSkytwEi0eHBho45U7VsVk1PHr6sCCDIdHNa
9T60qStNOJkemxw29v6D3CbuNGL/eR0qH7UVUXD1rvI4h90Tc8omg5WY8mPruz/gROywUVIwDdvt
RFmqJwzV1x9MOX9lbdNiNVZ1+495CQ0qA0gunSrbGQ0ldlPDFYhqbdWDmiG0JdqMitjEFM5DyC9f
v/q5dZERNhHPZIB72smaoPeu3ugJa8IwcXokShPdhCxvu3CteNZDaKQUSLr6wmc+N2vpMsQkHb4P
JLsTnFxEync7xF3pjD33EsHNd9POvn/9yS69xskng3qs4hNlwCLyuxrNcq3byYXJ9+yY5GFQNMFz
QZP7dEyKEFaLWvNQFMpK62gBDMwiomeAGVl6IAabwpceLI2iucIvc8DURDMe/XAc72O32AVle9XK
+ENtVSHKLqZLZVEx8Af/e5B7q3pCiZLkNsACGx7gkFAZnYBRnnWXB+6PCThmu6g0vr5wyvQo/z7b
a7Js2BpUTVkg2T9ZU3QjbzQJWJDjIU6f1SzjM50scRURFCBxHjOrih9wd9NyAHfjSQVdk5ytbw78
/eu3Is69EwCsbFYNVbFOJ53CtGR7yLXCKdKfkkez3VepX1u1Qh93IKOydncawApf2339un/uTlBN
2gjrLBMkvv15hX6ZeIWn1GMZxQVZLP7CUnkmKy72PMtb/GhMulNs5NevOI34k2vO57MNC+O8oemn
u2NRBcFIwgDuMB2wbogym63sc16Gj/8Pr6OrssINZjbXp0/+yycjrgBzWWlljk3tZnSJSwKgDV36
wl7T1s59nl9e52SzJWmxSWQmrwOSopaEvkDzzSnfnEk9sgAl0+kr3sVBtiGnrmfezl/0cGMV4ZGP
T62hbdqVJCbNlZYsNfRYiubLq5Cd0Gwk7JnMTNIYdEpQZGUGTqEDuGk8akbENmK/z2UiEFTkLQC+
UfRC92mEjajC9e49EMmq6nLMD7WNUVTeamxXWeInpHzToSO9KpsLT0cAn9VLPxvf8JlLm44DJZ7J
Dnkkvfy8eWttGXlB5BPFXKS4dvrotbMWHE9ptU0IYxHbL4qFUgLsY465qasX2QYZknLEx7i1Pf+l
S0wZ4Sp0HaPXD8Cyf8ow8RaRSwfbMmxqmKNirUrDeCavMxxvOTQXa5cKayZogLcmdpswQjxg9/5j
MI5HL7j5eqQoZxYmNpSWwWQgowwzTndLcTxKGse0jBhigACq3923cXrQOvXeLsUPqhHtTB6iA3ae
J5GEt5XwdSBNHVb/fRYY2yHV7zGvPxtKsVT8/GGU4u+KScSlqtVEs8fqehx8CjuFCX7feyxbk1RE
323mmBLXPXk/ZYW/2ooO2NroUun+Y9bSOpUAgmriR9x19wZhVWPd3KsAnasWTneY0hBJxHVZ+Esd
G2Gt8w/CmBSNvln4HV7O8JCo+h4vyUGt23ssc175Hg7pRtOU98FT1q4EkVun0KGV6muTKuu8p/UY
cNldQnj1IIgpNS0BQCOuwLMwn96nqnfRorKae99U3j//XWvuq6w6oL5dVC2EChU5Xx2LLTBxx6At
2JTyaxW2jtszpyn6s6amG3wW2zhIr0ZfvfUM/caLYEP45YM0Zle4XWDu+P6D30UvJcGv+9qHyeN6
0l2dVld6Y70TPU413y6fMuyIt1FLQk0KlnhssjvOoIypiUd/YYScWShUAS2V4pOBKtM6mUzcBGqp
Wg6oo8GQZV45bGvIpXNTUIdMSmMF/Po9QMCOJKNEziJz26Oqpwnqap1z4b1My/nJBKqplg5uQsDy
EKdHFKosbdvlSeaAA0GeTjq0FExGNTIM0cs1ptISs01olZR3r71VvymZfF+VKGt839aXWZvTTbQl
b9PV/YVFTPnz1KFxQpNNU1VsqJinc3vpDa3kNyZBxFgGqHflNlJZGi+Iy72d25cvbjJCJ7TU2Kks
OFu+1G0a4lEuLGoTHPn0EsG3ZT2zbeL72LH8PvfXQ0TyxdCAl7UfIAIka/x/ibT85IZg6pj1YT/s
0hhxokZQ70TTqCfPud4KZMUxGHPZfDOSXYydgLJ8fwvvb7zKXAn5E8YSVY/mqkA565b1YjSlW62N
+SxBrUKcg62lk5DiNuYMy0Z8YfE8N1NxPiK2VTaobajqyT6siuo8jvBUQWhtrmtV0HovX2FQzdq4
PBZdeoybAemPNgKLyV6/Hnl/7qD1aTVVLJDQljCMk31m1Oa4m5QQO4pNuwm/0qIfhiPVulVgFvtO
Te5GCfHQ1y96Zkyxawd3bVlsjDTZPPnEeZVljdc2sZNFSD7REuZR9TqaDdCP8MZw0UmneOT61yS0
Dqio379++c8t4O9Pmy5rfGxV0RXTNE43Zl4Q56keF4TVGbVOb7FldJgq0juieEf9JozNQ4s5gPa2
QU9aAm3RUZ0oWn3Wy/ZT2WjHZvox+ew3Q4WXP+9tKibZ6zDcac0VGL9tmGHRt8pLd+vPaYI3zqGD
Tbth8PanKe2X/U9hULc2m4Q3june13ADj/Z7iAkfBOWF08G5gaFR9DO5TOyEjJOX8pEKu3YtIieK
4BpYODw8a50YzZWFzhvLGCfKWjx9fWP+3DDz8SCma0DOp8nmdNul54A1JZtsE+a7SOSv2aAcQTIs
5Fx5+LzkkZssddW6MB7/3L7qMkdyTZ4267zwyUNgVBQxateKHKlptkPckj8X3QSmvP/64ynnrqkh
U+7SiF3hsp5MYWy7+iDgdzteahzMljM8OdpTwY2lMnspJG0f6eoqlI2VDVtAr5hlSw2nVTNsAkSB
QKpIo9DImpLcSyPrzCTENVBk9u+2KpucCH8fWr2k9mTwYfst8QGNgX+vGT1zgLuvg3rXtC8KOYIz
M4QRpVwaasa00p4+j9PUZxlAwlhpTl6bBYTcGL+OHGEAl9Ax+lEBgbUgWxnzetZtaphuMwya4Bog
kaREJ/MJUBUnxCJOyWxd645kOwVXn8BbW8EIaPNQawre4z6JINawEpAMz2NPwUxRywXOOEQheZOu
3Cq9i3VM5P1EkPmEjtVTbKaHmwSfWDw52o6fLAOpsJdGB7zo868DxBOwk4A+YSKn1AoOruu+15Wx
/QxTGTN5MsUTD21rxRz2MUiO4Ad1PZRvPXA/KWsdQFxirirFK4DnVT4dAy4MuOkh/ePC2mIqzSi2
0E8H3BjCcPV1Jrqhk767IXo531iawzYpUaMVAFFco9lmKSQSTFPvuHOWWl7dfv0mzj5cRA7QvhAq
/P+TiSTRCzYPXhY7eDqRVPGx5Ug52lZ94dB2pt7ICBYm514mdZNa3+8jGLebluZFGjudRtMJbaLd
gOxgnq6KdssW6gjzAD04uIxaMwhZU/el2+47e7z0Rv7cqUwVeoU2kU3xk6v/+xsZQxkbMWhWR6ng
XjR8WfTluvJeo2R4NiYr52csTWFcT0b4xP7xf3/BuQo6C7puy/JpRY7HwGwjn9lsiNz36XqX6MuS
0r0wWat/HpIpgjEz0megfK+ePrV9FaXKmDFjmBEtBgHnfxbnMeos6xANJI6YzFmhVjtBa4pZVzPK
AZKTVDqsVBKI2EujNIfIOQq2vFP7LtDFUwIzR3UJG+iRB1YKAqfL0/C52YYYCl2h7XCmLGObpQ3C
r41QdjZbiThuKc9fuZRzkuL3g3xx1j97nVQN1h3YC/uPzk3MRbJMql/O0N9ISgMSOcpfG8qmICFt
lDVx8KOJf+iAXzoJXFXHjtQstkGKAObrgWFNT8DpdMCNosmrKxrhJCfrnGhUAE9eETmYjHHpAPq3
AT9AoCRzKgrQfmGSyurq1mc3wZbgIOxqLdsvlq0fE7Q12UfvYV0Jktap2C6FLJCgpolWHPnSCoKG
ut64MoR7NdTq0e4pZuQMBlnLX/U6ehRafZ/k2avo5X0OqJ4IL7xM5UtpG8vCIzAKG+UrpWpKkOI4
KsWdBq2JzKoJPPwRZDTbfTvRlplq7vEY37UaCJjcKnd+o4G3IKeHvEfXsgCemk9pwDGXYS+jOO1l
sJbq3mc4zIgehbXz/fPPlpmQLctVzgsqKn72I5Qvrar62XtvUWFl/sPbd7q1L91qKikkrGxFuU2B
LdlRu+1oci6mB6LsOvRB/uAYCuHdPQFfXOlQKMewTF9Dr3xr/GozyvpRCthl1h0TdlEW97A4bke9
7NiWinlU+m/hD0WAHGl8RAnmcIvDy8lgkUUTZ8qKTZTRkvneMrjs3KjmrYbucZqLNYsfyRDwwUvl
uHVanASZd1dX9LMs6cIycG6Docg6x0gM3mI6xv0+K8ZW04cBABFHqpWZ0qd3Xu9uCetTvOIhK4dX
OUer48YHkQ0XzjjqmSVIYTKcNs00a7XT/b6q8FTr2Led0VXewbU9A/t/tBR/WYj0Psy/N4rmaM7w
YU7GMgPhjv8sZ9Y+c7VXu63v0wKgnp3T9cunStW66hFQqG66ot6DpUrU934Zb75+Vs/NrtS0FJP9
PvuxP47dLbTVvvSyzOlCFG1Wuika6jtJd19G6WbMo63cWSvNx6GFSnNIeXPoSGad3NzHNeoIy8c6
49+QxfkW9vpzYsvvIyy40H5QkuE1quQLZ6qzt1dRaEvSi+FMd7r66pIIg9KuMgc73XVhdiWioUev
zneyHBw8Nltp3C+H0FsPtnExV+jMxprXnirPqmII5urfxxZTXldXesHYIjxlTow7A0zf89SsjWxh
SOE9zvqtP8rveSy/U6deQWxbp517bajNPdb8WVTbyJiBT2tyevX1nTx32OXNcZzR2INxcjuZdRNi
0wDOcyfHOnsGN7YaRuM5NJguPd+acT7dyym1Jc8wrk1PbPXee7zwDs6cq7gzstBskwOWfboNzC09
qJOU6lIxtPfT/elM4XgVEPP6WRftPZnUj1li7vvIviZxV6DzyELtmYDB99ryDuRHPqdA9iWSZvEU
X3g6zyzHioaqRmg6a9If3fkWviXRjUWKErrhXJ19GEZxjCsGUOAVB7tJLzWDzw0WjZgt1VBUlePe
yWBhZLiZWo2pQ3VgVZLrVsIzmUFeXeSmfx/6A/+zv/A4T/f4ZOWlXy8bmkYHWlfFNEP9cnDPx64v
ZZfiFY7lpxEdY4833Kqv0B9dKnxb5+72r691Mt6EFEahrk+FMgEfqwpcDKYKpC5OOErwWvQZADYb
WaOurX25uB7zzMKEY+/sQfDQmgss68eJ6Jvo1sqjn1fmw0bO9CdA9QmdfNJJwC3F4zqf0m47S95U
Un7EEuuD0NdqirVQJHbWLm/K4yf5GIlmQvsRNl/+oaeKQ2qyExot2JVw3FS+silSa5lm7c0QvHuq
tRRVipLO2tp4sCm5qIT+1dmwlguxy8v2WiRAX6RhXY4Vsc3FMQLg00hYTTGAxu1V0g4brcGlVjQ/
w7A+thXv0kuv+xSCSeKO90ZMp0QVRBplmLTngQXCJiaSN/9BwP2UF5vpAuaLKz8TZfMSVSbZg81M
GrRhDkhb9ItWJiRHg0izKvCjfRIuBR9lpaOSxI2nb000QVboFaukRyktJ6850iwqixU5WPVu9IYY
FmrKOmIWJPlkjEDwAmtdI5XTFl6w5QnGCUqrZR16HcLNuoNNByiqG0ICIprorknYJGpCBwwSyzG/
YqLuI0uElWBc+73lryELIRmngj0jhOGZeMyeGAdtnRILZEv5AYweHh1G/WinB1DnCy1nP2bJ/aZK
WQoNqHERfuGW7CARfQjsQVZQHW3XngItP9ogO3hlepCqGi2Fi+ZJx9KevVW28qTG+BbTKHsM+w0s
w5llgrulcfBkAUdyc0zeQIqF7/gGvytyr2RCrRrAAZpvrGppMw2J3iwOYrB2tjlgIuVNTvMAkPQ1
+ta1FsE9dP19FzTPmeX1i7QZ1l9Pl2efH8WyFCYHDdnKyYHVLKqiHkwmJLVyF6XJjEyc5ZCTeIFK
SB/MZTOKHR/xwjx4bpNC/YPTK2IKtEonL2v4AwwVj6zkmvaPIovrNEqo56cXZqKzy5HBDlOjY0sb
UZy8jo44CHi9SJ1uEE7TNXiiIMEnuHWppmTI6WZ54B9EqV4FxOIUyuWdwrkZn0XVMrnGVGFPD44i
T4ok7ww6Cng44gLFaYP+vZPMPf/7GqEAhz575nrjHZP/0icRewEScS+XAJJtio/Eye7ruryNVCK1
bHPnJiodLANYsksQTQc5c5YoKY9g5TpenL5nXn3X+N4WrvhODC0wBdKmWqPEoZBSzfcICvEwECdd
sxgy86g1YOAipstmmHqEsTRXS2il/jA5neThVUtHh5RlRN/WXCHnOPFlhPzvahUhzGkx4JPrRbZ4
cFfkh9LO0LDrmAbkenyd7mYGGQz/Vx8t7NB85CgVJUQr5wP4rPBQwluC3MtO5LtLluvfHTufeUOD
o7dQvIBCTRte2WxSySoIwSlQhaoSq16oYUvIeAnGUQEhHJNKTOQHKQQI1Os4/8BIBZhUhs3dt2D5
EUZ0nk6kQa0f857g0QHNv5XXHngHgUNbgUNB79FqzW0lY6KMS2/W9Hhs2/BxjHLoG8kkEsfzGbi8
wIQV/PoZPLdemhpHdIHejaE6PaO/rJeBXBlJGrUp9EN6TOpDYsa7oZPXkUJczf/XS50e0doc3nAG
8tHxLUiKKXzhlBo7mMR5V0sXPtbZXbLJuQpdCnI0jnO/fy65UPOs0Es+V+RUPml6Xrr0+2w17dtD
ZXhRCDofcbKDG77wMc/teqjSUJJiq8U57GTXY5bICtKY6aWn7QsBPUmwvNT1teWLnZJzf/n+6wt7
/hUNKvlTsOkf1Qbg1Khb4Bg6ZVhiACuPUGVeFXd4yuLyo2YNgeq0/PolP6eO033WpI+l1ola2ToV
/4xVDtWfBAUn7GN/rhNy2KJxxGwpCBqVy9lYm/cVbCay4Lr43raP5FcjiBnYI5Td1OrL8JjXB4mF
qsLsis80qdmRBuNaDEgbDCmDOkHyiJUYuwjRG4UuF1PcuDFzy5yPJCt7bl7PLZvnrcOVRtYAte1d
C0d3wbOyCwL4UjRvK8KE78sYY1wNEy4RmpMl6kMvittUSoeZSyUWQfPCr31owkKKFir5CdRmO1zH
k/u8qIAmIQAkJCybc/pM53D8X0Ib6oQBHO/rq3p21DJmNVpBtKbRoP4+arveJSvNF4nTFflHPJBL
TCXFHTfg665VfVk3ixC/43ipkHluAMEDopBJQVf/42RQtdLg56qZOBCqP8KR2yfG6nWI69dk0mD0
ZX6A+3P8+sOeW/3pPKF4l6cvn7vrX2YeWZQRgmTIhxFLSAauZi7QaU1Lf5kZ29BWbuKsOE77k69f
99yM98vrnp6fw1GP28yQE4zN/domYR7OUHXdqcpTmbV/RzL/Fgr8r7RJbrMgrau/vokzFWpSiE1E
YhxLmRVOSuV1ZxPoQSiTo6XhXd+33SJAtu5RjVXLuCbGJf9pEOZG92lcD7KPl92GmUHdUOFGu25l
zYzK0bz3OIN+ZJr9TehpB1iVfeICONViRH6S8u6ZeLEqHViea7yEaCSXqoosryd2r4Ix6IeAc4zx
oW5AmozRPXMj7F7IUys/3bCnxRaN26TCrU1y29OnucS0Q5nYJ2x34jrKcCMVEucNBfz1jJMXBeOM
vb6UHonZqLCEUHd2lbXXGmTc1RVpegRDIqVapkb30o56Rwgcxx6lNtbIva5d04Pk3AG/JNOEJbiG
MRHNPRWGcKT1Bz32t9O+uSi1J5sdcV8xNohUWHp+/6R7IzFY9THMmmviHvKlFUm7PjKWHfjZQPJ/
SmM5LA2/3pIxW18bpU9aFOZXEnovLDHnHhoxBVDTeOBpPRV1xnFeobvMqavnnK4y7akFR1HL+pOR
Gzsavk81EWUXZnr13OAVaDJwQ1i0ik/HE+dLj9xCJggztq5VgPfIbl11oVTzAhJuMKVDKVMLrgqE
Y7ohkYaJe90HYeh4YXJfNrQ1c5W2b0Jqhxr+TN38Gb094VbtOKEloh0sXngJDUB1sFnLuMUCrBjQ
IL5+Bs84BXQ8Fug8VKYbapUnz4UnDTGayhjmkZus0E/hcJepePelcq0nfCryt8hUx9QnDfDXI8kn
bE8IhNlDRoXcw4goiXrdNszCdXpPqh76LaxOa1ILcOLCbyfSI35stZVrasDjc4iXtUQARSxP0dAy
ua9B6ztff6jP+tLJmshu31CmzZRN+WcaMb/MaMIc7KRWtdjpSaYvKKqDUrOPdWa281LtV4pw80WW
gA5PVOXow1fgDJ9i7/XIBqnTaB1EHAOgVtq+fWEeOifEQLRN62jaJVh/FGa93hhzt2WyzW1/3wTx
qxQXBz/DGG3oGJFrMk5KON6V0R+BP974fX1l0PqatS4nz7qyHrtV4qcfdcSNglKPzC35GEgrsDp+
RZPaO0JrUPvo0s8L11Q+M4OijUAqgMCNxs5pV1MOXc+kbJSgzy4JUorw+zUD04Yrb0l+RiPC1e3H
LNh0/lZ0oAeyMBqvhAy7ofPf5aFQb2ig0d2OIQZp7pTP2RSo3pTh1Rt5XIb4B/mQ6bJL6xvoqHBP
SFYUOTWO1ORpMYJWWoRwVcnt5GEboI4bdnDHZAWgMs0sJ46ETtpuylnK1raZSkKO5lMXnjpfcFP8
LQA1IH0xBYq2nbim7gc+xbunqtB8tIZCWspFjvJU0u5sI3hKkSHNtEZXZl3OXsmW7H0k3qyOKdgM
m3fPkBeuwW4mbR2EbIvC/A6x9MNzvW3vwX7yQmPhadlhWk9a64EYzO/TprCOtaeqLI9K07yr9Ppa
vm8DVaH7zy/W5Pros+fvunYj8poGub+DWt8uvKD7eeXK2rVgNfD0MFpTLcSSXhZEpgjrQBwyx0eI
gEyxLcyvvHbGeOKODvL3NBveLoyFc0MBQZomI1rhUHvaVRtoJsRVrSVOH2YxWEhtBt73LvGqfs15
jusTiEOrS4R4TvMXPpsoUS4oS85sWjAI2ujMjWlFPy3wEnddFMm0QRMZt6+L80fTAjHcioJrg5zU
EUOxHPGRzgJYy5ee4jOzP6USejqUcdkhnlbfU3rsTZcEqRM1hEjmaejoGQwzC9D9QiuwV2WYkfa2
cW/wDKwS1wceWjlunpH77Nf2Wk3Da7cp1I02TBGArQBCSC6XbGzapnevoGUuCEw6BjbBoewt1uxq
2BOW5d+r2H/8ti2qPk2fb1lO8Krn1yff/tf6I7t+TT6q/5z+1f/+rf/6/Vv+0T+/dPFav/72zTJF
DjMcmo9yuPuomrj+H4/p9Df/T3/4r4/P33Ic8o+/vr2+c+WACONWfqu//fOjyZNKp0NmI/6/Ltbp
Ff758fQR/vp2Bbd++i/PgzP/7uO1qv/6Jtn2v+nK0Z6gd6KYuCoZWt3H54+E8m+cpoamTP20NCtr
/69vmvFv9NSaZRFGza1mg/HtX1XWfP5I/jcrjKXgdqCvbqLy/vY/H/727+Xo74vtfWT/fP/rFlVF
oMK69Ou6hRoRNRbvzNSmWuZpQSwgnQ5zexVt2BgHjujq740ORS4Boq6n9A6RmiyE1I5riim2EwaE
I/ZDNDdASDslQlKERAx4a7iNSq3eCTHeCNzxGxJnXjGes7NTmg82rAJOw5htowRxQud1P9tMTfdI
+umdhRm4fYYscSIgSELSUAaSzcpm6UvttRY+Q3ZfRSq5pSOBMAu5tGL4/ZRvau1nSYV81RveTu8S
WEq3jYfPWs6r7wnRSNAFCms1sM9cjDCemjfPJxektvV7M0VHVAZ6tODYSrriSHVXBvueAKHsmzxa
C7kETWMHkmMqmbgJoxbAoZSmcJkJTJLc+DqayLi9UTUcf9tqHfRBPhsBrW6p771JpUI9M6m1Y11r
AaVG9wU1eXBNaJN/bblesKgVGTVv7w770Bq7ZQlQd5YEyUZPNKxAaZVDfQ4liYQu9mfC8sDK9RX7
9MDizRWVvzQ0H1IOC1rASe1KjZKrQdSgSaKWPBvY1lmUrxM36G5jf7ynFEreBSaxe1v+0bfZpgXe
/VFCwx8r96XTG5nDMdBZSXGb9RDCky5YXXCbUPTmFBL0RKJFpvqYElG7oM97VPJ0WIuq5BeRWFxM
odyZ24L7MVoOcV1/O07JdDmupHXWR8SoQN400PbvyTpl3uYXo6PWlgExTRo68M+/PdT+tZFR9AV/
nrjxznb1AtHIFAPALwyTwkBcLKJF53IsGAT5clouCYfgqC0o7XJta3xIWVOQFpr+Dmu8t+rq4O2T
JV5PQHHZ7/75Qk0o+uXbz59+/r3Pv3Lu288f/Dd359HcOJNl0V+EDnizpQGNSFGuJJU2CFXVV5kJ
792vnwOqo6Wu7umO2c5CDFqQAsFE5nv3nhvZMQzPZcxctqTRUyTqikZPHXfAhf54j+v2yusj16tz
ZgdhJdyHPz7GB/F87l4ghWfw1f/pg1636XBUky1UWZv//PGur72+wk4sQsB1QBnXV3w+cL0pYpKV
Px758vk+nqnNz46b5itBvNzqyxO/XP38ENSBtlqE23Q0M+ojfgH2drlocNMtWYks7YZJPw0i6Vd2
TxxPPyXt0Qkc5mJifMozIPt98uVCm+zkhMSd+zQY4CK1602w3DcONBGtaOdVw/fra673dv48rSzf
nEmopzcyNC+1nhbbyjRBWFpx1eyn/iS16qzGggJgwKFkIGY/Ma3VTtdrlsx8ktWoebTm2N6k3ngk
cnU+1LE5bNtKX9GAgKhn7N1stk6szawTYz3XHGWeSAHFJwwrsUtfWLBZu+vjJpbCvdf0xHVqKOU1
MLYID0TYl4N9EsK1T9drbZoDg0TKHPQE78DIizQOrNmMnZPItX4d6ezDz/s8Cdm40+sjqwtiZevo
Zx1IlI+JtVfD4JLMQdVdDmRTGTIpQnvZ7/MoiTCMS7/Gy7LKg5hItZo2ZePM6xn7L3RlnnW90N3U
+Lhm+TImTyJ5RUoPJjUGfwHCd2dlAZ5/kjaOs9ftKX46N43J36RX+0xCajIEyy07/5lEwAetKs5I
Qya4OvOS57xs3V1dDVnYoARZTdTgtnqn05mci/FE/2KERyz9XZCxvCNQ4FQsF2Nsslw16mDrLM8w
67uBZSrt0iGDpy9v5Z0abHejRehcdGo6B3wcB7o78oRVR576MbaOgP/X+kjeNAmBG7+xoDd4bLBX
sMbIgSjOVv6GkTY9zdFOHyD41JiAwyEnKFwj8ATUdT2fmjjDXFsuygbuut6PFbdaoXWJw+tNUNX6
xwM/KvuIOq04Telh0HwJpbRinKr4CvJgYMGalOYlt8Ebli2ZAjrkY4O16LpHiHKKiM45CeaP+x6G
otM+9jZeGMaN0zTOhNFm5AhBoC43TgAyPi8HDn4iNXel5TxfD6zaIrYdsgvmKj9Kz5VdZOe56WHo
2VMdXm/aWkNEox3BGtKn7NwGdbEZPDhRWg17pUFoo2JxD4birmbatS08QqyKBBA41boWEGeZHrpk
AoikAYqFq21cPPpahWWlL0pDFGpF8cV0pQH1xM+PoxNDUZBOUgDQnXOqMtw5RVDvRT304TyU+rZq
LRiA8fKcoWmL4/Xax52ft68vRDgm//7MP55+vWny9YSB1V2ub+2ZLahgpXDALZv+fMGXTX9czbP0
WxOZMiw+P8n1/a5vP2cZH68eIoptLmH2Xz7El+fXOTnWJoWItdCN9hrHXh+1arHxafxor9euF4kZ
/8t91we63pY725ZpykxdI/+5jnQ3xA1wa3XVlorJuC2imB+c+6PKxY82EhU97+qHO3tvxohFGHt7
u8Hsnu7i+RWf3nZkvwIhdvkB2QTF2NjmN2NMvK5pIFaNQC6S2cArTHhQLUm946zKsCGH+ZCVxosW
1AcXYZtqZnzmBugNaZDV5xEljElJQpJssWusoiWBSmjyotHZ7HCjJY6lNmWBMJUSyEoT7rB1BQh/
26do2BpzfMhS5wTao92Tptp4UbExDEINQDbPg18dUk1tdAA7FEXYfOHCCvCqcusI83XIYYNqMvbC
zNtmdaafPbMK1lXbPBk2MNnoRbKSIYbKbUnitabNgF6cFBr/NkaJmSQSJGmmvZEUQ0tSkaMtRh8k
WWJS+TCyTdFgsPJ71Z26jFMtAyGqPZpEdPrIe4N3WkNFIpIgOBRc4jCeQVoW0SFp5TJFIbk+qsaD
JIxmbSpQhWZF39QSCxHXtw7SQWeBnmTcGlUD/GuucLY0YKyrYKyWdJMXFKzw21KiQRPLu9f4HmrV
AKT0IM9kCSyvmLB2yhqSnTCk7yXpUcnk7Ihva6ic/iK4WYaZ/ugaZAlC/DhPmqXvzAzWlaDDTiZr
T5YGSJIpAOxFsMqhxL1MQKEWrLU+eUJDOlJLicuwnd03QvLEjdTrhii1qmEu5t5NTped8qR+y589
Mjc2M2vEQYM0nenda+NGySYYvR8oVeqtORJCyVJrV7qwJgJkyFT2h405aEwqRrHzdFTMC5TC1GMs
t2fPH+5KwlK3URekB2OCAz8gHEbBSzYIUCu/fZnn6C/ZBXuvAFvrRbjoVeceAjhX7DHrXOdiXAGe
n/v0TK3v0qpA3wxIOfmYI0tjcHxA9gH+6fU3CSI5QDTRFr89uwbZGnX6zcSCfsjfizxSG5LV97XT
r+XEgjogd0MvO3nO9XQX1OxByx1htYB5C1RP46sObizVH2zTRWpsWG8EBE/3rtWsapnUZzVwLPlu
tEe4X1Cv5AD1S/1Cq/sx645er4wVrkymz7MDzS6i/uray5gcfAuk1m0rXAzrOI4AW1rpDoMdFXie
iHGb5mKcaQArc0DFYjwlgwcV0w12Eu4ygSqhYYpvRuU923HNTyoScFnIN+8Gc4/PUJGlp5Ha6Z3R
QlSbANLn0vsqjOLiTXxGB/FxjoIQdzigNhF3+w47JgkonRUxy8aaQUbOvo8j2lRO+8211Pvoghkd
04QsJte0dml3W1k2Xu6WYcVRAD1znxga102hz02Ot9W14NvYWM9xAjK8L1NK/DWFlBJyFvi9YAZj
yyxs5+SWtY4y1oCNEPZNnFxcA1VXhSWTgL18Xpd4EEcbll2tADgG4jXqUv0wNOPrUBXV1h/aW6k8
/9SN5XfCCy8Ocvttm7YSYW9r7t0x0N5HmnthDkIymmMiBCc+N6GF1tqpMrXNgoHwG6zljkieHfhn
W1PSNzFLiWaBFmnYTdN2smJtF9BQCpH6lpQDBVFiUXNepjhLPqjrpCQNeLDKkX6Tb+CSMC9ESoLO
NG+6UjvPzkbBNKsTrQ9JntQgKIuHiEYKWZk9GYkex6Pm+qTPUwV0DUyiufDvsCqu8pFg9vHdF3gZ
Xc0PcA+zlItNxUQKqq6hM5XPTQD/hGwffP23GXnRng4pEZdCgIBLcN/kXXwx+naRTLFrTWSbDXlg
k0cuBUI3hh4iPixVUoI8xe0P3yKkwR5dwgzU+MaKFShSD8E6n5cYP0kOLlO7iN7IYsOJCo5gqz/X
ZGOZhEVsNNtlqygezkZHWylw+0MbzDohC8ODnL3vOQAh2GW+v8qWEa/pRXFsq/jVyGuaEkRZ+Myf
ZgT2zL/JtdPsNmNgT4n/gR7g1L4H1Nz+JbqjP0fRY8NOX4m7jCCjm2gSxIAL+7ekhLEyW9XtLbDm
g3SPjFSoxIPvFpHUdSpZpmv2m6nV8ZEoBBbI0B7T6nudc1Ky2/Z3SbjqOmNHrxhXAfgvy1FpDmdJ
kglDjnqqvZaVRZbdWWBSVkrPfpKZvIR7QS6twZpVThbvByK0Ct+nhufci4DacULWIsiTHTHbmyIw
yG+ZQD9mDSFddOduOQpOlp9ddOU/5ENyppQshu6sb8a0WsC/JEPULe5chhPd/i7M9Jmosf3sUh8N
IHTGKWBiKtK73B36XZ8/lGRtVQ7wRwBLIAuAlYvED2PDsNeDF8XbKXff7AwqL6b6fWw0AOXlT3PJ
/OzsoSXCQt1EXkXaSxOoTY9sPrHWQ+feNU2/1LTx1cUQ9wjcKsO70i+srV+5j7mv3yc5Pz9NSrLA
8uZXmov9oFIYuaPz050R+tjaXz6ina4RwcNYOSjoWA25o7OzKmNfOv1rHTOx8Ke7wRTM/DPxnncc
XlqClIgOEVNk8KltuTJLO2S3IxMwoabPpfprqOzvbkvdhEFkXMdllMCc5umEVacFda1UmHyJmrcP
fC0i+zbJN27PsFs6xTsmIuSMLqlYRSy/e8pBpITu06IDcTSt/Aksfx2Lb2U2/5Jox4kpnbqwc/3X
2S2NfQE6NzJnxF98r3Sx1oJlA8jl8a3NYQlkPrmNDbEIcnxQVUviYf7TJbm0jnd+VbJVwLt6/tZW
yBScVmNMBC2s4vq292PoeLKfYaIjeqrsab7tIzrb5E6+5dRocj15mIb8TSNZlmTDcjNBvNm1U+1Q
iRPf/BgB2nXKZSYIVu2aE7QRszpNl7Xv7AQVcTL+0asEKFlQVwMA5aDXSabS8OY5wEZdtwpRVIZB
EjF+YAYJikRtcR+9FDmdvN5lCTQixkjbMrhMPqCU1LFuerxTykpcuPdBhEknIAmNxLRNU0d3QTpe
puG3gwABwJGWIxJK7NCfq3iLoualg+MB/dV+zDv9eaLhsvMlS/i4OxtpYd0I6+hY+nB4SyBtrgIX
1pSqbYc56I05DvkNIUPZarKr18DjpJo53l8a8hNhMmySUResSqmMtWwAmMqMrL00ui0Ce7hMGaUO
LYjWbmGz+pS+Otj+wS59f+8L6BKAN2bwWkN7qu8RdesbpWLSRf1ivutme4kcQ9pVLfDdcnZvqlJ+
2+NIfCvdrZhT66AN8Z2yBcErWTCCRliW7J6zKyh1EM1Os5/zJAEg/KBNzxaXwbII0uvXDRF5j6qz
f5uZjuhMCYeBDeAcQ3G/pnXTnJjXFYnxQzJp6qIx2eLmccK48hAbsCgNV8oe53MnLKKREx9/WEPd
gX99ioGwdN4LCWPMrs2sB4DbMJ+2Tga5r5nvOMdirgGrZoM6AAM765r4lhcVzO3ZB30ZAM3D/PNd
c6bHtm8UZ9pK3zpB/Z1iuHtwSfZsQzsxsd8E2sYxZ3VoLfMZlOkN5IxgY9RkzTr6hahjYzXRpDNl
dxPEHSdFTZxbUd72DfElhDwxsXYKG+FOdUKLse/iqECxExCYhR90KMjBcJKY47C6603YuYGdoQo0
OV2N7ZMuTq6BzdpuSA1oxnlLe5a9b2rO2guIUBcZMmV79NkndKAplb40EZmQ7bB8FaxwIse99Roq
gUMZX9xM96gCE0khnDsgFDcOcC5D8nGYVJ3ZT9DLo4spsR+7LSCAkeQkxMvPZTA8JKX9XAGC4VcS
9ARXJw+pQVdVlpOzTcl4GaKVfEsHCaUdb/gmAQJbuISpp9ZuGocHFUc+MFKJ1LfybuYudjd0ZLP4
2Pi7KTFD3WryQ+eZQ4h/Atdg7Rwqo49vuy6/TZsRXC6jRVlOrOasyNo3VPkl6WfmayAqJMVDJrel
ZS76bmh9MrGYSgtilzXzV+lqZM61gE9gPl/KmlnyTLYT1P56ZHOeLG803O37DF0y9ovguad2/eLK
tjyOlj+vaXSixsp/WeljtxDjLCH8XesDlzZLtZ2AnG4zTg6bUvyVld1wqkSHNIs047gcNzoSMfxW
PouvOkWVauSQksc8C4scsgdKFI3GILOipYTV7n3q5FtWPaTfMSe20cuvKjcgbBjxO5xTgqcYOqKq
T9a9JB3EBqPv2eck9gkBdjPnEI3DExLQOxw4/jqaCEBMA+3JC0SzcfWCxXRzKETG3BWC8tgehjjb
z3K68Qu0Pb2N2CE2zNOcohbVGrtbT01NK3swMebZlEgFEJIdy8qD3Yrfkd6newXQn5EcwX8OFAMM
D5OPOThW3QzFyGUM7jkXbvFHj2uIdEh2C7QxTWMeG8miJ6O1fZP19YFeA20KXWNd6IHEJx+tmuIn
MDsELlbtw+iRpSN6hEhN51KLMzKY+VnYeyRVNxGn944c7K7JsfNMTIJztMsA3nXDAqZsAtsW+Mm3
pG9m22koOQWWcQWDMFr3Aez6jrNllYKD9g3nL0831Q1Rjd9VvPfbJOBkZ5Ng3zlvbVowfsAEMFC8
rZTnwSMnQdInR7EdvIH8wekWWRpFmCa21xOBW7qdBmv2GEsbi/CCedj3o/tUR7m2MToPAk+rm6HD
0F/q2XchRqYquU9qZd2xj8mVMQOEIhbWv5Wem8ekK8ETNvK+NGaMCgSmjLperefqzaJkbTTPKKgr
sNhNcZ4V2cJ2+5pMuDZErf2oKVIY+mhR964q8oPXHlg2PyOyUEOmz6+F9IkcbYJVYWZIEpCWs3hG
S0AYrCQHgN+QWpnW8F6UTRZKHe1vdSviVpxrmRd3Kk2qcGZuvs3r5xwyEucTCjkeXozWrsDy6pw/
xtxYJVnsb6pZj3b9kD2R+YYvu2Vaaur5SwM8GLwmgcXJ/Iul4OyY+hbl+7mc0nvJN0aNO+Y8f2cN
TKFbnRoEQXarLnDv7Sr+nYz2pc96IBGDt/VcWh5GW84bfpWoJQSxFe8NAICdVrmoEBQL0tly67U9
qaeUldkBE/VDN5vH3Bt3yjfPeHTiHf2/kpk8a1VFMqiVhTQnn6mKEptrtw/t8iOlHrmZWC9iarOP
QysUONFV8mPu6+VQsxEnDRNtOisKQpVCWO/Iu+mkvRu1eQ8HdTFkevisWo5M+ILGTveGcIjt58EV
Dkdow6pMzr/nwWq2rWbzw/f1dfUzEv3OgmPl94hbxPjLmbtxJyftWPvVa4TlHBdNGRDzEVC/ioLf
WeeNCOqct9lKjT2nTVCSaTOt6bJcOCzabQbkauXjmsfTS1p9s5wd/Um7w2YfED7/I23EqfbLJ6vX
VaiWdMWuNChFJ/e6bj8NKZhzLO4ZNXvvpTITmpA24tUMKbkuWAPPPwwbXflY4dGtA8LIHJaKol4Q
03q+TW03Pk2SIABQ4OthKC4lhwi/68CDpCAk1eP0tbascitLw1pzsm1WUHdh30bEwFR5EOyzrtRX
ehYdhYfpp/aYWutIUe1fjuY91Wl3STUTEnsyvud+iTBx8quta629uG3OlCc3mmjSvZY99s0PuNHD
TWVZb1lLhNVI79VQhD5YeqMf3PEXc8z4EWlYtnG6/mb2i0PXg6Rgd7MoH2Crx9vEcVi0qY7pM1Uw
VPd9s3RF/yJUExeM7dyakKytqmmovOR3ZkDjWdratJE10hqDEbv0e/82sApj78T8+6lu/UJWlIdg
DH+1CS1wWXXRBkY1TcYuonHF9BLPDol0o0aaTcqAttFa4hVcUvjqucjCZBbkVk/EY9bMD43Bh1sr
dvyAVkY8dMcgVeqgSVJolK32OB44NKrp29Q20Zp+fRpOtX9oVRWT2EneRGbTgyr8aic7PnHhzM6q
zw11srUzNDC6KnV2sePmNOUUD2svKXYepeOjhfF41VgvRTQ45Ic79B/c+lYxfXVS2uMdub+tNtxp
yvD2/GKoGrTJfdDFnDOHGkj7gLy4ycjziI1hhcO+3RVGcNem+ncwq/3akEWIgik4We63VIHkTptl
eRT75PDp3YbxaZfp+Tsrq/OsH8xZ8y9DFdyOUxlRFtTe2pJaWE+lAGNqBpstbc6aK/EsEWe7nRwX
vp7UCQzKb/v8l5pg7TrDwWw4bzZWsPb6zuR0Yv9Eq0owafFopXdDN+kUyTXms5Egy1fzvC0Wymhd
OVNOwoFma9qDb+2HK9/FILzVSYi+G0vq5vqdT7V0l2tBzgE1MKlPrbOy3SfPq3eO33a7mmTUDbpI
b12pVN93OD4CIqsiyp19h9vVKo373J9unJhcjHL0+oNKx7PpV/mmRGm9cVSx1vWSanTPFH1UW0uB
PE7Md3pT5op0yGIaw6wmgMRIiOapBhBISv9Ry0A8MDb/9mREESWg0R/HZh+mLJS2tXFQvpfeqaw4
FYgmk1bkp7wTxyZaImTmpN6bVn9H57+hi4M7DtAMs4aI8EWIoNGhJ3xSE3lw1sf+RVbstLlN2MFJ
5+N+G0nqaeUzMxEL6w6CC51o9CpVh7mhpDoBNvEaKC52/+pN7k7T++FONXYKZLPVwkknTGPsYc5H
tdftCl/Ox0ETlBF60aGz7ih/NuO7x5FAQ2Lf6rLn+GjQO9gplBnz5FgDKvup+NYtfaJWq/Jj16j8
6GQDjcfP29dr9fLw533Xl/gCohEUEF5zvX299sdzFF3s9ewoUNvLFnKzVzMIRQw+mm8+ftnMx7v+
20364E9WOjyqzceTru/D2ZAm9Oebf7zSi/ObtgCSS8OXNWUU7fvEF0x4l3/x8/N9bCcHyQE8LAi/
bLauuxvWTGr355avtz+eeP1PGt95lwNc3uumJaUndsU/3uXzra477npTZjlJRTmI0uvNzz0KvYi8
J8sAO6t9i3qHYkNArZK4ircUgxYxXC5BlWKoKd4RVdCnGiuXnjPmaJqsJBNOuqZBAHvPopg58/0t
Sj59449mcIjJ93N14mgE6RnM2LpvKSNc3Job2xA/WfID7ylIzuMUO2xjUjMtRarqENC+N4nrjDoA
LxMkaTfPvyHjxOGKnsWBENr/gDmpIzDJ2jU03VtdX1omkwcJV/NyYJsnI59u+ir+ubQw6klb5grl
ubRmLPpLYE/lwGAjDgEtCVZb0JqhlmvkweHiSmcc5BYOUSCNLTmEnE+GDPi4xYAaeygELEdx1BMz
6s+lt+YHm8/BBYc5NVdID3Ph3FSAWlEHgsGwyGZS7q6jF09QkDyPCpmo6xLTWwKRHtrsx1yzewta
XFhzt0IfcyqGzbc2N3GuJ7RrPA7alZWOB05seyCBOwpp5F65+OWo5cEfekWnA9rEHE9Ic9YWNdsV
QKx07ah6B/5t2EpphU4zfUeWw8qhDSO/IWVQI6p3xAGnBkKodbt8zlL3VzFY+HCr6RcC1JYFos3A
bRX9KhacA42uzbb9/CqF+VSkTG9LRjJUriXBGS+dThV0nLEEGbgRdLWuNeXsh6SLtrkRAyStaaDH
aiZciBTbSi/ZXnITRcQ61xOVAdvK0yXKhFTklOVG5xnGgUj2YDVr3Ws1kDjr2cnTEDGvcFHs0uz5
PqfgM3Ni6zO9/jGRu0eEESe1LQxDP2xzjYwPdzh5tblRtvNYUeKsID+EpkdXPpvzW4axbTAiXnBa
TQNhDGzFrYKjPkf3ZbOkdJEtsh0b95lQo/XoEzmXI6MOW8KR0ORuUA/PiIuLSzsHz81cHp0EA82o
7uaJrqUtu+/62Llbx0hhz7aeF141T/iZmv/mEkCd+IegzzUx80FgxwGHGGXRkX4RosvInlLVUZya
JpouWa8FRy+hs6CM9C7VUXcoO3pyysraEmpB2Fcro9AXVIWzrjDWmnVoanNHD8VYd0IQnJ5pwb09
TqtRetkl4UAovOaRoeC/4iX+5ObQ50KjzuFg+Q6O4D/jHmaV1+5EjfZAIzg5aC7uy5xy3mr06Jx1
cUtpkAiIUgHccGKpjpMVFP9l510F5f+shnSpf/C3SCF9Znn/vPNUpWJ3xGIPzbedLmVqHhIjlgdm
fsY6ANeyL5A4hxGrA61iytDpR/cyy7z8/kVC+m90mdafNmX2BVJRe5G861iI/vQRJsU02XXiiUNX
RhNws9o+dC3teZ1BcGji134Wxa5I3SfDF9XZT4xxryi29KV9KLGRnfugrU5M6EmO8oezQDDD+Srl
jG5IAooFwzSKUOMcLXBR2zn67dCccfOQNefRD681etJ5GhVQbY131+/7/VgQeBiAa7leqOVam86v
//nfNv/12F2MbxhSMSpgDPOWx78cu50OIKTtpTi4hkmaMEDtbRwkE/QaEjOIB0dXX596GMv21M97
xywP2ZjT308JRazGU56Jfp/pg703nKw/RBBBiP4l77vG/7BLoebuMTg9dlFhhddP/v9X1QyD8ct3
86+q5iJv33O89R8i6Q8l9PU1f1c0I2f+m46rBBsoLBp4G0iU/65ohr3yN6YJwE4tGA4mJvp/CJvt
YBE2B7puutSHsceiRv67sNm2/2axPqPkDvPKwYlo/J+Ezfjs/3kc1B0XzOJCFgCkYBJH8YcJuJyL
xIyiSV7cqbmPqCYvDRFwHdVMhrqmH2YMHGGcIinr/Bizk3qjqtcerRErXIFwzKnkTafndGNnEW+6
/De0SNBrrfPd9NsHG+w66xK7WU+9Y4YGcwqvDfI9kuPnBo9GNjiXQJLfhvjI15+wZf2YZxrsXjxT
zKVyhFz6u0zGn7kJhxyt8CVNJv1+KYXnDfV2LaE8H3U+RtN5z0ljZIpO3OBQGhsruavm+Vlzshdr
0tSu+C2GYjvQ06l96iFGZ+ehrJN5V6Us+QXR8IKXIQykThUr8ZouCCrlTb9GWy5ZNf6a4YWaEHGM
us06aQqmo+jfR3KH7vHlbrsA33Iz18Txmd4NAVX2voMKz1J4otIzsIZRgfpVdeTh9unSEtLhz20M
s9HBmjFKjQH8j6DbZnZDYTUtxp1Z0vBxEveI6VHtZIDbHAPQxvH5z+2x607UbEvhuCGSAoVFN4Pc
PiRbk0XbJjZBb9GwpixyIRZoY5aJs2ntpRJiBY+aUgDCa/2u7REmdxpYmzkhBt4tHxuOga2GFZIU
ofTVqOllVGb6bnTguSwFQlIFpLnK0p3Xke+HVtx8D2ImFe4MQp5G09EMiuFUVjJEFLGNDZKbs5SU
PeVSUhTsgZR27bAd0WOl/YM7Iwyg3a2vcxv5rt+b7XoiKYB+73SpBlnfKD/9HUOgBnaMqtqeDrIN
bBSrbIOl3DOtd6yUHqpZmZrvonBGiCH9doxlf0gTmW+QukaIXwgvk+54q2EBWcczYGG1CDBz6Kb5
6BukSGUhv5RzNgc/DHQcOzfx3vK5zdeFpFXUT1h89VtWgwDzIMiBKogpb+RbTW/i28qoyeOmWxVS
3SQz56gJljL4pDBIp5Vap+bvALXDQWbdq67SeVuPFRNhx9qOBbZTC03JqnXFTeuSW/Iz0drsGOcm
2ktZ5JBYHGgTusfiQprwyOi0ypqmNEitSAbpjV2hqWuVM/B5aBbHGW7RhuiWinjtUT2MJCy6FIQq
+6dT7XJJ/UKvL5425KEwSkjBtPAouKeesXE8kPgJKi5Z28kBMNVLYOHDL1ncZIpCdR3krIxt7x18
46+WAWytzwaJ8JMZqpmqykSGoz1Rvs7HM+Qqth0T3pFVHYAhNXCo0yVe9w0xkKWKu9BwqPYHZblH
wwzqAvVBjhjIsI5YbF4rxydwkqXHXT3gS+vydlP3FYn2CJFrRfkO3069nXOS7wA3862RWTh6YqdX
NfF/vv6mFDEBrGom3woZgdeR5/xijxOlzsLrJhnuWtwXteHz3bYeAQlCJxnYPowcs7VAn4kfLdcL
8yZRw3sKX7BounHvdNDrZ5ciI6Q0JlsqoxPeg4SNTflaBvJWL/x6I30qi0htq5VKSuJnUpwVPi3q
gH4oQq1iS01LhLqdj7sygL3aRUOIjbiB4/+64K/XQz5aO8prF9ZNkh5jVzfTYaTQkdr22tD7NjRt
7d23socklbC5iVzOLOeiecu6LEImRPzffdxNZ/lNqW2aGtPGiHEQjzquDNHu6LAWoe4qJJSsilrq
d/uaRPiBRpHWHTonrS8yNpNj67YBLSTQ2KtcTSTQp/NQH6EsktMeyAZ98dLFEvrN513XZzSUVM3q
+PGaj8eWF365bUqJrGam8BMT5XdM5mLAzc41Y7DuZviAVhLtYmkZOzPVyyPKTVYKjl8erzevF0kN
MdFBpNL28zCvKw+H29QEF8hX1DuTAgM2kuZV5w/i0swNKk16R30EpLCSKMgZqOEce+YayLx2K6mg
6TMFPKVKQiuMLGeuZ1IeuF69XjToANczu4HSiJMdrxf5YGRHTE/Ivf9xn9GOxiZHY77Wxtm7R63I
WpnOl1xGwniuHyxF1nEW9Tjc56eChBIrKfzb2WFu1ijguHZ30TX8GdeLEkXn0Rby0DUZgpTaSI6V
Q3AmyD3puHeuEC9tlN03o2g3whhRTIqz3/rBAYg+dd+6FNm+TswtKlS+OceowroVj6NbUAi43tdU
y7dZTwN0n28ZxYUj7Sw/acgjy+hFm7kIx9F/bxU7NbYqwBXOb2bdzlbz3XgXe80FUQi65QZNcoLj
86h7t3mO29u2tLzYm1w/eubPoF+0fajThCvmDRU0IsOMoD5eL4JF/NtlDR/4etVoGR7BDbYYhCdv
r9Up8meXxewYcAJPIH6VdsGI+1nLupZ3rCRJjvY97b9HW8/6Y1YcJZp4XIYy3UWGfhIJGip+nG9w
gIowa92DGiqShulHZHlvrrOhoSRji5TjJMEZcj0CLL1Dx2gTj2UssuzrO31e/HGfKQC3NQM9lYwy
hb5Vyx7JiGVZAzaL19e9VOORo1Vb/XXdN58Xs9dzfC/768tFTHCb5+gPaNy74/WC6C5K7qQdcTAV
2rS2qVCuYjqkpT24I26mYFj1y7ehFkH39cKKSCyHMPWaJ2N6PRxmjZ+vsGlnVLr525zo4k6ioxES
7QZ/UvIHpOaf2ih9zNbL4T0uhzfIkOz4eTODiIPNdHlk9PCib68PZchcFvIQJXe6+UhjPp5xfQx4
emj3jYzXzWTvP7eEUTfbIIaE+bpszVp+ftdrH5v5eIvr+ywXX97m+kiXdd/8oeI4/cdTrteum/n4
OJ9v9fmc631F5BBuotGHAO7/9seD/+vN6wN/bPPjo3683fXxjzuu++zLv/Hl6vVZkd/NzEDGBPlj
rRVfdtaXjVyv/tv/5Mvmvjz+5er1pZ8Xf3xoL7PpePldaKdMzHFWyZvRjuUNpPtRhJUO47Oe6/31
gQh5GrXv5TmZwBRCQ5Gr19vE1fEj4ScvnUfyrKpQ/A9357Ukp7Kl4VeZF2ACb26roHx7dUutG6Kl
lvDeJPD085G9zy5Nz56JOLdzQyQUUFWQdq3fLFN/cnNXZ1D/x2JXM8VTmlTfllqII7mXQ86detK2
TmWjgaznDmTq9VK5LzcaZDwA+Zo/aSMma3WO+XjdTWAImnMp1j9hgqKqO131VYbRABMTDxFowvo2
nfppLpEfBxcgWijbq39yc4pTKnS19uHuWuXk7pSo1NzrvjyorDVflj5dUom8P4w906JqLE9y0644
TFnSMyyjzZR5gFdMxUnepCoAKm1lcQxj4sry6wt5VBb/OCpc41tpMSGxu7k5gUcHGFg1r7a20BnH
GGoPqZIf+7FOl23qQpKfMv0ZmsxbpNusg9Z2Kzf9WkqZDK/A6TTQYfOXsw6ZgGyyukznzKz1TecN
yODRY2iTfupHjwRg3ZNDioJwfTZG/47MX3GUN2RhCgVvvWvY+RBFnaOdiPdFeNiYhO5G/o8ws5/C
RmQ75JzpEOQx+Rjoe50j111/n76OmOOM2tH1KdaFw/w8Ix18KtzCgs9fQNdBffHETOnbqKlGUC9I
EX2cYq4vuCVDW0+aFaht3i2gRugDVSI0pNKc4xwajxMYQaYEk99Dd8E5ZTpIto0+NIAREm3Fvjt4
x8lf6WX9bQvOdCd/gvxdoZ1Mx16/W4yyZ/ZmPHyc+PerlbvlMPxMjTnZTFVFXH3VWdjKbxnWVMq4
JhuULuavyf1smSlqKE5UGXaym06oCN/ZJVn3vhQ3g+qYh3zAdBqSeX1CZbA5URd+1+hlfbxf+SY6
eev1dVxfDDoLv/KVSoGMpm+hJEkrcYy/aDlIKTZgcSugSvk3+WZktY7UESg3y4uwMj+qrPxMbub1
lV935X/9qNBr8/mnXXmyPEV+er320636cpyYe9zIJifrmvwxcreocuZg131Z+ji4IASyUSMn/3hf
kTLYB5UksDxFfi1rTVqyLE6yqX0UZfuWv4aZ378aYCa/6PqToxof9Il5ouINXyTLSTKjYiVUlkA2
E8Im1bKNZvN71ZY1IpJIuFddHKuBPP2jGK5PjbQH1FSmT2vHIGuqLF0312MzLLbdrOlBrSXbT32Q
/GP9qDHky6InZyey+PHr0VAi4HszVcDTR8pdNS87YPsFk+O8g2pu/nDlDzHbE8Js6lE+bLjWNOO1
iV+f/fUYlDdW5pGlIF3EKfID+ZXX3eu1snR9jdcPrvf7dG1SPg+Z0tGH8Whkxzk4MXp0cl+2PJ54
1p/l/sePX2qi3IkiVF/eS77Ta93ylrdIUcqjrGOJrjozTYl3EA8DUxlZEf+5KG/x0VVN1YwFcI2X
5jp5S9eN7EvkrizJY9ddecxeZ8H/1nnyZBH+FADdUXr6VzMaZQW9tpnQXavxR2WWRz29HJbgeoEs
fZwli5/35UUfd/3jrM9f8PkqRWuTbU/gfFEBka3PUA4jsiSv/adj11Pkp7qcBcridSPfx3VXluR1
/+tda9R6Mrg8/Aa5kSd++qp/Ovbprp++KVo7/EkN2gGhetlmeyIJxtgs+ysVUpYW16gR11rHk0+f
XI998B/l/gdd8uNMScWUN7+e+scnshia6GEi/EqXvM5H7KUklX9tKH/sfxRlu/rjqNyX5//ZPMEt
TRjsDdmiEdJjctz8VLsATwDzHnkzm8VTD0axRvKpIfjmiedsKmGLdYP6THeC8+9UOw/EhcHkLkPz
TE70aDawMhbNnl9LszzYjaE861rogRauGl8PxyfQw8lu1TEO1DSLjyR8J9W2HssJcp9m4ARedXl9
WWYkRpyoh+JoFpfFSQg3EieBRtZFGOXgXS8conXAFHeK7OM+/+GP7mQB3DWsi6qlQM1Q4h/k8CoH
1usGbMi/Rts/hlxZ/KfTPx2TQ7c89vEN/3TdxzeIzLvYGFRgYFCsbVluXNl2r/veOo+cCJ0TFpMN
ft0Xa8X+OPiPn3+63Lb6GcC4U5OSXDs1eXnhOmV6J88cs6bb6VPzID+YZRP852ISASqx8uqnlrQ2
OpDQk7pZAHfr4TkDsd+mIv7plJdBqXnR1QuYQAes7besyM1d0mGlXXbOSahGjqqFdRrd3nzp6uRe
a+2LO3m3Rjm+JS6IiFXDQu8K69UarMdwUn/WOpnitXsOEqb+B6G5FXg/ZzWFLAWQfFSkBi1WgeEo
nd90A8ptpOX8Il2JoMQZ0Skbzu13O0KnWY+YGTaK2/MV91GuRocQFkSQzxWa7Uvf+wLrUYCP3cHD
/2KrWdlZY5w9MMSvIADgmZVj+YoSvtjD8Ip8HrCAvAC3YgAfJc5GlA8NoJJA+KZx1wh8iN8CVuc0
jGkyiBTMt2TiiFLYBmKtalHtwizaQiLLg7mmZCFDZEYCLc7Vf8fswjwozepd0bw7E4oXS+V+b9fK
bzzn56AA5BrUkDSS3HrJbXMmgc8SHFH0e1B9b/E8RgdnMbZECIKuCr8OdvPgFik4fTjX2MRaJA6g
3P3Aa7S/HeYevcgGLHJq7Zw2xGyqKDEcqI+WMqIBFk8TKPdiCOasvG8qFZ39WfvpQKg8qTDa4ZAi
OaITv9ZEbqJ7E9dbTL03XVnvGtS+u8VOdxhPFDB08o7ITR6wbCNy3mEjUpX2IW/NEw4qNsrjKnIB
iNykKkkED0m7nVbD/gNDUo6uss8iwhYaIhbGqiWhlMaTqBoUuefGBMkBfLDpnr0lNHzHibwABbSn
dOqR7VO75CG1hm8x2fqsmJQvGC03qIhrXxQofVtyqOaGDio9D1p4Uy5tuRsim4C2IfBaT9Rz2VpL
UI6atR2EuXe95g3uCgQvAGiQvk04cGBOLo7Wib2tlK+De1vOIFb1vO82pCQIlGvOczFrb6w+WVWa
ubYrO3LAYRvydyeCziVhpkEB5a+NP2yRu1vPrE6AgexLY0AxcOpsu/b+sbH2esSb/Knc5tDe+jkv
L+0Q7WNTG4B0wNEyjmQXlUCpk1dMGaZdRoC1GdoDMMceEZ/cJlfhae3rYnTvhWd1OIvZX0wUMJeu
fHdqLf4xG+oPyADlUztm6am0KrhileZT5bTbfiZWTr4FCxxx9pbEfRJIXTiCvjM0610lossEe/8g
LMYVxPo3g17hnjH8ipykvM9E9u5q4pB0bh2kLazMsrdvZzAyui2e9EH9sdilfkNPkRFBGARga/M1
m2CcwF1og7Zpvq0E5iDBTnmrwDkYu/RozVS2bIjfkMlFYtPImX7madCG5rdqp1cC+ojdfbcFqYR0
/hYJZ0ZQV7/YQv+uuIMXVEpC/HYM1O5xrn+WjRU/pGrRbuq6nHZRh2SrBTMVYnJ7cdwWJpktXnXH
ppIQI56TJKJKOz+1MLYhShbwaVfsoW20gVNp9RaLnS9QJAtkJXXy/+GUbxUI2V5HjwGUHD4aOE18
Gy1yoUWzrWvvvSDUVkxiD1RhueQxFuZNdiYcOwWOc8xs1ppa/tVLGA3HjVu2VD+lVZ7ciO/wUCrS
iXuuwvOmkT3obm5v2uSW4c+2MowSGucY8R6DuXmCu63/jErkKquvooxD33Qh5Yo83HY5D1LRcsTf
EGpq+To/ml90a/zqCTCtaCQHQMh4KeVwX+BOKiY6UgPTXMSrivjgmr290Rpa7WAaBj/agqNSqacm
hHZO+ih3AqPoXsAqIoPgOQKWsH52W4h4Zho+6GESVG2Y7tyhRx5vqc9tvgbJVYWHUGk37pAgo1ZP
tyZue4CPOkaImXGpiJplSwJgvjCf2TRj+9usTPvQgKrr4wTfbdBdo4FyQwJWqUff8ti3sPrQT8el
xmRFiLwm8CaNVh6B1YWTMSNBykudGyFu0EeGYk+SeVeTtEm8uj0kA5D+dID5Ts9PCxwgpuYEdnft
irpbHJOk7GT2vuu91j05U70lFRSpEa7q/U8EAZZtbzyMwnCOgMAQlGj13WRm2TaeCt5fHN1grfBs
qTWwnTnLzhBAT8b81nS1cpvjeZ3XcX4jFAUqSpGOR5JyoJtHe7tqUsAl3BMoQE2+GCGOjHhc9G13
diPH2qAUk3+lfzzbkPbR16CilrO5GQw6K11Dd8Jwskeiyz7cgWSv8sR87MtTPAzi76lW3aYufGSQ
b8BIWzTrieXf6Mp4v/Tp2VvtSIbQ/sGKed81BGu95IakuL61wB9uSOuRCA2jG93W6+3QuLehCsXA
aAG2AQgiW2VPD1ZiAaLPofNgXnswytI7n7SaXPBEczyrynMOswLjP03deKFtbo3kq9oJN8jfwpCs
vrIM+W5KWUbDKAbD8zKqNrL5ykOTZ8kJccyHaTb2JObwETd2BI+MjavPF0/QxBvXCzowi9tlGr6T
3aaBhtyoMguYpuC3rEJ7hqXSP8B6aTd6pUOTxDU45wmVdC6tN6VnTW08sJVBW18EWruPURKJY2ui
yVwsgW4DpHRAQYoCzm/oiUOKwllGRjkHOZZCcpuxn6MbNxB/aJqTXnj9VuTMxwGOBqUOCBpGxxSA
66PrW5KnQZ+bzVzYzKYbhRxmCUxSU7oo0BWUIrqmeQ61e2dBXk1gLOl8N7wl2+JkQmhLbwIDCkug
2tMa+LEsclGQ+qxkXqutsiYth7M16hB+srOpfJtF5uwjA+cFPVfwJ0u61wW3uwZxzC8T7Iuka3gM
ZSY2VBIdnKGyhySPOJ1rvc4gNaaiPgslRzsIrZuNMWEHm4zixe3ig+aUzbFP22mL8/jCIHeEBa2Q
2Y+HIzqwIGYjJsxJ7EAZuI+HcoPiP/1k5BtavTymCCX1mzxWzM0SqfDMw+k2xBwAnJMV6MCdEEp/
I9IWbkYrfq/L5TIZThiQr+VJJNouPuLIsfCCxrulUP3aeAIl4eJAYyn+1DOg5vYKFkWqs6mXE6MS
meChoQkmiEwhBzKCvvART351LRQ/gVZuVGT1PC/+XczZK0gTyB7EJS5t2T/qYOx2SJdYhylyf8RF
9sUqVsZ0hFJf77g9ejET0yTNeoqdrwXrH9LRLkoMOaRWrU4uhXXjKN+dKG72ycDaYVbOiljERay5
qlmxd13FvCXqmYrRm1ZlFj8mY3d2qsU5opNH1j7uUS2hU270JvdnzSHrK6AjDJssL+51w0iPQgwv
7uz+bhtb29YFzJPV6nCM55sRGEAG8nZruz1ONnA04wX4AlyvY6Lco64IT81mLHb19ggOFLIlFCIE
SmyYBx6QYMtizYBYjBWeJl7VASqvuVO+lUJnol551VlPSKYXGNogFP2U0Ds47pEe/blYXN8mTHVW
sc+YAHXnhfi5wNENSxglCRAgiNspfj03fR6n/lJj1aOMHuSLyrdx2aFj9OajCMNbtUMLKmqOsFzz
ICHfuSSD2Jdp0yIGp8CnTNQkKIy1B6LzMzpxP0zTyWMexKwq3y/d3KOWgnhM4wkm4Zm6VyZYLEav
oqNamA/F4gN6IRGKeKkSv5Zze9tZUXvblzNQkrhV7vII+6a6RFeqrm97FtAg98pbfAx36CCwNBFo
Is3u96LA7rWDLLetbcgrKBQ8x3bjz8wAprB+TB2UADXEh8Y+9wcDfZg4xLAzB5Kbl0sQkZb0UxQG
50Z7d5Yo92srZbHghDm4P6PY5kW6Z9nwralwqhnAHEB76+D7C2frIh2w0Zbm4JUt6o0gCTwHBsws
8OkZngWghVOZ3g8qdpeeC5TdLYs3cMIXJyEABLsdBt4MymLQrBF6ODLkY3TMB2qh0Pvl1suLp2lw
f1quJb5Vrve1aXM8FY38PUkV2w8HDbSNUx8mg/qVm7dtZukveet87UD2kCDVgj6y89NSIhJRQrhU
+k7swHX327CJDlqZwnkziyfUjiy/yBGNXgA7pYnyXKZzAt4TSZJqLgIV3gFrteWrHbdNoE45mFDe
pW2l1Jyq86MW4ctwGuIdphggV6radwGmbStid1rsj4pxKwwYns2q7FrP44hqCNRpNBuEniPe7njz
wV6wUc2BnLc2uhyJyURHnyaxRXbY9R3kKJHZe9AZb3aKg1P3mDPkZmC+NGujEt4ErAL5bEHqrrKw
ckqiPtxMTeduIhQ8cE10skAQDc1XUnIrZtDgdU/Th+oz9wSfc7SO1QbBKVxqvhYsl9KIVH4FKm1r
tS3qHkDYlrEBBKP2KOonlrpZZcKnVsAISLvRRwrYhKbW3vUpUhE5iw96sjzrME2arR0CIXClixmv
oUXkmyVeUHU2WSWPbrcvQMnnRTEf5i59KGynQixwOtKogZ+GOGKmvXNXhgU46QlSHILmUDzb8SGF
rGitkpgYXZI5aUGnqZ6V+qzOaXDUQMTd6P2xodZOsWfEu3DOX9TUoJtn0EJ1BMUYB2m+zo3DU1s9
TqJ7cZPH2Oxf0r6Cdxtl1RZBjrFM7SNvo406exMic7HaamHPt0A4ngBYDQ0NGvUfo5L64d5LXMND
IO/9gAaQjVA6StcOBhyWlmb+gE8ezUXT7oDYAqcLmcxoCLn6IgpmJ/6d8yy3KHp6+zrJfiXC/kH+
fr/+xGNqD98tolyb0M6f20kQDZv7g9VHSPelBRJFZeuL4ZsedpCHvUviYfhjDH7W9Nb5d4NwxSlE
z3vDEPGoswTZII5V70wI0yhYr6oBvFL4zDvWFehPdvHtUDnLxppgxREYBoOHJGyjD8+LPnwrtEhH
lcFB6WlpbzH8XjMCFU5BVtkF2ZCX2OsZTxivkoO1HUS8+jUGMd8NDVJgnWYgztDAWSgNLQqcIUVt
VOs/sOT/byHBuruqEv/vQse3v360b1323zHBHxf9hQn2rP80NHP1hAG+rgLv5X7/wgSvcGELPL2B
N7WDJifA37/Ejk0DTLCBZr5tYOIMa+EPTLD672CANf2zSd/qlAASGbqioxo01/+p2D0o6hzG46Uc
zX6a420TtjcS3BSuEUpZum7+/WPRGtj2ZDD0/74NjU7ZoUJG6/M1o0CKc/3+SqaQ5ZWjiQPCCIt+
rotji0FrmIvqnCMlQLhH7FGQhO8nWqTaXyq30o/lIpxgNAi4upr2SnjtyL1qhJry4VSW7dfiZEIy
Seum35hvA0DYgLXPZCX4SdnDuFdjFEIMVJ2FV38JXUB+AzJPLUowSMs890OM6FAz3Fu1C4UAt7Kt
aKv5FJbjTZ6OLyzij3ne2jfeis/pvdQ61QJSo9EquzjEF7SuyPdCzoQpF60aGi9IYr8JgTaIGU6h
j1X5tp5t52SpQt1muvJa2Mx70ZzWjuiMbebBeNdYkxeCcYrvYbGnY2cyIQQDAuIGIVf6xcpkbHQd
QGVID+/6ZFGB6hLngYC9RavI8rudk7rDNl29h/q6fNHT6IBSx3A0lfG3MGPTj0T5lKkpcoCDN/gh
U8od2M3YZQwkg/wS8aICxz1lJi4blSHcw1SOUJYPCvBkSwFhK8pbMM+wuBHQQAoLha/5PUTXfze6
cFPM1Mx3ixVdUPF+8VASQTwIbvTYfilt+72PPIyZVbW/wZMCG6wqv2/jJt7DyVqKEk1ow/s6ptrT
YlcWEJB63znFw1K7ryCbYUgpJODLCNmndhjJarQEmRUkAadMuXFTYmoNqXEMk3+OSTMHYqIeEEf4
zvICvWu0SgiqvqhQmRDKUG2ECdselhVDaezgVw3JRHGItJTabdii55ujf4LDRrHJatxY5mabpdG6
vgVk5b2NKA6iRhrrDG8VwDxEajT1ZzWOpZ9ab4qD3F6uFkii2d6GyUNzcce88E0aJNzXtmTKkfH2
qvquLjzbL91UoUrHTZDY5t0ylfapsIazYxAMR1D7OCTAZkeBy01kVy9A+GsoHXWzGzBE2NW5crQx
r2ZpF5gNuiX6Yj1OM+qVEWQ4PY9N4O4zTWBqT3XTgnZ10OSZ0THdDhXu1IWNU7Kqx7dFhLKwlisH
zUYfjJ+KWFzj/Mjb4gf0cL8y0ZkaTecx7fNfqrpmrq3jULLosa25PinmW8kiduOwJgtGuVq3jt28
vBOdwmSufzBHQ0ehrfKnLHcfNNag+Dh8z+IsULXpx5KPrzF0/oMFfHRT9+WbW89Ay3pzoxjGs1sT
DR8E70rRGytI+7Pi/Zi0+mntXxEWMD1emgk3obzxGjEd+sHeuiG0QUWY6h5J9/rch8lvOysejUEJ
Fi9CjGGIKrh/KEHaNiv4WK820IQG44te1l+wQg6x/LWYioBa+dg40L8K8yvehbhSJfp92toPGbYs
zCfiZmvh+woPwYUdpe/TUEnunWzcw98jXWar5wU2wLZFsnmqaBNOiksfNCULRO5NamRf+gKoCa3L
VNAfZ61iaY8KCrXGUKzeKea5UQJjSb5aC0mLpUdcMm1EDiwmP+cA8v3kFDFD2MEoZl6aChTWF7Hn
v7wv0WjeGMWEJQ6TqNUkaWjMbdRP900eEeeIOufgFEaydbJnrLrrTeTUhg8r4CZy3B9wPcWlZSHs
ZulBDZFFx2vpsQLFv4tynbhB4wTWsEBcN9Bnm9wNCQIWNpk7B4oV0sRYiz0QQSjvwsbaqkC8VKRV
bD19xRv4VNQsciJlBvoBGzTtZwuuE1j7wkVSy12naMuvurAONpO5fTc5qCGZ5vc6nLbdcIPnEQtC
w69NnFJxTM1Bvlv36GMMGmHnpNUQGhCs+rrMKm6NNnnUcN5rAJBvCe9bTIiVH4OJ1w8QBH2rm1Bs
cTZMfH2E5lm73n0Z+uGoRKccvacNFhzYnZusAxVMOon9LTDiHXBb6k5f4t7HvsTYzmm4W5vWtCDY
k1v2HGTpOwJVx9AyT+2ixwSl0b4bKuVXI8ZvdEgcRd3AG7RLFVfvdSXuGAwuLRmYDYyHzEfw/wF9
5D6IKiQ5Z2IM4neig8Mri/ZXbMfFpg8FQ2X/ew7nYVV+/pL2XX0g9OFXWrTswHz/JruCMqLrgu1y
zEti1cDQtCBzyCf3SjIgTsniKQNARdTP/b30BWsuAL0iY0nY9SzSCwvqUIPwCALgdFzWneoo9q1B
onM7T3F1Q1bjh5j0x3aeLyQvhmM8zuVlDHc9E9qNhyCf1pvaqcyMcd+XGM2nyXzPvPm5UWGohqlH
2yFaaC0A8+ewWOCtoFQmwpseGWlyEDRk8ISZhRhwPzkBPjxegvlM1ijMHXQN3oJ59jLaculOr71g
uR+2xhvGtFtz4N6RM/wGmY9JsIk4ZG8vwMWTh7l4cfVIOzEAOebSbB01j4Jstn9b+eTsoAkScddH
P0Qjc9tbziO3BMSPXRG2MUiWqSW1U48QIG2UyzjEZ7VG5Xs1SjmYGZxuwo6czCKtaZBC6h9FzSyj
6lo0P8nlF7mXo5QQrk7CUG4TXNiG2ev8WtN+NaMXeCahV2HX39D/T7ZjWv72oGKCJ2v2PVM6MOus
Gb0eddOum1GwGMWZFMcWlwjketoRGxi9dYkuERTuSAu4Dasbm44NEPg5iSpll2TYdCLey2LI2xrZ
eM88EuefKU58r4SnZdAdB10iDr07vYV9iH5r1SExaYhf0UnRMAHqygxLoUV51dM02U+dM5yZK9ho
k5g1g73n8WcMuAuTWW0R8/mhscA5tm5/CBU7uyhqca46927udbFd0Fn3h0hFZEfR/AHLAN9EF2+O
iv5ACHI/92q/7XhZxKZJ9OAv56szUdDcAOfP80vBSza/hoEOA6Y2q3Z8l336MuRiCAPcNpZBRWlg
0ABiT/e9U1Q3uNBtNK0k92GrVCD4RZvRKH45sOtJTAz0RQdVJO8lb7JZdGDZcyGOzpwMZF68fuOu
HhbCIc+A4TzhWEWnGSk6+Rq0icXCyFpHuDKneEflfC/i+sjmz12zg6SP8LIoc5/4BwGvSX1QOqMG
zhf3u9bW2v2Yxo8l5ISLpdQrT4UJg2kPN9QB5iD5sYGfFjQE1jd1Ob47Xfa+pOqPrnWewpikVW1O
TJmH4XsTL24wD651atMSjz3G98Cy5mcSjunBLovppg2NLx5i5H5FnnhLnMEKx3cTtAfEo1WKZunQ
OWDTzkh0ezgD2El1Lo3hp95HsPwcInCeIZPdX4rCrR8sGOmhdXQbDTnFkuxs5Lk3TZUgxq8xkC9R
PfqGS3RjMaLh0iEfZKeITTWd0/rQqpRzPi/bmNDjnVWqKOA6dkongPNIuzCnRyF+/KLAfqva9hae
DFEkw6wOaPKSzWdcU8NqR+KYqHPYJ0hfk3NYKh05OyXWTrZSjFu11mi8VTOQVGBmY9gxAEogM3TK
SX1RES7aAbb4hdlGc+5WboQswZy9MyxVO+oKVqqVI1ZmtgCngeAwGSjxVZkLZS+y+WICh7iNHRq2
lfSHOZ2Ho2DYhBKTl3sMxBWg6entVGTG0XHXabvjoRu1RtF0VGC2ShTezNow+elYWzthpbi7zSEa
KeOl7RxcGsI5wTpueZjTMTxMGd64QnXA6vfGJpuaBZSvgygE0rUeghTHMG3Ul8I17lPyaJOGsV2m
RzGRdieYNQLFs2qch3pKb5rQvSnoSAatunTVot5PhI4NbcYzzbBfYaJFG9VExSObqi8NKk7nom6e
LK/2F7V0Dnrx2Knucr+oSxI0S9HsCDSGCE9BdUt0Gx16NXR2wl3S02ArTypqgNuQlcWuHJH/ylXt
a68H6Haam3YsxK3Qy+quFJcoJB+8uExOq7JhnrBuFlQAPzafjrlZ/jOJmHEQiR5PtTsyLMJ+IMKi
tJk4yaNq7fgkysRhTRef7CkUJzVHCkymjz/2Sb8l0IrW9YMO52gssLUqy+h3qpJB2SLB0J3kpiqi
Od8Yo36OGuMt6Y1ha5cmpCqpaO95qFZuFKw+Tx/7ffMWQXz7QH1rmYICurmClUmg+W3sSAjwX5vE
aHwF6ZjDYE7xeKYjt5BryrbOVECJkgjFwgxTiFsrinEskCIctO6rBLBKVNp1I1Z4m9ydFbJqJgYP
QxeqBNdQ65fgRnkPuVHp2FmAOPvroY8vaBsEeMeYBMsKdJZ3C9cE70YWrwc9FJ4qXZ33Vzg5cy3A
uBKj13r4V0ba5Q/07x9gV4kGw8Fw2s2xcieRoSw8iIz23WTvJ+IHWQeFwBvCgselLCxRgYtvNWgy
rPhV1htNVPcnEEtQH1bsX7zykORGWZ+SfcmACugI4jNjDElKSC8CzITakyxNhbFoQaJA24IsJSHp
hpcwMVvB6bVqkf81J+fbQA8eGCt5zV6x21VNaO4wo+MY4V9xYFyAfgDm75SVOS9Y7iMW0ZyYn5Ae
Rbd2iqoWPWfYWbKEzMFwsBzojiuTq1s3spS3vRngyvI6rqeGqt/3RXxKNOOvyidLibsSNEei/VsN
IgBJ95V6xVxHC+Qf5yW1J8+ryXs7KCglq/tCv1a1wbOm+oBp1D5GJGkfZXFzkhtrNFHKNuvmJLoQ
DFhU7uWhZXEqH/I6a+DyGZhRRsVfKU1oTEMtWEtyt4QXHkzG8G4Rpt55c//wP1CTHzDJlZEwx5Bk
M28ltq5Id0/SviToXe7LjdxdFAw7rLb0wKwVLMMBwYOJXwascwhKy4qjsGQI4rAAM2RDOW3XfyD/
kPwv0yPaHjDsjBRFHSSoSHrpKyuLbqI+pYCu9vZgn5pm6U6O4nQnmKh4SLlmSleiP1qm0FDJmVFC
TKu+Zx3AJqOh+CAHtE25IvTlhjb9V2lG3xQOw9/78mNVHiQ5JQJEbd+u19lqpgJYWu/TD3rRfvt0
t6UzimOn/prqif/WmNS7j6LZeKDRtIG5yXowxWBxU7QJ/fz1zBHiDjQ+NrIkTxwnxmGiNzN4AqqE
ng5BbWGBLPfQL6ASrcc9o/3WDP2qxMNemxFqC9RILTegPCy/Vko0tSsSdAbT2Y8rrLX0aRd92b1n
06vAQINef729YXSKD0llFWvi2crHildyd5K7ciPWD667n04BAGgdxpIeXXJICTNRDSstVAMlanEh
IuDJMtss7qqYznMC4kL8LIItJDXVHQmal8Vm1m8SJ7V33nRfzeSFXYmevzJFPyiDhHEbf8GlFO+E
B0W+TSkf9UdR8kXdlpV0Eo97WI90kgzhbCuvNA8ZipGE55uTYY8uom3qV4a+vyiw8ufL3WQ9Q5bk
Jq4bcvcDWMu1P8I1nC6fLos6/Pd+iJXR3h2U/cffWWH3soSVTzCNenIgTNz6uqUOH/9dfmh1iAsi
TFeS+5hZ4c3E/tb+hQYUtwdZnBTUfohp99t87XwLXKJO6VqSu1PUsgItIH2f+hwFLm08XvmMBqM+
fdPKbxSacouXyudKuNZJ3JCbk6yTFvG3nSbM+z/qtyzihYg3skD7X+7iqpbtc007/3GerNlqr91q
lmLs/qj88pzrdzQaeOSyqEmJr9+L6gHtCf+AJEBv/68fKC/p7FUHYVrRuK4qFj+VaON0Hf2StVHH
a+nTrvwAzq/z4Rf8/zaRYoBp/78TKeI/bn5Nyc/qv8mrfFz2t7zKmhUxbYsQrWrbpooQ0d+pFERU
LANxINIbpsPU8e9UiuGsF6HFwlW4qsssy798I7X/NLAPtV2kjZDZ1bAP/Td8I12PVM6fKlP4Laum
RtLbtCzN9izzk4dzQ2gbF6wyvXTgaCOsbtB4Zyqwz/LpkrpI5gMypBuNdXC6WxuHMyLLqEspBTLW
QG+CJrZ+mkVMKM+6VKKdkCy2xcdm9ZM4hUi6IFA1fy80JhNGzQzCKxu6T1ksXaIAgSwOZB0/Ppe7
mcNUWclQlJdNvJKTF6OBwDeIXbqOm3KjdR1dkiwShSiPSfEuu7wrLd6RvKC/N0NhkB/VlHgjMzdX
lnwlSRwyh9MvJinFwpl9yaO+KvBdd2XJ03AiAivJzJdZQLRujJWCfd1YA25Qg2mdJfNcsqvlRtKu
hWIpuyXpLvIQ0eAJjrOLzPK4AktHObrbcoYyVhUq4l27C0cE1TbmOrf5KDqs5o7Z9GjVbc0zXXmY
zTplkBu5myIhiVKN8rsFdCrOUcLaeemc0Z8tJZ3wV6z8PIYUaYXhCmB574v5XiF548PgQAHXw1ws
Hu5Ai0a7uRv3LlOkjaNka74i6ff5NH4JQTdr5BcOmlt8GVCmQiSxvRVaZmH/CcihTqP7/+LuPLIr
15F1PZU3AdaiN93t5VIppc8OV1p67zn69yH2qaRKdeqa7u1QAGg2RQcg4jd8qJq+vVvxHUIQhBLw
xeo8Gsa3MMuOnqXhMzDZ4wmKvLYjJVLAH0K+2QKdpqhhkp+Te5O6zYd8xYlzfShN+6Pcv2hdEwbV
NiDZt3Y1uQdDurQJAXnAwYu9r3T3F4l46CVhMtzyPA+3UmKA8Fdpa7PqCU/SrS7bbNVtP2nTA/x8
dg2hpXYZUAr5c8D/5jCvV8thIzMGwivF63qApysDlu03HTm5rb793v++ra0DgqQlzgqyryyKVv/r
grxqwzpjPWtOQLzg9Oqnrpfg1WV6VZ1LpGb0AeUP2Zketj63jMtxSaMjkt5ILco/1Uz6qa0u27Sl
YqvKPrLmupGskrqdEGLrEaKJTUCzf3fYV23bz9eLIrq+Wi3VbZvtbMqeNJzGGOIgm8iKv9tuO54W
DcGphYKzNW27bm3b/7a1ZZ352LruwhOumEJ4CX+A0RmdUDhSPG4WdVe1OhNn5netqQ0ok74qmr4a
by3RYzoYBmjXptPJUGFd4mpRtJdjbEd7VZVjZR7RdNjP/FjAy0aWQP04DoD2pSdNIdv83X7Sdt1Z
tpETuR5hq297v2qrihndvlavwAYSKanDr/ZxKpii9S7THaY2sOOknuTuDAFOrXpRdBamdHmuJkmv
V9XDhQTRWQh4icisLiVZsyRB4XtjK7fSJbzYKJJNt5jAtqnEBQbE0E5L5rxJ1bh340ULObozEr7Q
htYOpxUhM2mT7aTkdGpGtNVl560q28hCONZSitEd3wUlEUGJI72KKDlVAPzHX3Ed2kJNPdl0aMlg
bA2mI3yhXy7+rq3PQDegGiZTWAmPSMlU76mUrgRxWYO6y6W2R+MMKD9QTAR7uF1wgj8ZZfLm9cbX
/aT1SjfvVwyLyOySm2H8IIthDDn7Ohr3MtUXkQFZyPRfSrLiGoKqq096O483ulIOkYUpCjNlavpH
kLyfZ3WprA5oQd1ZGtO8BpEvnySZbWDbSparJ0TM52+Skf6fhbTFlfNdL2c0GxJzJUIZrsRBWJQO
/y8ugjedCtlIXEdKKZi50a7qG4lXTypobcAIktl5TMhQx/XHbE+RvT63isyOtqi2l3su91eiLXm4
8sBI4yDPjqNAKvndSpKT/S2TnEgJxhwXXDIfciXkwoS2f7FJBJzDVbcJMwUo4qtS7EB3ktLiDhXg
KsR7C3xa172Eh8zVJhbCCBBRAqVmhDcaVl62DndrwYHXnLuDM6NO8U4CcSQgHDACnrd3HJDYR7TE
omOCww9IX70/IrFOnov88G0OveiY+NqE1qoHsL3EQ3DWlFM2UztbRm+SiZa6BMuujVLfEtWI8TLO
q83c3FvVHO6u9W29lK6NchCp5/CYTqbZP1wPuTIyPARh2qE+a72DDlScZq1f171ETyTsI4s5aUAp
TtYF3QPXwJdKQiyysNTIS0qdhGCkLjtt2/Rkgv4Ky2ybb9u0bmPvTLT796L6IYt1SPimSpGnjHl9
rYa7f7t+cQEBVxUxm1fbyNb/gzbZ5Porsgve4j+jIGpJhqBRsS22cx9nMvCki4K9/JNytbZ/91VV
/tFMOzvrU696oW1hqE5oq0aqBwlVj2L04clqiY2G0rVU0pttG0pp9nL6tW2fbfX1sAly3pdXjcA2
uKqvfla2+Y9tcJUIE+TWyQWfBHGGkLMs+qjlUK+LUi/JHV43er26cxxu5X9e/+Kgrzd9Ub8WXxx7
NmfeOuQkrof+t/Wy6ZpU1U1nAE76uxN/0fr3v7SddLYY75eghkipLsaLHbdNXhxCNnpdl8YXu1/X
vzgU5l12ByWZ6JL5YpH/qRZYeNlgWcFIs8XWvu3g2XqI4Er+dWsK7d6EeJNjUyBFWTPkvnH9CdDY
SLfgY8BQFe0aFjNSJLerWmSpyn5IURplNa5nzIa3LaWEDJVxgPCECva22iVHj1qfOuaLw5ll0d2a
U03kRoqy/vpLUk/b9f1aB1g3gmKDKPdndym9OOZ2SnJ0Wc3tftYMdF8MaKYkq82P8q5sb4RU7YgY
5uX6XrhjimvzthXQLkyKEkYhEu2dhJcdywgIAsVfLHAp+WiV7wOUNEnjwLPFr9H4K6AsUWUEtgmm
SbFYM0ffSzH41Q5OcjsTNaZTU+8MuUBk2dSYbasW8ylNbx3fL8+LSk8BV/7KYIcIwmJpR78bfi2D
/TOkI8/RMUb6PDo4xruoIBOBu+ZnsHPFXdItxqkHIxcDoULpm8c24zBVcBeAeTmSw/g3kTSZ4a9J
GyOpTDejDWV6pw/oJ2cRA1zlkoWJen3j9t4+a+AzaPoACgoHDf4Xx5nvSGmTB2eIyrNjtEV+9AHm
rJpzSNvscZu7SihCZrHF7EzHxsWpPJhG41aiUP9342wQHP/LOFvV9vH/O3zLqv5fQcuW7PhP0LL7
D1DJgQM8BsXRfwct264f6CZa4PzZIm1XIWOXIJirm7oDsWcTMnb+EVjoNHns5iNmbP2vhIwBR/+r
kDGsb08puVsmZ8gjK8HFl6LYduDXnTt75r2l8sSMI9Qi7xNLETLXM7Iq5nmLhL+OjEu4vNfJAY9a
ia22Gj8trQWGgrTaWNjGTSVjpLwNw302LQDxbTTPjrkoB8mj16qkJAnIRwn2y2KafL3AvnEMbgAC
SeAqarumvIa0pO6Y4Z1FCh2H6iK6gX+0wzH1GTlCPDji4mNe+bxp1rOOtMGlHN/MOG/d4r9zdBcD
p7XxMdPK+VAiLLlzm/pDF63vUfYe7qepwCrRPAYZxAx3yepTGvsGuht+uY9s/2lK0js7jMmBotsL
YLW6a0jDHULipMc55LU08PqOlqbaVwXGoHHZ/LAqZFiYH7+tLfdzg/Nc10RPi95/yp3GI2nQwIqG
oD36K3Z2hdGdURlGF9gJ75uyq9GoDX6786HgBQZhnVY0+GTF6v4Bfx2l4PFg9w4E99X51BTLo5OV
T4aVfHVqFymeqXhS+ZvSxMtg1Z9dHVNNf/g6BqANLNuEhBWBApyJoqgD9nH3CXY3aktocM0Ar1AP
w/17Qp4fq9TlBJElOKMTiRN1Ndq7qXyuNET9w8poEVUj3W7dx335tY64qqjKwip1c+ySjPUuTtov
OFm+DyFaG0371u+8D0FsfOx8gFTRlF6CAri3AaAhQ/TEa55Mje8ZGKTMRjh0his5tekhjpqfJDyx
bLLKn769m4k4IK4K88aFvjxNP6ap++FbIUkTYM5RRva1PGIwg96acztgITpr9ckCPsl4O9xlnnvT
6kANOyPGR610wiPI29+mqZDE+rpCYUbvOnoKPPMx741fELUPZl6/BwTGxKZcMMaInd8FLsvQee9w
VEMR2kNpwwWCht7LeqelziHIYXAt3sCD18Zf0c1kTudVy6k1ewR2kWRqsNOdpuB7jYMzqMP2sSw/
ow2CzR8U/73B84DlVvXO+JSZXCoCyAFTOPekj+G9NcPp43mqMRSvdP8pMpZuBz0W+YAVH5/8ppy0
x2y1D2OBtrLnPprj0u2t1UGNIwFLU0ET6rLl52rMb3IXCCDiMo/AavVzn1nxfnDY0yie8FnEUFjP
PoL0/GSVwRsgv9p+0JdjlDDdmooBH6La/Gn3OiHaW69HqbjJDKyz/fTiAK3fk/xBM8gzTn5df3Am
9+egAHpZgT0EyrK7uM3f+bq9nvDRxHN9frR8H8wWYhYH00putXHaNw2uhkNnvy29sCawGb5x8uZS
RNmnJign5HourdXZex0ys2EmD8Df3uP3jMpwAFS75El2YdvtSjeHDxfBZgWLrYGGqtJp32Nb276b
Rp+b7GEnDDxuWpwHZ8UeZMiwnJuc6KmfLWa4+l087B0uKuAyfe9nJtC4evnND3wpEvutFhN/w/rx
u13MN/pYHMOufRe66XfKCSJ17sXXtGA3p5zvTZ2M2ckK0/ukiZ5RGxjpu0dIFOQxpz0kSW6U6U+8
pLgvmjZSCI5jHYoFOF2GZE1n+OMhan6nvXaJgjdl0L7vW/05iFDG6A3e6TG13g7xA1RBYh559+Ra
yUcVydawZts1PZApbcK9qZremuXyjPxITi/B45V+HS3krIvO/Y1cPYqkfQZSWZvv3Fx/F6Q8zLiD
NAevn37pzpsQXh/U3ccuT36FxgxWLp+ee6uNOcn+vVFBirQXE/b2WsbHuHOP/kqXEg/huzEef3RW
9azX49e55iQtTFJsE5lgYN5n/vMDGNq3cVBiczmVkKiKbxrUV3SOD6Npf6iIZHX26jPw2TVGWYGg
059hkO+8cfltmOV72CBnO0l/z1F5l87rSTNrjDgjepO+t11kpndeEhyYvkETQIAmbeqjWb0BfOvy
D+KpNZQfdA5v+h6Q/RB8QoYhfV646GgMZ5QVgh9uyrdiiN+mvvNjXeDaI/vKQZLkAaWW5eiUfP/W
Vcl5486bjPZdlJcXBtafoPz98kLztqrQJYlXVBZi27sP8eEK5unOW8BTj8X6NgmHOwRgjrYN39h0
6r1ezPsRSfkYhqcePesQSvZFf29ZsDKKt3YRVlwzjX6wdlDnChCctvdmb5zzvHzKx/xXlFoPiHC3
p2DEzt2alW9S9XZsjH2i3q55bU4AaEAixfEvZJWP4+RA6e5D0C2IIU5LfrC0r26HSUrWBZfGh/YS
IU+eZbilMl5545fhjxGP9n2nBNLL9XtvRh/nOXkGMravRih8/dBYl0RxojtP/1yGvQ+OHmip5qPT
3ZAK93A6M5v2ftayt0vMcGIK947HR75E24IM3ll31mekd5Zdk44Xxalo3ZnjZvYDsQNYJH12nlL3
Uk/GqXG8T/OMlop62gOzNs6djxZOlC6naDa/RFOC3ENnfS+sFtkJvM2TFKLh5zLWQTbMv4K5J0Ho
PeST9aGGgU6YLUKsYPiSemF/Xn2yiQgKDXCNdpXWPSMdjqfDpOE1fzGYH+znuXqyKvPZXuM7P8C/
FrQm+IYM5qD71jBbQPNs5JfvgyY4dXX2zQaTR7AFxu7KgwiPc1e7xV3HoP7gOTXfu9kh1O3hy1tW
kJlWHZtah+dmrPA/Cnvg7uj/K+H8z85UNDvdob3WeXKx4QrvGVLAAdLp3XhCLLs9R2V+cWv71iUG
N7qccJ2sH4K5uCPhBdEr+JIYY3KTru7PODPPrgc/Pp2074Ht+fvaURY5wc2UWYpi7u66Jv8KxVg/
VzV+4p11BoTjg7vOEFCJGubRBITvEsc8DOjf4LFTvndrXnG3aL5Zdvq+XPjktG3zy1q67OQ3H6xM
D45pPcXws/L7umc8FFYar4P1oRp5XePa/whgCv4Ywq2QrlEw+JRlLsjbuMU/I39cXCjKUZU+u0X4
C8IakBWCvzP2GDhAfSIPdxviU7SH3s73Zup38Da+WzWWsCaaCbX1fUXUw57y90ZQY8/4pXgDgY6x
gAGzuc35IhZ29570OTynQv+kaUBWrJEnISQdOXbsgqD9p7mG7Y2xyA7leZKT/XRr2zM46gHWSeXC
NrHGd4Zf/3CCt1agf50c/2eHc8G+66b7rPPNXWCnDwsQYbOqPoQBlLoh1t92HnaZ6Qoxz0Lvyuxd
MliTfdCy2dzNfoT9M6jG/GbQcYOes+hLbmXf0yb61mTrm9hKn3szfQOE5wGbvQCshn5ndXDsOkB/
a8WDaBop/gnzR7QzlHFV8271ra+l5t5VDnF9I8dFOXfxB+R/7Oaw2ifaqUint1MVfXIqlLjQWLhz
GovvLhBhPn8HTBPfa2aMPpWLRUCQdgeYbJ+ddA35eNVvQwbW/Cu4dC5ui+hYSicUR4+VY6IbUJwD
8+Lk2c/SMCBzr7dR4dFp+cuPFIofKqYaFpVlfvKXdbd0zh0jcg2ng13iIJjOe95M4fsETO/e73VM
h+PkQQ+iAXY2kGJvfKosLATTjg/cEufPoebw29DpeXUIB2dj+C2y4/euvzJMKXE3x/iR7qyrPmVG
FZ3c5gdOKs+p1gA9x05g9icm+uPPZeh/mat7YKT9PQnKaFfrXKs4TJ8xyYwJnJO5CMYz2Mv0YoTD
s2GCu3eme/iMdzhvhSTb269DBLEdm4BTUp0J/dVdChE/8T7j+HEXNs3vuKeLXYz862T6hBr8Sz8z
oF/N7MkYAFr7rf8jhnKy01HDNfTsMTBGfOdi93uP721YegMeIKrDQ6F9+oVWqb/Hcg9bR7e48YHX
nxe9ofsf3tmV/92Cc8W4F7WgSwUdB1EcD+EM3Wb8P0BTWvz5Bx+cZwsmSxA+TbWJPfm0L/v0GFZQ
zqoEVriXNU9TirYYnloK+pQxZP4w2yVSUBHd/z4snByZ0RU/mwlD9FjXeF5S+44BwYkADT7azow7
JeD+akBJOPYep1B/NOsaSfcGHdRmZhLUufvEx1jaHO6bCvmsFlkuJAgueAMffD34gVHKc2flzqUd
mrfLZHzUYTuGdXqvpbhWhIqzinnrwQWJAPyKh3fCIwrm65jwTvWZ+3PpjKdM88/tTBguW5P7uOQL
1QQfkXNElqDD58dKdOw9PPuxheiV9cbHzIuPmBWdmxAa5TgVl9Qr7ubwfTrhDu4qr+7BHnaTm9IB
YgvtaMnD0LXxKbEw1yGncLEWvlFB0Pu78Es4Gf2NUlgyorg8xu81LIoOpdfjsrn44a1b3FsT9Juw
8D5YdvzRD0d0sr03Ndc1qod9X+W/BlM/Gw2MZfOTbY6/kjj8Ga3T58Bzvg+x+zGyGW8H/i3z77d2
7f1usvoJu5oZqkcNSLhGDIsRUhxUDlz4H0A7bwxjvm+Tx5lEEjob1dknwwfB62xYw6UxGSwgbQML
c1pgALpluouq+n3XEHJPcbXPSia1gd60+9XLv2F5gk2IUhJc5/hL3D7aGWpWUU03j3rIfZ9kzyYy
baA741+pb6NK996h3zPd449hIlA724l3KUP7qgIq0p5XiV8pkvyKdlCwkqNUC6Tj4ppnHUmMpbiU
NUoUCjQjyT/JpQbRY5w00w1Ky80Rw5Wfsh9WD+aubhtcDTcl4Ur9fKlUwh2XvKRsKG1zbQ7nVJvj
BRpbfdVCF6nfcVSKxPMCGUw3228CspUFanfnAcm48VC62GsXzQS/cm2wHF9ivzu+kGiO9ejrOBEt
vSppunZanPqseye6m26GRS7U3dN6DcZMSXbjKJEqFaDJPbCIqID1hy1VDAPHJGqIW6MkjSW9LKUX
MrKiFgvIO7xYPLSBAnGC3YJaLULfUq+wgD2QaGkMTfnrTSAj5N/C0NdGQkQBnq5F2dpbQFjz1oKb
uhYVG8otXQWoVOqeXTfv0TxnWPcJe/Gr3Pz1KiXQwCsnx3lZpR/lqmQ9fX7XG0RdVJtcf7nWUpK2
F3rV0mgpelg3xJcGKlQ/Dc9y46+pd7k029Mga1ClYPYZ5JjSKP1yOUlTQtJ9VEFu7Al3LE7zvZ87
wsJ5fL2+dumN61GzEdgKQoenjhBI2d9ESHaUa7UiPrU8S+5a4P5F6nrnFUphFDUAK3TmQJdo7Uis
ENoBJP7qh1+cgxQ95SBrmLF53fJ695IYVHEJLfjKMBAiw9Dim+B21mF+zpUYmFyqq4z/i7fGF7Fv
uXivr6DVxG9QBfK1tTtZMeoxx5SAtjbg3yEXVxaYwZCZVIFzdUPl5Ct9fFu003iS/Dya6o+5u+qn
WjgAXcGLPpna6bqpeq9kTznYf2wLhhqhLLqbgzwJI567pMxC4j88CCY40wsc+6s7gTw+agO3WdnA
ZlhcR8tFnuB5cKbLUgJdGKCkeISlrsrP//F3gfLehDBpyTtY0VUzXX5SznZNH3yGbgwNK7e9uT5J
Ck4kT5JUt7bKs4/qi+SYK7xLr5lOsZe/9QSyL9vLYntbXzyi16KsXwmDXpBSvPJBrrv0sXPWPvZd
ebre1bJBPcyM2pvtDZd/Tx4eaZNqpJ5CfRxPHWCLc+wlJ1lny8MuW2z7v34Epb7pVV/3kfq1+Gq9
VF+1XR/bGtGJvxSsKyjMOwc91ajuBnQFLwa+m3t9dBFUUsB+M4CXEplo9mGrlWLy4DvoqcozPbmm
d3SR2Fn7Jw+gelj592bOMFCvdpBYMdq2LhNeyFcixlw/lYoyiUGGEZg9MaJMby+WhhRaow0XbQGi
LQsUuvrb1miR65G6J74dtY6Xr1d5oBnN0EANaoyJguIER2CH7f++WPphDXfLfJflOABhu7koN5FJ
LciD0wtIPTTdyt1LcTBbBBdb/TxZ8xSd0EuJ7mRFhLI/emTDyVUWJa8kkLeqlF6oJr8oyqr/ToD5
xXrZVXZKZq9CitJM53sHX5vT9nMvNr8WPSVP8qJ1Fm3nFw3bCW5H+bu27ddl7ew6X8uwxZfG6pzj
q5Xb/tefM1Vn9OrwiN1GpzrB0kkGFHJaf3eYF6e6HaYnBLabUGw+bD8FBhh/Rf1LLHwl4Sa8KMKA
VbKGS3AZQuQE/qRfUHn7y71L2qQqeRmpdnN2wnRIO+sC0AgUZKFR0AxZLNIYZRYhxzmKjgTN6Ubi
P9jkF/WswJqGQBWDUFHPlySgLK6iM1f9mbZuT5VlPElmxtkc03U6uKPTMamR5OW4psQ0XISiZEOs
hdLb+ZrTaa6INXjucLb9I/Nl0pmluD5sGGUdcbwqQf/YU5ynXPh3gk+Wuq44UFIlE/61IHdwNMT4
SUFfpMRI4owCX0ukEg3aBJ7kCUEcZuZtqdu7tB6jA+acHXaZTYc8xz9Lr9raVveYhU4FMQ0yWOL1
JQvExeCPSVuqz+gmV4oOv5N1I06757hhLKnuJ/BgGEGqhGbmXyVpSyZUBneOgSQZKjIYIXeMfoVa
M2PEB5BD3X+pu2TKw6oKj5Jek+xbQmYESK+6zVs2blHmasyuiRircV2jFlIS6PmrNkuNH5n7/Egl
93bNwF3LcqPHkpha7we4af8zF71l5F6Yhkla2l0ZegE4vUgyLhHBfikuBRkRvskqv41Z15jg2iV3
EFkc8tLbHZXGtERkHDPSR5SUuAJr3HZnl6+8lsKYewEol3q0pOmpKfIPjgKU52NfTXco2fc3i/sF
xiGEKoDHLxZ/10YEBn2dzjgL/0ay+bLoS8IAnWLxbW2L4j6iE1cxRQntQ6vAdGvy3YoCjIEHCHFT
N352xFZI7lMkt0iKgNA/hPCAT1cmwHYn5MZsdyduDSap3gJTTA1VtoWnPk5b9fpS9i4AuSX7JbdF
sP5/d6vk/kyVWV8iwl1yU2o3OKFFDBNRsQGut0jePD9FxQ8pOVIiMbzFUUXUF2+5ZGGJnXOqCI1q
dI7yOVaujEJJJmT1j5BMwnFSSAjxocuFkCH1azGIPGjgMfNnuYS6uo7X661KUjXskbljQgJMvS2J
QkN2mf9JPpDy7gTLjBiQFK/vUuXCGq6InyEate7dwp/3lvIxgF7IxEpDW0TPPegfupkhpASI8spD
VGvFIi4sgaC4a/1RniVhIlSKk7BVpSRtjjJDmRhAyJMWq8ugqa/N/21EhI159n+FiHjMSD5Uxb+i
Ia47/RMNYf/DtgzDc0x4QjgnByAs/vCOFCXJdT2gEkIgYtVfEm7CO3I9w3N9w/dtT1GS/sk7sv6B
aArfRDAX9C0OQIn/Be/INJR59EviEQ0gK8wgMBRiA692gBcv0RBIvPslFs08Fol3l1eLuZsWnBg9
NDjyMP44taQ151Xb18RbD4P2DtKmRVAKd6wYkntZ9AiEgPTYl5qdM70Hytz0xU5PbfsmCDUcAmze
Gtu+LduotY6DeRNPZXI3WGemP9neGkMbLbT++9zoxPO6iuQ8E2QLLUZ7MS5BHKBT5hKfUUoewJCi
8ZAqHUqzQu2sdp2PtYO1atsplV9dc5lqzN6tlLaFBn3VhAJFXAnr2kC7yCpEPzrIM2qnZqo8VJij
7lRp2ccgx/OsXqK/FlFXm7cI9SN44tDVSzUrinyPggUy7n82lhWySNQeUpKjSGkpO/RqHBhAxImB
NvyOO4j3mo8C96rnxZ0sdGMgG7GGLtx8E9yGad4GnWbeXkt9dSgIruF6nI1IBHv9TQgUM8UF+84v
Aob2QaA9DU3inarwHjFLrNI6Jgu+RUJwW6QkOVDczPz9koVkqMJkdA5jQE7KdMz6LnGTeyJ367F7
U7gOaejOTM8lMJJd2qIPPPk/3JpODfMbVDv0/HO+YrcRJ1h3+GO6CxasYKZUaem6fgUdrLzrMHhA
aNM7+L72ZfBjhFRGbKcQr9wbwbxeyAvcWz7qP0xIvIM9N+ZDhPHuwzwtmFpkPUI2QeTqp7RFJSpe
shsNBT3P7CKYplh/3GvLb6s0yocxyLMDZ/MwdZiGe/Zdm1rDPdJFCHqZ37HVQLR9Rvej1HXzodGo
Gi3KapZTWQ91i4k1SXfi6Pn4Tmm9zlmw3Lsz5gCt0yFhrDnxA2EPns5+zZVQS3eZbOvS4Sn9xo6D
dhcX7Xi2JhSxEGEbe8jl03IGKnlGAH7d+3oc7cxiuieZb99bbk+uf+7uyEY693qeuGdkOz7KuqCe
uHqafixCFMZkAxddrBso/2eDf/1h8RfrwVBn3Xfxx1FT8eKEXletW9XCTYrHxXS8Q6yvH9wobZWu
D6JsMIzu24l/a3ITroeDIa+p/fDWPjqtqATDQljTs7MMD+7Q8s53Nv1mmlreqXO7f2mb2i9tnL1J
+ggOUBYXd5qphAq09oQHLBNENevr+HHGoaoojduijD2yjNCr+DT2e0cRjg2bX0ai605qppoJZDqm
PbjiEpw2cfsmxnFs2iek/z7MCbFdng3zrkp3InjgzLwsjeW+RVn5gAnrcgvBA3GHaHxjZcF8Ozgr
rhA9QpFYlDAtRVLDuPHntxnspNs69VEJ8YuvEsWYSMdfqsDdXyOd1xCMBD1rj+GQkSELE9b5uv+R
+/l4C64LUWS1mPJvtsOd89Gt2ZWK1AyegGsxEnCEwXmRpqBVqheMA5AixDqdTwJhYgVKSOoxPkxA
3MmiRSAjm6wnSPxHSCJ30x/ZPI5H0YFI1fBBiAlSkrbZH89pljvnDmGmXRf6zgH7pQvGtcmlHoP1
aNdds/PC4JvVKmCrGtfJKa1F9A1TH+N4vZK4m+wqaAF7htXYMNv5gag8AaLAA5jiIEcM5q89whsF
3MKDjV1czCCEKPveUtFA9I/5Nmwo/l5v3Bs3PAlZo9NLnRi4pbSGyec7EQ5BzTkfgvhUaLCqxrT/
YK0LX2Oi79h2kDENuejJCMSk0BBtAZQwEXjQlaEN6Qi3t4LDhFk8ARAL1bsOAl1U3ncjhvJOov0s
FZYuIWo/lM4Fhuc1auLKbE4CKBKL2mKeU+PvLD9B+L7S9JjEOOFOeQC2aFwHuLfXh/qqECFBXNdJ
6K4ktBsOqvPKASUIt6HwsF9KUpKgohVjI+SCL3c7H6LeWm7N0fxhep6OxF1on6y1e/LyMaQn6qzL
MJDb++J0vyJFnm9EFGZVY09vD3YOtbPAU+IDiAzFvvsb46T2KFvm2K0c5hqhTNkaKNpyCMMKk23k
GLwirS/+BHPfsdCDWm7QU/ah6U4gUfgcHv1l0Q7aaqMf8Dw18Hde/e9SvZrDZWv0sHSxf70MXUpC
Qg/Xi8QZZSGhRWd277HQ+D6VBhjc1LWY3Vjl0anNdAdCUicKkKD5hyRQrq/oy6kHNMNUZ11WDwPP
YDiGDQLaMTrut+ub2bOI3WoG0blyuEUvFTX5Ctq+CYF4QJ36OADVOYQqBi+EJ3ISaHU1t6kBFVon
1opU6+0SMArQx/id3vOBGKA0HYN0wuhl9gbi7+NBBDtksRLPIYKlJtKew6w/2LspkyDk564JhSJF
JjFLwksOF/sC6fc/00C6dXjSoxYXNfWxk4UQfbaq8HyKRCOeF3nYwuOl6vKYXURGJtINvgZSlIUf
OMG+wKUeXGl/n0YknAA9AKRQykOy6I2BgCesTvkGFcjTuMhS7XDSIEBijo/M1xDBsfWvV36R+t7K
ubyqrirgUipXXCWD4aFmBXzlJsxqIpRjg2PI6uefOscud2M/6bey6LTcPnQFV6TSI/ve8JrmbPZg
Bhl/ARfS4jvT1g5rWc8Yfr/XQjdT8gk8mbEdHStz5F2Sd/Oa4LFdJEV95Bqu4d0pbLSb2kEIMoY8
OZHpb7Jjyo6JT/i480w+zI2FUUrVZWcJtUuOoRDv1C3dIGu21ZCLAPpbN5vykGwqG6ShXd9grSDy
PETHncsEy1JqQv0TYuBWvZbQEL6xJj7tjRvBqVchjgoJQb5Y6jrWjluNd2lTnUmSOGeL/7g0EY5C
uUm/T0dvvXeG4GasybpGXrEck7b8lRRg0w1l9Y7B13oyguBpUeEG0VKSkhhNlonimGw+lNs2f9fm
dUjRk7zCD0Qda1sUpddeyJgetqZX+8uKzcdymDHr0DTLvr56dV0k06O8hU3rloSEZ1MN2Atszfmg
D4idNaGeX2arAiDypwvdqlIaVxuxLVktdelmt2oBJK8Y1+W2n/HwKQ19Pr6gdglxX+qTeo8c2wcR
2k3QZf9IOPn6jMmbjzPeZUTGZUJs4V4WM2jVw0KPjKJvonQT63kXktChR+YTfbsswwh7rwo77EtI
FCxRdxyai5Ao3DqC/nrlU7ziV7xY9aKYDClGvsK9kL3K46DDb1jFJV0iIJ1oAanQrFRJNXUI+6h6
nbmE/qTIrKUhoatahYdvIFlUXKS4SEB3O4rZOQCfsKDJ7yKVPboqZhuS5Lge/GXLdshXIg1zZ/o3
g7ffFL7l16Qak7ZdrmuuRfn164nIAaWeNB5bXU9fkh7bofS0bPZmgE/ZnectfCD+/GOvzuJ62tvq
7ej/g7aquEu9Rm9HmMLhzRou4GmyfQJAxnQPzRFM04pQ4/J+Lm1UMYlkHtD7eWOj2UbeFEWGcS0/
pgmg1CqoP2a1NTKYXZGwBmCNCoP3tsvm+jNT4d8M0b9Bhm+OK2GVQ7Nq5aky2dyocE4sTKROky7+
MCNNeBjSDFBDsO5skNi7IgQA23WIveZJ0J/6qn9vVQk9DfwbrG5QmHbH8f06gSsbGv2TW9kr0VkD
oI93F8Gc0eKk3YFYCDDA49+0Z2YB04B6tEbH53qnHjGkY8P4dD9jvsO7gN1W2pXxfkTD4lyX/a/Q
xTjLn8Ekxvr4xexnQN3uZz/twdbUKZFDol52256W2fhqaTnif6exmgcG2shnrK5m3XgDetO8Lpes
y4hZcd3yzr6rqn7g05d8if2+fBPHP6flex6E59Qq4eum2niKyvhTP5LD9awYP1EmpGU130aWdbb6
+tGoo55bhUprFw0/3RB7E4wizmZIRAKg1CkCDXoc2v4TGPCf2Pi0rgpgFAt9K7vukE99zmbIjtnJ
wdpj19WFtrdz1Hdz63uGVnxAaOLjWHzXh/E4MOR6XAbAGi1j3abNDkBe3jbEDAneo4tBqcXWpmTG
YQ/1PnK/roGvH+wy6G6qDNsMhCSjm9Sauz2z7PPcAogHiw1ngsRVi8jkOfD7b/raxYe5jT52MzaE
GboeewIniBozfTyWxnjW7MwFWeIc5xYR9KSOy71h+d9SnvTblJ56D2p2Pelx8n6djQ+hZ4aMSDTg
rwxAYRfDkHYVI1xJsAHRiuuZFGBkvPOn1j5beXUTF439jGjROwyN3wBJYvYeZaAnjIiMBtKmzTwd
VlM7YsVUH0Iu+Rn98bM2ASOOiuG+TNLwJ3rp/5+781hylN3S9a2c6DkdeDPoCSBvUmmUbkJkVmXi
vefqzwPZe6tOnd0d0dOOv34FIIQQCZ9Z613Pe+R/NKoxNmt1X+VOENLA1aoEczGgmQzJQlBKAeWL
AgxNTfbaJN5Z5PV2sd9U4NOio9iN4501CvEuFZJzQZHuUHO/ShLaO7XQN+BWXVKh9UrtR27OdoLP
JKN4ay2U3ZGKTaKKUrppPpekgSkamIYXL4Jq0qxiz5IoRQV7HROU1FcZEzXayQTnaeNaieiYeDYS
rA4eb2c8ZI4SjeIazypvk2nxa6lon1qtPagUDLzCengpZivFsYtF2yypwuuHqdrIU9+dRPEU1vhx
GjOlU5Xzir0I9mM543nVcM4zF/AqXPBYutfztr6M2TfZm0f8pPUDLastDgFt35NxhAcfP1RFviv9
QSWAJVC6ID1nobdOgmBrFRY6/8hE3O/rDaggvHzGuA4dKuF/e0GiuZ5qPWoGZePloY1q7ILUPLdL
uBPYwgxoy4Skx7XF43HT9hNRLYZ5JnHuAj085RZ1MnPLvfaLQS7FLgMwGo/GKU+7etUkERZUhoiv
gbVPzWDApSY6l57UrHQ/fieHTB9gDW4dJBWyLlo+o2QQ2hD3kYusWseB95J6mJJVOhlqLdkCP34s
MO+iEitGC6BZq6ZUD7FIaYww4CMZSX28NuL6d99Y9cajjaL4AU/SsGGOqw7Mopv6DN7k4uPisG51
qj3Mp76NiUohcHPxMf8d6jJeoaDi5T78mPpkLtOgbJKsBRUxEuRQqzt5cvWM9RCeCeKYrUfcUwL5
ueuS7yIEUWDiC7DNMVHQqKxWiw/CFPymTuTqSPGb5Q1b3AWepACPzDqPqfowfCx3gmQTzULYQFXS
x1Q31xYMY9h37SUxjqD49E2dJw/dKGV4gyIa7f0mWWHkkwM8hEIeIeQPpKlYhcNH6/fvg4k8bOqv
jZ/siV+h8q2TRyvsrsJI3VUqxxRbBodRGO4yWf/ssnWT0NSAo8PHSldWZQY7zuhNdxC/+6AQXTBr
3yb1qHHQgb+0jA6RDrdfWBg2oczpDIya2YMZxOuEqrdgmCnFgFaxSqQUvY3hwhYK7GGL8ZE7tOFn
0a9MykJXEb4YfUy9QVsitcR1cmvSVSWbxGpPiSKaK8UCE1+EaumImfR7zOAdR+GrqlKHolEqYOd1
9wmrBoqyVfBcxOCsA6meS+5c+b0zShk8QGygFXKKnAoGvVXPfh0Ca/VJVY4jvpiGozeVj9BSx9QP
Py5VO02pR20cAr+gR8ujeu0bPpn7nNnwuuq1Q6vr+lnKglMl5lgNWVSQ4ClwJt4MFyOl2Mn3Lcpk
CA9DqSlwFZS29MLI5Rp1HRkhTL1oegEPiGoqavRVp8uZGzBotKl1KewQ9QWwYw35ImTBYPhQZVV0
I/4idZ08V8E0UJMrf8n5xdcIQ6n57BqmjjSFz3osH+qPIoiu6iR8NFZIotVrKZiaunjHdPU8engI
Tn5wB8YU00UgiVpxl2bSxZzQGWdWVK47YVhNVpMD6fel3ajSGAfe7PWgXJuSiqU2oF8mgPCgYlqC
zZlqx2Eh3hd+1m6A/iiEeYQHNUf4lLZUZXUFPg9NGsI+VjuqfAZbDixxg4fAJYYEKMOB54aYjqGY
XoZcJFjNnyzFwWz0yf95aqKS0jYOQubjwZcXGlqKZI2VgOUl8R0jvwbAuoGjOJSqLLgYYVkfqML7
VGdAekGlsQqYPGxGmTpEYoFBZK4w2sKHVhKpm2y8X1IwPLUT11GISlyPvQr5S4lnZ2WhWLBKRrCd
/CBpyl7zo/OEN5IsKM1KDFALF3WEyVEU4KuRfSZUZq21soIyhrcJwd/ZRMH88KIuJIjKEFCx6jtx
rFI8PBSnU4xNZHYrX8v9L+YcRPFVqEMvlZA9WFBUbEkNR0LCxUUM932Wb/rMSEBmhgyfRKoAYhmP
0bZ/YJZLR81TV0kCLZyGPhrVtj1Qr+XI0vjEZO8xl+v42GPn2mOQCfWDWjzVOgXzNGRKHzRmnW4s
dq5kxtNpVIp7KRSlg4DPQ5EJoKgbBO4VOlkqXil8msri3uqw7qtMCUtCzI8ha2P/WuYHQuIBogpG
twYzReFVMIjA1cy9nFgdqfzEVItoU3bxQ8u4w2dtaHLrneYIIy0G8+uikaxV0g7SuatgaYni3rLo
wUPJH+hps2HVJiEZmH5ljJqyy1EHFuo4XAxFxKlNADRJDDx02rBQSQagp1Z18uJSu0XVtfKzND9Q
RfFtaJhFYFppuGKb/coj9TcAxdHGaVqg/oWAEEaaw12PzVbcP2UMCTdyPjuMJO2u6EU85xH0bRWa
BhpES7zvm+EYxCXia1Pb6XhOm0lvrRgmCY7WxRXOR/R9Wn2OVdiWGYe1844ApWUUaPIxnN50DTTT
UK12vVThnqrPtP+kCDfG4OqJggWtHOprDDtE+o7PVk+L9ZTQKocy7pFa7R2jHDae7gXfYX2KMmmd
0r8yjPS2Wlo8KPqjYUnSk1dJwDb7eg3nlKra2NXK8q3uCJy3jfysygzugezep772Uii1SwDvXjL1
lHlfBh1Gmnx3qC3PFfPpIZcxqgZajMkQVxxmMk7Hs9NhBKQpGQ5dG7e2ZsCVVaHf6j0isLxPXWPY
A0eOHDWVLw2JTqcRkcdn5uh2JkTuBPm1I3iCZ4vV9ExR+GzEK696BSNUqopJ+wg14n8yc1h5Yq1Y
iAxhyItR/0KVZUCmnt6mb5KnMcUe1AArqGSG5KaURTAfM2sXoh4cllLel+WXHKQNVVAe7qZxC87M
2uaVjh+HQXYwDvKC8oMycSIDgUaCcplZDjKZNlqTWzwlOt+c5BrKRnwUgx7TkZZOa1DjFXVCkRuH
8PSisH1vafsdpUV7E8T6W9VELQ2eifRfNXiY2g99aJ7i1rpXS6LqMPUdU6Iky5tWFeQpWxmHjzGj
DjSVcSNKIyoWDBGjkBJPpqlguhaMeJ63/YpAGkxASnBIMRHSJwCUmtSGV8L8K7Gw1KI7r9gYHYo4
TBr2+aELw08tpFqkq6hr1ORnND3f1USvpA3aWve7L3WczukMBlb1YsffjGmbiot4Wo3r3sqvZkn/
AV3mJZ6kTWF0X206XOXA3+W+umFYDyEwGHe+xWA5s/QHsc5OgTA8xcD99ERo9o3WbrJcG91srmsV
U1szeSBzNOpupwyn3O9haaNsH4wPefLgo/d4tE+FjHTJJ9HsL5XXfi4dW1EuSFGWw6FRz6SGfBCI
cA6DKb2Kscd1mgttlFSB9zHeMXchEqQJh4YxKa2wRbhGbNrnKVPyM7MUOcYhtJ64ZBi5UEBWqeDA
m1/kbb+DdprfIvDoy9zaunqllfgNuldbFylltZ1f8mAEst1YtNqeZrr0z/6xEzo6UZ/aOzLrVBCT
WrC0bmUJ5TNMoG7tRoJvPvD09FoRM0vxKkpGSOgl4W8Rm0TbSLW3fHTwL8K5Ia4NqPqfRqUR9OOe
rA1hILcih3bYGcRHptAVJIKJdZV/BxPemkEwboNw/IQxIjtlF+08bz4Bscu2UlC1aL+oEBVeW3+W
cxrGmTHCi9Ioj5XcXZRMuDel8A5/sdFNsRu2I3xU8QTelA39ExP5slUG6GvB1Tc8alupj1Jw3IFO
21AkJQTMkAMfo9ccNVEaMO4LYL63SSutOivNGIHjkUO5xHpEmzJkJpHS2Y9YZvTeDjh0cikI6WHV
0+daA7ec3E0wUk0kjtgRhaAajjERBnx3Y1rt/kMp6zcQxE464WUcYsFoJ330PEofgSy9+WkUUcWl
AQgd6Z0b1Qk7qT5jTWUkAomSQT/JiqEdipBeWW09LFrwzK7EA9En6tORtG+TWizPXTLg5dJew1Hz
TlW/R89DPyzLn3mrzn4XXbsWmMaz1OMOb6ylRhRXXRx/WxX5aaEU956BgrJWAoSHRsJYU+kxHRrB
g6aNRCRxNNxEyPN1i3NWLlzb/tsKiHrr0rXXcIxITPNd0K6GodPLKbMNOA4oHsZL3FkkultaAMPn
+6skCh2SX7ugMM4aXkeYUIC+z8aOnRipApBl5BCHzpAXuP/WtCAimJTUrC8BlFi7jFWah+hiBZQJ
tuKnhIf1ZuQU8Oeg5eOcAwUTsJKcucRwtLLE0zxHxZrdsyVPKnkg+UmDOLy06OhtvE3WkSDLju9r
DL91nOgK8xI2uOcKPY601GWvpMm64qryjY/496wp0dLwrsuoM2Sm4vE3hnT7HPSW6cohIqwwYXQu
vCphYKGn1MaTEf5S8STW0knDmwQfh5RxZzfBiJNL5STWwhXADFliPcvczhNt6Tn1WkDleUdjTB2e
1AS/8DwI1yXyKGb3TpMWT3SaJ6WY7nFjM510pcx/JymOLKfvFH4jZQFOV8oV42juFnEu4jNCeeVT
hN6J1oPSS295lFhrC/mLou+KSI+cQDEeAwLQuMecYg2JQeLB0vSDC/E46pv6+GJopE+RWZR1/6SP
0VPYTQ+UCd/74bgLm+Lc1Oka7xEtlt9yfoLXgcUofxWUZ/m9cKm1idtLwDwGykI2Get5YjrBdePB
ZUDrS3dK7H/InnKd5FairLzdtFRqR4FRQT1A4pbOVcfC1aR0vdDEUwfVyK5CCjtzj5+rlfq7OnX3
Mn8txVNXVGGJgfpoTtNTqQ6U7L2RVFASBojMSjEX66i5SbljKjXLHVOr3GayVqFYvU+G8U59KyEE
6SRK6XdbW+9K235m2Sfof4PaGPGYit6VNNJ9KczmcNk3jsKbZCq+/SB+TLT8iYqNCX0b9sGA8z4t
7udNHbdvGQNsewppkqJyxB+4yT+SqNpVeNNkISkiNSFQMOzUMXMTuXjUtOhQ1eKLIdWPvZGug4FU
cW569+aAHRM6ju/YjO8t/7lX2zu5FmB4RNSPJr8KkaxSZWAYI2DHM3WGI/qBuq66MnW0GmcSWSpf
cF8rpvAtbuqv1D8rNe5NRYHJjd+YJ/DIdt4Gdx5gj1JQTkanfWtSWkNSmYNVsnLuOhmvxUInisRI
OyhWjRHuveZFUett4L9Wgy/s0ma8x8WcRlBEgRY+TOHmf7UOT1F1GQXcf22lem0+gj/Z3//5gX+y
v2fAtwjikupAhHiza+k/NHgSNqoQhyxNEuH+QPr+pwZPlf9dlGRdN3XR0iVLUqWbBm/GguOxKmoI
+/BflbX/kQZPMxEV/qnBgzuONlBUVFEHQWPpCj/2Tw1ejpdRkKPsOekzEDtZsoULvf+PRd1oaau6
WWX9s/j3DmqyAaJicOPWcJsdvH4vYcCssUaFs6EClgeut567XOvXba4eQfaEm2wULoEh9duqNY9V
JZCQA1tJZGf6prMKL1ApiTCMI4/hEEfrvBKYTFPgT7bZNxylksdNZPjnFDeBfR9Eb9iovAYSJc2J
189hOVp5YDobOW3LdWpYWIkTCt4kpR67aUvcFB8wuo/ll6Bhw6FnWYRKZk6Py6KaUiB3IELb08Yj
Ywrm5PXPBxZTg59L8cdhlk/9cZWWvZaNom5uwpqxbYsBnvgj0ZbiUgdXNuvvvbZPsAUNnrR5bdm0
vCz67UWM/6+2qX2DSH1550fAvyz+rfy+aflvx7h9TbYo/5f1/2/xv//25WjLLsuSHxbabgyrATQQ
SX1xAT3OS938smy7vVHHJKZvq8uSrxWgKpbF20duh1k+sqzC8g0cMUQx/a92ljQdmuffR/zZunxc
I/eBUGg+PzQg3VQGPyf71zndvm851l9ftawG800hyGqHzuofv6dg0kZ0Yl4HqC47WdF5jP5nsHR2
w0tTbMTdueCdF9rz3HUlfpVvfnjQP7v/k4O97PJzjL8A07fVP97+QUS3s4buZ3HZ6wauvq3+128v
5/HHWeL/TjzIClEZWQvocC5aiP/J7C6X0jmL4L1bzSWhP+v5nD9edqJuP9svqwRCo33/sGxdNixv
Lauki2ZfsXnXZH5Zlm6fzBb11O0z5ky/bFMUPRU0s8UvABYSFFxt9hf4WVz8BNJ/mg4MWRq7hUbU
o5+Z15oUw7dBr+n2ggBaRb1PET/vpJnR6JlonjK4/MbYCWujgTs5hYNTTBnzeXMuqPpZBECW7TUu
LpVzc4Xuz+KyNWiMgxr5wWZZW16WDy773Vb/OOSycXl72fH2uWWbJ6O9zaMsWJc+8hesvPLPbiwD
d/KA6re5shczggq6ZmDqnjQzMxFLo/lFWcDSfwhBpJQMRg5yj+nHrCCctUmqgfY3m0Q3HsvzpJZP
S8HvT73tIkjTtWOV1uNuUSsutX7L0u1l2ZbpCt57MrPbRYn1UxCdlsRHhUp5UaMyoZ9AHxhUpbLx
gx53CJ+XBBX4OpykpzAdeuzn/ZrJTec9Wbp2XwPncYoKn6ImrBTi2CVWpvNqWuEL2fArcDeNMO2M
J/yPehTgMNsY6HTY/eoz0HbB3RpVaW18q8WfmDJzqX3WlO5DMVuCW7VfHsKsLQ5WTYUP5f/0EKLi
rYlRPXqJ6ehFK24XaRbV8/Vem12VlqXarNStIcMOmAsfzBkeqemkahaRyqKQqQuTIexNLLMshZ14
p1A99VOTu6h9liLhmzpoWapGNGdKqp4XWdLyEs8lO0Ym7ch3jORDdFHcC/5dKTbCRq/0whXQ8AIo
TWu47n5dY6JFaXvVXmSr639uRGW+Y2+337K0bCuTClxah/CSsd+BaWOyMeenoBhRAmqVRTj5tr4s
lQhjZhpqNW5NJcFmuhv2MXgp/sIKRkiQwKIVmRzWA5O3hpI0atzLnZOpBoZgtYefK9PKyW7NXlgM
T1HMLouUOlltjV5/mtYeaeK9X0FA8gvsrX2fBzDILPiCEnbe80uJDXhPkZLeRua+qWpzXyuA2EKk
enbeKD5zR0gGYAUpfnID1Do8yINNlqALt9J4XxONeiTdT7a/fhzezWDDlB0JeZg503OyFb7zYOMr
LuNwEXIFRou/Q5gcl7DbFP4rRsbF4GJ8Mbavq19KccZNmuG0HKBDX3WD7KyMDkPSeqX5yOchJphO
OJ198SKNq1L93XofXTofGhEESlIpWyVEEJ97XPQEsgEfqXJs0Rgle3M4IBdKQP5jxW25ev5KQCyd
vmR5FZExLLBT69eav+t0h4R8TMA+djqzW/fqVVe3qrZTlEPnvxhfxN9G7UqKE4ZiJW2r6JTrzwFZ
5+ToBStAOOl4UOPjkoXaFeLWrCjzX5HjwsVkmuxpFgYom5rLKSOBoMEBNZ6EJ2bpaMcE4i6UFnwP
RY1QHm+tllmFy9yZI3rFHaqqNFvPtpDtcTQfsmTTty+pUNutfyma33q3qfbmwYjdEquiboNsMpoT
2W6W7AJBc0yg5rgzUbkVPxiYmKmOJ579bq+b2zp1PHOrfPQ+4LmcWk00Sjs5Pqb1rsNuUTxjCEvq
BJBHojyFyjMCy/Qy+htKTmprM9cmf8t4175Wz6awH8St8h3p6KU37Z10SmtXSLaetgJ5FHqUFjNt
dLrn6ICraH/nEz6+NqfQVcwVypDYo3yT2gHK5HYDs7Ngl0Yo8r+Ih1AsgeG9SfEBxoLeGsdeU/6M
JobU+4noWT0dRes+F9xc35jVJpj2lXGJ20MUUinGc4FFZ4J9Zvyd+89qffK5jw7gZ7je6EFFfwN9
MdFt4RuJBUaxtGECt+kQ7EmU+cpK5w/YbabioH3zzKra72DC8NktobU0e+k7r+4zMHlUv4jzBeM6
CQjGvYYZvCsb8Md2kUDNvDMHKjq0P07znlPETcCO5Du56sZB/Yo4NItOYbtC9tPjWm4exGZLtEI8
Fg9AMyX1yUr2k7hVQTUw0dx6FRkAuIyHZFohYK+ao9FPhBvdQkeqY6vHKR7t1fA+XIEvEQ0gj6Pd
N/KuD1BUd0etWY/RetjwM33dp1592za7fjqAhpK+onewiToYmB49Knlm+aFPjwYoxydZcFXhTcww
SbsLX7WBqMVG7/aSzgjcSd8sZV/zKPibVLoUVWSLzIGhnk0qxEbxUkU7MURpg4e8ukZVTZw0Sd2+
P8i+22mk/+wKBAPpu9EZZ2AZooNjVH026QaMMDqCp9a8a0BPRlvQktPo6L8JrFhXPMm0lXLWyboQ
c6NvtmwPwyVw1uq6f8NTHj5ANNptRnR4w7QofyVUixyiLWwF+lHpcpRa2EQwmfHg3UpnbmbjZJ2V
Q7rJtjkkkwb9gm22NkEbu+aC4d1okBNyZ4/IfNU1VyZOUBWKQ/uqKRjlbQ1kANv2Qf7tKau42nJq
JCkLeC9kpKtiwzl59cZMj7KC3attOf61QJHrqOFGsQ4J6GRy4YjNHjOPtAzIhsqW+mPXH6mnCT7b
8DxhjtzuhA9ooiASRXvE7y08d7ZVgSTFdPeavaQn/CfvIFqtmukhCNeIs+XyXVHuIDi2hG3BUmH5
jTtBV6IjOsHGEVTsMHEwtdPiOqL1NFcEVKzkvsMPLXbSewKykopDj10V9phsm4v1QobD+pU/U3+m
boct1KxHUrwF6IP76RAjNCaT8mLVjjluRLzlYgo27JRnWXCjVxEm9LQKSV101rZO6OuQHqK0cuO5
pMcuefqOhfCkwe+cntQJ/eY9UJi4/rDEY1PRMZDTJZvLHxl0kq1FaMeosLLV/BELpadxomhfsxvU
ZtjMJthIb7L20Y+IZ751KtOHekKT8JJS3NU1J9m/64LBEVkR1yj8RLQO5oM44dRMfSn1RNuOliXc
o7kIy4++OEokYeMNVyimKzTtEvH6gNLCThCkgD4FqcAy8dLf5gdneRe8huqBo8cHJjSBYiudjSgM
YpdTbvoHhP6S7E7NCuYQsIeMebarYAw22M0nTLZ8E1SbuHWfxNLWHX0vO4IdrQ2HR/0XBsvFSzG6
+iVeVTv1HmHctI7c7DBe9GqlvHvbJnIgIBkr7jSD/Kkj/p6TVc/+E1Fp8dE499GKM5ccHobgZbCo
OwDLYftX9WL+piz35J++qpdWsLVzBH/St6EBjpkjcMeyAsvXoWTqoXaB32yBSNqhjaO9TSHHwy/7
q1i1v+q17u4Ix8oX5Zxt5ctIo8AA4KrC9vPt7CV6EZUZOFi9aA+dBx4PYB21ECsP7h5ZeZR9J3Yl
UVB3O71x442Su97FM1adfE3CtRnhQePAItNIW5HUGZwAmoyNErhBi9ivdgl3XLANGid/rzfFXUiY
lAqmjV8/MF3KIQ5iioAOchXuQcg6xJRBo5Nq6rLztFcIw0vuJxRSZ9pSq9TKa+llp7Zu/+6RSjyC
ld0Cxq3Pwi/xGeEd/sX1B+CAFQUo99o2vRev/j4+WYSaM6SDjhedqTDLrzkyAzvdhPfmm8DMkBb3
JUXQmTvTJxoeLOc5NdJm+Q69h0+tCMM2h22U8rnhfR3bWgOjz9ZeqHHgPmODeJWeoEl3j/IzUio3
W3cX7YheorvEB91BizrZ69ZyVC6aox2VY33uLtXO27xTNDMdp2N5xrW8dPytwKoVrE483vDTYmK3
xwGO4NPsxtLZa1g/mKY+sgepcpuZzlFbB2/NTiMd9zGuQBXu3+uP4ZieB4RAtrlh9HGU99mRXByx
cK4jDIBV4lp2amOofgKsZ7OLm5+StbWWnejS7HB3LJ7ic/EkvIYPg9t+RE+WHT3BJvwun/tVsdPs
wqWSoXnzX/TJhlv8BAkUOpkWubymjV250ppe44WWjFuHK6zyXIm0styxmLfThveX6aE6ziTJXXwW
tpprHLWnwgXf7+BQesmccG28QZ8UGjc46SC/3lqHxJgtOLRQogPATn8TlC1hdDqXN+DRzsbfMCjZ
JQduh+foqTn23/EZEN2x/AC0lBP5ehW/X9Nz+ICR7Hfwlv1OtyJXgjZGOyBeOlmgxKhqfcweW3zZ
nHX7Ll5DRIbYvvGHr3moQvtJ/MLKW3BEfO6uEswM+8n6bN/JJ5JCOpT36db8UK/V23imIZwVvh/V
W/SLMt0zmpjhMT7EB/kKUfZS3qvXeIX9gC1u5BOvzuQKfMEnTF5an3XtZC6xQu1obHUn3wev8023
FV4G8pmgo+O5hSvfVRZP5BPYONjpvbTN7ugS9+UX92p+BaW2mw7Rur5OB582pnnJQeyd6J3ir+W+
b16iO6pK+TfwFLnDIeXvFbkg4hp9r0C8hCYo2jgY8TyHXw3q7Rfe42EKW1eXDiZzFC4N2SU6LC4T
qjP6jM/pM3oUPGeG5/Q4Va8lVBrjRhNtsHTiVfgUT7TLoETWww5tA0/LRd/722E38AcZz8Pv6q1k
Bmora+532LwMyX/BWYQK+yzcUcGx9rcYDbWRtIX4LT73ymu8EXf+LtwN0MDsrlxPK2UvnKjyhOBu
PKRfI0O72g2s3wB9Sx/5AF0mNYwvpmGDOgjuxwdxY9xNx3a8j0/VgSGFBjSltsW33LFW3da7fIX3
PZd6cNLYlia3Z6i8j+7C++llWBrApZVASEWjgui2vuZfvs3V55dDyuOD0G8hv9J+0A1+9idgmupz
s8vcYScxVfto7nCU/MRzQRCc/sGKHfODpeoteNWO3Z0+zGc9Hf3IqR861LqVw9+9ezRexGt1FxdO
PG3S+3l88C59lu+cYlS4ISmzr248Ti90iN0nzvacHpwCGmMaNoYI/QlotDuu8DMiyb4fV5/dlhEe
c80H5Wy6QABpKwLHX1V3tKV0k+9zgfC4qa8Jsh47uetPXNd4KzrlSji0YAbv5D2QWpshkCO9i7sE
WP7RWpk7HnwgsZZTrEo325Kid/WNdSduxHO+bTCsevJfqnXhjsSr7IBm7NnffgZusdJgCNKnDff6
kXwbHV50x3kP5UqikRSdYc1s7KWkx/k0fk9vTe9ov6U37c6k747WYK5fioO+aw4B4vEHOVr1xqqN
VnRp8oXhIHEYbtoryESaZ3RGTuUKBzTdm3LDCJUjby5IiR4YU/Rf5vzr/X13yDcg/7462oktlU9O
6UjbaB09hvfxvXbI1v0DpHZHepG5BWJ7EFz52vFk3vPMes/EFvkDql9KCNN0JT6PH+NHcame4of0
3BwzWkHjl3UXPBmP0h1yp2lHNcMmPZv34ipyo7fPyBUeUBLxOCvb+T/y+kFvQ33Xn+WP5CJoIHCR
aW3RJ4M5FF6pEgLqEzOEcmB7vprBiZ5GfEYcZTZrxsV7fY8J+QZz0mLHfOEeUdiZYSZ3rXwlyZms
aafzfjc8+XtoBJObYZ9jribjS5yzcf59rI/8FWfd0VPzhCbX3yNJGCue2PzBeuEkPv0NA/wo6tZL
tWjcMbACrqUwN2J+tITdFv7aUh25vPxsqzEBMGWdWAFG8Yul+bK0+JovS8vLaErtOu+je2YhYNKW
CrTlZYlE3VaXJX+kPl3uEY4tUajlfEwx2bcBecnekB7jfhp2AST00uuLHcaVjtTUxk7qGQt2IVzl
945gDnJRdGbdqpxNnEfqjSmm5BpROhQK/VYy5hJnEaguMflNlUCgXV6YuuCkoO8WW7JqRvIsS3Wt
VNsJWfhStF1Hc1Qf9hN5hYX0syzGaALoBXqay9lBNAvgjYcmEUzz6ptVOgsNiZBkOCtMJWXhmcKE
d4rIJ424zFYqscGllEyaNw093i7BrAFuxvhTanSiL9SWRbOKuQCssM6HYR6Up84QJ6ex0BkGLUZq
i6eaGIkYNsWhZTceOrwB6rSsKDS4pXBHjHYLoCKh4eScFF/BHz5/GTqM1agWIfs71242xpweWRbb
QSekEQLCS5ds3RLjXQr8liVjSdb1ZXlIPT+lroWa7eVlKdymmP8/V5dthdCG2yrwUeGPOBu1Ug+G
aeYudfPLsrq8iAWBq65nBnarUy0EcLyrZV33vPumTbv1Epf9idXKswXQT9l7H+jClsr4AsUZ9Mlh
jpSP/1zCuhwToHnb8vLX6rLf8rFYKEij4Fb3Lpn45en1VyzWX+IA+1rF9jeOQVIIIv0M2peD1KB9
tarzj2PTzS6plJRhE+Wo0bxd38LDkFuFlmh2nC/mrA169vJnKTYtvGqpU4smjNRFqgmpCibKCDjV
6A4QV+/QlkvomvVyP8mwbUqi6sRI9WdDNtvdz9ryBubPhhv6xOz/2Lh87md9WewGituN4oCGgnAr
Df5/55a1vJfNDkqLb9JtdVlaXkqKcIeySzbLbrftP55bygJauL2l99m9iaHGOi8NZMRiKDndKGqn
0CILasv1GBNlQIg2qDqXl2dwcW0T1A7zFml4yxOt2uSWuru9tywt1lLIOYiBLx9QKP8QV8tby0u5
WJWqdULle9HJ7rLT8iGi18ArbiZtgzGbv/0c6rb1Z335wPLR5aCRMcO7lsXb8X72XDbePn77zM/h
/94dznOGOmYmh8+P4D9/9/KFvVFV4GOIad8Oc9vv7zP7Y/2v4/y8c/vqUouRDlKJ9fPGcsifxeWD
f/y6n8Xlkz+2ecviH9/0x6F/fqDVMs/EEkD9+XMsB1xebif+148x6tlAb9n4xzffdv/rx/zrM7h9
xfQ+NeqVNN3bUol5q5Vcajj/2vbX6r/a5Q/H7uXt5UVaSkpvuy9Lt69aDvtTanrb5/b2v9r299cs
h/jrsD/7GMr00JBvWy/YMHOx64WOnm/KOtovFLGFGLa8+9eqsWQ4b5Axc8mqLrv/LC7758SaZBO9
6786xLLH8nI7zM+3zLnYn7P5Lz/314n9l4dZ9rt903K827ZhzoL975YMaaIs/3eSoeevKs2z5v9R
Df185j9VQ4b076qhKKhxZhmQpWE79g/VkKEA9VIN0dBVCaEjdmc31ZCGaojNpooUXpmVQf8Ad6En
MmRLsnhHMyVRQ2r0PwB3zYog+K5+nu1+/8e/aQiWNMr8DU5QVQxVFZE0/akYMqWuxVrS1La+bv2i
07AVJnJSP1C1iRTzjwtz+Tnq/8na9AJssqn/49+U+WB/fJlq6pLCL0UghS0D1+MvRJjXIolUct/b
jiBwGEG3RIe7QXGkUglXWMNU4u+6FnctwSdxPFmZ+VoKw//l7jyWI8eybPsrbT1ulEGLQU/cHa6p
ZXACY0SQ0Frj69+6l1npmVH5sqymbWEBA9xJuoC695y91z4QFAE8b8jfcofJF9L6VTO242bsxk06
zeHGTENv5RbxU+yqj0jxLSSmxinOLA/nao2nuWkpoQGqmiaHCZ8Vn8vQ3Y+tqvvKAFx9UJrbv/+g
zp+T4cAA8EEtW4WNz55CcvvLtxpxVZ4Mxhz7mbzBqXOZwCduuulji07Isk5Jg1hbsf7DVLPPLDb2
1dRg4inydRcU2PMqIriCfE+w8Gdu5ucsGwj1wU+8thvLTwsdOqAd16QQMCYr23HV5IRc9RF8Swqz
MCB116B3aOKVDU3dp2t6hfT3KksAAauGrwl5gaKruAKd5FkOirMlYkATIctYV5Gh4mGONlmjUfl2
wHxbJm+7G9xsPToqhSsC4NASd69zbSOkCus9OW9PRTyrcHMiVJQekQsuIGHBseNX4k8tmQUm/naw
2QFRi7tEX2nz8lFn9W2qhp9Y0ijtpfFD1c8bfZwAwZAJsJnN9BuStnAVeMM7Y9gE5Vk2bv7NvhIH
3a8HpYNaTkMrYnGG/nJQqo1ZGTna030UKe5Kq0kYMNI3zG0Em03qqkixkjdF3yO9JJVsqNVVWjZ4
mG1r3yqUW4O+22nkXMONddcOacn7xrH9YNR19MjjEWm77Vu1+zq1NiEpsPhINZmZaiR0Oe1wByOW
mn0GPcud77SXQcVtq4fxp5XQqMDTSOUB6zq1YY77elD8hsgzfzG971lkTkejqV+zqDhjx3WhW1Fz
dON+xbTvlOvVcz8Wt3nJgecwm0nn4Rxr6VtrFbdBO7db61gO42GGUqBr2XUSECOod2fLWWcQiwy1
pS84VIRl6Myue/aiWagWzX/vTtVGKigz+WpRktx43rxxzOxxwjrl0jBjR93nHkfMv9lPf7GbXMf2
AAsKkKGu/vlC1ZoGhhln9Mg2rEZ69DR93dCatxq9vE5/6Mz09e9fUPurkxipp8HpbLmW9yvQ0MIG
kFcar2gQYVbZ9u3iohE2xclgF/0LWTzXhiK8pG7/ms4cwXHJHnZKfLN94R6aOPxsNT+sw/3Qf/v7
9/ZXx6ynOi5Hi8klxuAO9certg5xsMDV7qFXOXstkgYn4q1xJ2tXueVY676kq1tQufmPX9ZUNdI4
MQyhMTZ/2Qd080gIGhV3D3ftc7LcR7XieuCWyWdb94EfTumO+J3Hv39RTRV/9pcz1AI4yW1S3Kb+
5R6VhJrujZy4exU9GriGG0RGOD5GKjWVOqydiqgmc0gRQD0FrYORyGRyNiFNKR31U9O8E4CXAcWo
x9U/yq8IhzjVCReZQE3nXcyfyTSP2GCH/k8yIydUcTlXGdLSzCYdjDHzOpvjl6JR7grTPlID4frr
hDgigcrWvC4yD4oRGdmCSTV2HJu3pMvCMrdb9CVZfvBsbgChcSpUYo3Kt3BmLo3XgwZ8NNVrFJeQ
DAywPm7zo1Of0irFHt+PN15QBytMaMB9a+etG2lTWbyzMUVTkTIC5bKYUjt1zc+pt04akjJsgpS7
qnzy3ZQCU7Xqbcb7wACATE7L2Qy5Gagm5ryZ3VbVW8V2MU2B/sZgMz8aQ/nUa+JnubWuvHm+dzru
ObUyqNghvUcz5MQLPL5cqzZebWr6Ke6XtTU77YoKRbHRva2Ku3sv8jbLvleFxbRcZbCX/s0RoQvN
9J8PCdAIGvdYB2CO7RES++cTICCVs4+WZtqHnj6sRmObFMMN49ZlpxAouh68O7g8WFG06sow8Iih
37taxkWhgxoesKt5m8HPBmQYxDs0q8BV95pLfSvLk55UJm5EjFUIJYPnI4zAJImF51LXnmAfaGs9
TzEBb3su6JuuT7Blm4O3Kmq6kor1I3ayej3nCzSknO6WO4abPKMlXjoWIR60SQ0KxuQcR9sonz+7
wj46egzmw/K+l+qhiSh5lyPyuUEjpqPt8J2ZzVW5mD9ThY58EACSqQIFoY7llxxObbqJq+XBUKNz
ZhX3bk0Vzp4aXDRlSmdK01+9Phu3uulsLYBMNHS91O8SZYOpLiCtgSFWqOWHbiE7r9fmLWSVfhsN
yottWysy4GZkAcZTu5TfgrKnFdlaL81MVRIX2kOCoBN56Lq2AzrogXN2Cfha261yXS/9YcoDDHud
c8frtuvA8fZhT3ZC7hJBF40PRlLt4XT5xNXG9M/Gq2ZOemAGztrJ+KpoCYxZu6bocV/U1ica83JH
SWZbVA1+tMoTzTXed5BEdxEDa5TcHVWkVNumXlKBVNX5XaJjpkDn7rRMG76rTTaXKYIqi28vXpA0
GGicQgZfqIsmsnYo6dHN0e35naGZuwIsTgb4nInRqbY1tWAzY9RGQxC5GxfGdh/aw03bVvF2WFCX
pdBK68QoD5MDTKOoOSSQK1JDbsx4OyYGQ0Ajpz2RUpkOseA3haUeKnFzNhAyuFnU+a5ZITfQ8teZ
/lBCQu/zEmYPiYWgMakOiR1h1EvnEPdotEcIv89qY0MFcjvC/4pMDoa5MDeqg5gCqyayR+rfpHZx
dJe0C2cPo4pNmVEZHsK2pgOhNU/wNmCwacZdNDrKYWjTk9bqyztkPDvlz3ArsXfIRJ6t2rq2VShp
BL4qXIaMXaFyd6knsu1SPdR3IKvx8Mx0WdF6pNMp0YZWpOYZqzKrniaduN5FOLW9CUFV3ms7J9ex
X6fcS6OUVrSnONOWEj4YMeAYBR0vPOoAhBbnBlLRaYmMm3nATa8o73k53TFopbeewpUwMMo0Ez03
LRi+DXpxH6rs/xxr+MmC2Eda4kEfGKFajFYw5ebbAvSwEXBlXgousWZY7NsYRFcS30GZ5Xxyx/tW
Gfp13+OgMBX9vDQYBm2Ns7rTkv2cAlqjsffN4LRBh4L9NEB3pozJVZrgJEzzXV2X3xoDFUUbI2i2
85lWYFAFKL6Md687BlH/s+Zqc2hGzmNvanetFVxndf1QYBC/w0IbXSHTJHRFKa5A6W3tBJWeEz2n
+fBRO3WMKCTYc2W7bpER2vW3ru4fvVZ/S81jWi9HfKeYPr0y8dOZvLEO3sJ6cUYyky283AGD7m5n
pTTLJ2pyC4w2OHg0m2aMYFWUPzXZgDIn895Tl0ablU4PmQcpNaeSaEMYQcpAtEnGpb5QXP2ma0j0
mYcIa1uKqjydtB0i+nSr2mgKCSAciuBxVEgDm6jSDm2YrCo9+wa7nv1uPmOTys95A8tcsSt1zdD2
xdO5myiJmt5VCvE9Tin0KxoN4tBWtiWzgzSJ9srU5aAz1gHzxlVCHt8q0ullZSTDrfibT+6IjsYz
hvuaRn9icjJXpY5swuyeHK+4UyA/pUaHLgXkAu0A6viu69cterh2cZ4c5jeHpchNeI4x18ilJbUw
D9JdSyXY7aLM1zxghV6UvAfxY9N6GFJnLpqRcVeEKr1rgvJsY9dNiCy1CKlAzZU0aWgxeZ1gtAYd
VENv9ruU6ukAxMhyTPQjvUEbzkXwO45PlTeD9tB7ms1LT+X+EI8E3KbIquKJfQVU+LsSv3GWt36Q
jMnG8rxnbHJ3k8a9Gpj+U1s1O3MikRCXabi6UxuSvu0W4RpYZ9+I5nITVXWzrnClqrl6VgnDXjOO
JASwb1fWYrxWnvmNnGi9ynsGeNw34wGJoF0cKyP8QRrSkIU/ctOg0V4rWOGn4akD1yfABAmqfGi2
QfuiKt6PII8JyyTsbQ6UZ0hzI4LxEngZ7ki/nNJ9r5qvQzM/5lxeUHG5N4lDh7Bzsr03eJt0ZBqZ
0pvynM8koUNjucAz2qF8GT34Ao4NsKIgS8mIXoPwtdVPWQGAWk3Ncp0Y3g7kHo3+SN/L3x3nONwg
Dd+2GA3nKbMwPjI0GDVrXkckF9XkBTvh+BLZo75qFII1IYhROnAQxTb98qT08LLGIdoXHoHTE88X
KtfcLv20BjvGLpzS95q1Fzg94aZWLV+vTRRtZntcuMZRi1AbdrB7mhrvcxIvtrglp1qYPUdV16xq
gGJA/5/In3ImI1nTqPrWKSVcIecVxrj1qjR3Saze5+PS+AouBigji9Bmcokvmjz/lpagnbnnjoQ9
IIJ0Jx8XDn1uT/uIEpUG0PxedPbtOCowlKgiHJRqeu2c8NxFwXEoCNEtFOgVODznWTMPk9r581jB
Y2HAg94TETa3ASy5jnmbVie9Kw6m6D8pzFxbcxvYhJiqStR+dZuYBTZAuZAGmWU+bDqk/wxXF/S0
CLZd0QnrFxH+OaGoxVZXHy59Obl2WYQ2OuE8QXEGRY1oSydYjgM5NThu3Z3slEk0pl0z/u5oxUnr
AHnS+AfyGAZMtmjiuwT22unOrs8ghcAMNmkIhS6Jl1nWXUuaY1oXz42bx7BJsCPEgc6dY9QRhIDc
W6UJ8mFDvxK+V7UwNsWoI1Dr9KsEsAEX/ScOcW67Zmqg50Fe2SMQtS3UVbWCTUXVu9OCfrtuSYEO
FWIomvh2XHJgVG7xYWnZlRPdVTFzj2UOb4NgumKYNAHciIgHbZ+KNn2o0/iU9+VHM06nWDchsejv
bo/jFl0h088BBUyflx96Ft7qSDQ1fRTOPWCrCbAIRhm4dW3u6/0TCYwfjKFOQy2GKah3ARFy66MY
Bklm1cyokJQ55WLa8SpLDCiu8vI35n3z0RJM7NHoC3+gk0ASq4be0rI4XfXCPAwKVMuKrEPRgpZd
ZVufArjE5bM0bnQiYiVlRxNNeApzTlElLuONzF+Ui2LMoPzH6TXj7mAbiESSpecylo3WjiJNfWzU
1CPzLm/sVd2Uj0na/ZAUX7l35Zo8VuLF0jbxHDDONsI+2kmUsGynyzXX7FH41XYOgwAdeeM92oBq
NtjDv+tlrpE5FR3iRv0WJlR/xqF4DlywbaKgoaLXTvCxMGHam0CSEcJaZ70LnzwwHrvZhi/cq9Y+
nri7FSrKL62nKz5T3wm7kYnr0OHJ9tJDkjOIi0tEgDVDt7VpILhWC8snwuynOY8HWcPsEtddwZmD
k6es3RL1TBVbW7Tlr8zaGB4Jtru9XNkBgD2eMLhu+qPN9CTg64Em8jmYFOQsS/mYhsRbNQ0foEPl
b1WEjYdLzuCGIebRYXrZOAEn4gz/qLY/ienUb0TpT04SCfnElA+JxkTiTaNWW8kp90I/caXFNgTC
oTtUeg4ETLxcjHlcwwxBCBLHByU8WeZScu+xVrO3ekF5kxCdBMow+dEG6ac5Lb7TZQd74vMlzXWk
KsZ6DDOYTyqWCzAA94mOeyOA3HJw5htlIH7cK7m72nCp0D3Fqo+/Q6locdK3X7Z9Ua2HDlWSZiPd
tfVb4p1jbs8M4ZK4ene74MFqin0ym866MVKE0f17jpWe+rJ+EEHuZz0+Z33mbuDmrwYX6Vtk6+Pe
oZ7avZNB4CBp9x6nhYhtEMEb3V50P4+2g0b1oAEM4FvWtDEbZCGh6lqUEShHuwF7PynU7DBZnOO9
KCuOJXiCYJzuOqf5GdhUBIpxPlVayHh9oFBhJ+1L4AJmmalwWGr5rPVLi9QpoIaRjqfGhMuYddy1
MdT4pcGgiZp7QSCEQ4qswpuyle5W0LfbU69xcsvdE3GliQmvXNtB8taxI8AgFM+6yq2MfPo3SNg3
iYciCrbLuFGC8X4xJ6ThS8XpkRrXioEAx6JwEteMpl0POImA2Uz4l9Yd34qTUMUAdvst7mN859R6
5VGXTpGfa6poODM6GSdwR5r6uSyMH1A4yUJI2nDwLARMcHhFTLGoL+K4fMwSs+Ww4DlmbTUH1MG1
8HjwUmSfM6UWlRgoKHdNY/7IKmpDXlChM1M/YPlcF+ZDNMD2nyNvK7/SOKlHn3BZUaikQcI4p4hR
LfLXyvSdsW3JwGeIzk4u6rgKOdF2q6J9Gjp/7NKHfJquk5Lq/FAyl8shXK5w+utERSwELOfaVVal
+4Jiw8riRuEvHPCrqWO/yuJ2QTGOyjaRqLCM1JQKj2LnhV+mvY6yNWe8gPBZnygMl5WJkanLOopO
CF7D3Dr03Vgfyzl5C02qMJpyHjSKEk2CYCA37wOXaHTK99yOI+dUj1rkFwqkyGSAD5hDHm7Nott7
wUNEo3MXBQsnbUyxBthUX+YbKynh8Y3MFBYPBR4kiUaxXkNaD8wKUKkVwbEL0+9jmA6HtMdHkrnL
Z64+deIAtiIKa4qXvsVjMKPFZnpc8CIpdTOtAX1VObvcoDqnJpSVFrAh1IUoWXDgUb8gPik9yZ5M
piSflFfYzaP7GGf6dbbgFAw4bBlAtVne+U7VM9xB6SmPscUsxs2UGFs4TDOnbqP7al/ftS2ChqhM
YWBype2bK4NLJZ6PHC3CbFEN0/STrsMNp2Cv5gDF9dhbQzDGINhSV1MwU6WDyA1l13ll+yMIILlQ
xQ3Sc1fP9xGWKzXnpJ5sbCeZB+FpaEUdjVFwOLgEFFjRZuZ85hO2HzW4ufUcRydLqwpmJQbyOJMC
KaD4PQAcrivRolF/oNWWh0O7arwq8Mf4PrWn96YejtxioW7OByb8Z28EzAJulTgch1EilN0VVNBg
p3fKTejt8zI+lPW+UfV6Q7M6NcddWMH6pFPwEpvdndqO+5KKlKYnSCfdGLk2044dcEL2x7PdYQXq
wxBfDRgqLaPRkc1P9uLstdx5H1zlR4N2dA08DqIxI7jaONgaw8I4iSlFkQfeML8Bxv9SZRHc43l6
c6wRNxk0wcHIzmmuMa+BPIvZGEndYLfXgafvrU5/rGEMgXa6Vuvs2pjju76E+pLl8XnxMGwFWbP3
GjU81aX9Xeuz1y5kshi7me/ByfSTjOPRwcYRqPhTtdh61YIlhFlQXyueSSDEHCenfMFeRwoDztIe
E6uXlieCgzGZdXexST0Teul+JsXY1y3jI1jADZMOUQO113irgVEuR7kI1bon4eb37YZohIyk7KPS
lu6pqbVmZyjhfcM7OGo56ZqOyTVkmJT51C7WimtJvTG4LmFdxONZRsaci9B29Si3vSi40QwIqWnv
5lQXjeJM8MZ+GV1SfnrHVykWrKJYD+F1qzt7hP46C4Z7l6ZwGrhjasDgQ/0o1+QiTRU6pty7/Qyq
ISBUFkFP+kDdwr/qotT4ekw+sUTxmZr/5IcJdcKmBE8ZGg9hb8RnVJr1WOeceSmpHMAIekKi6U9S
MmVq3B56bkfWCVRWQm4tzsygSHD6/r6wvApQmdlPfgQm7qSYzf/tGDDDpnrxh1L35r17/6+PgtyB
+fo9//jf/36ZSy694Z+0BF+/8zuBBMwICgJ6/7SW6drTWP6dQKLxFFhdpAYuAxUEA7+FgJlCSmAQ
bsU/1aRfRLfotxAwU/0HiFiHQ881aGuQuPWfaAl+6UrR7rZEdwgGim7yOgZv4Y9dKY2ia9p49Xht
1K8Mbh2rZ/qzhSVpmbfcSf/wzdz+hZjgF+XCv7zaL6yTOjTUahp5teBq/sQVYj+XlHk5CO+YkWAC
sBD4n8IrY1c+xtXKfOW4/Qh38cHcUtKAKO2uo/P4rJ1JaD9wZpZrihQL7rTSL09//1bRcvwSjqa6
tC3Zb8hATY92uWxx/Xi/Z2ejk9D+h16plpHBq105LfUYmaEp4zM9YmhpXgkT+hBGzrrqKFYZxSMp
NBgCcinjFDPpTmg5e7GWhEz1wFCam0hnnlObWK71PsZKIRYD4UvbgEiOuiILQtxdjoa2jGuiMcq1
fKwIRsyw9lxRrUapnEIjpo5WI+Z1GZhflEBf+qJiGRJuwnShDYmwkGmVMv9Qbg8i8UFu0oi7LVzi
MyRFhDSbZV1qAMQMUSK4LFCHNqhFE3sbMlWXmYVykTcBrEDm5ZeHGg2R6WpxmDLzJXkbbYI9IlNc
eymf7XuoeN3EuDsW4mjLGfV9UVein1Yev8AptswRkg9IcspiMhmIMvyco9sEO4NKpgwtlHGZMsNQ
rnkiQlNuts257DT9IMMMcyMixVGmPcpFHZELo01o2UcVabyM0AxEmKZDRA8jCDGBldulmeF2nYIX
9A77rlb13aARb5eLOsMiCgowZplB8FAnayK0XhEQuPE3GbgaUmByh6T2qZC1Xxms8vHLplYnr9aI
TFKpUS3IjyshMEkn+K0XZozbhGenzYEVD0S/yk8p1wLydEQHlQdVN6223DUfLp9QTxWyV+W2AyqF
wZzR/6wihdJj3WLxniq0xpcPK9c0M0Nxr+lfkaCKCnRAhoPGdTnsBnMhNqsmfNmxnuVzWRyEB4IS
4OW11E0UZrwyufIr75csaUpMlBG+Ng2RxzvvLpGvck0eHTrCLPLUMOAJUoZ8iD3urjuPY/4rY1TG
wNZ0DxkORdTQXBinEAQV59h5jGNMS3ito5qWjCFpGshXcmQtc+3HC2bsSdA1Yo3OwsgMMi2LZS+Z
QPKwlbSgrzWienIr6LZ/OF6rL1W7OIrJf3K3bdBcyXcD6+u3AGK5aQnKxSWZOGiZVMXlYu2HmSMk
cLlU5CVHjtyUi0k8cdn85UcyE3xD05LKZJbsLxXEwzHMRTKYBYV3Z3uMBD0OVfnsItZ+2SxEg8Pz
2nhjJsDn2swAr2AEuubLX7E1gterrH+9/Hm51qFS3Pc4BORWE7WcddMMp13Is0ehzJ7FQq7Jx+Zq
4vJdNLEJ7iNCdCN+cKGGQr/Zy/yvp//wk536oQxKjpn9n/wauTaZSdW8ytU5BMXry1W5qF3rPeKW
4bdSjXl5QjJrvkA38kG5fXmaeEVMIIVL4KL45tPfv37bHJndKPp9H8EhqbnP/glXpOW1tx/JOh7l
R3NCmFvy88qFbgxMB0L19PWsScIqGqxZXPW+no/wmMSAVsp5Knw7MUghdEBP8Ee+flb+lNwuNXwB
l025Jh/7+nN/+J1C6XNwjdlJa6iGGqqynZKM8/uv/szlMX00XHh6TffTaUE4G7Q8InGYuqM1+lrm
vMstKizlURXHaxYttkhzLEkD5OCWa5fFr4/lUyRCjYx4p/Bt5IrCUFL+TLFEn7P48H/5u/LXLs+U
8vcu23Lt15f681sKezNSPb6GGbEI06dPMuuY4IvbrEFMtjNVEEMK9dUMYhxFIgBYLkZx1yO4UhBC
9anaDaIxQT7vKl1KZSbjpSGso5vbzWg24MzEwrXUeyPJm62Ey1wWqsjGvWzKtYLw5zaGLSzJM6pI
6i3aZFrL8KQCJA5to1EnBI5+OkGqHPxyIdOmLpt/eEzc9Zq0nrheCbZR4gSqX5h8ycXYavTRgKnD
htwnDPW3Orp/N+uZRTZQIVwqSIqmnuk9i5wOB2s2d1oVTjAsmgfzxkzT9OvVpZfIkadVbZbphs6o
Q+ykV4Jh5etpGkJerBpkShx3vt7RWpQF3kGmKclVWYSXi6aLEJrZ4bJx8f1P4xwQPvhDfjeWoRTl
njLMcmgpE4gb/yVEKnVa6lcC9NuSYZ+P1mefGARWCA3M5L7XLdaY0Qn3XtrOe4plvYZryaTjQmHo
0IoRlkwv9BwCjNZDFdzHJQZK+Zg4HAzdzPbNlIzcDem8HEb9PGrcQtqaqXoUAOTXvOeOse48hykE
l1OJypUgWWIZ4MUc6DroR03M1uRiARnpWXa6H7qZRnjpXldINyJ9eayJs9gmcw5trbqPRWGx1Ehz
szAAN0Hh3CUmwCe9m7SNaln5US7ExfYoyU6Xx9R4HtAfFbB+RUK2XHwdAXI1psVPJ0YUpumZMdtQ
rp2I6iHBUOA7IvM8BiNxiICqyCptD1C4w5tusjRBImW8rDNutXvnxl7oqBDBO3BDzbXPdgK1Ll1c
ciGdW9LoJDfJUtR2C/y8ojR/Uoi+LTJjOKauMhzlWp3k00qLIpFdx0mY8wkg5i7smT9se9Q5jnTa
xcOpR8NJPudy6RisJttdHpI/8fU3cvi77Da780j6AUDQinuLNApBUIO6Ild7M+lFji02PlMwEtVR
ZMvLH5V2or8yFl2ekD/39SvLFP/MEjhB8jGnBlYFXGprVyJyUCzUhUzMldzmYNew0RZU4hYca/Ix
RzF5umrORHnAjBe/IZ/ElPfbGkld+Otr3l7Wi4hCuNDICdxD0Vu3U2CDGg0Kbul6hPM0GHcjUSr0
1+VjXfMRuvDudYFWkw9ZuaZsVMOjWyx+4vLEZXO8qRjhkkmbwUFaDQRzKBsOALC5zk5zh+tsh2mu
M05gXSyCX16KDwBiV8jFaO3ru3ZjP2bXTDvuFZ/iT7QiRe2eGkg07brEZ0UPTrV9pMM4N/fteG6o
CTFLwuoZHufhudffRd0/IqYRwoXuR+mzmdxoyQ4eaq6Q33rjgF3QOWd2DkZsimkK1IjiXJAjM537
6Uz8Y+BR0T91ysElgdG6CylEY9OMD2lOha1cN9MWTuqwRd53dtfkX43VuvsB1b7280+iJZtu10dU
hd+IfrD4/A+dc7CShHSQG2yeefqCbxjbf7iJiMpd1d81NEbJetBhf4D6B8y/7tEArIiM6ZQttADT
2Dnq1s4PPbFH8TalUWjeuAiOnprktlW/Z1dETa7O1pGexSq5nlYVpyhufyAQR2udvM1nIrY+561B
T2I1+OVGuUXWRA7s9ObtaLAe9J/aXeGPh/QVR+NzvaFBs4cxQ6jHftgTLbuKbx16BCv7lkkn1vED
HY8rbV99j5lYdtcaXILKTwHExHTiDmjM7bMxbKp+qzHC7jYoAoLNdzRNNyTcb5dHWJp4/u+U6/Bj
/hk9V5/luT7TfEcx5uevhbWymWY/deSxXOuP7au5+ej2y+nQvwXYaVfxbtnFa94w45BjeXs0cODv
qnk1m74KVZ0OF/Ih2vW7Ivft+rVL9nF0P4Y02Dewxu16HwBSppWb73KEoR5hLQ9LtiFXVv1plnfo
iOZvYbkVDTODWNANBCAPt1e/x9VLo30iPVRk4lDnXiVo5jW/0hARNG/N6ezckaNxVxyIJX+wpyNp
HDCKscLSHXkh163E1jv7XCEXDo6nfrsEZ9KU7vRNcRVup7eO/uJPHa/6CuxUigAO1t20mR9ImMZr
3037DuhUcEiQJtnEoayKd6M6qcv2G/KWRAfihFDkmozbH5XiV4vvR9xJxf+4WM34vAkHGohetE4I
oRz1FDAUHtfGjeat0ud6Xp+sxwFJ4knDT16+AIniPthim+dIOgfopDbOt4HYqWCdoXbfKIZ40jyZ
5n54mx+96qybe/XM2Osue9M+yFChMqF+9wD9H4d3laOyPgPmY/RDrPeGWnh4gICe2GvANTMB2HRW
opX+Uuy6YUOh1XkmQeguv0VveJiucsrmcM6KM6e/MhzcYDM+DDZBdav+Z7huPjxOH80vQJQAYtC2
WQnOacc75M9nI5P+NfDtI3IbBH44LfP9SAPvQ70a35Uf2S39sDWTtEf9NfyZPqKXImUY+T5ex3Vw
nb7UL+VJvQPsCX7NR9NSrWy898SeLK/Zwbx+nu+tB2Vv3CYfBUmycFUAJmzUT1om9hE+ll93Ky40
zVO3g3W9N09EjgGdeAYSN7wzO04P0GdWpo/pvFw722BDY37TP8b00cqVtsb3C/uJnkOtbboIttuB
g165G95yKNTkhvERUSeu1HNIwFH4YmpHFAMPZbDho5d+LrAnOrPfcaWv9K27L+68b+nGe8Z8vFn2
6Vu+s3ylWsfuDU0qFb3dmosmdnQUmOPGhrG2Ks+cbsmWIh2OBYpkHIdn4r404DmUJGBUhCuS2pdr
8FPEJ4MduPsR7NGIHIN9sV84UTOIDLfdXj2MXHmarQn6iiugQbbSSt/UD3yncAamVUpztFyT0zcT
0MxnGDYZAUWc1rfea60CeFyVKEcNdCMrgyOf/LtrePU0SzkOd/Sj+x3gGXhEybfxqmyemHslUH74
i97WeqHVV3LsoaA+Q2c41Odgmx/tZ5P3vFNW2h7+w41Db/BUV9tqb3BPWZvc1dch5Uh0ron/Md+k
Z+8dJcsTTKFd9B3kkHU9ZTRUL7c/t6gp+MhbJIHSm3zIuj3Fo6NqOiDdjICQgD85SU0xN+rHkX4H
GVI+ItJXO3EZW5Mzg6TIqKp+Ywh/9CAmRXIN0u5va6NldMVePjh6Kn1tGhwwq4jMi8XPZHJ28///
bQPp37pudSYlHS6QsrfXaUfz13U+I7rWTKgiDyXZ74ukUfujYtALkWvyCcSsEHjQNCk1gEaPzvIx
hNkYpal+aKlcSZrjQk/4+LU6CdwjyQk1UnezhQEZMeAcBRgyFIjISNIicwGOtAVCMpHbAY6vowNh
ck7TeW9LFKUqKK2e4FPKtS4SEauX7aYUs49IPdkCaFkJtKUuwJeqWDiC3yrXLo9pApCZQ8oMIGbG
Gge/PbODmZ4w060LDb5Goim7ACeBgG66kr+JJ/yQCCTnlwdSDKi71LquBbhzFJqWyyIUU8HLpi7w
n6Cgb2TtcxKzQ7nWSF7o5UHTRjXjCEulLhCjNqxRFVnVXpaDO1H/k2u2qAbHqa7ucwQqmq09ZAJg
6gqUaTUN5OxW3CaCvqpJQNKQJsM+VfvnqUY6MgKOVKzJ210KSKpb9OsZrwInY0wbKxbSKLKMk7Uh
catezXSdBHu7H+LNRPP6a1Md42HtMlTyULw4IQjXSNJc6Vo+VgA8kZRzINAHmI6YxonTjF0C1AQf
tDGtl3yuXJ9IDEhDiajXIYyi1Y+gYeMKNoAn9txlcXlsGNT5oAdn6eD9sv6aPbLPGYat2rbXDrMe
Q8BtB1GIkyU60QUhSWngqtdTTzIlH/ereHwpJuv68GYJmK6qQBtQysk4FnN3Yu6LAMquv6Pi8zhH
+i7alq3xMrSuxsyNhYo+rVDH3m8bxIayrCp3sFxcNl1apHxIJoYqY3K5ezUxtSe6SmNiVHtIQQR3
gzA5yju1UDN9LUQN2aoEayAMiSPyUJMZdReslQUNwEpWWBM9aY5f25ga8v/jflwbOcof2i//2kP7
aLv/eo6bMC7i9z930uRv/tOV6+CiFZ00eA2YyiDm/95Jc/V/UGwyEfF6pq3zAzz1z1aa+g9h46VT
5uDndW3n0koznH/gyeVygUdNNYHve/9JK41Wzb/YzwzbkfZfR9Nopmm/9LfC2RyzAuT0YVSgCbp6
+ZEPdbsmcvKmdbrmNBpG5mfko6/qvn/v6B0fZuWcjlp/TRRxZNogMQYOXnpeJB1x8qfBxjJzZglj
uK1s552k1Zuea7hfkvbOtDhksFBXwS4jO2o1hsFVbJ+qmULerB51Y/bWTQjsq9cp5QTj8jK+26ZV
+UuPtr9f9m6PO8gJq/2oQnVryrT+f5yd23akSJqlX2VegGowwIBZs/pCfpbL5ZLrGLphSQoFZwzj
DE8/H6rsyYzsXl0zc1GqiFRESHIH4z/s/W1E4ACjWkpurQ+1P6qD4xBX209Gyx0yvHtRXNw4/rAl
aTciIgygT5TPNwMCldnL6M5ifca5xfM8wG9DfR9jthtyATA5buJdGZZQfCy9TKXlxhIPXYyTxCZp
Z4vH6cSZOd+NUkE6nYjC1IiGr5o2hVw54Zqq2irYjDZtgGvFxc7xgXWpiA4hT0gnqwR0ss71t26y
rnvAdVOpk5Xo3utpYeSyz2XOBI0mF15ErCbaecLgWKmR+wPOz0s8Yy01Rbll0PNFeavZowPc0B1O
EKK6kYrT24qKAnSeRnxX/oV4HfTXxOeOLrW/cJsT/TOFTFGJx6qFtGnGxqPFyH1qm2cZD/euU4Nw
kVst4eHwQCxrvVbJy/yt/YdGbBqMlYOzVPOS0/KEbuTdWTKRKxIkM7vethkhxkbrH5bP2jnKqzaG
HlU2b0MaqJVbwvhri4BBpuXcguoerkzZNtsqV0d7HK0VT1XcGrG1z1p5veSMXk1Mchit5Eff7E+i
N18TRabgPAlyeUZLbWNbYotBBpYIA+2aWjrazLF2aT8zUQaCsA4twmeRfG1Vjy2laASNLRf4VevS
6JuaECZGefp1RnJCpHfrMRTzogg1uU8UVLWsOTXWaDWJaJcXEWCm8bMtokdTEIlnMYUl4C47iRrV
S2jaF7xRN1no3uN1OKssphgd3hiKepvaSl91FdeQp5hzJTN6HRvZXYY53k1Gf9MVNQzWJtgmtUWU
MhbQm8btF0dUvB1Ka5eZRP5EJeHBfQUAdAiYL+Nr1ghLN5FtDLsuCsm97F5EjjkwCnFqdEy8AAFw
m42k0fL8Z/gT3oQ4DntB5o+n63NsD6ewqXdWgxlc4dG8UoVCLeP5GyuJH7LGoaieA0y7jYWW3Ltt
nUKTfUSSdtsOT/GjI5gm1he/EMZOObTkZjX/TFvitkolfrq+vsVchgbc5F50sAp0OeQtnmHdFdkd
w0bhfHgd3Lswl6jJxsRY93Njb9rQ28eAKpPsNU0v6MOJThyqdY+pbWNb7q1XExdKiNGqnl5Ka/ya
jN7bxT11lRwPHUuIrQdtWrn+tJ0znAHx2DM/jZGZK7cEei3gJ3a4y+jWrTzQOxlG94zMtoEZ3jf9
ORTE2NfBIlvPbz1S4zgApE0NjzzbczyNgwg9ZqTsYhW4GD3ixNybMFun2SXb6n0cO5IHTW89Rea7
OS9vUEQrj75h64UdqXhYruq0AUTpl8gwo/qzEyZ6sYJ2NK/ngxaBuMkHZHtUaJdRB+FTXOTXOn8o
Yq02bVK+T13srDEoRNdNKflhVPxVVSYWEpIBk8XekNve2Y7C/nqMh2cvsJnUOs+hTKGrMmHrB/+Q
ZLF/T/TdVVaR6zX2hLKQHxytibAkgDCO3c1QtTco075k+isx5HM+09EVJB4i2xRfQwe7uzBJIpYT
SWOu+egRkbcZms8osekDXVxxKkedRAjB1hbSWgfeB14oQuVRg68DmwOrJbI1hR7uV5xMWs076E7k
n5NIfi93lofWrjXQ9FcQ4sHDJsUuxAwmoXdd9cbSzGvzJvMGzPT2caxwqxI/sWLG/FRU0FdtvCjr
Jj1Mc54gH8IApnKxsbHpXEcM0orEAjNMvJ9pe91JF9GTNveNr88DVf5YVT6xrOVCbEb5UIfiniRM
0kQR3emqGK4blzgIC3E19qfGCBD1CqROQ79IWln26IxZhLQkq4byoaa1WOVBRP+bBW8y8Pp98SvI
29fUdzJ8ifqeuF1EkvtxDkuyi6dzbt6S946DfuR4aenvYoS5CIFt8jfNZVceIQ2TNKphQKWZ5KjZ
3NC8w4XJPsnm2kkwf6R6FWZmtvOMaMHO2Ye+5rE2FPrOxk59pyxQ1iAXpOOVr6Nw4qOMMV7OXoIy
tKwANbTqJpHVqUF/Ko2zs8yxYtnfMsXmCdmbR8cMHpLGsDH8G9md0Zl8yIfiYKRkN1TN3k29jdV2
D7Onn1w0plnIhRJlL3SO/tXo48qyuCytUW8HCA0H5bFL0oiwi8iA/4iNUuNB3ffNgXNVbyeD9mXW
Z3+I+/vMP1YLtVJ79W0wsEhWsw8P3uPP1XNALnZwP9vGdB/C37omWPJnN9H8J6P2t9xqb1U9XLp2
YgIZcf0Hul8VFRcmNcewx6LRrubJvsbkJVTXbrh+z+7g4vXM6MNLBOBqqJD+VF/KdbqtHtWX7iaY
xXryyfukU+mdepu4gwU8z79usqmk6I9/FKP9WHd+tu0d5xJRgCQ5xs8uCLpNjMw16BQywcI8hFN7
0+C8oZEqj0ltEFVqZgglZX/y+tcELl44j8xV0ajKItq7Y1GczdpnmymiN+15zTaxDKCRvY55WeKn
XjH/mArxFofJbsDb0w/4V4JmfJF1VjHtLB6tzHtxO4bV8wh6WQ04Ae0Kxa9uS7GXQcsIMuINVRao
0TF5d415eEVD+amWGOfaB1cs7KPUQ8MNxCu2qAUZSgegGbu1l/jyBuCA2AbRYOGvZTIbueK5yKm7
pMzf09Zs8YWAM9ZY3Fx0mSvD6C/F1D7nXT+TBYvxSbUhhltNNHPQ3kQj867Z6590AF15Tjm5msHI
TipFueh5c3Ui1pPEgCtfVB8oL+1boiWxnUJWHpMxvZ6n9lAk8X1iVUw5K/e96pN6Y9XzfWIg3nSj
lZyj1wmHysrXb7I2MP+3ztqOw/AKtzvGgdFo9pMXnxoHMXWcz/d5ssjS7BQ/km/9KgoaLkeSY2zN
IBson3AheumhauJN7qcIysKXbLlQawHjmvf5QLWS3/jWSInEWYfuud4WjY7IDB2qDUQKtUqyftrq
iSlzXZ+i0Mu3s/eRZgw8xyGvdow28kx8GMbYsyCArgiK5aOJxJsjlDw0RnJGKZYcyUR31sVc6Svj
DDggW5XDXG2Mqbyg1jpb7OERmqeXdL7VKr4PnazYtDKhpETvQa4q+bjWTEpmpYpHb2CF2Dj3U1kL
TFTIkrVpb+vGvKgRsHRL7YPH6VAHWLPNAQG+K5bDPUVFOy9dQ3dxzcFajeQKeLZ74xftKcxQNah+
JNHXgDM7hAjDHYOMkgDz4HocexCBsuo2M8vEH4WjXyh5qe0ajLVgBiyilJq7rmTzM1gGDAMVHyrH
1o9Z2/pAJtPuZOVMOhvb8Lm7eb09D447fycKxhH5EjYmz+opy9H5Jf4Ybue2mI69kaJRwUaZjXaE
pX1k/5SKjtnZL84YHOOoeN/c/uBpC11v91ybzdYAhHYzO+K2j3x75fAzXw0zybRWVR+mnpUH7oaR
IVcNmpZz1bMCajNjRr4zMalsDS87pyiQKaw7jehudAFPknM8h+yc0ATHG1loSJvh8Owk3m72yhPq
N2TXWDdeEeh+9j7VaJqN5yYmKNdu7FXqSNZOhXtn0mzcuB0nSpKys4gQBobSOuAIuDO5/lToNAc5
JB+N3R9Nn2s04wZYx7n4iPMbo3D5UoZKcFXrl8mdvoTOLk1qVkvFWl51o7hpTo7h7kpdnkoLJrVC
P48doF6mGD4LhfgjgsKIEwWMblMffDnx3CM0IbluuuqdLupe9tPzYNRb0yjntRDHItdvrTG0O3Q3
sJDn4FL00c4NkQ+yYo7NFEdZlPer+SKr4OKO0bvvR7zC9aZ266tcmGpdR++h0R2CmnmsA96Y9sZz
hhP508S1WN066BUMKB8hoHdICnKfRc96HRubbOSekOuPwHoa53kz0731Y/WjYqmBF+jJ8Uaw1fjP
g8dwCj6pPn94PWeIQ/q2Uf0Q1ilwsnUtGc/zaPFNhOtheTe3HH9eeEeK57GMq+eEyN6KPfzsN3f4
LtmM597FTec1ghfm7RbE/DjNsIenKyZC9NQ9gr38Js2L+4oBdC9t9OEZo+QQ7LIwxrMrSRUY6rt0
Fq9lrdBgQO7t2+sy5IQ2QjIyWFaU0a1y2aZY+OivOBeA3QJA9+WiTRD3yrSebV3vUZcyRMrcj6xn
7apOs+GzKdLZY+DYJyRR58kz7uBmbBr5o6vUBk33TeSHK68x1hUmormqkpvXOoFta9nmY1ya+y7l
VLYOoRKSw9s5ozp906piEidOkQ5vAXUJw6Ao9Bb2y5u7mORQz3x0RXBD/YsTKR5BKjnd56gJ86XE
yUIg5xbQAD3yKKAQgC2kKe1kWt6SvbQpmvgzcMf7PGTHE7KNM4V35/pybVf9Y5IAQCgYGixvTQlz
wQ2KbYFLAIOmYnVhCP2QqihbWyQzeKPHQsIfVpVRwCIV121g72O7AlMgXvy5G1YpZzsmzNXymhsY
T2rlIMeKH8PqhPLi3TN3pEFM2LEk1BaXDeQU3HVieI4YNVYNm8AQlAPhA4xBnigrnpleYA1v6Z6N
OLzLJMzYlE0dukr34VLJuD6C6Ow2Y5thRSmyu2w0koM9UE8xcTkZmWneJG5Dfg1qi7bn0KgAIAwz
fZQiddrnbcpNyLmAJVLZVDTKZJ/aJOvw7O+uI5vYmsg8jx0TAB5cOEQqUDeD8ZAosTXipN4boXMH
t61e0wHCFsnbEUJAeCwjFuQZZi3SUje10l9K8g2EjPJt7qF59PIzCpeXoOj7vaKLwB6NObBjjYi5
okMyPd/mRHdn7NxFV9G+knRUU9YlmHXDXBUb/As3dlTtmFxRxkX2rRtDWfFupX+qNWVBGgua+fhE
7fjh9faHgRinpoxLB54WKDbY0Gp5O002K3RaNDgKyX6u1EeVYLopnKpfMeADUlwM2zho7qqIfT3G
6RcpSfXxKp9sE/ODSMrp0UzO2gdTEIREzoatC9LGx3qr73o7XaKIPex2xqPsIWHZw7NoGMGohmmV
WQVbIxGESuY8F9X8RtyjRgNJpGtLQD1klD3XJeYJkxTkAj/2UGanhCDR2ySyjlko4q1fxZt6TuJr
I8u3fQgnRemBcRPXHWiKbhdX4s1WiiK6+nR6BsBjLdcpKNaDbXqbVABlU5l6ByTBmLrFdebdZORn
o5NI2scyyQ4hod8IZ9pjzsRz7Zoxu5udOZDWkPTkEniLLE9mbBXZHZRWiEogggSUW8PPIm0gpngG
eoy53jcVxwbQJH9TZMONPfRkpnj4plxaDjU+EHm5ptwiKaFs3zAhoxmhsBnyGrGbMR0wO7H9cdvj
FDNga7vwNcKTpWsDE2ZmbsuArCli5Ky9VQ+3KsGbbLgMJ5NZVXQUv4qeG7TzNJ2k27/KNqNfGB7y
HIJEVNdkeyuC7hvAgHxFzz4G9Sy37Ovuu1yUpCRB3ooFjR8MrN1ot9leiJDuDu0sz1TYN75gINA3
dAkUZ0HKw3ZY3KeZ6+6nUV7XMZh2XXgbxwkJEmkYbxTW1F/G7qeyh3E9NGrJIBuYVtkn3Tn+wYrM
YR04zUaJjrqgGG/aahEiVA1BJvWdN6KtZRR7BdJu3OCFyCz96YaMAsl7/jmPEgkxDR1pV9anF7pf
hWcBTs9D46rzvfTYV+ZDHTR706iatUOsVmtG93Zi3IY+wTVhwIbTATtf0eVQC5K3bBFce5VF6R22
08+kAZLjp0DfVHQC77PNRL3conaxrj1NDEulWKhmxqEUj+Fcbube4x9emDtTfpubjC/LtL3Plf3Y
sRS8Ymz7VhrCXheeed32HjFBWoLEN41TaFOZGNU2MWFZy4S6zbSznVv0JDrs6rB9Vk3EPDaSWMnT
YuMQfegIQM1lwWS0RBXXNZt4qIOfhikwnjGRkmkEwR9N2Y6B6j7si33o0XcYSY7gqB7L66hNdlVE
YAoQIL0pPYrfscPR0QerWRx0CNILu3OtP2sDAmLIpby0TPdBjhOKbZ+4jpoKQn+au1tpNXf22Fr7
JLVWRpZSWyhSvIaY6LnvX4HzJtJqQP0dhIZxzY1CR0ivs3Z9Zp/fH4o4l9cTtLZrMeGyAFPBZ9og
mVbC5lZvODPhBSXdFtl0c/iGdUeddctAxgXSzPKzKs14zWhGXH175Z3vtXAUoYv9ts1P5SKRtaMA
3AkqfgBO1t6ZEnQAS4xvNff7oSim3bdE0l50/N+/GlqKGn86LIh5lWNr79R9Yekk3eDTOaLuoxX5
/urfqsvKCdeyVGROMZNHM7/Y9f807jMSV7ztv/03qlBcmJXYN4u0sS/QWQyBh5ajnv2ViJn7MIYm
bkWKPz7EJW0rm5UXe9n/jYt6MS5Aoay+f+n5CbFW+htuuyx1k5bnTyncG52YfKJx3GOvknTHnQe/
OcGjES+BrFZCdtx3zuf3h467ZjMI8/3P/yRc/5oqt9ppsWQc/vkJMDvN9Z+/RXNpYeDkaP/zEwP0
TNKPKOZUxfEWsR+mlVTXf34I6iWU8Pv3i7ZV18ge0oC7wIcMQ75GZ+y8zkCBEbXrNgLS5hf6wcvD
4qQi6uHe4Gk6MMBG9nksvBIlFvqP3OxnzH8WGs++sElTq1d5h8s+zg4KqktXdM1KlTQraWAYHDyZ
seNJcF+UPPiB0ZiXPKxvExCFq5RnKWrNWfA8HZIbLyUzp5gZ8kqRhZu4l1+zMCDSlP2BnsAl9yPZ
1a1fbCqmUsb4ICLdrgqqW6aQmCgcH55Pkq8tg6nilBRPU9oMO6gF6A5S65g69id4ChBzLhOIbEof
rTCvboyK1bXlxTBvUK9E4/IQiBL6zAEiXdjdYZBpED7FG0tNxF+U5NL7wO9Y06b7ltHQqvKi6xnG
7opjjlyiHnJs0JE7U2TmvjSn7lqBf4K18WSODSGKzIOkuu4GkkA8y17FbuUd8rCjXaq9FYekzT5o
Z6QdHxRFnIg+6H3zu8qwkq0M84ClzaorHTiTZfVTC3VuyCZ0xF7btCr2tMs95p6F+5xZLdFZtf1V
GPKhpqnOdXXM8yk/2BPqGMMJQammJ9sWT7DyJnAMaAVxCjtdzfIkcZHFjI/N5F2n2SPwKuYt9nAO
O+cS1NVhCNJbNLzrSqtnhvH0++U00kqWT5PDiTuzW++7/i0ugrvly1bkpF61BVmNkhSDOEl/lgpW
FBN8FnHTa6jNTRHaIH7M4sF1vBfHYIPTM5TNY/O17DhZ1Vz/HGr7teUndFMGIy2aWbsTzY94Yoat
xAOpfqpLEIhEBIE5U/Oy/HQrh3HDKZNy3gVz++710V1gUJwrl+8yxutBPdH2ZP74dG7k45juYxVS
/8zcHnmVlzuQEk+6HdHRY6WPk+5nM7SUV/S5TMB5VgqiKx0SztpHkS5EkQWtQQ94II9gl4h6w9nI
Ux78/tWQFF8Z2lk2Jr1al9NVmuCEjyMQf3QVMIjq+cq2psdKBJ8ycudjUzGDsuCkrjJ05GdjkpAP
ByyvqiWtzYhrJg47t2NM7xugOmD69nsdJxKvGyW0CwPNZJeRq7LcYOfqYG7yI5Rs9paXjkWR/Q6x
bdPbxtttoehSRcgSwuuA+chhHbXywerSHVtKh8y38irtW2OFsQZxpcXAN9SnWkK4Wt6PGubyto7r
APFCc7Im/6WvzXfOSlg0yv7Rq9qnl+Vn1pgP8n76BKlQXRn5JhJ1tIOlN/Dp+lE6GQOESVLY2Oeo
rIDHDbreMq8h7iJ1b/Dy9HvpKRODcPoxkRNhiQbcWvPLyxiEzlARpkL1zAWNYZUEc77KWESYvItr
GzVlGdtv0CJ4ewIfTXWAk1tfws7+ORQ9tviQmatCpFq1iN4cfrF8Kkk8+DoZQknM9Mp3nmXCTYoM
m9tRPdeedQ6mnjjUDNVx7Ri7XD/TZJGVye4eq7ojV85AkmNABBq++wXV5T6yUUflETH8DQaPzs2G
FeXpjZ1mCAWbntI5Sdb6h9nNGvBLyFMV/7jh10fXUy+wJm6dpMjXjBHSeH5pen0QznBurWibtMQV
2cLHopQQeDi41r6X8WMau3rrS0iXUb2gOAxnF0VQRVpDc3CmS+1OtxWIHSxOBiNiyaTdM81+NWI7
2hJ26kyIOK2bupZvmhIMRq/NszRbh5V/0YH88D02N1w2pd19CTXfV/rOE2ozITm7GpHVMHXqvjCn
sAjW4etywddkgnZJsDGc6GA75KA2sDDizrnPMm9tTOl700f7QKot39q87iSzuGAw76aQSQzFgli7
E1GdqgIkkRmXIstvqv7DiML6ygf5gm3xMOnUgUgd2Wg1WR6i+7YXrB6RH2jLfVQuHvF9trEnHOeW
OdW99OSdnbf3EPiuylLi1bXP3193asFUAcWI6fbybe2pS9yQ4go9CGE8JbcDFOgK9wloDROgBqvr
befkT148EtyWRw1qgunLCNqd8gWhS8xUrkbE2Txe9CbtLo3HvdTDRVz5dQlVPLxIC+riNNS7wnkP
mONiPnI/K86tJXi4qfVTqtNdU8NuKI1bO+ivk5hTcQzufKZJdsugKGpjTjAH+TVcJEQ+bxDkfvn5
h6lINWF39liifWjSdG2WngXuk607scIcrng4aiaso4m/v35jjEuz6COd99tdyUFrlPo9jYoLYopz
jWgor5x53/ZhjmLemzfUIDexGV2bgfPoms4LgMkVHBGIklyNyeQRZcf3AtxkYanhIEBKUbGGuTIY
n1KTY8dE7+fKDetAJGOMjLu8ekoR5PXJxXTbTzOixhHZqiVoNec+4UG7y9v+bPIwsGJWNgApYFZO
vC/MJf3KKlbaYttek2qXTuzEqlTsYDMzYlbiBARoM5nOq57NZXsVHlXYrkvId50HVjNy2aWYZEHq
6kfa9S9NBrdKJMnZjmuMyAAZh7b86ftMkDKne/VzvWna5kNPzlsBqqvMKQu65EnL/ofjEfEGrfue
WqPc0j96PABIeM+H7D1u7W3AduKKcSnonfrD5f0M/VFwM3jYvq2Nn1vZ3p9I4zTa+1QRcDuuhamh
uFajfc5DC2y3Rv5L3zavXG4lZa8Tj3e06lAflwNJoZhVCNBKqlcG+iDmEpOFV8te0sreW40iIORB
wVrM3spWn7BPTTw8SUsEiAIRY2B/K6IfjUGg7aSPZUvl4/g8KZGQHJm8ouyHYOHFh3R03oceUX46
PfqT9c7QDDrp0O8MWIQ8L8vP5f4OVQTHsCWma4Q3Wggoj6MjHx0ThlHcc/pItnCDPUH6ZtPm17JY
kqgmjtJuHyEePTddRgMqjE+l+Vdc47nk1DQbDdWwoG5xa+cFacDeKYn0NKVFiDwj4+9y32t/Csl8
qo0MZPiGtTyaz2VPpmWvOTLRUCJy/CRoRjNitj6aOiJ7dYAMWnD5LBbHXmIyhNvvRdYh4+/tjWtt
JU+ZgNoXLUBb178zszQ5dmxKbBhWap7ZyIDiKhT58ol8NWP2AhEEtSkLn1uzP8rGh16nGwSTMTCh
siIBr+TIEPN9mc47L8mKq6bIjop2iKkCq5AW8atnYznovHe7SeAuEsHsjSnsqwYpazbuywLvKxv+
FQYyBO+MQa7YHgw7Zbgvek5wgjYkAqcW+0kvedFiPncUkbvQR7sfiOyeEgiNwuS9IrzZ13MdrCi3
anjUEz+RzY67mzaWWepN3t1ODFf7jvDV0ZRvI+OKzaw4V3hzHRCc8UXriBC4UIVXQ7qVKjqruHkV
cwoZcbSJUUSY1AQ2k1Av2lk4d3n1u+sgWgzETAw8Nq4sg45VQ1ehGvcWjCp+SH984lIgv0zfCRdq
EbKfe8NLnwZziUQzeNQmJQ8yHbabdBzUGnmYXlOsYXMp+ck5og4l2qFwYu7TNAuKmnsFumFGkecZ
CKZk0G2HtNT7KjrM85DAOULPq6Ge9gPrUqt1BuYE8i6YEIYoNznlzK127JzNxTt/cSv7o4qy9MZ0
D0F2C8mruu+s+TjGkX1gZdaaM29Ji99y5IFVpFB93MifD06FaxOz2tVcpWilmOZVXUEdGeNQDMan
lrHQAEO2VcMNuWZyxQ7/uW2gJNnua1B9yhann9GQG26K5FIk86W0GdPV7CynJhoueAB9FR1nZiKe
wVhMMb2XHfjlfDZ+1fPMSinBiV7NY7BSoj+4bvdLBAVk4nDaOan55BhveSa/UAWvhlKUR7tEOWP3
EHGsaN4EkQAmQ4JDMpS3Ys6fQdEfwxIQkcGwLZ2bdQEGCqp3LLddFRFx0d4iNQcuPRH5F7ftNoyt
ZMM8mgA49OIQtwgB7iYI1jbPEN41apv00HQAbGKGqFMO/ZSEdDlCwEREvvPHZ8YzzAiRKG/9tv8o
BWuZogofhtF7tcT4zDjiqStxeKGFqXdGIW/HsmMWPf20aiayeUdJU7O1icCErYouRGZuHObK7HaZ
32E+GCK8FooHiZE3d6l0wC+qugRX2W/b0j3ogFl95KfvM/FjoiteBxxhVti9NUC+yrZmL1+FmoJq
OLEQP+H6XAK1IwmJakNE2Zcse59Ud7YeXTemRH3DrZ1JLwQz7CdYY4u5t8gT9qw9XLezGzkUWow6
XXsbN8muH0QG+Mb6GKaScPgcvW6U7nn2RTtlPXWka61YEyM+yYtya4MP9vPiLnVJFMX3eB+U4qH3
fjZpsQ4CKItU6x9V22ERWIVVXZxydwm64n8zkiVMTHm+C8P5xjaXpE0B0LYUDhHVIDISuWkDDLCI
svd0fQZzv81AI1aPG6mKpyQhAaKwCfh2ansdmNCvcZqEXflLl5naBB1CYz+RH840VqArU7npE+sS
O2Z7GAc8L80kX7sPX4l4n2m2SYwYOxAyV7DrGPe0tFxltY1DWtpsePJdfQK+m+x8H4PNXIKA1k9J
2OhdUMwPgLJwwnL/UvDl6aYVlbPuxrjZ1nknNqhkQFi1bNbKvWWTWcl+62GOAO+50dmtmayDM32X
vkgOvejPjeGynR87nCRQQzGgj9N6dtxdUPbexXDJX5c4lQ172MSMV5BTAghUdbdKRge5Yr5nmRNu
1DT0e9fYC9C391nEdybSHoVezw43qja2Of78Vh//2+f4P6Mv9QeopvlO4Pmk/IIHFrd/++2/777U
Avhp/tfyt/7Pn/r333/LX/rjH100zb/9ZvPNCLrvvurp8tV0efsfgT/Ln/y//eQfpKHHqYI09P5z
YbwlTVsnn+3vKmnpAxX6t79+hT/+5h+MoqT5VEDcyv/ib/2hrfblP5ihIGl2max5/xRQ/0EpCsQ/
fN+SImDp6DuedP+irfb+AYVIOECIfEf8k230H5gi8Q8U0J4ZuKhPTMCCzv+LttoiVekv4QGQXckL
cG1TODb/nCXtvymrAc3FqHtjeURAV++9sB3RTF1cq6z3rh6nLXaE+NZll4soxD6UUTWumDFtEo+n
T8cy+i8v338BMrJ+j7f457fjCZhBjuUiRrd4+f+KTcp4UZArFu7RdtHKTlVcbVPx2U9edTbLd7Bw
FTECjDyMvjovM9t/QrR+uz7/x19SmX5HE/3x5R3JqxsEtk8J8vuXB7U2N7i/nWM9hj+U33cP7hju
EfuWR+RFOVBRFMk9AkNErsnuX/zsy0v9Z7TH9xfnUuFacV3Wa9Cpfv/idTzEUZdZzjHDrs92a8p2
coIQP3WwQ+tEPBopz9OCDsqbQfKkPyXyykylxTFtnHZHeVZfRbEZr4qhmff/4ptbeFV//+YsCMJE
v5gWlKy/XSeD5uwzjdo55ghvN2mjf7gM2rZahxaan4QiGaIAI9GIyX3prw1kj3m35IL04iGHBHGg
ztTD6G//++/L+Z2z9f2icTdYgXCl5UvicH5/0aCkNAVyBucY9yGDBh2O66Zl5leGwS/a6OjJMVOE
Xjmy2ZkZZpP37nWOouQapwxwxn2TMsq0G9zOuZ6O09R6eGPDjmVYlJ5N6zoI+rUzdvWDrbS4mjyH
6VqUWMdBjj9ZY0tAfT+kbjxACs4+mSn94iRSb6xqn4xUOBcjq+64yUiat8q1yVj4XprpFlhDBch7
ukf+/KspnZpOhRTepPFtQly9H4YUL6Yog5v//tWyfo8KWV4taXJbSRhcnvSAvf/+aqVWDPouCp1j
opRJrhYiF+la7RoUAoj+nOHPPLIOI7yHIV9Zf6qQwv7/9xuxLE4enCUWN9TfbrQotc08nibnyHaI
dZAZY4MN7cvcwU8Q7cM0szOrpubohM6hbcnk8I3x8b9/Mf7zlSPR6y/JcZ7pgmvDvvLXoyZpq9qQ
qnOOfRj/MnCveiXdIZJOJwjunCTd8h79q+PtP5+2fE0pSJnj/3kk/O1qNfvU8eCgOkfbdPdjjUTb
aMQDEWx3KiyMLUaK+Vi46a1o0a9ks3cyYR/U2rKf69r9F7eO+M/njTRt4VlC2g5vxN8znfzQtnCU
WPaRqdeNygb7BpbNyc/BZKV5cDH96dP1jGRNVAqpP8kAFq0vT9g1KbfmEntJXFknXGI+VZLrXg9s
DTaBzC82/OYDiFakhfX/Zu68eiM31jT8V4y9p0CyiuliF1h1DsqapBtCI2mYc+av34etkT3S2Ouz
7sEeAYasNNVUdYUvvCFycQnI8DWohmVEX5tOCBBRoG9/o4Cn/3xym6rkHkPSg0/0tyubQrHuumYk
d50csl065u5FOZXjjB5KSx9CDHIde59PcloA8+UmrgxcTwYToEFeXFfjpHKgkg81Ubq0RwweRFdG
8yz3aQV1AjUNXTmPK2/hqr4zNxMNKEdDNVsZPGtJ+53+gEnB0cgJjTErK//m+H3Nf3ret1IKBxYW
y9V6K5kXxY7ZJ1HOuomMYo3MGgZXKo/bIVu7o3TaeH32zIX7y6tQm9b/6xPf5DaCbKJNWoj62/3R
53aZ0RzHPdBw+uuEGu5lHpSXWl5Ep45ROgjq2v7Kj4W9O3ywUcU0H6MiTf7mUtZe3z1c9BJQtmo5
kggF9Y63T5L7dYYlSK5sazdSwAmrN/TI4pWFkAcM+6AHTRMiETFF3aCwxRkJAjdhVYq1rQMncWJv
7nmld5NCovybS9t4faJOz2bZRGPCPAhKYnT4+hTJwX7qpmY52wLcralAmdGMOkS0K0HnwcMOrm0w
t+PZzlRLr3BvbuZ54to4xSEFAIELJLOFTQVdkV1nkEybfbA2Wg85X6cALWM4dDtYxmlqWOu+sxcO
URkifxWMLZ1/GA4GxhQgl3qtMfZY0HhnTlho5+Q0xXqobQctcvdK9XD98GxnkVbGti5pyVSo3K96
H6KDPcV9EXSxVRL1y6IEpER4FM2HMaBNGmYLTcGYFX1Y9RKYuZb9nSAkb+HrlUZ/Dfg0Ip0GZEFB
p8J8cxmkdh/KPhEwrD3qi5VhfqD9iT1CgM2JmSYXonc7Lu0GzrxSY47Is88yEE0zIjQfLdoy6rZh
yD1SqOhjBbZBgTcrhm0iBgTmFezIJtHXANewJWHXHTaSmxHhcNYOOhM+hc3tEIJGdCzziu5zAKsf
FQMJW2Cu9eS2kW5tU6rdKMd054UXwgXxoPWR9yO3I71hVoJ+m8EFR0fhoLMXYuWNBsjkbn74GlUx
Ma8cJCrUUnDJ5JZtA8EoZ2LM/Q1WAS2kFZHtqKyDVwtKZ9v1a1zPhnNwzkv0+ZKd3nnprNbNekl4
wBLqol1d9ALIP/0S4dBQqIWyAsqN01L6CfntdjP62L/bxjXnmr+ewiLcbO6GoF8MsV/d+HqRn7Y+
stJOofTo2pvuRQTY/FRN5GXNGXrRKXU2bwsa0aaaU/bSxlUR+tU+qWyg1IZnLSIxQVCGytnjvU0L
0EHPuzJ0mNBp486KMZYzZMMIe2BsbAVy/GGhf7ZUFO0Dr4mp5fT3eLMoYJruwjT8LIw1/hQBrf6a
pmUb9PtKdjS4O/UTBBsPhpRx39BLXIBj1cHa0VXOKPatKouOW2+pCh3fVmyXWVrQhsEucmO050Ej
zDPQP6sRls4uxf40rh3rpvNGB6ERd1nYdU2r1gWyMg4fwjTo9ohpr3VAYxs1MZ/SHq8KKirUHyeY
uciCYClpVM4tv/YuW3wRT1Wc5kVc+XdROlxIO13TRGuvLeBBVScI5Ovm2kRLe+/GeCpR6U8XRRhb
hPHw0KLCwrPLLWc23QaZJCUgH7PeBDZmUkEaf6vMyrtWWvcbAuBIYhu0KVo/BrAGj21eGfF4lnof
oxwZQ6Aj86DBAKZ2EzQBRtv+3OXIIYXpWRF21s71JUXDysKGz7UmobpWzL1hKG9Rg1rQYl81iguE
shpgxfkrI/P7c8UwZyJB7o2iVD43WdYbzUHJu7YUOgX5uV4AlVJj5NJYa2JOfYF4RuO9QZU3Qpwl
tdlKmJTCkMifV3iZoteWuKxUuHVUot1vTlBWu2zMHh3kFVBWHLPLzs7OOcn0ee6PzsqjUTkzKnXY
Og10rKr6qrA1PrjiS5h2104U4ErVEVkIMulV7stw16Xt2eRPQ/G0uKmEt/Jk517W8CjCoaJvG4Js
ccynILXrhZEgmlPB3Zw5UZttEo82eAwOQIahvzTH0LsawuJeir5aY26UrysvvqfyfcqB4ZxDiSku
+QORVAlLa4MR37103GFXJ9k3SsvdGbgmFUSkoBTHu3oK7TK49QxWWApuHHn5j9K9KXUwBF7TWI/4
jaK5f51Nvd8cV7WZtER5UaEoM5pJso3xWoGu882BJkCBrKLdVhcX0oJt2YxfPTXttmkzVAvcCbJV
FJSfA3UTx6BVQerdBVi2VZnhQ4KFk++5oG0G24nOXA/XhM5CSKniBfsMGF1dcASOBQUAJAPOG1kO
KzDt6kJNUEdwEISfpZSt91mhfCxJh1dGB7WwpFHLQZA9JIQUp1FF+VDT8ss88ia1tGiPLLt7pvuo
PeljeqP2vrs0HchdynjnG4NYhMUwUYSteFO0cuou3ZW4VDRJRUWrsmbkRiWagkj6MKXmPrC1NcZ7
ZyGOYVeCaifdBNpJQGSlUYZsu6xalFVNGoqS/m1qrb3a8m4bDd0FI8bWC7ePPf0o92Mh5ZM3mSPa
4xCRRvMksH/EVZwDlU3MDicpdNLPhcuJFFpxO099CuZc1uk6sORpj+MXZmvFp54IDWy3V65Liqn7
pHVu/QFERlG1K9Fr8gKVe2wnAC0VfdUjamwMt96+V1GZSCR1Z8tTz4MM74CWflWnhR4cXXLqpDc2
VVXgRldrl4Vb8M9ls3eryj5TxrMSGbrlITlLyYyXVA+ZsrL0sX2wg2xVNqk16yiNEy/ejBUEoL6X
xQa8anAVuad1lvYLDaLkbohGsNDweEsd46MkgVWkhtWtadoW3jQ2Kj8QAN3EzK6T0QFEVYf0UboO
BqPeIw8hATflYb+ASpEsxBhxQ+jV00gTAGcg0W5S16XpSjZ02hlFs0izVUfOMPd9OcC2j3oWiX7l
KUiimga5hKO7UIeLyFjAfJKLPI1vLaWP96LaD22prJ2saOYAur1h14w52WLeX1b2pJCaezO/co19
risf4ExIVBXRZ6s9D+GeJieNj/DL8ktLoZXEmWJSIe+VCRCvWuJC7+C6I5q41IsOUZ5q+NzG4MTp
LDUr3Sm+KJDWP6NDMM5cLTGR4sLFCga3u45Gl+LYlFzYsqseh1CHLG4F6i7KRorFPVWjQqbfkkr4
c1sxxB6p5KsahM6FXQFuceq8R4Tb3rdtXV4Rh4+8nOMBqDeWcU7bPa4klHk6BlvFWOYYgm0VaE1g
qsD+jDRRM19BvFJQR0bWfNH5EVoHQ092Keq5dJR2FYxQRnuQlwpqsKdoJfb7tgwpQIdhyfuIkaXf
YwBSyamvXdjlvrCVrdH3+Q4fmHhWjm235RxWU1Jixxos8nFY12YG8FpzzIsyozuMtwi4EenXm8HU
1J3exudOU4IWE8Nd4E0BGK1wf1DOeqRxZBQ255VrBpDcI2cBPv48LASFPoDsqz4VNewiSl46YhRc
/nDN6j4t52CSpjg5stduhqkr/EaE9yod4r4jMbYTCbJHIgjPIAppCCgVirE4vGJY+M0qN/HgiYwv
sad1+9B11BmVPACHOjAfbDsgCCelvpfxFvdrOavTwdj4fmov3MaMznpucIirlcN+Bw9exgqyMgig
wEp8okGKphDW0ZUt79rUfMzzkHRXIirqYlWIevBXyAABKUnizzulvWyT2lg6Zc/6xzcwLwHRAcTa
q6I9T82GREXWX3TF2dT9ThlY34mWP0lDuxOOzu7SMSJ1+3Cl9QF3h6S83vkL2SafG1j76zZCKknF
I7zSzOs+6aFG2gbePKl/Z5q7qRjW+8JfWVlPS9X41qcjuDw9AVDTfDKqaGOp5tIMeqziswQx0BQx
uy7Aymesbnq27KKyUqDr+V1l5xHqcsgJDwkN5qKvNxCFXRAR6bwcGgi+vnYmi9KdtWF1puh2v1ZT
zCa1emnftpiynJa9+Gjz/0Hjbevq4Q6PTnMZ+D2mNsihxkY98F5n92oy3Dc4TTaD9mAsWq1AFVSN
b9oBJ9ncBnIjc7lOyo9KAx0miUBCwRpBEsF41HGABQNVxotQo7vXxBF61erXTCI7ZDtwh7JcB6LR
G+dD66N3XyDxN8QRsLYc3FQaIs5YoiLVDfTTfS+9aqEzTECHBc0Z3FIV2kYYmKoDcmew26B5A7e3
in3R2/08AtE+KYuU8zQuiH6B91RNBmNFIoMbZOdZKOtF3S4tHXx82dc3TQ6WLC7ogtIOC9y5Kh1t
VmngYdA9ufTqFprE2K+1Ca0wtjm5h2csfCMn2amr9aBHXLJTn7A1okUOlpI0uHPp6yIgroXAZYve
heOrKQuSvqwOOmLZ2J+AuTWEgIsiws0o+tJE6h2EInspzd6c1Y0C5yW9UKxy1bgo3rUOBzqZ2pwY
0V6igI1BrdROmyJ4IuMFAYFpaynddN6W8iMXA5RG/1GO2EJ38N1Cz8rnxJ3dXCrWla0EwUrHKE+U
YMXSsbiOUy1dANQuFpHtL4nQT6EGbRK0CjhCOeUsuntK8TQYpBgiQyq6zj8h5ilPHUpJhkgIKz1F
Q7ZEv1F9ToskAVs4WtlOhpMwpogAFyIwD2thYeU0LHnQVeoJePmZuXaaPJjDgADEW3kOKqIWnP3o
0faNp643uDOgnSyrIVwNvXUbYLOziAqfiyBEuiLxxdz0vL2qweIWNaCG1m4n5ot7leTReWB31zlB
MOdHjVoKJpATMfO0LSnT0/ZB973H61qZOGFz0Ro3okNvU+3cD8CjHkWeoDDSUDhPQDOVRdDOC33Z
Y1qMOohGOxqbWy/j+gHhgkBK81XA0ov9HrScYswjiGiKOevGlPquITI02wza8NnXWMF4q8aNYR3p
jyAJYQJmrXEaA2C0FPATQ1rtMxssVq19aXWjnJBoe49AkGZuu04tDF8Qu7E4aXv/07iqi+rcdg0s
xDvHm8WyutJ1xlRcoF08yMZw+SsqFWZsC0JdYbgRNLTMy/PEjMnWrau09VFFFQYAUi3eGuYXo5xa
rDLrMbpdQ1uFlx0akNNaXzntLOaYpWsz/9E55FyIWhrpuKRYBRAFD0CyCY6Kr8Fd1kNQlX1/jxoJ
Vz0gjGTS0LAbgVvTDPoXcb5B91QtJaxrgFJYVFxLE1xPHkGwcgesXCvP3Iclt2uiGasotoDrl3Cw
Vq1Xams9hbltInVofI71+hFPHcITCItcYXo/NHOvkrtKBPGMLAfvjVHbB5hnzny1RmOyibay89dW
4n1M1fwbbmf4EdKFDjuHdNiAdWDH5x63HPxIxBEd81Kph3wp0BwcKU+vLfrfM111rgFdzeMqbfeU
QLsbzwHGRW4xLnSHKpEYi3Jh2GnG7ROFIGkmLwIoW7NJxAgD8zsqnirSt6Jd0i5w5z7awGvNs2Hj
tL26bJQUqt3goj5YWMPS6gIduYviyXBs7cw0s33LMbzVAgJtlDKWalua2NVlJv7NfYhyqh2eHz6L
ewRofS+5FIM/QhV6+X4FuAVPoAHlNjMLyKgQ09R09sXhy8MHkpJcZZq5cXMB5rCR4AL6qkVzMi78
81wIJJjrrB22hdtt6ul75eF7Q+0/+mnir7O+9M47XVl7KtJtFsz888MH4/fPTAH1tfeQr+09+4Po
zM8SMeZ1Y/YUneKqcza+p+zp+fCl1RV76PcsoWiWOxp9giLQF3kQ53fxMsubHDxXnCDuDedvCJH/
TC2AFo0SufgZqXdkxci/ItCzdHKQ1oC8VM1bBEn+WKUh5teQ9meV217ZHbK95D9WhoVwDrEhc2CI
Rb6q7YZqgkTBy+FPatNq2YB1hdpZnZUGtL8WM18wNBEHZyLnlqk8GkYJrRvEV+RRH4PQDsurwbHc
u8AHSV3BOF8y7AVFGbBMI9mcoyEAd0qXNloGITqcZTvcVoW4HwJs3klPvjXghUAxFmygqcboC6J/
SEAJXLJoRkmUQnpplZtKjv61rbX7Shf+JdiXCHmes06mqx7z1zNRme1+Oik7CI3c3B5hbRqKHVYt
aF+C6NgAdAZsP1YJTiUObrF5U+/tqsAfr0kvqjEYz3MvzlZcUv0qQC8I+nigXBsNjCDoFJM1OWqN
am/s4mR8HETm39C9OLP02t/bdqGsyxysdz+4iEM1p6lRlVdwvZx1SWhxOiaadaPhCzF3Pa3FCCNK
dpWRXFSGwWXtxd06TIZkjXKjw4kNZN9CZeN0AEYu/AJYaqCFmx69ekWxJSf0CLqx8oNVqbfZpUqp
DPdWRFETp9q7Ic6Pevcp8RVvTnvD2FdpemMibQAoMtpnEwu9sMyzLkdVyQZGgpCZjm74WHQrs7hM
1cpCjMPWrgz/OortAh3dwEO3LzkHlep/zXIgtegPB2ZgQaAwxFzR63bBbvmSKXiTJHE9nsZ9oYCA
w2cssz6EVs3x3vUjTFwEGhCsKnvuAa8Jyps43MS6zHaGnz2URVld4P4JB7W1ERkauF11A9nl1vo4
6jp05lJLdvzp/ipPULDqew+dDrElUI1WpS1NMhRp7no4LhbJbQSN/KwbLvVRTD4kiBrTknROkW8E
uFJp7oyOYDfpDwzXOeF97TXFLvOyT3qWqCBbYmNtWZGyt4v0xhmipaNkExCd+7+u42SfJdRPPCx8
AC97n8rcvcfdM9iamX094EuwB3DxAWMibQe1HKY/NTrIZMoHcIjZtSbEhnTbRtYDAZpD8qlnhbep
W/OMSpF3CSvCP01SGN2R8IpVQv3wDBsg9SyWoXZWqXF2Sj/WWVaVCg758M3D73Sp0Z7ZN+k4gRHN
6grkkX/TdRFyKPSAKVgRAmDGRGQCQfCqdWS94SqEqtbHWYEulDT2mdvDzTQFYiyJTNtToIzGXjQd
1RH07iz7VssV5GRCyhhjNsCUypBEI/1Zd51567jCWRdlMswtwOUmZdFV3hUOGiT0wHl0+lp6p27y
kPQ5djHqM+BCso6vkb78rPafw85FxzUOsOMU0b5S1Zb3wM/YBr0yAyHvz0VK6MmBpZKHLpD1FQG7
kaflkNOTuYdgBLitANViE5Zj5j8GMLxZSXNdohtduCB/AyNdJtKZN+WFQ0IGgXRAWbOI/AdhYkUw
KsqwDQPoUL7prKGG61upg4lVvY/gmobt4QP76HqU4YNUbE5Suy84dim1YABIH77DhubwGQIs1PDB
bVcAjXAfxTQIyQGSfoSfkETvLXMgLjeYldimpOmP2N61MZgzU8OcpQp2SHbSlCPv72pYqBm6YPbk
EdCiS+f1MDpa/OdFTv3EFnszZW+oHM2qp/RLx9c2ifCt0xpDbTjfJCH6YN4MnflQebBtQvNwvmq3
XdEbq1bLr7oSWnrPcb3ojf4iCD1qUi1WoRXTLBA7hJyUkk5yflUCBXelCbe+wNvREjUU0+YJLY5+
Y8lqhy4OvSpC9bmJwWYUUY0uvOybUUbKjtN/TRUuh/okh3Vkr4KclG8wAfimTRmj4O98yFFfugpg
JNiG99RIxOuzgSfuDSVctDWnIykZLreld6aZKfDXBJBmqKA+mKeQVgErizVZrBejSFpwcuLt6w5b
v+glaVV8RqEpWqg17soqpQioEc5H0Sr6DoPkm36imZkQXxX4tI5Fcd/2ao8+mXOhRhSonLi8a8kl
N2FAYV0DJ2m1LG7Q+UgYyUXTY6Q6Vmq0bOKE+QauOHRoNVLqWSaDPmxJOwGnh+OlwJ2y6ycegL/C
V/k6p6U1M8amWCgNwJIGPloNv6QJAbKjWeKvEoU+hgHCLyQmUQds4TULSX9XEV8CTVdXSoxKmCyT
TYyIK81bF9J7vKKlAG8XVaeF3j9QmkOcjtSpNAlDqS/ixy4pVBaPKkWiJLYo4RZTyafHE9RHoyHS
/XO/vxohqK3HSL3UPGRmQM5gkJzCvsehfgOOEQkbpYE41TXIRpeTIkG4yOFFLSiGtKdpkMz9Uc12
LaLNSjNJnlkp901uPhUyQanAia4EeTaJTziLJ2EBLoalB3nO1iSS1e4XFMe6RaE5HepNKOckEWL1
SOwhdIJNIvT5eT9M6swSi1kRIVpv5NlVG7nuUssBwaMTZTo4dPqOS/31Glp+PK9197E0lSfDQ+Sz
hZaNZHhxF4DnOVUcgmsZ00orLPKgwLcATudyyQHxwdeSG1W3vYVnul+6xBznYWuny76kStAhLURF
qZOrMqVPUyfWGo3MhZOKj67nfYHGilaGGPJZaiLKMgyBNs+cgFOBbNUPMLyMXJqpAkFzBQK7nfYg
0cnbq0ro59YQfqwR11h0UXkdls3D2NcsxW9dQLRQ0HbSgw7JYhSTOCmWdkhRJEAcSP08lgEl/ADK
bRzBos1Be6NhGCyUzIQEACyfBN7suwcnn0ocdKSRGYhmYVkkMDc9wvRgZobqio4wN17cA87Shr1G
iWIJjOyD0acxrP34o2GW8DKIrE4hldNVyVGFDxKzmEexeTUq8g6XZZPzwNa38OwWgynByeoCSH5V
dfPBlRwWYlreyjcjHNR5WRbxwhwAn1KcpuSh7QrpoocmBs74oXgEIsb2sKtH1a30eV/jolyHfj7X
Gw0NAIpAHfk4VGkVKiuFDNVeFt34QUmyK2e0V1io1euq7tRtkbfFIgeoe4mKWzgFkhS/0CgIAnqk
VLVpxKHJsvK08KYnhd8BxRdg5+YDofdWOCExqelA59HicM6xaswUs5BbI0DZURbjFwsawIcw8I0L
028vmtbxrvQK6wwcXm7jmU1jtcRNfN/FnAkQ/MOVrtBP7lSC+EQO7a4jtkMCNVtOIHrNzPfAfnFK
/5Da9r2JwiesGmtdRLV1keP761CnX2KOFOKKRmKR6KRPWhVfBGOLtb3obxJahths1bejp7g7X6b2
XjY+8ZWcRObc1dhIZ5VbBEp5UoWUnAR5sE52hEoqa7FYZJVJO39AQZC+Aeuv0T7EeGxjwxLN0wg1
5lZ6N8YYPDWKoJSTjelZkvXnRmN3q0EXxULNkwcsD0kxwqpaoz51D2QLJkEu1I+6N7qzOoBKkUbV
Og+CWRPZBQ33/jIl4Nr6KZUX6XzKpmaHi8Kb6LNPSVfiHIYA15qo9EHP+GsySLszO0loGY1jhQGK
hQJvXQtas9ql6uXqCjmDfk4EWK+DXFlqLRqPUYB2hkRz0IPqkubOzKHUBEkyU2kF0yVqeaFbw0sf
M6t5kAVKO7WrnRmZifRK0K6Rgo83pY06SybiWexnYqVrOCkIgxuaHpI9r1BrJ5qANQCrXEWo0Y5n
aeOhkKHaFTWrRluBi/lKP7qe0R68sjmL4YnE4WwwMV1UqxL8YYoxcQjbL4kR9Yrg8C9KqpeBkdPh
6uWVpyUrU5CJJkUEeAFLo4DTrZEEP4ObEG3JAjy+A988H7QV5MXrpjQwlPVgLXtA+RcAU2dVkZyl
RuethiHagtXxFq1iQStNG9qS9MOR84Ub7nHpuv5gLUWgf3Fb3jkfcESMWxc4g2ijcnLO7ICmKAXd
yEADBJ9L/NhPfdmXVCGJoakIoklZrd1C8bcCIVquc/qZYV9gb9JMFBNCkYzOzUwFl7pox4h6gdUO
XDWm2KCfqy11FfQ5KqkBzXYz30HSguRZb9K2/FxaSbpqp96gVBFbMFzMXIJJy6MTX3sDUntjj1sZ
D2TohefN62pYwfOJ92WElpbdSww/At/bKEqk3LjFyo6MeRlYdAwl2BETZdxZ+gTtceb1ucTCsjfn
QFTkaapM5tyGvs6zZcq7dKGkhKqi5PIGPTOTPipBjRXQPYOU5nfOAhmXU4RQiplv5qxQH6ooZVDo
YEgGuL0G1qwgva5MZAgzu9lAFaWeRlrk6bTEFXBKM2rjJAiWHyyDhOTTs+QCBWlna1MwvgREhZgU
gnxZgJsXCjKwSojgQr1wV1qhLczPeg/XivrMpBQdMWL4hSzb5nZ1VNQ+jW+FnWoL5DmBoQTrJEg8
OiDBdG1UIKmdbssFeo5vw0qSll4YFbKfilbt9bJEUMH0gNA2+b41y7MWLtNSZMNOtll8Xoy4jlaj
ht2ertA3BEt+Wg59OzfbfjIFQR1wVAdt7rbFB2tgq9hK/AEWy8SLQCteU6vdWPk6nPmU2741xvOG
mQNPU2+lxUvnFXTo0bFHjMk9mmqwN8HFrD29Xgun0MlwFW1GQQKXmpzcFU02PLvhJLOwgV1NqHl0
xuigDDDoQg0d4CG0hsvOUAk63cpe2E2xB7VQY/M2XiLQVy0EWdhM13OADVadzpxKJudlrg2rdjDz
01K3IImENSmosN1t1H4MZ2aloniUoZvXuwjload1g6CnhZUKrh26pOw+9HRy8paeiZ201x5QwZvE
0XdRybwVWuhO7qezvEc7X2k/YQzezlQ499CfSoydnF3XOx8Q/8Hb218TF6LhEIQ/fjh8r339g8P3
lFhFHlWI/tRWI2Uhc5rRByNaDzu40DKQSgmmT/8Q6i8sG+ObyuxmTZmWqwyI5ltp/cPXf3zTmtxb
C+6umEibTw8i/JXLOvPRKJwnlkX+3XFanLow7eneY62ZpOPOzbgmo4NN7uHl/cPjHD5VkzTZwD3g
AsH94Y8PRTtxdf/42hom8xAzfDhY0Bb8eVvo1tcl5OSlRFVhpeiTeAX6J3/8glrgowK9BreRyVHg
8LRQxrAvOXx6+ODr+AhYTbtvkYAhrDfxe9F7PkzT3rH9Y6Tp1gf7WNqqN0UkkuXB4cCJwO6ZJqXQ
yVr38K3OFtmy8uSNTFD0iQysZLwoyuAgO3SCJ1LVKsPSfd26tFmR7L03R+Px8M8Pdhi5tFGyTm8r
Kaie9ATHigPk4QB2/nczb34g6fxEvXkm/sALmog5l4SK9W32z37pR/7NzwP9a1weRMEEuNJXXJ7D
WAcm0f82RnyPKXnzCFFIOCcAPCUkK1U1bWE4wLeRs0BV7PBjMAwmbgmGVIUm6EJYKvBvXvCHSfr5
6X/mMP2z33n1FzxkDYAN+FFekL3iJuFD8q/NwZsRXs0BJ6dhgJxHslzqDlDlH+fAcTBYZ0vojmZJ
W5VYP/x75uCvWV083NErwTiBl+WgHmcB4peaBBb84yzY5omQYKZpV2D9brzDWdCkpT0vz2dE+O+b
9P+wH6Q8ETbAbF3C6tZwB3kzC5om2Q8OkF7LwQSEuXpva0FXpc0CPu5UsE8cQ0fs11FZDswHEPAf
14Jlnliqpjug92FZfF96//9nwl/uB10zJuz/sXOAQ4uhqvBWYPVAGHg9B1AdpTWtE4NSKCCm6ef/
lpPxL2eB88w+ehacEzpjnAqGcAxD/WkWOBX4yy2ohZqJyc57XApgo45cCnI6+pw/3ujpr/xxOzhy
8gaCbgS5VU474t91Sf7lUtBpgB97KEj1RBMOJF2BgJpDsexNqGBxMlpQa3TDguYLzgd22vvaEIJL
DSLGcceCOIHS4QgJScYy4E+8ORpt9cR2uCM10J+WDniNn7+vWbAOjOjjJoH7wbE5DyZKM2vCZMH/
uCE01TgxmCDdpgM4nQzv72zkXD92JegnvPtSh3nKx58vCI5Gm7hZ6MTO7/BcVA157AxI/YSyEsEg
hFpWwyEk/HEZWNoJnX1mmhTD4cOUXLyvvQBV9+i4WZ4QCOlcj4TFsG4NsoMfJ4GD4IRlYvJSCK/g
H/fujkVdEMAcuxnY8JyKk+7Cn0ZLlnPCEiF/kILDcdoS720pCAO5iGNnwTrh/iNYot9pSwjRb9aC
ZZ/gKmRyO6rmlGi+v0ySB1ePngUMFmml2TaqF5P6w0+ZpDiRMH9hyMOC5Xfe3xWpabDIj1wLun1i
EDKD7HMAyuL1+GYtYENJoiZAIE6xxHucBWGAdj5yFqR1IsmOLGLi31VfXp2OunrC/SHIqU0os6hd
vLdzARUO/eiLcgoKoVOTJ031o0PV4MdZsKwTG20WBxr8Icd6h+ECUdzRa0E/oWJAKsLBYEwX5dsE
wjgxp+MHhw4dWQAkJd7dWkC3/tgEgjSKqNkgoWRTHLLF1/EC5wJkdPYeRYzn4PH9zYJx/FogjcJg
12YhmIiGcAS+ngXuIc4Fm0Ti+3Z5Z3EjdeDnk+qIUiP5NOUjiT0R2fk0B6+nwCZkkjYqx/zENt9j
gUnHJ+Q5vT1iFuSJjVOnQ7KooQ/l6Ny7Px6NtnGC7tZ0chJAv8scQrCNj04itBNpCkrKJAiTYsSb
SaADIfgm3QepCfX55HxfG8IwnOfT+p+vBGGd0F0webe/lxW4b35cCSy2E5N80yK+pjaNwNy/fjD+
C7Xp33t7KAvGj4euXvBU/SDK97e/8NLT+3mA752szeN//sfUrnr1i7cI9j0P/XSQAZy+/q9XhbxD
t+2HH7503w6v8/2ff/8Df37pV6/18le9fHMdPJX35YM/HH4wfH/MZyHA/47vv94n9z/KAGqHoskf
T/KTzuDvRaW/GbiK3ow7iWUdPW6JjVD6euBDen/8wNF9ivbAyyNOb6PmTLI5x448g6b1DYHT1072
z3vp6LGxEy/vH7OXp5ye+rn0d/zIafr0UAcPTf1qcMthRx47+Pwpvu/uy6eXkabHtqmtv3w9rfd/
tu5e5DB/y779huFxk3x9Pe2Y3P6CVbhk1oPH16vwOZs8dmZQGcU05fXIz9n6sSOvmfEgeJnhw/Im
IeNmP3bgzeO9/2oBfm/RHj1uHAe4m7zekc8h2dFDp4/B/ZtT5LmPdvTIWff6zZPO1Kg9dtjdz2eT
qem/YL/seLLmIRpeHvGwLijs/IJNMrnIVD9NM9EPifax83F2H6SvTg9ac7/iejm7L4f4Pn18ecJp
Or732o9/5Kq6R7y/eqrrV2sa6b+pSH/0+MEDCp33r2Ezz7H78UNzF1RZ/Wpl6yQ1RLDHj11VAf9h
TPoy2GHS6Tn9otGzpnw79C958Cyt35whk8qf8/JX/PM77Pzpa3n/JnpCGHKqIx872+dP7f3re+s7
vuz4gbvf1vcJltrB62ud8Seo1a8Yf/tUVk/Dy1iHVfLc8f4Vg5899cHDq2uMGtaUov2Kwb9AdX0Z
6ftzT8WVo4dG69f/bXZfZtyUrzfnc7fn17zA/D56u/eBRlHIOHb4CyhHL6McpuW58nb0sFFMRPI6
q6Eb4/yCQ/aifPLeIhMPdbJjn/nyKU2rIW7v36QJ3wvTxw5/7WePT79tqp/utqm5/fIW/PMT6waw
+p8vxO9ojGOf//kFfl6I0/C/IB+5ZfafqurpVUghnvGWxz767RNqkC9TPK3y76WkY8f9UN/7r4aV
KJC+fOOfv5Ufn8qEm+1loMMDcxX/goPwY0Bm82Z5f+/HHjsXn+65d1IP6bfXz31obR09+FNV//an
D08j4xcsvk//mxnD79Wif5YOfxoyPCK8V7NiYgTw8o2/Wid/Vmn6HRD+c/3pBQz+Z//sdXFt+o2H
+Om+/K//AQAA//8=</cx:binary>
              </cx:geoCache>
            </cx:geography>
          </cx:layoutPr>
        </cx:series>
      </cx:plotAreaRegion>
    </cx:plotArea>
    <cx:legend pos="r" align="min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9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bg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1ECB3-AB51-486C-9AA1-9968ECA59312}" type="datetimeFigureOut">
              <a:rPr lang="en-US" smtClean="0"/>
              <a:t>8/26/2020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A6AC2-A4B4-472F-A556-67E4AF1D0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7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ARCS Copyright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A6AC2-A4B4-472F-A556-67E4AF1D0D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F913-233A-4271-A0EB-D5B157BAF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777AB-2BC5-497B-89ED-D2B5E405F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1E701-CD4D-410C-A9E0-0C4AC7CE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9C42D-80A4-481C-8353-01B1F9EEF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505C9-9BFD-4B36-BCEF-1C1C14DC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2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BB8E-5206-44A2-9D31-E3C6D787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20766-5534-40FE-BBD9-95ED1F2FA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E8760-F46B-4408-950E-D3E65DAE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996BD-EDF0-4998-9929-766E5BBD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23FCC-D98D-430D-9FFC-375617F6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0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3EE18-ECCB-49B7-AC19-144724B0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D0ADE-9F75-4FD3-AD6A-FB95DCC84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2D757-2006-4091-B214-5E1C8B44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30221-3079-4FF9-888A-EFEA46B5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3BF2C-F218-4179-9CAF-247AE171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11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43599-D9DE-4757-9061-037858CD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86773-7C22-4B7A-A8CE-34FEFEC7CF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BCC51-66F4-4CA1-B4B6-0D07C2400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5403D-A52D-404D-8DEB-52F07278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D3048-77D4-4E36-9D7C-D69477BC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6F08F-74AB-417F-A8BD-4FEE81F4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6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528F-A6E6-4C76-AD88-568B89D6A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07E7B-5A79-4E2B-A399-BA1F7177E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F88D-1A9C-4B3D-9A08-C3E4FD596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FBA4D-EC3A-4C45-9CCE-AAA23BE62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83AFB-5B02-4C37-97D2-13FE92167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E0BAC-95E6-4706-AAA0-B147DE68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BE30E-C1B4-4361-BEA3-C54650203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A65648-8627-4E2D-A00A-E7AEE88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0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9FDE-B948-4034-A6A8-E3F4ADFE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2553E-8A30-4EDD-BEEE-C932D132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67BDA-98DB-4B8C-9E51-BB34ED3D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23AF8-4288-4B0C-AEA7-C7189FDF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5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35005-269A-4698-929D-358F118E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C701A9-B4BB-43ED-916E-2A7CFECC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AFED2-A10E-4E62-B23A-6BE2CADD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6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A6A2-52B5-4484-8C29-039E45A5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8A53-C994-4F53-9C88-16172B901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598B1-1A96-42B0-8742-870BC0341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8F446-FD46-4E2A-9FBD-8E1FF84F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97CC3-1CFD-418D-B71F-074951D6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F20AB-6639-4958-8FA3-74F0D0F7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2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908D-0108-496B-9BF6-2FBFDD59A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2986C-FFE9-42B6-8C6A-EBD6425EA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82E0B-6F30-4EC5-9E09-B09E97207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4AB25-853D-461B-9364-4FBE67D5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21100-A0F4-48AD-AC1F-968A0070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E8993-7226-4E08-9FB7-2D7CF945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1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9260-1991-4B38-ABC7-97D29EFB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74A1-682C-4DDF-82E9-112459D18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5D2DF-66C6-4A03-9DEC-3421971D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D8AB0-4E07-4D5F-9F6F-21E30F8B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72514-FF96-452C-A845-589788164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97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16AAF-9415-4888-B25A-59A63E96E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37B2-9AAD-4887-87E7-80B3A14D7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168C4-9D1D-48A9-8043-504D18784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D9503-6A9B-4E65-BB38-172F16E6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A1C78-CB6D-4EFE-A355-3A958267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1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73F46-244D-4F62-88EB-1D5F889E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B8A3B-A24C-484B-B381-B90265B0E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57903-208A-4CC5-B915-8AF23C6F4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CF759-792E-4826-9AD9-F482C7FB21C7}" type="datetimeFigureOut">
              <a:rPr lang="en-US" smtClean="0"/>
              <a:t>8/23/2020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61A0-C297-4A11-A109-2B0B32083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9A908-4D56-48D3-BC4E-9B5CB0E58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EBB98-82B0-4328-9BA3-58F36C3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3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4/relationships/chartEx" Target="../charts/chartEx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2C0C-3510-472B-B947-7E2F51B83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122363"/>
            <a:ext cx="1022032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 View of Romanian Non-Profit Organizations in the United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B5FE1-9560-4451-AA16-CF5B26C343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Alex Trufinescu, The American-Romanian Cultural Society</a:t>
            </a:r>
          </a:p>
          <a:p>
            <a:r>
              <a:rPr lang="en-US" sz="1800" dirty="0"/>
              <a:t>August 2020 – Seattle, Washington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11165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5FE-9758-461F-AF49-828A31F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8A2D-AC61-4D78-89E7-EB93C50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025"/>
          </a:xfrm>
        </p:spPr>
        <p:txBody>
          <a:bodyPr>
            <a:normAutofit/>
          </a:bodyPr>
          <a:lstStyle/>
          <a:p>
            <a:r>
              <a:rPr lang="en-US" dirty="0"/>
              <a:t>Methodology – Sources and approaches to research</a:t>
            </a:r>
          </a:p>
          <a:p>
            <a:r>
              <a:rPr lang="en-US" dirty="0"/>
              <a:t>Distribution of Romanian Population in the US</a:t>
            </a:r>
          </a:p>
          <a:p>
            <a:r>
              <a:rPr lang="en-US" dirty="0"/>
              <a:t>Distribution of Romanian Organizations in the US</a:t>
            </a:r>
          </a:p>
          <a:p>
            <a:r>
              <a:rPr lang="en-US" dirty="0"/>
              <a:t>Religious Affiliation of Romanian Organizations</a:t>
            </a:r>
          </a:p>
          <a:p>
            <a:r>
              <a:rPr lang="en-US" dirty="0"/>
              <a:t>Financial Analysis of Romanian Organizations</a:t>
            </a:r>
          </a:p>
          <a:p>
            <a:r>
              <a:rPr lang="en-US" dirty="0"/>
              <a:t>Focus of Romanian Organizations – Based on Official Names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6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5FE-9758-461F-AF49-828A31F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8A2D-AC61-4D78-89E7-EB93C50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025"/>
          </a:xfrm>
        </p:spPr>
        <p:txBody>
          <a:bodyPr>
            <a:normAutofit/>
          </a:bodyPr>
          <a:lstStyle/>
          <a:p>
            <a:r>
              <a:rPr lang="en-US" dirty="0"/>
              <a:t>2018 American Community Survey (conducted by US Census) – Used for researching Romanian population by state</a:t>
            </a:r>
          </a:p>
          <a:p>
            <a:r>
              <a:rPr lang="en-US" dirty="0"/>
              <a:t>IRS non-profit database – Used for organization titles, location, religious affiliation, and financial information</a:t>
            </a:r>
          </a:p>
          <a:p>
            <a:pPr lvl="1"/>
            <a:r>
              <a:rPr lang="en-US" dirty="0"/>
              <a:t>Organizations must file through IRS and have certain legal </a:t>
            </a:r>
            <a:r>
              <a:rPr lang="en-US" dirty="0" err="1"/>
              <a:t>requirments</a:t>
            </a:r>
            <a:r>
              <a:rPr lang="en-US" dirty="0"/>
              <a:t>, so most accurate and up-to-date</a:t>
            </a:r>
          </a:p>
          <a:p>
            <a:r>
              <a:rPr lang="en-US" dirty="0"/>
              <a:t>Key word search – “Romania” and “Romanian”</a:t>
            </a:r>
          </a:p>
          <a:p>
            <a:pPr lvl="1"/>
            <a:r>
              <a:rPr lang="en-US" dirty="0"/>
              <a:t>Possible undercount of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082146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B7A1D18D-E720-4288-9CA1-7B2744103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38729360"/>
                  </p:ext>
                </p:extLst>
              </p:nvPr>
            </p:nvGraphicFramePr>
            <p:xfrm>
              <a:off x="0" y="9525"/>
              <a:ext cx="12192000" cy="685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B7A1D18D-E720-4288-9CA1-7B2744103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9525"/>
                <a:ext cx="12192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2120907-D451-440D-A032-E9731CC29C08}"/>
              </a:ext>
            </a:extLst>
          </p:cNvPr>
          <p:cNvSpPr txBox="1"/>
          <p:nvPr/>
        </p:nvSpPr>
        <p:spPr>
          <a:xfrm>
            <a:off x="11210925" y="2924176"/>
            <a:ext cx="981075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Romanian Population</a:t>
            </a:r>
          </a:p>
        </p:txBody>
      </p:sp>
    </p:spTree>
    <p:extLst>
      <p:ext uri="{BB962C8B-B14F-4D97-AF65-F5344CB8AC3E}">
        <p14:creationId xmlns:p14="http://schemas.microsoft.com/office/powerpoint/2010/main" val="138985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5FE-9758-461F-AF49-828A31F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8A2D-AC61-4D78-89E7-EB93C50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0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Significant presence in:</a:t>
            </a:r>
          </a:p>
          <a:p>
            <a:pPr lvl="1"/>
            <a:r>
              <a:rPr lang="en-US" dirty="0"/>
              <a:t>Great Lakes </a:t>
            </a:r>
          </a:p>
          <a:p>
            <a:pPr lvl="2"/>
            <a:r>
              <a:rPr lang="en-US" dirty="0"/>
              <a:t>Illinois, Ohio, Michigan, Indiana…</a:t>
            </a:r>
          </a:p>
          <a:p>
            <a:pPr lvl="1"/>
            <a:r>
              <a:rPr lang="en-US" dirty="0"/>
              <a:t>Mid-Atlantic</a:t>
            </a:r>
          </a:p>
          <a:p>
            <a:pPr lvl="2"/>
            <a:r>
              <a:rPr lang="en-US" dirty="0"/>
              <a:t>Pennsylvania, New York…</a:t>
            </a:r>
          </a:p>
          <a:p>
            <a:pPr lvl="1"/>
            <a:r>
              <a:rPr lang="en-US" dirty="0"/>
              <a:t>West Coast</a:t>
            </a:r>
          </a:p>
          <a:p>
            <a:pPr lvl="2"/>
            <a:r>
              <a:rPr lang="en-US" dirty="0"/>
              <a:t>California, Washington, Arizona, Oregon…</a:t>
            </a:r>
          </a:p>
          <a:p>
            <a:r>
              <a:rPr lang="en-US" dirty="0"/>
              <a:t>Notable presence in:</a:t>
            </a:r>
          </a:p>
          <a:p>
            <a:pPr lvl="1"/>
            <a:r>
              <a:rPr lang="en-US" dirty="0"/>
              <a:t>New England</a:t>
            </a:r>
          </a:p>
          <a:p>
            <a:pPr lvl="2"/>
            <a:r>
              <a:rPr lang="en-US" dirty="0"/>
              <a:t>Massachusetts…</a:t>
            </a:r>
          </a:p>
          <a:p>
            <a:pPr lvl="1"/>
            <a:r>
              <a:rPr lang="en-US" dirty="0"/>
              <a:t>The South</a:t>
            </a:r>
          </a:p>
          <a:p>
            <a:pPr lvl="2"/>
            <a:r>
              <a:rPr lang="en-US" dirty="0"/>
              <a:t>Florida, Texas, Georgia, Virginia…</a:t>
            </a:r>
          </a:p>
          <a:p>
            <a:r>
              <a:rPr lang="en-US" dirty="0"/>
              <a:t>Negligible presence in:</a:t>
            </a:r>
          </a:p>
          <a:p>
            <a:pPr lvl="1"/>
            <a:r>
              <a:rPr lang="en-US" dirty="0"/>
              <a:t>Midwest</a:t>
            </a:r>
          </a:p>
          <a:p>
            <a:pPr lvl="1"/>
            <a:r>
              <a:rPr lang="en-US" dirty="0"/>
              <a:t>Non-continental US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0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DC166736-E4F7-48B1-9D35-4E1B25A832E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53412892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DC166736-E4F7-48B1-9D35-4E1B25A832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7CC92B4-5148-4EFB-A6C5-766CEB0B5F39}"/>
              </a:ext>
            </a:extLst>
          </p:cNvPr>
          <p:cNvSpPr txBox="1"/>
          <p:nvPr/>
        </p:nvSpPr>
        <p:spPr>
          <a:xfrm>
            <a:off x="11049001" y="371475"/>
            <a:ext cx="1143000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Romanian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33271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45FE-9758-461F-AF49-828A31F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8A2D-AC61-4D78-89E7-EB93C50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0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Similar pattern to Romanian population by state</a:t>
            </a:r>
          </a:p>
          <a:p>
            <a:r>
              <a:rPr lang="en-US" dirty="0"/>
              <a:t>Significant presence in:</a:t>
            </a:r>
          </a:p>
          <a:p>
            <a:pPr lvl="1"/>
            <a:r>
              <a:rPr lang="en-US" dirty="0"/>
              <a:t>Great Lakes </a:t>
            </a:r>
          </a:p>
          <a:p>
            <a:pPr lvl="2"/>
            <a:r>
              <a:rPr lang="en-US" dirty="0"/>
              <a:t>Notable States: Illinois, Ohio, Michigan</a:t>
            </a:r>
          </a:p>
          <a:p>
            <a:pPr lvl="1"/>
            <a:r>
              <a:rPr lang="en-US" dirty="0"/>
              <a:t>Mid-Atlantic</a:t>
            </a:r>
          </a:p>
          <a:p>
            <a:pPr lvl="2"/>
            <a:r>
              <a:rPr lang="en-US" dirty="0"/>
              <a:t>Notable States: Pennsylvania, New York</a:t>
            </a:r>
          </a:p>
          <a:p>
            <a:pPr lvl="1"/>
            <a:r>
              <a:rPr lang="en-US" dirty="0"/>
              <a:t>West Coast</a:t>
            </a:r>
          </a:p>
          <a:p>
            <a:pPr lvl="2"/>
            <a:r>
              <a:rPr lang="en-US" dirty="0"/>
              <a:t>Notable States: California, Washington, Oregon</a:t>
            </a:r>
          </a:p>
          <a:p>
            <a:r>
              <a:rPr lang="en-US" dirty="0"/>
              <a:t>Notable presence in:</a:t>
            </a:r>
          </a:p>
          <a:p>
            <a:pPr lvl="1"/>
            <a:r>
              <a:rPr lang="en-US" dirty="0"/>
              <a:t>New England</a:t>
            </a:r>
          </a:p>
          <a:p>
            <a:pPr lvl="2"/>
            <a:r>
              <a:rPr lang="en-US" dirty="0"/>
              <a:t>Notable States: Massachusetts</a:t>
            </a:r>
          </a:p>
          <a:p>
            <a:pPr lvl="1"/>
            <a:r>
              <a:rPr lang="en-US" dirty="0"/>
              <a:t>The South</a:t>
            </a:r>
          </a:p>
          <a:p>
            <a:pPr lvl="2"/>
            <a:r>
              <a:rPr lang="en-US" dirty="0"/>
              <a:t>Notable States: Florida, Texas, Georgia</a:t>
            </a:r>
          </a:p>
          <a:p>
            <a:r>
              <a:rPr lang="en-US" dirty="0"/>
              <a:t>Negligible presence in:</a:t>
            </a:r>
          </a:p>
          <a:p>
            <a:pPr lvl="1"/>
            <a:r>
              <a:rPr lang="en-US" dirty="0"/>
              <a:t>Midwest</a:t>
            </a:r>
          </a:p>
          <a:p>
            <a:pPr lvl="1"/>
            <a:r>
              <a:rPr lang="en-US" dirty="0"/>
              <a:t>Non-continental US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A99FF29C-86D3-4301-B185-16BAD27F925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5651103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A99FF29C-86D3-4301-B185-16BAD27F92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D7A9A19-D36F-4055-98C1-1BFD6FDC0881}"/>
              </a:ext>
            </a:extLst>
          </p:cNvPr>
          <p:cNvSpPr txBox="1"/>
          <p:nvPr/>
        </p:nvSpPr>
        <p:spPr>
          <a:xfrm>
            <a:off x="11049001" y="371475"/>
            <a:ext cx="1143000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Romanian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2196084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3247D956-4EBA-4B4C-A8C6-0BAC16F5EC6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8706134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" name="Chart 2">
                <a:extLst>
                  <a:ext uri="{FF2B5EF4-FFF2-40B4-BE49-F238E27FC236}">
                    <a16:creationId xmlns:a16="http://schemas.microsoft.com/office/drawing/2014/main" id="{3247D956-4EBA-4B4C-A8C6-0BAC16F5EC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9B464FD-CEBA-4707-B909-B2272D6E3B64}"/>
              </a:ext>
            </a:extLst>
          </p:cNvPr>
          <p:cNvSpPr txBox="1"/>
          <p:nvPr/>
        </p:nvSpPr>
        <p:spPr>
          <a:xfrm>
            <a:off x="11049001" y="371475"/>
            <a:ext cx="1143000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700" dirty="0"/>
              <a:t>Romanian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2561292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AB9D-6A1A-44A2-8902-7E1D2F69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83F01-8951-4E44-B5F1-3554FDA2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Greater amount of religious than non-religious organizations (overall and in most individual states)</a:t>
            </a:r>
          </a:p>
          <a:p>
            <a:pPr lvl="1"/>
            <a:r>
              <a:rPr lang="en-US" dirty="0"/>
              <a:t>68% vs 32%</a:t>
            </a:r>
          </a:p>
          <a:p>
            <a:r>
              <a:rPr lang="en-US" dirty="0"/>
              <a:t>More of the religious organizations are concentrated in the Mid-Atlantic and Great Lakes regions compared to distribution of non-religious organizations</a:t>
            </a:r>
          </a:p>
          <a:p>
            <a:pPr lvl="1"/>
            <a:r>
              <a:rPr lang="en-US" dirty="0"/>
              <a:t>Less recent immigration in those regions</a:t>
            </a:r>
          </a:p>
        </p:txBody>
      </p:sp>
    </p:spTree>
    <p:extLst>
      <p:ext uri="{BB962C8B-B14F-4D97-AF65-F5344CB8AC3E}">
        <p14:creationId xmlns:p14="http://schemas.microsoft.com/office/powerpoint/2010/main" val="67800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C5A6F73-D780-4766-8A53-3FE874CDED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235620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2527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9A8A-3650-441F-85DB-2E4B46D4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50B07-32D3-4A3E-A801-4DD0A748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“Financially strong” defined: Gross receipt greater than $50,000</a:t>
            </a:r>
          </a:p>
          <a:p>
            <a:pPr lvl="1"/>
            <a:r>
              <a:rPr lang="en-US" dirty="0"/>
              <a:t>“Gross receipt” defined: Total money raised in a fiscal year w/out expenses subtracted</a:t>
            </a:r>
          </a:p>
          <a:p>
            <a:r>
              <a:rPr lang="en-US" dirty="0"/>
              <a:t>Gross receipt amount taken from most recent fiscal year reported – 2018, 2019</a:t>
            </a:r>
          </a:p>
          <a:p>
            <a:r>
              <a:rPr lang="en-US" dirty="0"/>
              <a:t>Romanian American Foundation (RAF) has the highest gross receipt and is not included in the table</a:t>
            </a:r>
          </a:p>
          <a:p>
            <a:pPr lvl="1"/>
            <a:r>
              <a:rPr lang="en-US" dirty="0"/>
              <a:t>$67,550,251 gross receipt (30 times the gross receipt amount of the Romanian American Community Center, which has the second highest gross receipt)</a:t>
            </a:r>
          </a:p>
          <a:p>
            <a:pPr lvl="1"/>
            <a:r>
              <a:rPr lang="en-US" dirty="0"/>
              <a:t>RAF is a successor of the Romanian-American Enterprise Fund, founded by Congress and given federal funding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97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9A8A-3650-441F-85DB-2E4B46D4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50B07-32D3-4A3E-A801-4DD0A7486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Beyond the definition of “financially strong” – several organizations had expenses larger than gross receipts </a:t>
            </a:r>
          </a:p>
        </p:txBody>
      </p:sp>
    </p:spTree>
    <p:extLst>
      <p:ext uri="{BB962C8B-B14F-4D97-AF65-F5344CB8AC3E}">
        <p14:creationId xmlns:p14="http://schemas.microsoft.com/office/powerpoint/2010/main" val="3605713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&#10;&#10;Description automatically generated">
            <a:extLst>
              <a:ext uri="{FF2B5EF4-FFF2-40B4-BE49-F238E27FC236}">
                <a16:creationId xmlns:a16="http://schemas.microsoft.com/office/drawing/2014/main" id="{1C29990A-2128-4609-878A-22DE87B4F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52450"/>
            <a:ext cx="9144000" cy="6305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C25955-F839-419C-99F8-6CA3A55E19A0}"/>
              </a:ext>
            </a:extLst>
          </p:cNvPr>
          <p:cNvSpPr txBox="1"/>
          <p:nvPr/>
        </p:nvSpPr>
        <p:spPr>
          <a:xfrm>
            <a:off x="2619375" y="95250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Titular Words of Non-religious Romanian Organizations - Word Cloud</a:t>
            </a:r>
          </a:p>
        </p:txBody>
      </p:sp>
    </p:spTree>
    <p:extLst>
      <p:ext uri="{BB962C8B-B14F-4D97-AF65-F5344CB8AC3E}">
        <p14:creationId xmlns:p14="http://schemas.microsoft.com/office/powerpoint/2010/main" val="1619609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5955-F839-419C-99F8-6CA3A55E19A0}"/>
              </a:ext>
            </a:extLst>
          </p:cNvPr>
          <p:cNvSpPr txBox="1"/>
          <p:nvPr/>
        </p:nvSpPr>
        <p:spPr>
          <a:xfrm>
            <a:off x="2619375" y="95250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Titular Words of Religious Romanian Organizations - Word Cloud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969D9282-2904-4863-9568-A2D25E687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64582"/>
            <a:ext cx="9144000" cy="639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772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81FA-2ED1-4910-9FB9-C87FCF67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7E86-E98F-4A2A-BD5D-D8053DB4D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Greater diversity in words appearing in religious organization titles</a:t>
            </a:r>
          </a:p>
          <a:p>
            <a:r>
              <a:rPr lang="en-US" dirty="0"/>
              <a:t>Non-religious organizations placing emphasis on the general idea of “culture,” “heritage,” “society,” and other related concepts</a:t>
            </a:r>
          </a:p>
          <a:p>
            <a:r>
              <a:rPr lang="en-US" dirty="0"/>
              <a:t>Religious organizations placing emphasis on denominations of organizations – “Pentecostal”/“</a:t>
            </a:r>
            <a:r>
              <a:rPr lang="en-US" dirty="0" err="1"/>
              <a:t>Penticostal</a:t>
            </a:r>
            <a:r>
              <a:rPr lang="en-US" dirty="0"/>
              <a:t>,” “Orthodox,” “Baptist,” “Apostolic,” etc.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328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581FA-2ED1-4910-9FB9-C87FCF67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07E86-E98F-4A2A-BD5D-D8053DB4D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Romanian organizations concentrated in specific regions</a:t>
            </a:r>
          </a:p>
          <a:p>
            <a:r>
              <a:rPr lang="en-US" dirty="0"/>
              <a:t>Romanian community connected more by religion than culture</a:t>
            </a:r>
          </a:p>
          <a:p>
            <a:r>
              <a:rPr lang="en-US" dirty="0"/>
              <a:t>Relatively small number of financially strong non-religious organizations</a:t>
            </a:r>
          </a:p>
          <a:p>
            <a:pPr lvl="1"/>
            <a:r>
              <a:rPr lang="en-US" dirty="0"/>
              <a:t>Perhaps because more recently established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224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7845</TotalTime>
  <Words>588</Words>
  <Application>Microsoft Office PowerPoint</Application>
  <PresentationFormat>Widescreen</PresentationFormat>
  <Paragraphs>96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 View of Romanian Non-Profit Organizations in the United States</vt:lpstr>
      <vt:lpstr>Agenda</vt:lpstr>
      <vt:lpstr>Methodology</vt:lpstr>
      <vt:lpstr>PowerPoint Presentation</vt:lpstr>
      <vt:lpstr>Analysis</vt:lpstr>
      <vt:lpstr>PowerPoint Presentation</vt:lpstr>
      <vt:lpstr>Analysis</vt:lpstr>
      <vt:lpstr>PowerPoint Presentation</vt:lpstr>
      <vt:lpstr>PowerPoint Presentation</vt:lpstr>
      <vt:lpstr>Analysis</vt:lpstr>
      <vt:lpstr>PowerPoint Presentation</vt:lpstr>
      <vt:lpstr>Analysis</vt:lpstr>
      <vt:lpstr>Analysis (Part 2)</vt:lpstr>
      <vt:lpstr>PowerPoint Presentation</vt:lpstr>
      <vt:lpstr>PowerPoint Presentation</vt:lpstr>
      <vt:lpstr>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Trufinescu</dc:creator>
  <cp:lastModifiedBy>Alex Trufinescu</cp:lastModifiedBy>
  <cp:revision>67</cp:revision>
  <dcterms:created xsi:type="dcterms:W3CDTF">2020-07-25T21:29:25Z</dcterms:created>
  <dcterms:modified xsi:type="dcterms:W3CDTF">2020-08-27T15:32:21Z</dcterms:modified>
</cp:coreProperties>
</file>