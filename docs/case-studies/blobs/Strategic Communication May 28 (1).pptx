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1"/>
  </p:notesMasterIdLst>
  <p:handoutMasterIdLst>
    <p:handoutMasterId r:id="rId22"/>
  </p:handoutMasterIdLst>
  <p:sldIdLst>
    <p:sldId id="267" r:id="rId2"/>
    <p:sldId id="269" r:id="rId3"/>
    <p:sldId id="266" r:id="rId4"/>
    <p:sldId id="322" r:id="rId5"/>
    <p:sldId id="318" r:id="rId6"/>
    <p:sldId id="317" r:id="rId7"/>
    <p:sldId id="320" r:id="rId8"/>
    <p:sldId id="339" r:id="rId9"/>
    <p:sldId id="261" r:id="rId10"/>
    <p:sldId id="324" r:id="rId11"/>
    <p:sldId id="329" r:id="rId12"/>
    <p:sldId id="335" r:id="rId13"/>
    <p:sldId id="326" r:id="rId14"/>
    <p:sldId id="325" r:id="rId15"/>
    <p:sldId id="327" r:id="rId16"/>
    <p:sldId id="336" r:id="rId17"/>
    <p:sldId id="340" r:id="rId18"/>
    <p:sldId id="330" r:id="rId19"/>
    <p:sldId id="341" r:id="rId20"/>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B11C"/>
    <a:srgbClr val="0D2240"/>
    <a:srgbClr val="418FDE"/>
    <a:srgbClr val="FFC82F"/>
    <a:srgbClr val="FFC81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805"/>
    <p:restoredTop sz="94582"/>
  </p:normalViewPr>
  <p:slideViewPr>
    <p:cSldViewPr snapToGrid="0" snapToObjects="1">
      <p:cViewPr varScale="1">
        <p:scale>
          <a:sx n="86" d="100"/>
          <a:sy n="86" d="100"/>
        </p:scale>
        <p:origin x="1020" y="0"/>
      </p:cViewPr>
      <p:guideLst>
        <p:guide orient="horz" pos="1620"/>
        <p:guide pos="2880"/>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Arial Regular" charset="0"/>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7B6E48A-0B01-A842-895F-83438F7D5865}" type="datetimeFigureOut">
              <a:rPr lang="en-US" smtClean="0">
                <a:latin typeface="Arial Regular" charset="0"/>
              </a:rPr>
              <a:t>5/28/2021</a:t>
            </a:fld>
            <a:endParaRPr lang="en-US" dirty="0">
              <a:latin typeface="Arial Regular" charset="0"/>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Arial Regular" charset="0"/>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8A864EF-6C58-9A4A-8734-84A50B0534CD}" type="slidenum">
              <a:rPr lang="en-US" smtClean="0">
                <a:latin typeface="Arial Regular" charset="0"/>
              </a:rPr>
              <a:t>‹#›</a:t>
            </a:fld>
            <a:endParaRPr lang="en-US" dirty="0">
              <a:latin typeface="Arial Regular" charset="0"/>
            </a:endParaRPr>
          </a:p>
        </p:txBody>
      </p:sp>
    </p:spTree>
    <p:extLst>
      <p:ext uri="{BB962C8B-B14F-4D97-AF65-F5344CB8AC3E}">
        <p14:creationId xmlns:p14="http://schemas.microsoft.com/office/powerpoint/2010/main" val="13572447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Regular"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Regular" charset="0"/>
              </a:defRPr>
            </a:lvl1pPr>
          </a:lstStyle>
          <a:p>
            <a:fld id="{03DA174D-1BBF-6B43-B996-1F013472956F}" type="datetimeFigureOut">
              <a:rPr lang="en-US" smtClean="0"/>
              <a:pPr/>
              <a:t>5/28/2021</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Regular"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Regular" charset="0"/>
              </a:defRPr>
            </a:lvl1pPr>
          </a:lstStyle>
          <a:p>
            <a:fld id="{8BA364ED-84E6-0541-A389-E03ABDD87CC6}" type="slidenum">
              <a:rPr lang="en-US" smtClean="0"/>
              <a:pPr/>
              <a:t>‹#›</a:t>
            </a:fld>
            <a:endParaRPr lang="en-US" dirty="0"/>
          </a:p>
        </p:txBody>
      </p:sp>
    </p:spTree>
    <p:extLst>
      <p:ext uri="{BB962C8B-B14F-4D97-AF65-F5344CB8AC3E}">
        <p14:creationId xmlns:p14="http://schemas.microsoft.com/office/powerpoint/2010/main" val="839277855"/>
      </p:ext>
    </p:extLst>
  </p:cSld>
  <p:clrMap bg1="lt1" tx1="dk1" bg2="lt2" tx2="dk2" accent1="accent1" accent2="accent2" accent3="accent3" accent4="accent4" accent5="accent5" accent6="accent6" hlink="hlink" folHlink="folHlink"/>
  <p:notesStyle>
    <a:lvl1pPr marL="0" algn="l" defTabSz="685800" rtl="0" eaLnBrk="1" latinLnBrk="0" hangingPunct="1">
      <a:defRPr sz="900" b="0" i="0" kern="1200">
        <a:solidFill>
          <a:schemeClr val="tx1"/>
        </a:solidFill>
        <a:latin typeface="Arial Regular" charset="0"/>
        <a:ea typeface="+mn-ea"/>
        <a:cs typeface="+mn-cs"/>
      </a:defRPr>
    </a:lvl1pPr>
    <a:lvl2pPr marL="342900" algn="l" defTabSz="685800" rtl="0" eaLnBrk="1" latinLnBrk="0" hangingPunct="1">
      <a:defRPr sz="900" b="0" i="0" kern="1200">
        <a:solidFill>
          <a:schemeClr val="tx1"/>
        </a:solidFill>
        <a:latin typeface="Arial Regular" charset="0"/>
        <a:ea typeface="+mn-ea"/>
        <a:cs typeface="+mn-cs"/>
      </a:defRPr>
    </a:lvl2pPr>
    <a:lvl3pPr marL="685800" algn="l" defTabSz="685800" rtl="0" eaLnBrk="1" latinLnBrk="0" hangingPunct="1">
      <a:defRPr sz="900" b="0" i="0" kern="1200">
        <a:solidFill>
          <a:schemeClr val="tx1"/>
        </a:solidFill>
        <a:latin typeface="Arial Regular" charset="0"/>
        <a:ea typeface="+mn-ea"/>
        <a:cs typeface="+mn-cs"/>
      </a:defRPr>
    </a:lvl3pPr>
    <a:lvl4pPr marL="1028700" algn="l" defTabSz="685800" rtl="0" eaLnBrk="1" latinLnBrk="0" hangingPunct="1">
      <a:defRPr sz="900" b="0" i="0" kern="1200">
        <a:solidFill>
          <a:schemeClr val="tx1"/>
        </a:solidFill>
        <a:latin typeface="Arial Regular" charset="0"/>
        <a:ea typeface="+mn-ea"/>
        <a:cs typeface="+mn-cs"/>
      </a:defRPr>
    </a:lvl4pPr>
    <a:lvl5pPr marL="1371600" algn="l" defTabSz="685800" rtl="0" eaLnBrk="1" latinLnBrk="0" hangingPunct="1">
      <a:defRPr sz="900" b="0" i="0" kern="1200">
        <a:solidFill>
          <a:schemeClr val="tx1"/>
        </a:solidFill>
        <a:latin typeface="Arial Regular" charset="0"/>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3.emf"/></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9.png"/><Relationship Id="rId4" Type="http://schemas.openxmlformats.org/officeDocument/2006/relationships/image" Target="../media/image3.emf"/></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10.png"/><Relationship Id="rId4" Type="http://schemas.openxmlformats.org/officeDocument/2006/relationships/image" Target="../media/image3.emf"/></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11.png"/><Relationship Id="rId4" Type="http://schemas.openxmlformats.org/officeDocument/2006/relationships/image" Target="../media/image3.emf"/></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12.png"/><Relationship Id="rId4" Type="http://schemas.openxmlformats.org/officeDocument/2006/relationships/image" Target="../media/image3.emf"/></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13.png"/><Relationship Id="rId4" Type="http://schemas.openxmlformats.org/officeDocument/2006/relationships/image" Target="../media/image3.emf"/></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14.png"/><Relationship Id="rId4" Type="http://schemas.openxmlformats.org/officeDocument/2006/relationships/image" Target="../media/image3.emf"/></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15.png"/><Relationship Id="rId4" Type="http://schemas.openxmlformats.org/officeDocument/2006/relationships/image" Target="../media/image3.emf"/></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16.png"/><Relationship Id="rId4" Type="http://schemas.openxmlformats.org/officeDocument/2006/relationships/image" Target="../media/image3.emf"/></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5.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QU cover (opt. 1)">
    <p:bg>
      <p:bgPr>
        <a:solidFill>
          <a:schemeClr val="bg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5638800" y="0"/>
            <a:ext cx="3505200" cy="5143500"/>
          </a:xfrm>
          <a:prstGeom prst="rect">
            <a:avLst/>
          </a:prstGeom>
          <a:noFill/>
          <a:ln>
            <a:noFill/>
          </a:ln>
        </p:spPr>
      </p:pic>
      <p:sp>
        <p:nvSpPr>
          <p:cNvPr id="2" name="Title 1"/>
          <p:cNvSpPr>
            <a:spLocks noGrp="1"/>
          </p:cNvSpPr>
          <p:nvPr>
            <p:ph type="ctrTitle" hasCustomPrompt="1"/>
          </p:nvPr>
        </p:nvSpPr>
        <p:spPr>
          <a:xfrm>
            <a:off x="445545" y="1503680"/>
            <a:ext cx="5091655" cy="1480870"/>
          </a:xfrm>
          <a:prstGeom prst="rect">
            <a:avLst/>
          </a:prstGeom>
        </p:spPr>
        <p:txBody>
          <a:bodyPr anchor="b">
            <a:noAutofit/>
          </a:bodyPr>
          <a:lstStyle>
            <a:lvl1pPr algn="l">
              <a:defRPr sz="2800" b="1" i="0">
                <a:solidFill>
                  <a:srgbClr val="418FDE"/>
                </a:solidFill>
                <a:latin typeface="Arial Bold" charset="0"/>
                <a:ea typeface="Arial Bold" charset="0"/>
                <a:cs typeface="Arial Bold" charset="0"/>
              </a:defRPr>
            </a:lvl1pPr>
          </a:lstStyle>
          <a:p>
            <a:r>
              <a:rPr lang="en-US" dirty="0"/>
              <a:t>ENTER PRESENTATION TITLE HERE</a:t>
            </a:r>
          </a:p>
        </p:txBody>
      </p:sp>
      <p:sp>
        <p:nvSpPr>
          <p:cNvPr id="3" name="Subtitle 2"/>
          <p:cNvSpPr>
            <a:spLocks noGrp="1"/>
          </p:cNvSpPr>
          <p:nvPr>
            <p:ph type="subTitle" idx="1" hasCustomPrompt="1"/>
          </p:nvPr>
        </p:nvSpPr>
        <p:spPr>
          <a:xfrm>
            <a:off x="445545" y="3053605"/>
            <a:ext cx="5091655" cy="803673"/>
          </a:xfrm>
          <a:prstGeom prst="rect">
            <a:avLst/>
          </a:prstGeom>
        </p:spPr>
        <p:txBody>
          <a:bodyPr>
            <a:noAutofit/>
          </a:bodyPr>
          <a:lstStyle>
            <a:lvl1pPr marL="0" indent="0" algn="l">
              <a:buNone/>
              <a:defRPr sz="1500" b="0" i="0" baseline="0">
                <a:solidFill>
                  <a:srgbClr val="0D2240"/>
                </a:solidFill>
                <a:latin typeface="Arial" charset="0"/>
                <a:ea typeface="Arial" charset="0"/>
                <a:cs typeface="Arial"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Presented by &lt;&lt;insert name here&gt;&gt;</a:t>
            </a:r>
            <a:br>
              <a:rPr lang="en-US" dirty="0"/>
            </a:br>
            <a:r>
              <a:rPr lang="en-US" dirty="0"/>
              <a:t>&lt;&lt;insert name here&gt;&gt;</a:t>
            </a:r>
            <a:br>
              <a:rPr lang="en-US" dirty="0"/>
            </a:br>
            <a:r>
              <a:rPr lang="en-US" dirty="0"/>
              <a:t>&lt;&lt;insert date here&gt;&gt;</a:t>
            </a:r>
          </a:p>
        </p:txBody>
      </p:sp>
      <p:pic>
        <p:nvPicPr>
          <p:cNvPr id="8" name="Picture 7"/>
          <p:cNvPicPr>
            <a:picLocks noChangeAspect="1"/>
          </p:cNvPicPr>
          <p:nvPr userDrawn="1"/>
        </p:nvPicPr>
        <p:blipFill>
          <a:blip r:embed="rId3"/>
          <a:stretch>
            <a:fillRect/>
          </a:stretch>
        </p:blipFill>
        <p:spPr>
          <a:xfrm>
            <a:off x="50800" y="-15875"/>
            <a:ext cx="2324100" cy="1409700"/>
          </a:xfrm>
          <a:prstGeom prst="rect">
            <a:avLst/>
          </a:prstGeom>
        </p:spPr>
      </p:pic>
      <p:pic>
        <p:nvPicPr>
          <p:cNvPr id="9" name="Picture 8"/>
          <p:cNvPicPr>
            <a:picLocks noChangeAspect="1"/>
          </p:cNvPicPr>
          <p:nvPr userDrawn="1"/>
        </p:nvPicPr>
        <p:blipFill>
          <a:blip r:embed="rId4"/>
          <a:stretch>
            <a:fillRect/>
          </a:stretch>
        </p:blipFill>
        <p:spPr>
          <a:xfrm>
            <a:off x="7962900" y="3962400"/>
            <a:ext cx="1181100" cy="1181100"/>
          </a:xfrm>
          <a:prstGeom prst="rect">
            <a:avLst/>
          </a:prstGeom>
        </p:spPr>
      </p:pic>
      <p:pic>
        <p:nvPicPr>
          <p:cNvPr id="12" name="Picture 11"/>
          <p:cNvPicPr>
            <a:picLocks noChangeAspect="1"/>
          </p:cNvPicPr>
          <p:nvPr userDrawn="1"/>
        </p:nvPicPr>
        <p:blipFill>
          <a:blip r:embed="rId5">
            <a:extLst>
              <a:ext uri="{28A0092B-C50C-407E-A947-70E740481C1C}">
                <a14:useLocalDpi xmlns:a14="http://schemas.microsoft.com/office/drawing/2010/main"/>
              </a:ext>
            </a:extLst>
          </a:blip>
          <a:stretch>
            <a:fillRect/>
          </a:stretch>
        </p:blipFill>
        <p:spPr>
          <a:xfrm>
            <a:off x="533358" y="4261274"/>
            <a:ext cx="2148882" cy="583352"/>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QU cover (op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45545" y="1036320"/>
            <a:ext cx="5091655" cy="1792308"/>
          </a:xfrm>
          <a:prstGeom prst="rect">
            <a:avLst/>
          </a:prstGeom>
        </p:spPr>
        <p:txBody>
          <a:bodyPr anchor="b">
            <a:noAutofit/>
          </a:bodyPr>
          <a:lstStyle>
            <a:lvl1pPr algn="l">
              <a:defRPr sz="2800" b="1" i="0">
                <a:solidFill>
                  <a:srgbClr val="418FDE"/>
                </a:solidFill>
                <a:latin typeface="Arial Bold" charset="0"/>
                <a:ea typeface="Arial Bold" charset="0"/>
                <a:cs typeface="Arial Bold" charset="0"/>
              </a:defRPr>
            </a:lvl1pPr>
          </a:lstStyle>
          <a:p>
            <a:r>
              <a:rPr lang="en-US" dirty="0"/>
              <a:t>ENTER PRESENTATION TITLE HERE</a:t>
            </a:r>
          </a:p>
        </p:txBody>
      </p:sp>
      <p:sp>
        <p:nvSpPr>
          <p:cNvPr id="3" name="Subtitle 2"/>
          <p:cNvSpPr>
            <a:spLocks noGrp="1"/>
          </p:cNvSpPr>
          <p:nvPr>
            <p:ph type="subTitle" idx="1" hasCustomPrompt="1"/>
          </p:nvPr>
        </p:nvSpPr>
        <p:spPr>
          <a:xfrm>
            <a:off x="445545" y="3080563"/>
            <a:ext cx="5091655" cy="803673"/>
          </a:xfrm>
          <a:prstGeom prst="rect">
            <a:avLst/>
          </a:prstGeom>
        </p:spPr>
        <p:txBody>
          <a:bodyPr>
            <a:noAutofit/>
          </a:bodyPr>
          <a:lstStyle>
            <a:lvl1pPr marL="0" indent="0" algn="l">
              <a:buNone/>
              <a:defRPr sz="1500" b="0" i="0" baseline="0">
                <a:solidFill>
                  <a:srgbClr val="0D2240"/>
                </a:solidFill>
                <a:latin typeface="Arial" charset="0"/>
                <a:ea typeface="Arial" charset="0"/>
                <a:cs typeface="Arial"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Presented by &lt;&lt;insert name here&gt;&gt;</a:t>
            </a:r>
            <a:br>
              <a:rPr lang="en-US" dirty="0"/>
            </a:br>
            <a:r>
              <a:rPr lang="en-US" dirty="0"/>
              <a:t>&lt;&lt;insert name here&gt;&gt;</a:t>
            </a:r>
            <a:br>
              <a:rPr lang="en-US" dirty="0"/>
            </a:br>
            <a:r>
              <a:rPr lang="en-US" dirty="0"/>
              <a:t>&lt;&lt;insert date here&gt;&gt;</a:t>
            </a:r>
          </a:p>
        </p:txBody>
      </p:sp>
      <p:pic>
        <p:nvPicPr>
          <p:cNvPr id="5" name="Picture 4"/>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533358" y="4261274"/>
            <a:ext cx="2148882" cy="58335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QU cover (opt.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45545" y="1016000"/>
            <a:ext cx="5091655" cy="1792308"/>
          </a:xfrm>
          <a:prstGeom prst="rect">
            <a:avLst/>
          </a:prstGeom>
        </p:spPr>
        <p:txBody>
          <a:bodyPr anchor="b">
            <a:noAutofit/>
          </a:bodyPr>
          <a:lstStyle>
            <a:lvl1pPr algn="l">
              <a:defRPr sz="2800" b="1" i="0">
                <a:solidFill>
                  <a:srgbClr val="418FDE"/>
                </a:solidFill>
                <a:latin typeface="Arial Bold" charset="0"/>
                <a:ea typeface="Arial Bold" charset="0"/>
                <a:cs typeface="Arial Bold" charset="0"/>
              </a:defRPr>
            </a:lvl1pPr>
          </a:lstStyle>
          <a:p>
            <a:r>
              <a:rPr lang="en-US" dirty="0"/>
              <a:t>ENTER PRESENTATION TITLE HERE</a:t>
            </a:r>
          </a:p>
        </p:txBody>
      </p:sp>
      <p:sp>
        <p:nvSpPr>
          <p:cNvPr id="3" name="Subtitle 2"/>
          <p:cNvSpPr>
            <a:spLocks noGrp="1"/>
          </p:cNvSpPr>
          <p:nvPr>
            <p:ph type="subTitle" idx="1" hasCustomPrompt="1"/>
          </p:nvPr>
        </p:nvSpPr>
        <p:spPr>
          <a:xfrm>
            <a:off x="445545" y="3060243"/>
            <a:ext cx="5091655" cy="803673"/>
          </a:xfrm>
          <a:prstGeom prst="rect">
            <a:avLst/>
          </a:prstGeom>
        </p:spPr>
        <p:txBody>
          <a:bodyPr>
            <a:noAutofit/>
          </a:bodyPr>
          <a:lstStyle>
            <a:lvl1pPr marL="0" indent="0" algn="l">
              <a:buNone/>
              <a:defRPr sz="1500" b="0" i="0" baseline="0">
                <a:solidFill>
                  <a:srgbClr val="0D2240"/>
                </a:solidFill>
                <a:latin typeface="Arial" charset="0"/>
                <a:ea typeface="Arial" charset="0"/>
                <a:cs typeface="Arial"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Presented by &lt;&lt;insert name here&gt;&gt;</a:t>
            </a:r>
            <a:br>
              <a:rPr lang="en-US" dirty="0"/>
            </a:br>
            <a:r>
              <a:rPr lang="en-US" dirty="0"/>
              <a:t>&lt;&lt;insert name here&gt;&gt;</a:t>
            </a:r>
            <a:br>
              <a:rPr lang="en-US" dirty="0"/>
            </a:br>
            <a:r>
              <a:rPr lang="en-US" dirty="0"/>
              <a:t>&lt;&lt;insert date here&gt;&gt;</a:t>
            </a:r>
          </a:p>
        </p:txBody>
      </p:sp>
      <p:pic>
        <p:nvPicPr>
          <p:cNvPr id="5" name="Picture 4"/>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533358" y="4261274"/>
            <a:ext cx="2148882" cy="58335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 cover (opt.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847771" y="754743"/>
            <a:ext cx="3991429" cy="1422401"/>
          </a:xfrm>
          <a:prstGeom prst="rect">
            <a:avLst/>
          </a:prstGeom>
        </p:spPr>
        <p:txBody>
          <a:bodyPr anchor="b">
            <a:noAutofit/>
          </a:bodyPr>
          <a:lstStyle>
            <a:lvl1pPr algn="l">
              <a:defRPr sz="2800" b="1" i="0">
                <a:solidFill>
                  <a:srgbClr val="418FDE"/>
                </a:solidFill>
                <a:latin typeface="Arial Bold" charset="0"/>
                <a:ea typeface="Arial Bold" charset="0"/>
                <a:cs typeface="Arial Bold" charset="0"/>
              </a:defRPr>
            </a:lvl1pPr>
          </a:lstStyle>
          <a:p>
            <a:r>
              <a:rPr lang="en-US" dirty="0"/>
              <a:t>ENTER PRESENTATION </a:t>
            </a:r>
            <a:br>
              <a:rPr lang="en-US" dirty="0"/>
            </a:br>
            <a:r>
              <a:rPr lang="en-US" dirty="0"/>
              <a:t>TITLE HERE</a:t>
            </a:r>
          </a:p>
        </p:txBody>
      </p:sp>
      <p:sp>
        <p:nvSpPr>
          <p:cNvPr id="3" name="Subtitle 2"/>
          <p:cNvSpPr>
            <a:spLocks noGrp="1"/>
          </p:cNvSpPr>
          <p:nvPr>
            <p:ph type="subTitle" idx="1" hasCustomPrompt="1"/>
          </p:nvPr>
        </p:nvSpPr>
        <p:spPr>
          <a:xfrm>
            <a:off x="4847772" y="2363557"/>
            <a:ext cx="3708400" cy="1043671"/>
          </a:xfrm>
          <a:prstGeom prst="rect">
            <a:avLst/>
          </a:prstGeom>
        </p:spPr>
        <p:txBody>
          <a:bodyPr>
            <a:noAutofit/>
          </a:bodyPr>
          <a:lstStyle>
            <a:lvl1pPr marL="0" indent="0" algn="l">
              <a:buNone/>
              <a:defRPr sz="1500" b="0" i="0" baseline="0">
                <a:solidFill>
                  <a:srgbClr val="0D2240"/>
                </a:solidFill>
                <a:latin typeface="Arial" charset="0"/>
                <a:ea typeface="Arial" charset="0"/>
                <a:cs typeface="Arial"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Presented by &lt;&lt;insert name here&gt;&gt;</a:t>
            </a:r>
            <a:br>
              <a:rPr lang="en-US" dirty="0"/>
            </a:br>
            <a:r>
              <a:rPr lang="en-US" dirty="0"/>
              <a:t>&lt;&lt;insert name here&gt;&gt;</a:t>
            </a:r>
            <a:br>
              <a:rPr lang="en-US" dirty="0"/>
            </a:br>
            <a:r>
              <a:rPr lang="en-US" dirty="0"/>
              <a:t>&lt;&lt;insert date here&gt;&gt;</a:t>
            </a:r>
          </a:p>
        </p:txBody>
      </p:sp>
      <p:pic>
        <p:nvPicPr>
          <p:cNvPr id="7" name="Picture 6"/>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4979260" y="4191771"/>
            <a:ext cx="2148882" cy="58335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AS cover (opt. 1)">
    <p:bg>
      <p:bgPr>
        <a:solidFill>
          <a:schemeClr val="bg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5638800" y="0"/>
            <a:ext cx="3505200" cy="5143500"/>
          </a:xfrm>
          <a:prstGeom prst="rect">
            <a:avLst/>
          </a:prstGeom>
          <a:noFill/>
          <a:ln>
            <a:noFill/>
          </a:ln>
        </p:spPr>
      </p:pic>
      <p:sp>
        <p:nvSpPr>
          <p:cNvPr id="2" name="Title 1"/>
          <p:cNvSpPr>
            <a:spLocks noGrp="1"/>
          </p:cNvSpPr>
          <p:nvPr>
            <p:ph type="ctrTitle" hasCustomPrompt="1"/>
          </p:nvPr>
        </p:nvSpPr>
        <p:spPr>
          <a:xfrm>
            <a:off x="445545" y="1503680"/>
            <a:ext cx="5091655" cy="1480870"/>
          </a:xfrm>
          <a:prstGeom prst="rect">
            <a:avLst/>
          </a:prstGeom>
        </p:spPr>
        <p:txBody>
          <a:bodyPr anchor="b">
            <a:noAutofit/>
          </a:bodyPr>
          <a:lstStyle>
            <a:lvl1pPr algn="l">
              <a:defRPr sz="2800" b="1" i="0">
                <a:solidFill>
                  <a:srgbClr val="418FDE"/>
                </a:solidFill>
                <a:latin typeface="Arial Bold" charset="0"/>
                <a:ea typeface="Arial Bold" charset="0"/>
                <a:cs typeface="Arial Bold" charset="0"/>
              </a:defRPr>
            </a:lvl1pPr>
          </a:lstStyle>
          <a:p>
            <a:r>
              <a:rPr lang="en-US" dirty="0"/>
              <a:t>ENTER PRESENTATION TITLE HERE</a:t>
            </a:r>
          </a:p>
        </p:txBody>
      </p:sp>
      <p:sp>
        <p:nvSpPr>
          <p:cNvPr id="3" name="Subtitle 2"/>
          <p:cNvSpPr>
            <a:spLocks noGrp="1"/>
          </p:cNvSpPr>
          <p:nvPr>
            <p:ph type="subTitle" idx="1" hasCustomPrompt="1"/>
          </p:nvPr>
        </p:nvSpPr>
        <p:spPr>
          <a:xfrm>
            <a:off x="445545" y="3053605"/>
            <a:ext cx="5091655" cy="803673"/>
          </a:xfrm>
          <a:prstGeom prst="rect">
            <a:avLst/>
          </a:prstGeom>
        </p:spPr>
        <p:txBody>
          <a:bodyPr>
            <a:noAutofit/>
          </a:bodyPr>
          <a:lstStyle>
            <a:lvl1pPr marL="0" indent="0" algn="l">
              <a:buNone/>
              <a:defRPr sz="1500" b="0" i="0" baseline="0">
                <a:solidFill>
                  <a:srgbClr val="0D2240"/>
                </a:solidFill>
                <a:latin typeface="Arial" charset="0"/>
                <a:ea typeface="Arial" charset="0"/>
                <a:cs typeface="Arial"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Presented by &lt;&lt;insert name here&gt;&gt;</a:t>
            </a:r>
            <a:br>
              <a:rPr lang="en-US" dirty="0"/>
            </a:br>
            <a:r>
              <a:rPr lang="en-US" dirty="0"/>
              <a:t>&lt;&lt;insert name here&gt;&gt;</a:t>
            </a:r>
            <a:br>
              <a:rPr lang="en-US" dirty="0"/>
            </a:br>
            <a:r>
              <a:rPr lang="en-US" dirty="0"/>
              <a:t>&lt;&lt;insert date here&gt;&gt;</a:t>
            </a:r>
          </a:p>
        </p:txBody>
      </p:sp>
      <p:pic>
        <p:nvPicPr>
          <p:cNvPr id="8" name="Picture 7"/>
          <p:cNvPicPr>
            <a:picLocks noChangeAspect="1"/>
          </p:cNvPicPr>
          <p:nvPr userDrawn="1"/>
        </p:nvPicPr>
        <p:blipFill>
          <a:blip r:embed="rId3"/>
          <a:stretch>
            <a:fillRect/>
          </a:stretch>
        </p:blipFill>
        <p:spPr>
          <a:xfrm>
            <a:off x="50800" y="-15875"/>
            <a:ext cx="2324100" cy="1409700"/>
          </a:xfrm>
          <a:prstGeom prst="rect">
            <a:avLst/>
          </a:prstGeom>
        </p:spPr>
      </p:pic>
      <p:pic>
        <p:nvPicPr>
          <p:cNvPr id="9" name="Picture 8"/>
          <p:cNvPicPr>
            <a:picLocks noChangeAspect="1"/>
          </p:cNvPicPr>
          <p:nvPr userDrawn="1"/>
        </p:nvPicPr>
        <p:blipFill>
          <a:blip r:embed="rId4"/>
          <a:stretch>
            <a:fillRect/>
          </a:stretch>
        </p:blipFill>
        <p:spPr>
          <a:xfrm>
            <a:off x="7962900" y="3962400"/>
            <a:ext cx="1181100" cy="1181100"/>
          </a:xfrm>
          <a:prstGeom prst="rect">
            <a:avLst/>
          </a:prstGeom>
        </p:spPr>
      </p:pic>
      <p:pic>
        <p:nvPicPr>
          <p:cNvPr id="13" name="Picture 12"/>
          <p:cNvPicPr>
            <a:picLocks noChangeAspect="1"/>
          </p:cNvPicPr>
          <p:nvPr userDrawn="1"/>
        </p:nvPicPr>
        <p:blipFill>
          <a:blip r:embed="rId5">
            <a:extLst>
              <a:ext uri="{28A0092B-C50C-407E-A947-70E740481C1C}">
                <a14:useLocalDpi xmlns:a14="http://schemas.microsoft.com/office/drawing/2010/main"/>
              </a:ext>
            </a:extLst>
          </a:blip>
          <a:stretch>
            <a:fillRect/>
          </a:stretch>
        </p:blipFill>
        <p:spPr>
          <a:xfrm>
            <a:off x="533357" y="4329649"/>
            <a:ext cx="2849923" cy="624737"/>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AS cover (op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45545" y="1036320"/>
            <a:ext cx="5091655" cy="1792308"/>
          </a:xfrm>
          <a:prstGeom prst="rect">
            <a:avLst/>
          </a:prstGeom>
        </p:spPr>
        <p:txBody>
          <a:bodyPr anchor="b">
            <a:noAutofit/>
          </a:bodyPr>
          <a:lstStyle>
            <a:lvl1pPr algn="l">
              <a:defRPr sz="2800" b="1" i="0">
                <a:solidFill>
                  <a:srgbClr val="418FDE"/>
                </a:solidFill>
                <a:latin typeface="Arial Bold" charset="0"/>
                <a:ea typeface="Arial Bold" charset="0"/>
                <a:cs typeface="Arial Bold" charset="0"/>
              </a:defRPr>
            </a:lvl1pPr>
          </a:lstStyle>
          <a:p>
            <a:r>
              <a:rPr lang="en-US" dirty="0"/>
              <a:t>ENTER PRESENTATION TITLE HERE</a:t>
            </a:r>
          </a:p>
        </p:txBody>
      </p:sp>
      <p:sp>
        <p:nvSpPr>
          <p:cNvPr id="3" name="Subtitle 2"/>
          <p:cNvSpPr>
            <a:spLocks noGrp="1"/>
          </p:cNvSpPr>
          <p:nvPr>
            <p:ph type="subTitle" idx="1" hasCustomPrompt="1"/>
          </p:nvPr>
        </p:nvSpPr>
        <p:spPr>
          <a:xfrm>
            <a:off x="445545" y="3080563"/>
            <a:ext cx="5091655" cy="803673"/>
          </a:xfrm>
          <a:prstGeom prst="rect">
            <a:avLst/>
          </a:prstGeom>
        </p:spPr>
        <p:txBody>
          <a:bodyPr>
            <a:noAutofit/>
          </a:bodyPr>
          <a:lstStyle>
            <a:lvl1pPr marL="0" indent="0" algn="l">
              <a:buNone/>
              <a:defRPr sz="1500" b="0" i="0" baseline="0">
                <a:solidFill>
                  <a:srgbClr val="0D2240"/>
                </a:solidFill>
                <a:latin typeface="Arial" charset="0"/>
                <a:ea typeface="Arial" charset="0"/>
                <a:cs typeface="Arial"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Presented by &lt;&lt;insert name here&gt;&gt;</a:t>
            </a:r>
            <a:br>
              <a:rPr lang="en-US" dirty="0"/>
            </a:br>
            <a:r>
              <a:rPr lang="en-US" dirty="0"/>
              <a:t>&lt;&lt;insert name here&gt;&gt;</a:t>
            </a:r>
            <a:br>
              <a:rPr lang="en-US" dirty="0"/>
            </a:br>
            <a:r>
              <a:rPr lang="en-US" dirty="0"/>
              <a:t>&lt;&lt;insert date here&gt;&gt;</a:t>
            </a:r>
          </a:p>
        </p:txBody>
      </p:sp>
      <p:pic>
        <p:nvPicPr>
          <p:cNvPr id="7" name="Picture 6"/>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533357" y="4304710"/>
            <a:ext cx="2849923" cy="624737"/>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AS cover (opt.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45545" y="1016000"/>
            <a:ext cx="5091655" cy="1792308"/>
          </a:xfrm>
          <a:prstGeom prst="rect">
            <a:avLst/>
          </a:prstGeom>
        </p:spPr>
        <p:txBody>
          <a:bodyPr anchor="b">
            <a:noAutofit/>
          </a:bodyPr>
          <a:lstStyle>
            <a:lvl1pPr algn="l">
              <a:defRPr sz="2800" b="1" i="0">
                <a:solidFill>
                  <a:srgbClr val="418FDE"/>
                </a:solidFill>
                <a:latin typeface="Arial Bold" charset="0"/>
                <a:ea typeface="Arial Bold" charset="0"/>
                <a:cs typeface="Arial Bold" charset="0"/>
              </a:defRPr>
            </a:lvl1pPr>
          </a:lstStyle>
          <a:p>
            <a:r>
              <a:rPr lang="en-US" dirty="0"/>
              <a:t>ENTER PRESENTATION TITLE HERE</a:t>
            </a:r>
          </a:p>
        </p:txBody>
      </p:sp>
      <p:sp>
        <p:nvSpPr>
          <p:cNvPr id="3" name="Subtitle 2"/>
          <p:cNvSpPr>
            <a:spLocks noGrp="1"/>
          </p:cNvSpPr>
          <p:nvPr>
            <p:ph type="subTitle" idx="1" hasCustomPrompt="1"/>
          </p:nvPr>
        </p:nvSpPr>
        <p:spPr>
          <a:xfrm>
            <a:off x="445545" y="3060243"/>
            <a:ext cx="5091655" cy="803673"/>
          </a:xfrm>
          <a:prstGeom prst="rect">
            <a:avLst/>
          </a:prstGeom>
        </p:spPr>
        <p:txBody>
          <a:bodyPr>
            <a:noAutofit/>
          </a:bodyPr>
          <a:lstStyle>
            <a:lvl1pPr marL="0" indent="0" algn="l">
              <a:buNone/>
              <a:defRPr sz="1500" b="0" i="0" baseline="0">
                <a:solidFill>
                  <a:srgbClr val="0D2240"/>
                </a:solidFill>
                <a:latin typeface="Arial" charset="0"/>
                <a:ea typeface="Arial" charset="0"/>
                <a:cs typeface="Arial"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Presented by &lt;&lt;insert name here&gt;&gt;</a:t>
            </a:r>
            <a:br>
              <a:rPr lang="en-US" dirty="0"/>
            </a:br>
            <a:r>
              <a:rPr lang="en-US" dirty="0"/>
              <a:t>&lt;&lt;insert name here&gt;&gt;</a:t>
            </a:r>
            <a:br>
              <a:rPr lang="en-US" dirty="0"/>
            </a:br>
            <a:r>
              <a:rPr lang="en-US" dirty="0"/>
              <a:t>&lt;&lt;insert date here&gt;&gt;</a:t>
            </a:r>
          </a:p>
        </p:txBody>
      </p:sp>
      <p:pic>
        <p:nvPicPr>
          <p:cNvPr id="7" name="Picture 6"/>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533357" y="4304710"/>
            <a:ext cx="2849923" cy="624737"/>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AS cover (opt.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847771" y="754743"/>
            <a:ext cx="3991429" cy="1422401"/>
          </a:xfrm>
          <a:prstGeom prst="rect">
            <a:avLst/>
          </a:prstGeom>
        </p:spPr>
        <p:txBody>
          <a:bodyPr anchor="b">
            <a:noAutofit/>
          </a:bodyPr>
          <a:lstStyle>
            <a:lvl1pPr algn="l">
              <a:defRPr sz="2800" b="1" i="0">
                <a:solidFill>
                  <a:srgbClr val="418FDE"/>
                </a:solidFill>
                <a:latin typeface="Arial Bold" charset="0"/>
                <a:ea typeface="Arial Bold" charset="0"/>
                <a:cs typeface="Arial Bold" charset="0"/>
              </a:defRPr>
            </a:lvl1pPr>
          </a:lstStyle>
          <a:p>
            <a:r>
              <a:rPr lang="en-US" dirty="0"/>
              <a:t>ENTER PRESENTATION </a:t>
            </a:r>
            <a:br>
              <a:rPr lang="en-US" dirty="0"/>
            </a:br>
            <a:r>
              <a:rPr lang="en-US" dirty="0"/>
              <a:t>TITLE HERE</a:t>
            </a:r>
          </a:p>
        </p:txBody>
      </p:sp>
      <p:sp>
        <p:nvSpPr>
          <p:cNvPr id="3" name="Subtitle 2"/>
          <p:cNvSpPr>
            <a:spLocks noGrp="1"/>
          </p:cNvSpPr>
          <p:nvPr>
            <p:ph type="subTitle" idx="1" hasCustomPrompt="1"/>
          </p:nvPr>
        </p:nvSpPr>
        <p:spPr>
          <a:xfrm>
            <a:off x="4847772" y="2363557"/>
            <a:ext cx="3708400" cy="1043671"/>
          </a:xfrm>
          <a:prstGeom prst="rect">
            <a:avLst/>
          </a:prstGeom>
        </p:spPr>
        <p:txBody>
          <a:bodyPr>
            <a:noAutofit/>
          </a:bodyPr>
          <a:lstStyle>
            <a:lvl1pPr marL="0" indent="0" algn="l">
              <a:buNone/>
              <a:defRPr sz="1500" b="0" i="0" baseline="0">
                <a:solidFill>
                  <a:srgbClr val="0D2240"/>
                </a:solidFill>
                <a:latin typeface="Arial" charset="0"/>
                <a:ea typeface="Arial" charset="0"/>
                <a:cs typeface="Arial"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Presented by &lt;&lt;insert name here&gt;&gt;</a:t>
            </a:r>
            <a:br>
              <a:rPr lang="en-US" dirty="0"/>
            </a:br>
            <a:r>
              <a:rPr lang="en-US" dirty="0"/>
              <a:t>&lt;&lt;insert name here&gt;&gt;</a:t>
            </a:r>
            <a:br>
              <a:rPr lang="en-US" dirty="0"/>
            </a:br>
            <a:r>
              <a:rPr lang="en-US" dirty="0"/>
              <a:t>&lt;&lt;insert date here&gt;&gt;</a:t>
            </a:r>
          </a:p>
        </p:txBody>
      </p:sp>
      <p:pic>
        <p:nvPicPr>
          <p:cNvPr id="7" name="Picture 6"/>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4979260" y="4213366"/>
            <a:ext cx="2849923" cy="624737"/>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OB cover (opt. 1)">
    <p:bg>
      <p:bgPr>
        <a:solidFill>
          <a:schemeClr val="bg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5638800" y="0"/>
            <a:ext cx="3505200" cy="5143500"/>
          </a:xfrm>
          <a:prstGeom prst="rect">
            <a:avLst/>
          </a:prstGeom>
          <a:noFill/>
          <a:ln>
            <a:noFill/>
          </a:ln>
        </p:spPr>
      </p:pic>
      <p:sp>
        <p:nvSpPr>
          <p:cNvPr id="2" name="Title 1"/>
          <p:cNvSpPr>
            <a:spLocks noGrp="1"/>
          </p:cNvSpPr>
          <p:nvPr>
            <p:ph type="ctrTitle" hasCustomPrompt="1"/>
          </p:nvPr>
        </p:nvSpPr>
        <p:spPr>
          <a:xfrm>
            <a:off x="445545" y="1503680"/>
            <a:ext cx="5091655" cy="1480870"/>
          </a:xfrm>
          <a:prstGeom prst="rect">
            <a:avLst/>
          </a:prstGeom>
        </p:spPr>
        <p:txBody>
          <a:bodyPr anchor="b">
            <a:noAutofit/>
          </a:bodyPr>
          <a:lstStyle>
            <a:lvl1pPr algn="l">
              <a:defRPr sz="2800" b="1" i="0">
                <a:solidFill>
                  <a:srgbClr val="418FDE"/>
                </a:solidFill>
                <a:latin typeface="Arial Bold" charset="0"/>
                <a:ea typeface="Arial Bold" charset="0"/>
                <a:cs typeface="Arial Bold" charset="0"/>
              </a:defRPr>
            </a:lvl1pPr>
          </a:lstStyle>
          <a:p>
            <a:r>
              <a:rPr lang="en-US" dirty="0"/>
              <a:t>ENTER PRESENTATION TITLE HERE</a:t>
            </a:r>
          </a:p>
        </p:txBody>
      </p:sp>
      <p:sp>
        <p:nvSpPr>
          <p:cNvPr id="3" name="Subtitle 2"/>
          <p:cNvSpPr>
            <a:spLocks noGrp="1"/>
          </p:cNvSpPr>
          <p:nvPr>
            <p:ph type="subTitle" idx="1" hasCustomPrompt="1"/>
          </p:nvPr>
        </p:nvSpPr>
        <p:spPr>
          <a:xfrm>
            <a:off x="445545" y="3053605"/>
            <a:ext cx="5091655" cy="803673"/>
          </a:xfrm>
          <a:prstGeom prst="rect">
            <a:avLst/>
          </a:prstGeom>
        </p:spPr>
        <p:txBody>
          <a:bodyPr>
            <a:noAutofit/>
          </a:bodyPr>
          <a:lstStyle>
            <a:lvl1pPr marL="0" indent="0" algn="l">
              <a:buNone/>
              <a:defRPr sz="1500" b="0" i="0" baseline="0">
                <a:solidFill>
                  <a:srgbClr val="0D2240"/>
                </a:solidFill>
                <a:latin typeface="Arial" charset="0"/>
                <a:ea typeface="Arial" charset="0"/>
                <a:cs typeface="Arial"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Presented by &lt;&lt;insert name here&gt;&gt;</a:t>
            </a:r>
            <a:br>
              <a:rPr lang="en-US" dirty="0"/>
            </a:br>
            <a:r>
              <a:rPr lang="en-US" dirty="0"/>
              <a:t>&lt;&lt;insert name here&gt;&gt;</a:t>
            </a:r>
            <a:br>
              <a:rPr lang="en-US" dirty="0"/>
            </a:br>
            <a:r>
              <a:rPr lang="en-US" dirty="0"/>
              <a:t>&lt;&lt;insert date here&gt;&gt;</a:t>
            </a:r>
          </a:p>
        </p:txBody>
      </p:sp>
      <p:pic>
        <p:nvPicPr>
          <p:cNvPr id="8" name="Picture 7"/>
          <p:cNvPicPr>
            <a:picLocks noChangeAspect="1"/>
          </p:cNvPicPr>
          <p:nvPr userDrawn="1"/>
        </p:nvPicPr>
        <p:blipFill>
          <a:blip r:embed="rId3"/>
          <a:stretch>
            <a:fillRect/>
          </a:stretch>
        </p:blipFill>
        <p:spPr>
          <a:xfrm>
            <a:off x="50800" y="-15875"/>
            <a:ext cx="2324100" cy="1409700"/>
          </a:xfrm>
          <a:prstGeom prst="rect">
            <a:avLst/>
          </a:prstGeom>
        </p:spPr>
      </p:pic>
      <p:pic>
        <p:nvPicPr>
          <p:cNvPr id="9" name="Picture 8"/>
          <p:cNvPicPr>
            <a:picLocks noChangeAspect="1"/>
          </p:cNvPicPr>
          <p:nvPr userDrawn="1"/>
        </p:nvPicPr>
        <p:blipFill>
          <a:blip r:embed="rId4"/>
          <a:stretch>
            <a:fillRect/>
          </a:stretch>
        </p:blipFill>
        <p:spPr>
          <a:xfrm>
            <a:off x="7962900" y="3962400"/>
            <a:ext cx="1181100" cy="1181100"/>
          </a:xfrm>
          <a:prstGeom prst="rect">
            <a:avLst/>
          </a:prstGeom>
        </p:spPr>
      </p:pic>
      <p:pic>
        <p:nvPicPr>
          <p:cNvPr id="4" name="Picture 3"/>
          <p:cNvPicPr>
            <a:picLocks noChangeAspect="1"/>
          </p:cNvPicPr>
          <p:nvPr userDrawn="1"/>
        </p:nvPicPr>
        <p:blipFill>
          <a:blip r:embed="rId5">
            <a:extLst>
              <a:ext uri="{28A0092B-C50C-407E-A947-70E740481C1C}">
                <a14:useLocalDpi xmlns:a14="http://schemas.microsoft.com/office/drawing/2010/main"/>
              </a:ext>
            </a:extLst>
          </a:blip>
          <a:stretch>
            <a:fillRect/>
          </a:stretch>
        </p:blipFill>
        <p:spPr>
          <a:xfrm>
            <a:off x="533357" y="4329648"/>
            <a:ext cx="2070416" cy="558235"/>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OB cover (op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45545" y="1036320"/>
            <a:ext cx="5091655" cy="1792308"/>
          </a:xfrm>
          <a:prstGeom prst="rect">
            <a:avLst/>
          </a:prstGeom>
        </p:spPr>
        <p:txBody>
          <a:bodyPr anchor="b">
            <a:noAutofit/>
          </a:bodyPr>
          <a:lstStyle>
            <a:lvl1pPr algn="l">
              <a:defRPr sz="2800" b="1" i="0">
                <a:solidFill>
                  <a:srgbClr val="418FDE"/>
                </a:solidFill>
                <a:latin typeface="Arial Bold" charset="0"/>
                <a:ea typeface="Arial Bold" charset="0"/>
                <a:cs typeface="Arial Bold" charset="0"/>
              </a:defRPr>
            </a:lvl1pPr>
          </a:lstStyle>
          <a:p>
            <a:r>
              <a:rPr lang="en-US" dirty="0"/>
              <a:t>ENTER PRESENTATION TITLE HERE</a:t>
            </a:r>
          </a:p>
        </p:txBody>
      </p:sp>
      <p:sp>
        <p:nvSpPr>
          <p:cNvPr id="3" name="Subtitle 2"/>
          <p:cNvSpPr>
            <a:spLocks noGrp="1"/>
          </p:cNvSpPr>
          <p:nvPr>
            <p:ph type="subTitle" idx="1" hasCustomPrompt="1"/>
          </p:nvPr>
        </p:nvSpPr>
        <p:spPr>
          <a:xfrm>
            <a:off x="445545" y="3080563"/>
            <a:ext cx="5091655" cy="803673"/>
          </a:xfrm>
          <a:prstGeom prst="rect">
            <a:avLst/>
          </a:prstGeom>
        </p:spPr>
        <p:txBody>
          <a:bodyPr>
            <a:noAutofit/>
          </a:bodyPr>
          <a:lstStyle>
            <a:lvl1pPr marL="0" indent="0" algn="l">
              <a:buNone/>
              <a:defRPr sz="1500" b="0" i="0" baseline="0">
                <a:solidFill>
                  <a:srgbClr val="0D2240"/>
                </a:solidFill>
                <a:latin typeface="Arial" charset="0"/>
                <a:ea typeface="Arial" charset="0"/>
                <a:cs typeface="Arial"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Presented by &lt;&lt;insert name here&gt;&gt;</a:t>
            </a:r>
            <a:br>
              <a:rPr lang="en-US" dirty="0"/>
            </a:br>
            <a:r>
              <a:rPr lang="en-US" dirty="0"/>
              <a:t>&lt;&lt;insert name here&gt;&gt;</a:t>
            </a:r>
            <a:br>
              <a:rPr lang="en-US" dirty="0"/>
            </a:br>
            <a:r>
              <a:rPr lang="en-US" dirty="0"/>
              <a:t>&lt;&lt;insert date here&gt;&gt;</a:t>
            </a:r>
          </a:p>
        </p:txBody>
      </p:sp>
      <p:pic>
        <p:nvPicPr>
          <p:cNvPr id="5" name="Picture 4"/>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533357" y="4329648"/>
            <a:ext cx="2070416" cy="558235"/>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OB cover (opt.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45545" y="1016000"/>
            <a:ext cx="5091655" cy="1792308"/>
          </a:xfrm>
          <a:prstGeom prst="rect">
            <a:avLst/>
          </a:prstGeom>
        </p:spPr>
        <p:txBody>
          <a:bodyPr anchor="b">
            <a:noAutofit/>
          </a:bodyPr>
          <a:lstStyle>
            <a:lvl1pPr algn="l">
              <a:defRPr sz="2800" b="1" i="0">
                <a:solidFill>
                  <a:srgbClr val="418FDE"/>
                </a:solidFill>
                <a:latin typeface="Arial Bold" charset="0"/>
                <a:ea typeface="Arial Bold" charset="0"/>
                <a:cs typeface="Arial Bold" charset="0"/>
              </a:defRPr>
            </a:lvl1pPr>
          </a:lstStyle>
          <a:p>
            <a:r>
              <a:rPr lang="en-US" dirty="0"/>
              <a:t>ENTER PRESENTATION TITLE HERE</a:t>
            </a:r>
          </a:p>
        </p:txBody>
      </p:sp>
      <p:sp>
        <p:nvSpPr>
          <p:cNvPr id="3" name="Subtitle 2"/>
          <p:cNvSpPr>
            <a:spLocks noGrp="1"/>
          </p:cNvSpPr>
          <p:nvPr>
            <p:ph type="subTitle" idx="1" hasCustomPrompt="1"/>
          </p:nvPr>
        </p:nvSpPr>
        <p:spPr>
          <a:xfrm>
            <a:off x="445545" y="3060243"/>
            <a:ext cx="5091655" cy="803673"/>
          </a:xfrm>
          <a:prstGeom prst="rect">
            <a:avLst/>
          </a:prstGeom>
        </p:spPr>
        <p:txBody>
          <a:bodyPr>
            <a:noAutofit/>
          </a:bodyPr>
          <a:lstStyle>
            <a:lvl1pPr marL="0" indent="0" algn="l">
              <a:buNone/>
              <a:defRPr sz="1500" b="0" i="0" baseline="0">
                <a:solidFill>
                  <a:srgbClr val="0D2240"/>
                </a:solidFill>
                <a:latin typeface="Arial" charset="0"/>
                <a:ea typeface="Arial" charset="0"/>
                <a:cs typeface="Arial"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Presented by &lt;&lt;insert name here&gt;&gt;</a:t>
            </a:r>
            <a:br>
              <a:rPr lang="en-US" dirty="0"/>
            </a:br>
            <a:r>
              <a:rPr lang="en-US" dirty="0"/>
              <a:t>&lt;&lt;insert name here&gt;&gt;</a:t>
            </a:r>
            <a:br>
              <a:rPr lang="en-US" dirty="0"/>
            </a:br>
            <a:r>
              <a:rPr lang="en-US" dirty="0"/>
              <a:t>&lt;&lt;insert date here&gt;&gt;</a:t>
            </a:r>
          </a:p>
        </p:txBody>
      </p:sp>
      <p:pic>
        <p:nvPicPr>
          <p:cNvPr id="5" name="Picture 4"/>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533357" y="4329648"/>
            <a:ext cx="2070416" cy="558235"/>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OB cover (opt.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847771" y="754743"/>
            <a:ext cx="3991429" cy="1422401"/>
          </a:xfrm>
          <a:prstGeom prst="rect">
            <a:avLst/>
          </a:prstGeom>
        </p:spPr>
        <p:txBody>
          <a:bodyPr anchor="b">
            <a:noAutofit/>
          </a:bodyPr>
          <a:lstStyle>
            <a:lvl1pPr algn="l">
              <a:defRPr sz="2800" b="1" i="0">
                <a:solidFill>
                  <a:srgbClr val="418FDE"/>
                </a:solidFill>
                <a:latin typeface="Arial Bold" charset="0"/>
                <a:ea typeface="Arial Bold" charset="0"/>
                <a:cs typeface="Arial Bold" charset="0"/>
              </a:defRPr>
            </a:lvl1pPr>
          </a:lstStyle>
          <a:p>
            <a:r>
              <a:rPr lang="en-US" dirty="0"/>
              <a:t>ENTER PRESENTATION </a:t>
            </a:r>
            <a:br>
              <a:rPr lang="en-US" dirty="0"/>
            </a:br>
            <a:r>
              <a:rPr lang="en-US" dirty="0"/>
              <a:t>TITLE HERE</a:t>
            </a:r>
          </a:p>
        </p:txBody>
      </p:sp>
      <p:sp>
        <p:nvSpPr>
          <p:cNvPr id="3" name="Subtitle 2"/>
          <p:cNvSpPr>
            <a:spLocks noGrp="1"/>
          </p:cNvSpPr>
          <p:nvPr>
            <p:ph type="subTitle" idx="1" hasCustomPrompt="1"/>
          </p:nvPr>
        </p:nvSpPr>
        <p:spPr>
          <a:xfrm>
            <a:off x="4847772" y="2363557"/>
            <a:ext cx="3708400" cy="1043671"/>
          </a:xfrm>
          <a:prstGeom prst="rect">
            <a:avLst/>
          </a:prstGeom>
        </p:spPr>
        <p:txBody>
          <a:bodyPr>
            <a:noAutofit/>
          </a:bodyPr>
          <a:lstStyle>
            <a:lvl1pPr marL="0" indent="0" algn="l">
              <a:buNone/>
              <a:defRPr sz="1500" b="0" i="0" baseline="0">
                <a:solidFill>
                  <a:srgbClr val="0D2240"/>
                </a:solidFill>
                <a:latin typeface="Arial" charset="0"/>
                <a:ea typeface="Arial" charset="0"/>
                <a:cs typeface="Arial"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Presented by &lt;&lt;insert name here&gt;&gt;</a:t>
            </a:r>
            <a:br>
              <a:rPr lang="en-US" dirty="0"/>
            </a:br>
            <a:r>
              <a:rPr lang="en-US" dirty="0"/>
              <a:t>&lt;&lt;insert name here&gt;&gt;</a:t>
            </a:r>
            <a:br>
              <a:rPr lang="en-US" dirty="0"/>
            </a:br>
            <a:r>
              <a:rPr lang="en-US" dirty="0"/>
              <a:t>&lt;&lt;insert date here&gt;&gt;</a:t>
            </a:r>
          </a:p>
        </p:txBody>
      </p:sp>
      <p:pic>
        <p:nvPicPr>
          <p:cNvPr id="6" name="Picture 5"/>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4979260" y="4208625"/>
            <a:ext cx="2070416" cy="558235"/>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OC cover (opt. 1)">
    <p:bg>
      <p:bgPr>
        <a:solidFill>
          <a:schemeClr val="bg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5638800" y="0"/>
            <a:ext cx="3505200" cy="5143500"/>
          </a:xfrm>
          <a:prstGeom prst="rect">
            <a:avLst/>
          </a:prstGeom>
          <a:noFill/>
          <a:ln>
            <a:noFill/>
          </a:ln>
        </p:spPr>
      </p:pic>
      <p:sp>
        <p:nvSpPr>
          <p:cNvPr id="2" name="Title 1"/>
          <p:cNvSpPr>
            <a:spLocks noGrp="1"/>
          </p:cNvSpPr>
          <p:nvPr>
            <p:ph type="ctrTitle" hasCustomPrompt="1"/>
          </p:nvPr>
        </p:nvSpPr>
        <p:spPr>
          <a:xfrm>
            <a:off x="445545" y="1503680"/>
            <a:ext cx="5091655" cy="1480870"/>
          </a:xfrm>
          <a:prstGeom prst="rect">
            <a:avLst/>
          </a:prstGeom>
        </p:spPr>
        <p:txBody>
          <a:bodyPr anchor="b">
            <a:noAutofit/>
          </a:bodyPr>
          <a:lstStyle>
            <a:lvl1pPr algn="l">
              <a:defRPr sz="2800" b="1" i="0">
                <a:solidFill>
                  <a:srgbClr val="418FDE"/>
                </a:solidFill>
                <a:latin typeface="Arial Bold" charset="0"/>
                <a:ea typeface="Arial Bold" charset="0"/>
                <a:cs typeface="Arial Bold" charset="0"/>
              </a:defRPr>
            </a:lvl1pPr>
          </a:lstStyle>
          <a:p>
            <a:r>
              <a:rPr lang="en-US" dirty="0"/>
              <a:t>ENTER PRESENTATION TITLE HERE</a:t>
            </a:r>
          </a:p>
        </p:txBody>
      </p:sp>
      <p:sp>
        <p:nvSpPr>
          <p:cNvPr id="3" name="Subtitle 2"/>
          <p:cNvSpPr>
            <a:spLocks noGrp="1"/>
          </p:cNvSpPr>
          <p:nvPr>
            <p:ph type="subTitle" idx="1" hasCustomPrompt="1"/>
          </p:nvPr>
        </p:nvSpPr>
        <p:spPr>
          <a:xfrm>
            <a:off x="445545" y="3053605"/>
            <a:ext cx="5091655" cy="803673"/>
          </a:xfrm>
          <a:prstGeom prst="rect">
            <a:avLst/>
          </a:prstGeom>
        </p:spPr>
        <p:txBody>
          <a:bodyPr>
            <a:noAutofit/>
          </a:bodyPr>
          <a:lstStyle>
            <a:lvl1pPr marL="0" indent="0" algn="l">
              <a:buNone/>
              <a:defRPr sz="1500" b="0" i="0" baseline="0">
                <a:solidFill>
                  <a:srgbClr val="0D2240"/>
                </a:solidFill>
                <a:latin typeface="Arial" charset="0"/>
                <a:ea typeface="Arial" charset="0"/>
                <a:cs typeface="Arial"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Presented by &lt;&lt;insert name here&gt;&gt;</a:t>
            </a:r>
            <a:br>
              <a:rPr lang="en-US" dirty="0"/>
            </a:br>
            <a:r>
              <a:rPr lang="en-US" dirty="0"/>
              <a:t>&lt;&lt;insert name here&gt;&gt;</a:t>
            </a:r>
            <a:br>
              <a:rPr lang="en-US" dirty="0"/>
            </a:br>
            <a:r>
              <a:rPr lang="en-US" dirty="0"/>
              <a:t>&lt;&lt;insert date here&gt;&gt;</a:t>
            </a:r>
          </a:p>
        </p:txBody>
      </p:sp>
      <p:pic>
        <p:nvPicPr>
          <p:cNvPr id="8" name="Picture 7"/>
          <p:cNvPicPr>
            <a:picLocks noChangeAspect="1"/>
          </p:cNvPicPr>
          <p:nvPr userDrawn="1"/>
        </p:nvPicPr>
        <p:blipFill>
          <a:blip r:embed="rId3"/>
          <a:stretch>
            <a:fillRect/>
          </a:stretch>
        </p:blipFill>
        <p:spPr>
          <a:xfrm>
            <a:off x="50800" y="-15875"/>
            <a:ext cx="2324100" cy="1409700"/>
          </a:xfrm>
          <a:prstGeom prst="rect">
            <a:avLst/>
          </a:prstGeom>
        </p:spPr>
      </p:pic>
      <p:pic>
        <p:nvPicPr>
          <p:cNvPr id="9" name="Picture 8"/>
          <p:cNvPicPr>
            <a:picLocks noChangeAspect="1"/>
          </p:cNvPicPr>
          <p:nvPr userDrawn="1"/>
        </p:nvPicPr>
        <p:blipFill>
          <a:blip r:embed="rId4"/>
          <a:stretch>
            <a:fillRect/>
          </a:stretch>
        </p:blipFill>
        <p:spPr>
          <a:xfrm>
            <a:off x="7962900" y="3962400"/>
            <a:ext cx="1181100" cy="1181100"/>
          </a:xfrm>
          <a:prstGeom prst="rect">
            <a:avLst/>
          </a:prstGeom>
        </p:spPr>
      </p:pic>
      <p:pic>
        <p:nvPicPr>
          <p:cNvPr id="11" name="Picture 10"/>
          <p:cNvPicPr>
            <a:picLocks noChangeAspect="1"/>
          </p:cNvPicPr>
          <p:nvPr userDrawn="1"/>
        </p:nvPicPr>
        <p:blipFill>
          <a:blip r:embed="rId5">
            <a:extLst>
              <a:ext uri="{28A0092B-C50C-407E-A947-70E740481C1C}">
                <a14:useLocalDpi xmlns:a14="http://schemas.microsoft.com/office/drawing/2010/main"/>
              </a:ext>
            </a:extLst>
          </a:blip>
          <a:stretch>
            <a:fillRect/>
          </a:stretch>
        </p:blipFill>
        <p:spPr>
          <a:xfrm>
            <a:off x="533356" y="4329647"/>
            <a:ext cx="2938633" cy="558235"/>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OC cover (op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45545" y="1036320"/>
            <a:ext cx="5091655" cy="1792308"/>
          </a:xfrm>
          <a:prstGeom prst="rect">
            <a:avLst/>
          </a:prstGeom>
        </p:spPr>
        <p:txBody>
          <a:bodyPr anchor="b">
            <a:noAutofit/>
          </a:bodyPr>
          <a:lstStyle>
            <a:lvl1pPr algn="l">
              <a:defRPr sz="2800" b="1" i="0">
                <a:solidFill>
                  <a:srgbClr val="418FDE"/>
                </a:solidFill>
                <a:latin typeface="Arial Bold" charset="0"/>
                <a:ea typeface="Arial Bold" charset="0"/>
                <a:cs typeface="Arial Bold" charset="0"/>
              </a:defRPr>
            </a:lvl1pPr>
          </a:lstStyle>
          <a:p>
            <a:r>
              <a:rPr lang="en-US" dirty="0"/>
              <a:t>ENTER PRESENTATION TITLE HERE</a:t>
            </a:r>
          </a:p>
        </p:txBody>
      </p:sp>
      <p:sp>
        <p:nvSpPr>
          <p:cNvPr id="3" name="Subtitle 2"/>
          <p:cNvSpPr>
            <a:spLocks noGrp="1"/>
          </p:cNvSpPr>
          <p:nvPr>
            <p:ph type="subTitle" idx="1" hasCustomPrompt="1"/>
          </p:nvPr>
        </p:nvSpPr>
        <p:spPr>
          <a:xfrm>
            <a:off x="445545" y="3080563"/>
            <a:ext cx="5091655" cy="803673"/>
          </a:xfrm>
          <a:prstGeom prst="rect">
            <a:avLst/>
          </a:prstGeom>
        </p:spPr>
        <p:txBody>
          <a:bodyPr>
            <a:noAutofit/>
          </a:bodyPr>
          <a:lstStyle>
            <a:lvl1pPr marL="0" indent="0" algn="l">
              <a:buNone/>
              <a:defRPr sz="1500" b="0" i="0" baseline="0">
                <a:solidFill>
                  <a:srgbClr val="0D2240"/>
                </a:solidFill>
                <a:latin typeface="Arial" charset="0"/>
                <a:ea typeface="Arial" charset="0"/>
                <a:cs typeface="Arial"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Presented by &lt;&lt;insert name here&gt;&gt;</a:t>
            </a:r>
            <a:br>
              <a:rPr lang="en-US" dirty="0"/>
            </a:br>
            <a:r>
              <a:rPr lang="en-US" dirty="0"/>
              <a:t>&lt;&lt;insert name here&gt;&gt;</a:t>
            </a:r>
            <a:br>
              <a:rPr lang="en-US" dirty="0"/>
            </a:br>
            <a:r>
              <a:rPr lang="en-US" dirty="0"/>
              <a:t>&lt;&lt;insert date here&gt;&gt;</a:t>
            </a:r>
          </a:p>
        </p:txBody>
      </p:sp>
      <p:pic>
        <p:nvPicPr>
          <p:cNvPr id="6" name="Picture 5"/>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533356" y="4329647"/>
            <a:ext cx="2938633" cy="558235"/>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OC cover (opt.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45545" y="1016000"/>
            <a:ext cx="5091655" cy="1792308"/>
          </a:xfrm>
          <a:prstGeom prst="rect">
            <a:avLst/>
          </a:prstGeom>
        </p:spPr>
        <p:txBody>
          <a:bodyPr anchor="b">
            <a:noAutofit/>
          </a:bodyPr>
          <a:lstStyle>
            <a:lvl1pPr algn="l">
              <a:defRPr sz="2800" b="1" i="0">
                <a:solidFill>
                  <a:srgbClr val="418FDE"/>
                </a:solidFill>
                <a:latin typeface="Arial Bold" charset="0"/>
                <a:ea typeface="Arial Bold" charset="0"/>
                <a:cs typeface="Arial Bold" charset="0"/>
              </a:defRPr>
            </a:lvl1pPr>
          </a:lstStyle>
          <a:p>
            <a:r>
              <a:rPr lang="en-US" dirty="0"/>
              <a:t>ENTER PRESENTATION TITLE HERE</a:t>
            </a:r>
          </a:p>
        </p:txBody>
      </p:sp>
      <p:sp>
        <p:nvSpPr>
          <p:cNvPr id="3" name="Subtitle 2"/>
          <p:cNvSpPr>
            <a:spLocks noGrp="1"/>
          </p:cNvSpPr>
          <p:nvPr>
            <p:ph type="subTitle" idx="1" hasCustomPrompt="1"/>
          </p:nvPr>
        </p:nvSpPr>
        <p:spPr>
          <a:xfrm>
            <a:off x="445545" y="3060243"/>
            <a:ext cx="5091655" cy="803673"/>
          </a:xfrm>
          <a:prstGeom prst="rect">
            <a:avLst/>
          </a:prstGeom>
        </p:spPr>
        <p:txBody>
          <a:bodyPr>
            <a:noAutofit/>
          </a:bodyPr>
          <a:lstStyle>
            <a:lvl1pPr marL="0" indent="0" algn="l">
              <a:buNone/>
              <a:defRPr sz="1500" b="0" i="0" baseline="0">
                <a:solidFill>
                  <a:srgbClr val="0D2240"/>
                </a:solidFill>
                <a:latin typeface="Arial" charset="0"/>
                <a:ea typeface="Arial" charset="0"/>
                <a:cs typeface="Arial"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Presented by &lt;&lt;insert name here&gt;&gt;</a:t>
            </a:r>
            <a:br>
              <a:rPr lang="en-US" dirty="0"/>
            </a:br>
            <a:r>
              <a:rPr lang="en-US" dirty="0"/>
              <a:t>&lt;&lt;insert name here&gt;&gt;</a:t>
            </a:r>
            <a:br>
              <a:rPr lang="en-US" dirty="0"/>
            </a:br>
            <a:r>
              <a:rPr lang="en-US" dirty="0"/>
              <a:t>&lt;&lt;insert date here&gt;&gt;</a:t>
            </a:r>
          </a:p>
        </p:txBody>
      </p:sp>
      <p:pic>
        <p:nvPicPr>
          <p:cNvPr id="6" name="Picture 5"/>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533356" y="4329647"/>
            <a:ext cx="2938633" cy="558235"/>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OC cover (opt.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847771" y="754743"/>
            <a:ext cx="3991429" cy="1422401"/>
          </a:xfrm>
          <a:prstGeom prst="rect">
            <a:avLst/>
          </a:prstGeom>
        </p:spPr>
        <p:txBody>
          <a:bodyPr anchor="b">
            <a:noAutofit/>
          </a:bodyPr>
          <a:lstStyle>
            <a:lvl1pPr algn="l">
              <a:defRPr sz="2800" b="1" i="0">
                <a:solidFill>
                  <a:srgbClr val="418FDE"/>
                </a:solidFill>
                <a:latin typeface="Arial Bold" charset="0"/>
                <a:ea typeface="Arial Bold" charset="0"/>
                <a:cs typeface="Arial Bold" charset="0"/>
              </a:defRPr>
            </a:lvl1pPr>
          </a:lstStyle>
          <a:p>
            <a:r>
              <a:rPr lang="en-US" dirty="0"/>
              <a:t>ENTER PRESENTATION </a:t>
            </a:r>
            <a:br>
              <a:rPr lang="en-US" dirty="0"/>
            </a:br>
            <a:r>
              <a:rPr lang="en-US" dirty="0"/>
              <a:t>TITLE HERE</a:t>
            </a:r>
          </a:p>
        </p:txBody>
      </p:sp>
      <p:sp>
        <p:nvSpPr>
          <p:cNvPr id="3" name="Subtitle 2"/>
          <p:cNvSpPr>
            <a:spLocks noGrp="1"/>
          </p:cNvSpPr>
          <p:nvPr>
            <p:ph type="subTitle" idx="1" hasCustomPrompt="1"/>
          </p:nvPr>
        </p:nvSpPr>
        <p:spPr>
          <a:xfrm>
            <a:off x="4847772" y="2363557"/>
            <a:ext cx="3708400" cy="1043671"/>
          </a:xfrm>
          <a:prstGeom prst="rect">
            <a:avLst/>
          </a:prstGeom>
        </p:spPr>
        <p:txBody>
          <a:bodyPr>
            <a:noAutofit/>
          </a:bodyPr>
          <a:lstStyle>
            <a:lvl1pPr marL="0" indent="0" algn="l">
              <a:buNone/>
              <a:defRPr sz="1500" b="0" i="0" baseline="0">
                <a:solidFill>
                  <a:srgbClr val="0D2240"/>
                </a:solidFill>
                <a:latin typeface="Arial" charset="0"/>
                <a:ea typeface="Arial" charset="0"/>
                <a:cs typeface="Arial"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Presented by &lt;&lt;insert name here&gt;&gt;</a:t>
            </a:r>
            <a:br>
              <a:rPr lang="en-US" dirty="0"/>
            </a:br>
            <a:r>
              <a:rPr lang="en-US" dirty="0"/>
              <a:t>&lt;&lt;insert name here&gt;&gt;</a:t>
            </a:r>
            <a:br>
              <a:rPr lang="en-US" dirty="0"/>
            </a:br>
            <a:r>
              <a:rPr lang="en-US" dirty="0"/>
              <a:t>&lt;&lt;insert date here&gt;&gt;</a:t>
            </a:r>
          </a:p>
        </p:txBody>
      </p:sp>
      <p:pic>
        <p:nvPicPr>
          <p:cNvPr id="7" name="Picture 6"/>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4979260" y="4208625"/>
            <a:ext cx="2938633" cy="558235"/>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OEdu cover (opt. 1)">
    <p:bg>
      <p:bgPr>
        <a:solidFill>
          <a:schemeClr val="bg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5638800" y="0"/>
            <a:ext cx="3505200" cy="5143500"/>
          </a:xfrm>
          <a:prstGeom prst="rect">
            <a:avLst/>
          </a:prstGeom>
          <a:noFill/>
          <a:ln>
            <a:noFill/>
          </a:ln>
        </p:spPr>
      </p:pic>
      <p:sp>
        <p:nvSpPr>
          <p:cNvPr id="2" name="Title 1"/>
          <p:cNvSpPr>
            <a:spLocks noGrp="1"/>
          </p:cNvSpPr>
          <p:nvPr>
            <p:ph type="ctrTitle" hasCustomPrompt="1"/>
          </p:nvPr>
        </p:nvSpPr>
        <p:spPr>
          <a:xfrm>
            <a:off x="445545" y="1503680"/>
            <a:ext cx="5091655" cy="1480870"/>
          </a:xfrm>
          <a:prstGeom prst="rect">
            <a:avLst/>
          </a:prstGeom>
        </p:spPr>
        <p:txBody>
          <a:bodyPr anchor="b">
            <a:noAutofit/>
          </a:bodyPr>
          <a:lstStyle>
            <a:lvl1pPr algn="l">
              <a:defRPr sz="2800" b="1" i="0">
                <a:solidFill>
                  <a:srgbClr val="418FDE"/>
                </a:solidFill>
                <a:latin typeface="Arial Bold" charset="0"/>
                <a:ea typeface="Arial Bold" charset="0"/>
                <a:cs typeface="Arial Bold" charset="0"/>
              </a:defRPr>
            </a:lvl1pPr>
          </a:lstStyle>
          <a:p>
            <a:r>
              <a:rPr lang="en-US" dirty="0"/>
              <a:t>ENTER PRESENTATION TITLE HERE</a:t>
            </a:r>
          </a:p>
        </p:txBody>
      </p:sp>
      <p:sp>
        <p:nvSpPr>
          <p:cNvPr id="3" name="Subtitle 2"/>
          <p:cNvSpPr>
            <a:spLocks noGrp="1"/>
          </p:cNvSpPr>
          <p:nvPr>
            <p:ph type="subTitle" idx="1" hasCustomPrompt="1"/>
          </p:nvPr>
        </p:nvSpPr>
        <p:spPr>
          <a:xfrm>
            <a:off x="445545" y="3053605"/>
            <a:ext cx="5091655" cy="803673"/>
          </a:xfrm>
          <a:prstGeom prst="rect">
            <a:avLst/>
          </a:prstGeom>
        </p:spPr>
        <p:txBody>
          <a:bodyPr>
            <a:noAutofit/>
          </a:bodyPr>
          <a:lstStyle>
            <a:lvl1pPr marL="0" indent="0" algn="l">
              <a:buNone/>
              <a:defRPr sz="1500" b="0" i="0" baseline="0">
                <a:solidFill>
                  <a:srgbClr val="0D2240"/>
                </a:solidFill>
                <a:latin typeface="Arial" charset="0"/>
                <a:ea typeface="Arial" charset="0"/>
                <a:cs typeface="Arial"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Presented by &lt;&lt;insert name here&gt;&gt;</a:t>
            </a:r>
            <a:br>
              <a:rPr lang="en-US" dirty="0"/>
            </a:br>
            <a:r>
              <a:rPr lang="en-US" dirty="0"/>
              <a:t>&lt;&lt;insert name here&gt;&gt;</a:t>
            </a:r>
            <a:br>
              <a:rPr lang="en-US" dirty="0"/>
            </a:br>
            <a:r>
              <a:rPr lang="en-US" dirty="0"/>
              <a:t>&lt;&lt;insert date here&gt;&gt;</a:t>
            </a:r>
          </a:p>
        </p:txBody>
      </p:sp>
      <p:pic>
        <p:nvPicPr>
          <p:cNvPr id="8" name="Picture 7"/>
          <p:cNvPicPr>
            <a:picLocks noChangeAspect="1"/>
          </p:cNvPicPr>
          <p:nvPr userDrawn="1"/>
        </p:nvPicPr>
        <p:blipFill>
          <a:blip r:embed="rId3"/>
          <a:stretch>
            <a:fillRect/>
          </a:stretch>
        </p:blipFill>
        <p:spPr>
          <a:xfrm>
            <a:off x="50800" y="-15875"/>
            <a:ext cx="2324100" cy="1409700"/>
          </a:xfrm>
          <a:prstGeom prst="rect">
            <a:avLst/>
          </a:prstGeom>
        </p:spPr>
      </p:pic>
      <p:pic>
        <p:nvPicPr>
          <p:cNvPr id="9" name="Picture 8"/>
          <p:cNvPicPr>
            <a:picLocks noChangeAspect="1"/>
          </p:cNvPicPr>
          <p:nvPr userDrawn="1"/>
        </p:nvPicPr>
        <p:blipFill>
          <a:blip r:embed="rId4"/>
          <a:stretch>
            <a:fillRect/>
          </a:stretch>
        </p:blipFill>
        <p:spPr>
          <a:xfrm>
            <a:off x="7962900" y="3962400"/>
            <a:ext cx="1181100" cy="1181100"/>
          </a:xfrm>
          <a:prstGeom prst="rect">
            <a:avLst/>
          </a:prstGeom>
        </p:spPr>
      </p:pic>
      <p:pic>
        <p:nvPicPr>
          <p:cNvPr id="4" name="Picture 3"/>
          <p:cNvPicPr>
            <a:picLocks noChangeAspect="1"/>
          </p:cNvPicPr>
          <p:nvPr userDrawn="1"/>
        </p:nvPicPr>
        <p:blipFill>
          <a:blip r:embed="rId5">
            <a:extLst>
              <a:ext uri="{28A0092B-C50C-407E-A947-70E740481C1C}">
                <a14:useLocalDpi xmlns:a14="http://schemas.microsoft.com/office/drawing/2010/main"/>
              </a:ext>
            </a:extLst>
          </a:blip>
          <a:stretch>
            <a:fillRect/>
          </a:stretch>
        </p:blipFill>
        <p:spPr>
          <a:xfrm>
            <a:off x="533355" y="4327260"/>
            <a:ext cx="2259721" cy="562278"/>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OEdu cover (op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45545" y="1036320"/>
            <a:ext cx="5091655" cy="1792308"/>
          </a:xfrm>
          <a:prstGeom prst="rect">
            <a:avLst/>
          </a:prstGeom>
        </p:spPr>
        <p:txBody>
          <a:bodyPr anchor="b">
            <a:noAutofit/>
          </a:bodyPr>
          <a:lstStyle>
            <a:lvl1pPr algn="l">
              <a:defRPr sz="2800" b="1" i="0">
                <a:solidFill>
                  <a:srgbClr val="418FDE"/>
                </a:solidFill>
                <a:latin typeface="Arial Bold" charset="0"/>
                <a:ea typeface="Arial Bold" charset="0"/>
                <a:cs typeface="Arial Bold" charset="0"/>
              </a:defRPr>
            </a:lvl1pPr>
          </a:lstStyle>
          <a:p>
            <a:r>
              <a:rPr lang="en-US" dirty="0"/>
              <a:t>ENTER PRESENTATION TITLE HERE</a:t>
            </a:r>
          </a:p>
        </p:txBody>
      </p:sp>
      <p:sp>
        <p:nvSpPr>
          <p:cNvPr id="3" name="Subtitle 2"/>
          <p:cNvSpPr>
            <a:spLocks noGrp="1"/>
          </p:cNvSpPr>
          <p:nvPr>
            <p:ph type="subTitle" idx="1" hasCustomPrompt="1"/>
          </p:nvPr>
        </p:nvSpPr>
        <p:spPr>
          <a:xfrm>
            <a:off x="445545" y="3080563"/>
            <a:ext cx="5091655" cy="803673"/>
          </a:xfrm>
          <a:prstGeom prst="rect">
            <a:avLst/>
          </a:prstGeom>
        </p:spPr>
        <p:txBody>
          <a:bodyPr>
            <a:noAutofit/>
          </a:bodyPr>
          <a:lstStyle>
            <a:lvl1pPr marL="0" indent="0" algn="l">
              <a:buNone/>
              <a:defRPr sz="1500" b="0" i="0" baseline="0">
                <a:solidFill>
                  <a:srgbClr val="0D2240"/>
                </a:solidFill>
                <a:latin typeface="Arial" charset="0"/>
                <a:ea typeface="Arial" charset="0"/>
                <a:cs typeface="Arial"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Presented by &lt;&lt;insert name here&gt;&gt;</a:t>
            </a:r>
            <a:br>
              <a:rPr lang="en-US" dirty="0"/>
            </a:br>
            <a:r>
              <a:rPr lang="en-US" dirty="0"/>
              <a:t>&lt;&lt;insert name here&gt;&gt;</a:t>
            </a:r>
            <a:br>
              <a:rPr lang="en-US" dirty="0"/>
            </a:br>
            <a:r>
              <a:rPr lang="en-US" dirty="0"/>
              <a:t>&lt;&lt;insert date here&gt;&gt;</a:t>
            </a:r>
          </a:p>
        </p:txBody>
      </p:sp>
      <p:pic>
        <p:nvPicPr>
          <p:cNvPr id="5" name="Picture 4"/>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533355" y="4327260"/>
            <a:ext cx="2259721" cy="562278"/>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OEdu cover (opt.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45545" y="1016000"/>
            <a:ext cx="5091655" cy="1792308"/>
          </a:xfrm>
          <a:prstGeom prst="rect">
            <a:avLst/>
          </a:prstGeom>
        </p:spPr>
        <p:txBody>
          <a:bodyPr anchor="b">
            <a:noAutofit/>
          </a:bodyPr>
          <a:lstStyle>
            <a:lvl1pPr algn="l">
              <a:defRPr sz="2800" b="1" i="0">
                <a:solidFill>
                  <a:srgbClr val="418FDE"/>
                </a:solidFill>
                <a:latin typeface="Arial Bold" charset="0"/>
                <a:ea typeface="Arial Bold" charset="0"/>
                <a:cs typeface="Arial Bold" charset="0"/>
              </a:defRPr>
            </a:lvl1pPr>
          </a:lstStyle>
          <a:p>
            <a:r>
              <a:rPr lang="en-US" dirty="0"/>
              <a:t>ENTER PRESENTATION TITLE HERE</a:t>
            </a:r>
          </a:p>
        </p:txBody>
      </p:sp>
      <p:sp>
        <p:nvSpPr>
          <p:cNvPr id="3" name="Subtitle 2"/>
          <p:cNvSpPr>
            <a:spLocks noGrp="1"/>
          </p:cNvSpPr>
          <p:nvPr>
            <p:ph type="subTitle" idx="1" hasCustomPrompt="1"/>
          </p:nvPr>
        </p:nvSpPr>
        <p:spPr>
          <a:xfrm>
            <a:off x="445545" y="3060243"/>
            <a:ext cx="5091655" cy="803673"/>
          </a:xfrm>
          <a:prstGeom prst="rect">
            <a:avLst/>
          </a:prstGeom>
        </p:spPr>
        <p:txBody>
          <a:bodyPr>
            <a:noAutofit/>
          </a:bodyPr>
          <a:lstStyle>
            <a:lvl1pPr marL="0" indent="0" algn="l">
              <a:buNone/>
              <a:defRPr sz="1500" b="0" i="0" baseline="0">
                <a:solidFill>
                  <a:srgbClr val="0D2240"/>
                </a:solidFill>
                <a:latin typeface="Arial" charset="0"/>
                <a:ea typeface="Arial" charset="0"/>
                <a:cs typeface="Arial"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Presented by &lt;&lt;insert name here&gt;&gt;</a:t>
            </a:r>
            <a:br>
              <a:rPr lang="en-US" dirty="0"/>
            </a:br>
            <a:r>
              <a:rPr lang="en-US" dirty="0"/>
              <a:t>&lt;&lt;insert name here&gt;&gt;</a:t>
            </a:r>
            <a:br>
              <a:rPr lang="en-US" dirty="0"/>
            </a:br>
            <a:r>
              <a:rPr lang="en-US" dirty="0"/>
              <a:t>&lt;&lt;insert date here&gt;&gt;</a:t>
            </a:r>
          </a:p>
        </p:txBody>
      </p:sp>
      <p:pic>
        <p:nvPicPr>
          <p:cNvPr id="5" name="Picture 4"/>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533355" y="4327260"/>
            <a:ext cx="2259721" cy="562278"/>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OEdu cover (opt.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847771" y="754743"/>
            <a:ext cx="3991429" cy="1422401"/>
          </a:xfrm>
          <a:prstGeom prst="rect">
            <a:avLst/>
          </a:prstGeom>
        </p:spPr>
        <p:txBody>
          <a:bodyPr anchor="b">
            <a:noAutofit/>
          </a:bodyPr>
          <a:lstStyle>
            <a:lvl1pPr algn="l">
              <a:defRPr sz="2800" b="1" i="0">
                <a:solidFill>
                  <a:srgbClr val="418FDE"/>
                </a:solidFill>
                <a:latin typeface="Arial Bold" charset="0"/>
                <a:ea typeface="Arial Bold" charset="0"/>
                <a:cs typeface="Arial Bold" charset="0"/>
              </a:defRPr>
            </a:lvl1pPr>
          </a:lstStyle>
          <a:p>
            <a:r>
              <a:rPr lang="en-US" dirty="0"/>
              <a:t>ENTER PRESENTATION </a:t>
            </a:r>
            <a:br>
              <a:rPr lang="en-US" dirty="0"/>
            </a:br>
            <a:r>
              <a:rPr lang="en-US" dirty="0"/>
              <a:t>TITLE HERE</a:t>
            </a:r>
          </a:p>
        </p:txBody>
      </p:sp>
      <p:sp>
        <p:nvSpPr>
          <p:cNvPr id="3" name="Subtitle 2"/>
          <p:cNvSpPr>
            <a:spLocks noGrp="1"/>
          </p:cNvSpPr>
          <p:nvPr>
            <p:ph type="subTitle" idx="1" hasCustomPrompt="1"/>
          </p:nvPr>
        </p:nvSpPr>
        <p:spPr>
          <a:xfrm>
            <a:off x="4847772" y="2363557"/>
            <a:ext cx="3708400" cy="1043671"/>
          </a:xfrm>
          <a:prstGeom prst="rect">
            <a:avLst/>
          </a:prstGeom>
        </p:spPr>
        <p:txBody>
          <a:bodyPr>
            <a:noAutofit/>
          </a:bodyPr>
          <a:lstStyle>
            <a:lvl1pPr marL="0" indent="0" algn="l">
              <a:buNone/>
              <a:defRPr sz="1500" b="0" i="0" baseline="0">
                <a:solidFill>
                  <a:srgbClr val="0D2240"/>
                </a:solidFill>
                <a:latin typeface="Arial" charset="0"/>
                <a:ea typeface="Arial" charset="0"/>
                <a:cs typeface="Arial"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Presented by &lt;&lt;insert name here&gt;&gt;</a:t>
            </a:r>
            <a:br>
              <a:rPr lang="en-US" dirty="0"/>
            </a:br>
            <a:r>
              <a:rPr lang="en-US" dirty="0"/>
              <a:t>&lt;&lt;insert name here&gt;&gt;</a:t>
            </a:r>
            <a:br>
              <a:rPr lang="en-US" dirty="0"/>
            </a:br>
            <a:r>
              <a:rPr lang="en-US" dirty="0"/>
              <a:t>&lt;&lt;insert date here&gt;&gt;</a:t>
            </a:r>
          </a:p>
        </p:txBody>
      </p:sp>
      <p:pic>
        <p:nvPicPr>
          <p:cNvPr id="7" name="Picture 6"/>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4979260" y="4204582"/>
            <a:ext cx="2259721" cy="562278"/>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OEng cover (opt. 1)">
    <p:bg>
      <p:bgPr>
        <a:solidFill>
          <a:schemeClr val="bg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5638800" y="0"/>
            <a:ext cx="3505200" cy="5143500"/>
          </a:xfrm>
          <a:prstGeom prst="rect">
            <a:avLst/>
          </a:prstGeom>
          <a:noFill/>
          <a:ln>
            <a:noFill/>
          </a:ln>
        </p:spPr>
      </p:pic>
      <p:sp>
        <p:nvSpPr>
          <p:cNvPr id="2" name="Title 1"/>
          <p:cNvSpPr>
            <a:spLocks noGrp="1"/>
          </p:cNvSpPr>
          <p:nvPr>
            <p:ph type="ctrTitle" hasCustomPrompt="1"/>
          </p:nvPr>
        </p:nvSpPr>
        <p:spPr>
          <a:xfrm>
            <a:off x="445545" y="1503680"/>
            <a:ext cx="5091655" cy="1480870"/>
          </a:xfrm>
          <a:prstGeom prst="rect">
            <a:avLst/>
          </a:prstGeom>
        </p:spPr>
        <p:txBody>
          <a:bodyPr anchor="b">
            <a:noAutofit/>
          </a:bodyPr>
          <a:lstStyle>
            <a:lvl1pPr algn="l">
              <a:defRPr sz="2800" b="1" i="0">
                <a:solidFill>
                  <a:srgbClr val="418FDE"/>
                </a:solidFill>
                <a:latin typeface="Arial Bold" charset="0"/>
                <a:ea typeface="Arial Bold" charset="0"/>
                <a:cs typeface="Arial Bold" charset="0"/>
              </a:defRPr>
            </a:lvl1pPr>
          </a:lstStyle>
          <a:p>
            <a:r>
              <a:rPr lang="en-US" dirty="0"/>
              <a:t>ENTER PRESENTATION TITLE HERE</a:t>
            </a:r>
          </a:p>
        </p:txBody>
      </p:sp>
      <p:sp>
        <p:nvSpPr>
          <p:cNvPr id="3" name="Subtitle 2"/>
          <p:cNvSpPr>
            <a:spLocks noGrp="1"/>
          </p:cNvSpPr>
          <p:nvPr>
            <p:ph type="subTitle" idx="1" hasCustomPrompt="1"/>
          </p:nvPr>
        </p:nvSpPr>
        <p:spPr>
          <a:xfrm>
            <a:off x="445545" y="3053605"/>
            <a:ext cx="5091655" cy="803673"/>
          </a:xfrm>
          <a:prstGeom prst="rect">
            <a:avLst/>
          </a:prstGeom>
        </p:spPr>
        <p:txBody>
          <a:bodyPr>
            <a:noAutofit/>
          </a:bodyPr>
          <a:lstStyle>
            <a:lvl1pPr marL="0" indent="0" algn="l">
              <a:buNone/>
              <a:defRPr sz="1500" b="0" i="0" baseline="0">
                <a:solidFill>
                  <a:srgbClr val="0D2240"/>
                </a:solidFill>
                <a:latin typeface="Arial" charset="0"/>
                <a:ea typeface="Arial" charset="0"/>
                <a:cs typeface="Arial"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Presented by &lt;&lt;insert name here&gt;&gt;</a:t>
            </a:r>
            <a:br>
              <a:rPr lang="en-US" dirty="0"/>
            </a:br>
            <a:r>
              <a:rPr lang="en-US" dirty="0"/>
              <a:t>&lt;&lt;insert name here&gt;&gt;</a:t>
            </a:r>
            <a:br>
              <a:rPr lang="en-US" dirty="0"/>
            </a:br>
            <a:r>
              <a:rPr lang="en-US" dirty="0"/>
              <a:t>&lt;&lt;insert date here&gt;&gt;</a:t>
            </a:r>
          </a:p>
        </p:txBody>
      </p:sp>
      <p:pic>
        <p:nvPicPr>
          <p:cNvPr id="8" name="Picture 7"/>
          <p:cNvPicPr>
            <a:picLocks noChangeAspect="1"/>
          </p:cNvPicPr>
          <p:nvPr userDrawn="1"/>
        </p:nvPicPr>
        <p:blipFill>
          <a:blip r:embed="rId3"/>
          <a:stretch>
            <a:fillRect/>
          </a:stretch>
        </p:blipFill>
        <p:spPr>
          <a:xfrm>
            <a:off x="50800" y="-15875"/>
            <a:ext cx="2324100" cy="1409700"/>
          </a:xfrm>
          <a:prstGeom prst="rect">
            <a:avLst/>
          </a:prstGeom>
        </p:spPr>
      </p:pic>
      <p:pic>
        <p:nvPicPr>
          <p:cNvPr id="9" name="Picture 8"/>
          <p:cNvPicPr>
            <a:picLocks noChangeAspect="1"/>
          </p:cNvPicPr>
          <p:nvPr userDrawn="1"/>
        </p:nvPicPr>
        <p:blipFill>
          <a:blip r:embed="rId4"/>
          <a:stretch>
            <a:fillRect/>
          </a:stretch>
        </p:blipFill>
        <p:spPr>
          <a:xfrm>
            <a:off x="7962900" y="3962400"/>
            <a:ext cx="1181100" cy="1181100"/>
          </a:xfrm>
          <a:prstGeom prst="rect">
            <a:avLst/>
          </a:prstGeom>
        </p:spPr>
      </p:pic>
      <p:pic>
        <p:nvPicPr>
          <p:cNvPr id="11" name="Picture 10"/>
          <p:cNvPicPr>
            <a:picLocks noChangeAspect="1"/>
          </p:cNvPicPr>
          <p:nvPr userDrawn="1"/>
        </p:nvPicPr>
        <p:blipFill>
          <a:blip r:embed="rId5">
            <a:extLst>
              <a:ext uri="{28A0092B-C50C-407E-A947-70E740481C1C}">
                <a14:useLocalDpi xmlns:a14="http://schemas.microsoft.com/office/drawing/2010/main"/>
              </a:ext>
            </a:extLst>
          </a:blip>
          <a:stretch>
            <a:fillRect/>
          </a:stretch>
        </p:blipFill>
        <p:spPr>
          <a:xfrm>
            <a:off x="533354" y="4338681"/>
            <a:ext cx="2451167" cy="632330"/>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OEng cover (op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45545" y="1036320"/>
            <a:ext cx="5091655" cy="1792308"/>
          </a:xfrm>
          <a:prstGeom prst="rect">
            <a:avLst/>
          </a:prstGeom>
        </p:spPr>
        <p:txBody>
          <a:bodyPr anchor="b">
            <a:noAutofit/>
          </a:bodyPr>
          <a:lstStyle>
            <a:lvl1pPr algn="l">
              <a:defRPr sz="2800" b="1" i="0">
                <a:solidFill>
                  <a:srgbClr val="418FDE"/>
                </a:solidFill>
                <a:latin typeface="Arial Bold" charset="0"/>
                <a:ea typeface="Arial Bold" charset="0"/>
                <a:cs typeface="Arial Bold" charset="0"/>
              </a:defRPr>
            </a:lvl1pPr>
          </a:lstStyle>
          <a:p>
            <a:r>
              <a:rPr lang="en-US" dirty="0"/>
              <a:t>ENTER PRESENTATION TITLE HERE</a:t>
            </a:r>
          </a:p>
        </p:txBody>
      </p:sp>
      <p:sp>
        <p:nvSpPr>
          <p:cNvPr id="3" name="Subtitle 2"/>
          <p:cNvSpPr>
            <a:spLocks noGrp="1"/>
          </p:cNvSpPr>
          <p:nvPr>
            <p:ph type="subTitle" idx="1" hasCustomPrompt="1"/>
          </p:nvPr>
        </p:nvSpPr>
        <p:spPr>
          <a:xfrm>
            <a:off x="445545" y="3080563"/>
            <a:ext cx="5091655" cy="803673"/>
          </a:xfrm>
          <a:prstGeom prst="rect">
            <a:avLst/>
          </a:prstGeom>
        </p:spPr>
        <p:txBody>
          <a:bodyPr>
            <a:noAutofit/>
          </a:bodyPr>
          <a:lstStyle>
            <a:lvl1pPr marL="0" indent="0" algn="l">
              <a:buNone/>
              <a:defRPr sz="1500" b="0" i="0" baseline="0">
                <a:solidFill>
                  <a:srgbClr val="0D2240"/>
                </a:solidFill>
                <a:latin typeface="Arial" charset="0"/>
                <a:ea typeface="Arial" charset="0"/>
                <a:cs typeface="Arial"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Presented by &lt;&lt;insert name here&gt;&gt;</a:t>
            </a:r>
            <a:br>
              <a:rPr lang="en-US" dirty="0"/>
            </a:br>
            <a:r>
              <a:rPr lang="en-US" dirty="0"/>
              <a:t>&lt;&lt;insert name here&gt;&gt;</a:t>
            </a:r>
            <a:br>
              <a:rPr lang="en-US" dirty="0"/>
            </a:br>
            <a:r>
              <a:rPr lang="en-US" dirty="0"/>
              <a:t>&lt;&lt;insert date here&gt;&gt;</a:t>
            </a:r>
          </a:p>
        </p:txBody>
      </p:sp>
      <p:pic>
        <p:nvPicPr>
          <p:cNvPr id="6" name="Picture 5"/>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533354" y="4338681"/>
            <a:ext cx="2451167" cy="632330"/>
          </a:xfrm>
          <a:prstGeom prst="rect">
            <a:avLst/>
          </a:prstGeom>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OEng cover (opt.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45545" y="1016000"/>
            <a:ext cx="5091655" cy="1792308"/>
          </a:xfrm>
          <a:prstGeom prst="rect">
            <a:avLst/>
          </a:prstGeom>
        </p:spPr>
        <p:txBody>
          <a:bodyPr anchor="b">
            <a:noAutofit/>
          </a:bodyPr>
          <a:lstStyle>
            <a:lvl1pPr algn="l">
              <a:defRPr sz="2800" b="1" i="0">
                <a:solidFill>
                  <a:srgbClr val="418FDE"/>
                </a:solidFill>
                <a:latin typeface="Arial Bold" charset="0"/>
                <a:ea typeface="Arial Bold" charset="0"/>
                <a:cs typeface="Arial Bold" charset="0"/>
              </a:defRPr>
            </a:lvl1pPr>
          </a:lstStyle>
          <a:p>
            <a:r>
              <a:rPr lang="en-US" dirty="0"/>
              <a:t>ENTER PRESENTATION TITLE HERE</a:t>
            </a:r>
          </a:p>
        </p:txBody>
      </p:sp>
      <p:sp>
        <p:nvSpPr>
          <p:cNvPr id="3" name="Subtitle 2"/>
          <p:cNvSpPr>
            <a:spLocks noGrp="1"/>
          </p:cNvSpPr>
          <p:nvPr>
            <p:ph type="subTitle" idx="1" hasCustomPrompt="1"/>
          </p:nvPr>
        </p:nvSpPr>
        <p:spPr>
          <a:xfrm>
            <a:off x="445545" y="3060243"/>
            <a:ext cx="5091655" cy="803673"/>
          </a:xfrm>
          <a:prstGeom prst="rect">
            <a:avLst/>
          </a:prstGeom>
        </p:spPr>
        <p:txBody>
          <a:bodyPr>
            <a:noAutofit/>
          </a:bodyPr>
          <a:lstStyle>
            <a:lvl1pPr marL="0" indent="0" algn="l">
              <a:buNone/>
              <a:defRPr sz="1500" b="0" i="0" baseline="0">
                <a:solidFill>
                  <a:srgbClr val="0D2240"/>
                </a:solidFill>
                <a:latin typeface="Arial" charset="0"/>
                <a:ea typeface="Arial" charset="0"/>
                <a:cs typeface="Arial"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Presented by &lt;&lt;insert name here&gt;&gt;</a:t>
            </a:r>
            <a:br>
              <a:rPr lang="en-US" dirty="0"/>
            </a:br>
            <a:r>
              <a:rPr lang="en-US" dirty="0"/>
              <a:t>&lt;&lt;insert name here&gt;&gt;</a:t>
            </a:r>
            <a:br>
              <a:rPr lang="en-US" dirty="0"/>
            </a:br>
            <a:r>
              <a:rPr lang="en-US" dirty="0"/>
              <a:t>&lt;&lt;insert date here&gt;&gt;</a:t>
            </a:r>
          </a:p>
        </p:txBody>
      </p:sp>
      <p:pic>
        <p:nvPicPr>
          <p:cNvPr id="6" name="Picture 5"/>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533354" y="4338681"/>
            <a:ext cx="2451167" cy="632330"/>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OEng cover (opt.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847771" y="754743"/>
            <a:ext cx="3991429" cy="1422401"/>
          </a:xfrm>
          <a:prstGeom prst="rect">
            <a:avLst/>
          </a:prstGeom>
        </p:spPr>
        <p:txBody>
          <a:bodyPr anchor="b">
            <a:noAutofit/>
          </a:bodyPr>
          <a:lstStyle>
            <a:lvl1pPr algn="l">
              <a:defRPr sz="2800" b="1" i="0">
                <a:solidFill>
                  <a:srgbClr val="418FDE"/>
                </a:solidFill>
                <a:latin typeface="Arial Bold" charset="0"/>
                <a:ea typeface="Arial Bold" charset="0"/>
                <a:cs typeface="Arial Bold" charset="0"/>
              </a:defRPr>
            </a:lvl1pPr>
          </a:lstStyle>
          <a:p>
            <a:r>
              <a:rPr lang="en-US" dirty="0"/>
              <a:t>ENTER PRESENTATION </a:t>
            </a:r>
            <a:br>
              <a:rPr lang="en-US" dirty="0"/>
            </a:br>
            <a:r>
              <a:rPr lang="en-US" dirty="0"/>
              <a:t>TITLE HERE</a:t>
            </a:r>
          </a:p>
        </p:txBody>
      </p:sp>
      <p:sp>
        <p:nvSpPr>
          <p:cNvPr id="3" name="Subtitle 2"/>
          <p:cNvSpPr>
            <a:spLocks noGrp="1"/>
          </p:cNvSpPr>
          <p:nvPr>
            <p:ph type="subTitle" idx="1" hasCustomPrompt="1"/>
          </p:nvPr>
        </p:nvSpPr>
        <p:spPr>
          <a:xfrm>
            <a:off x="4847772" y="2363557"/>
            <a:ext cx="3708400" cy="1043671"/>
          </a:xfrm>
          <a:prstGeom prst="rect">
            <a:avLst/>
          </a:prstGeom>
        </p:spPr>
        <p:txBody>
          <a:bodyPr>
            <a:noAutofit/>
          </a:bodyPr>
          <a:lstStyle>
            <a:lvl1pPr marL="0" indent="0" algn="l">
              <a:buNone/>
              <a:defRPr sz="1500" b="0" i="0" baseline="0">
                <a:solidFill>
                  <a:srgbClr val="0D2240"/>
                </a:solidFill>
                <a:latin typeface="Arial" charset="0"/>
                <a:ea typeface="Arial" charset="0"/>
                <a:cs typeface="Arial"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Presented by &lt;&lt;insert name here&gt;&gt;</a:t>
            </a:r>
            <a:br>
              <a:rPr lang="en-US" dirty="0"/>
            </a:br>
            <a:r>
              <a:rPr lang="en-US" dirty="0"/>
              <a:t>&lt;&lt;insert name here&gt;&gt;</a:t>
            </a:r>
            <a:br>
              <a:rPr lang="en-US" dirty="0"/>
            </a:br>
            <a:r>
              <a:rPr lang="en-US" dirty="0"/>
              <a:t>&lt;&lt;insert date here&gt;&gt;</a:t>
            </a:r>
          </a:p>
        </p:txBody>
      </p:sp>
      <p:pic>
        <p:nvPicPr>
          <p:cNvPr id="7" name="Picture 6"/>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4979260" y="4208625"/>
            <a:ext cx="2451167" cy="632330"/>
          </a:xfrm>
          <a:prstGeom prst="rect">
            <a:avLst/>
          </a:prstGeom>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OH cover (opt. 1)">
    <p:bg>
      <p:bgPr>
        <a:solidFill>
          <a:schemeClr val="bg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5638800" y="0"/>
            <a:ext cx="3505200" cy="5143500"/>
          </a:xfrm>
          <a:prstGeom prst="rect">
            <a:avLst/>
          </a:prstGeom>
          <a:noFill/>
          <a:ln>
            <a:noFill/>
          </a:ln>
        </p:spPr>
      </p:pic>
      <p:sp>
        <p:nvSpPr>
          <p:cNvPr id="2" name="Title 1"/>
          <p:cNvSpPr>
            <a:spLocks noGrp="1"/>
          </p:cNvSpPr>
          <p:nvPr>
            <p:ph type="ctrTitle" hasCustomPrompt="1"/>
          </p:nvPr>
        </p:nvSpPr>
        <p:spPr>
          <a:xfrm>
            <a:off x="445545" y="1503680"/>
            <a:ext cx="5091655" cy="1480870"/>
          </a:xfrm>
          <a:prstGeom prst="rect">
            <a:avLst/>
          </a:prstGeom>
        </p:spPr>
        <p:txBody>
          <a:bodyPr anchor="b">
            <a:noAutofit/>
          </a:bodyPr>
          <a:lstStyle>
            <a:lvl1pPr algn="l">
              <a:defRPr sz="2800" b="1" i="0">
                <a:solidFill>
                  <a:srgbClr val="418FDE"/>
                </a:solidFill>
                <a:latin typeface="Arial Bold" charset="0"/>
                <a:ea typeface="Arial Bold" charset="0"/>
                <a:cs typeface="Arial Bold" charset="0"/>
              </a:defRPr>
            </a:lvl1pPr>
          </a:lstStyle>
          <a:p>
            <a:r>
              <a:rPr lang="en-US" dirty="0"/>
              <a:t>ENTER PRESENTATION TITLE HERE</a:t>
            </a:r>
          </a:p>
        </p:txBody>
      </p:sp>
      <p:sp>
        <p:nvSpPr>
          <p:cNvPr id="3" name="Subtitle 2"/>
          <p:cNvSpPr>
            <a:spLocks noGrp="1"/>
          </p:cNvSpPr>
          <p:nvPr>
            <p:ph type="subTitle" idx="1" hasCustomPrompt="1"/>
          </p:nvPr>
        </p:nvSpPr>
        <p:spPr>
          <a:xfrm>
            <a:off x="445545" y="3053605"/>
            <a:ext cx="5091655" cy="803673"/>
          </a:xfrm>
          <a:prstGeom prst="rect">
            <a:avLst/>
          </a:prstGeom>
        </p:spPr>
        <p:txBody>
          <a:bodyPr>
            <a:noAutofit/>
          </a:bodyPr>
          <a:lstStyle>
            <a:lvl1pPr marL="0" indent="0" algn="l">
              <a:buNone/>
              <a:defRPr sz="1500" b="0" i="0" baseline="0">
                <a:solidFill>
                  <a:srgbClr val="0D2240"/>
                </a:solidFill>
                <a:latin typeface="Arial" charset="0"/>
                <a:ea typeface="Arial" charset="0"/>
                <a:cs typeface="Arial"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Presented by &lt;&lt;insert name here&gt;&gt;</a:t>
            </a:r>
            <a:br>
              <a:rPr lang="en-US" dirty="0"/>
            </a:br>
            <a:r>
              <a:rPr lang="en-US" dirty="0"/>
              <a:t>&lt;&lt;insert name here&gt;&gt;</a:t>
            </a:r>
            <a:br>
              <a:rPr lang="en-US" dirty="0"/>
            </a:br>
            <a:r>
              <a:rPr lang="en-US" dirty="0"/>
              <a:t>&lt;&lt;insert date here&gt;&gt;</a:t>
            </a:r>
          </a:p>
        </p:txBody>
      </p:sp>
      <p:pic>
        <p:nvPicPr>
          <p:cNvPr id="8" name="Picture 7"/>
          <p:cNvPicPr>
            <a:picLocks noChangeAspect="1"/>
          </p:cNvPicPr>
          <p:nvPr userDrawn="1"/>
        </p:nvPicPr>
        <p:blipFill>
          <a:blip r:embed="rId3"/>
          <a:stretch>
            <a:fillRect/>
          </a:stretch>
        </p:blipFill>
        <p:spPr>
          <a:xfrm>
            <a:off x="50800" y="-15875"/>
            <a:ext cx="2324100" cy="1409700"/>
          </a:xfrm>
          <a:prstGeom prst="rect">
            <a:avLst/>
          </a:prstGeom>
        </p:spPr>
      </p:pic>
      <p:pic>
        <p:nvPicPr>
          <p:cNvPr id="9" name="Picture 8"/>
          <p:cNvPicPr>
            <a:picLocks noChangeAspect="1"/>
          </p:cNvPicPr>
          <p:nvPr userDrawn="1"/>
        </p:nvPicPr>
        <p:blipFill>
          <a:blip r:embed="rId4"/>
          <a:stretch>
            <a:fillRect/>
          </a:stretch>
        </p:blipFill>
        <p:spPr>
          <a:xfrm>
            <a:off x="7962900" y="3962400"/>
            <a:ext cx="1181100" cy="1181100"/>
          </a:xfrm>
          <a:prstGeom prst="rect">
            <a:avLst/>
          </a:prstGeom>
        </p:spPr>
      </p:pic>
      <p:pic>
        <p:nvPicPr>
          <p:cNvPr id="12" name="Picture 11"/>
          <p:cNvPicPr>
            <a:picLocks noChangeAspect="1"/>
          </p:cNvPicPr>
          <p:nvPr userDrawn="1"/>
        </p:nvPicPr>
        <p:blipFill>
          <a:blip r:embed="rId5">
            <a:extLst>
              <a:ext uri="{28A0092B-C50C-407E-A947-70E740481C1C}">
                <a14:useLocalDpi xmlns:a14="http://schemas.microsoft.com/office/drawing/2010/main"/>
              </a:ext>
            </a:extLst>
          </a:blip>
          <a:stretch>
            <a:fillRect/>
          </a:stretch>
        </p:blipFill>
        <p:spPr>
          <a:xfrm>
            <a:off x="533353" y="4338681"/>
            <a:ext cx="2832699" cy="565828"/>
          </a:xfrm>
          <a:prstGeom prst="rect">
            <a:avLst/>
          </a:prstGeom>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OH cover (op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45545" y="1036320"/>
            <a:ext cx="5091655" cy="1792308"/>
          </a:xfrm>
          <a:prstGeom prst="rect">
            <a:avLst/>
          </a:prstGeom>
        </p:spPr>
        <p:txBody>
          <a:bodyPr anchor="b">
            <a:noAutofit/>
          </a:bodyPr>
          <a:lstStyle>
            <a:lvl1pPr algn="l">
              <a:defRPr sz="2800" b="1" i="0">
                <a:solidFill>
                  <a:srgbClr val="418FDE"/>
                </a:solidFill>
                <a:latin typeface="Arial Bold" charset="0"/>
                <a:ea typeface="Arial Bold" charset="0"/>
                <a:cs typeface="Arial Bold" charset="0"/>
              </a:defRPr>
            </a:lvl1pPr>
          </a:lstStyle>
          <a:p>
            <a:r>
              <a:rPr lang="en-US" dirty="0"/>
              <a:t>ENTER PRESENTATION TITLE HERE</a:t>
            </a:r>
          </a:p>
        </p:txBody>
      </p:sp>
      <p:sp>
        <p:nvSpPr>
          <p:cNvPr id="3" name="Subtitle 2"/>
          <p:cNvSpPr>
            <a:spLocks noGrp="1"/>
          </p:cNvSpPr>
          <p:nvPr>
            <p:ph type="subTitle" idx="1" hasCustomPrompt="1"/>
          </p:nvPr>
        </p:nvSpPr>
        <p:spPr>
          <a:xfrm>
            <a:off x="445545" y="3080563"/>
            <a:ext cx="5091655" cy="803673"/>
          </a:xfrm>
          <a:prstGeom prst="rect">
            <a:avLst/>
          </a:prstGeom>
        </p:spPr>
        <p:txBody>
          <a:bodyPr>
            <a:noAutofit/>
          </a:bodyPr>
          <a:lstStyle>
            <a:lvl1pPr marL="0" indent="0" algn="l">
              <a:buNone/>
              <a:defRPr sz="1500" b="0" i="0" baseline="0">
                <a:solidFill>
                  <a:srgbClr val="0D2240"/>
                </a:solidFill>
                <a:latin typeface="Arial" charset="0"/>
                <a:ea typeface="Arial" charset="0"/>
                <a:cs typeface="Arial"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Presented by &lt;&lt;insert name here&gt;&gt;</a:t>
            </a:r>
            <a:br>
              <a:rPr lang="en-US" dirty="0"/>
            </a:br>
            <a:r>
              <a:rPr lang="en-US" dirty="0"/>
              <a:t>&lt;&lt;insert name here&gt;&gt;</a:t>
            </a:r>
            <a:br>
              <a:rPr lang="en-US" dirty="0"/>
            </a:br>
            <a:r>
              <a:rPr lang="en-US" dirty="0"/>
              <a:t>&lt;&lt;insert date here&gt;&gt;</a:t>
            </a:r>
          </a:p>
        </p:txBody>
      </p:sp>
      <p:pic>
        <p:nvPicPr>
          <p:cNvPr id="7" name="Picture 6"/>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533353" y="4338681"/>
            <a:ext cx="2832699" cy="565828"/>
          </a:xfrm>
          <a:prstGeom prst="rect">
            <a:avLst/>
          </a:prstGeom>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OH cover (opt.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45545" y="1016000"/>
            <a:ext cx="5091655" cy="1792308"/>
          </a:xfrm>
          <a:prstGeom prst="rect">
            <a:avLst/>
          </a:prstGeom>
        </p:spPr>
        <p:txBody>
          <a:bodyPr anchor="b">
            <a:noAutofit/>
          </a:bodyPr>
          <a:lstStyle>
            <a:lvl1pPr algn="l">
              <a:defRPr sz="2800" b="1" i="0">
                <a:solidFill>
                  <a:srgbClr val="418FDE"/>
                </a:solidFill>
                <a:latin typeface="Arial Bold" charset="0"/>
                <a:ea typeface="Arial Bold" charset="0"/>
                <a:cs typeface="Arial Bold" charset="0"/>
              </a:defRPr>
            </a:lvl1pPr>
          </a:lstStyle>
          <a:p>
            <a:r>
              <a:rPr lang="en-US" dirty="0"/>
              <a:t>ENTER PRESENTATION TITLE HERE</a:t>
            </a:r>
          </a:p>
        </p:txBody>
      </p:sp>
      <p:sp>
        <p:nvSpPr>
          <p:cNvPr id="3" name="Subtitle 2"/>
          <p:cNvSpPr>
            <a:spLocks noGrp="1"/>
          </p:cNvSpPr>
          <p:nvPr>
            <p:ph type="subTitle" idx="1" hasCustomPrompt="1"/>
          </p:nvPr>
        </p:nvSpPr>
        <p:spPr>
          <a:xfrm>
            <a:off x="445545" y="3060243"/>
            <a:ext cx="5091655" cy="803673"/>
          </a:xfrm>
          <a:prstGeom prst="rect">
            <a:avLst/>
          </a:prstGeom>
        </p:spPr>
        <p:txBody>
          <a:bodyPr>
            <a:noAutofit/>
          </a:bodyPr>
          <a:lstStyle>
            <a:lvl1pPr marL="0" indent="0" algn="l">
              <a:buNone/>
              <a:defRPr sz="1500" b="0" i="0" baseline="0">
                <a:solidFill>
                  <a:srgbClr val="0D2240"/>
                </a:solidFill>
                <a:latin typeface="Arial" charset="0"/>
                <a:ea typeface="Arial" charset="0"/>
                <a:cs typeface="Arial"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Presented by &lt;&lt;insert name here&gt;&gt;</a:t>
            </a:r>
            <a:br>
              <a:rPr lang="en-US" dirty="0"/>
            </a:br>
            <a:r>
              <a:rPr lang="en-US" dirty="0"/>
              <a:t>&lt;&lt;insert name here&gt;&gt;</a:t>
            </a:r>
            <a:br>
              <a:rPr lang="en-US" dirty="0"/>
            </a:br>
            <a:r>
              <a:rPr lang="en-US" dirty="0"/>
              <a:t>&lt;&lt;insert date here&gt;&gt;</a:t>
            </a:r>
          </a:p>
        </p:txBody>
      </p:sp>
      <p:pic>
        <p:nvPicPr>
          <p:cNvPr id="7" name="Picture 6"/>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533353" y="4338681"/>
            <a:ext cx="2832699" cy="565828"/>
          </a:xfrm>
          <a:prstGeom prst="rect">
            <a:avLst/>
          </a:prstGeom>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OH cover (opt.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847771" y="754743"/>
            <a:ext cx="3991429" cy="1422401"/>
          </a:xfrm>
          <a:prstGeom prst="rect">
            <a:avLst/>
          </a:prstGeom>
        </p:spPr>
        <p:txBody>
          <a:bodyPr anchor="b">
            <a:noAutofit/>
          </a:bodyPr>
          <a:lstStyle>
            <a:lvl1pPr algn="l">
              <a:defRPr sz="2800" b="1" i="0">
                <a:solidFill>
                  <a:srgbClr val="418FDE"/>
                </a:solidFill>
                <a:latin typeface="Arial Bold" charset="0"/>
                <a:ea typeface="Arial Bold" charset="0"/>
                <a:cs typeface="Arial Bold" charset="0"/>
              </a:defRPr>
            </a:lvl1pPr>
          </a:lstStyle>
          <a:p>
            <a:r>
              <a:rPr lang="en-US" dirty="0"/>
              <a:t>ENTER PRESENTATION </a:t>
            </a:r>
            <a:br>
              <a:rPr lang="en-US" dirty="0"/>
            </a:br>
            <a:r>
              <a:rPr lang="en-US" dirty="0"/>
              <a:t>TITLE HERE</a:t>
            </a:r>
          </a:p>
        </p:txBody>
      </p:sp>
      <p:sp>
        <p:nvSpPr>
          <p:cNvPr id="3" name="Subtitle 2"/>
          <p:cNvSpPr>
            <a:spLocks noGrp="1"/>
          </p:cNvSpPr>
          <p:nvPr>
            <p:ph type="subTitle" idx="1" hasCustomPrompt="1"/>
          </p:nvPr>
        </p:nvSpPr>
        <p:spPr>
          <a:xfrm>
            <a:off x="4847772" y="2363557"/>
            <a:ext cx="3708400" cy="1043671"/>
          </a:xfrm>
          <a:prstGeom prst="rect">
            <a:avLst/>
          </a:prstGeom>
        </p:spPr>
        <p:txBody>
          <a:bodyPr>
            <a:noAutofit/>
          </a:bodyPr>
          <a:lstStyle>
            <a:lvl1pPr marL="0" indent="0" algn="l">
              <a:buNone/>
              <a:defRPr sz="1500" b="0" i="0" baseline="0">
                <a:solidFill>
                  <a:srgbClr val="0D2240"/>
                </a:solidFill>
                <a:latin typeface="Arial" charset="0"/>
                <a:ea typeface="Arial" charset="0"/>
                <a:cs typeface="Arial"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Presented by &lt;&lt;insert name here&gt;&gt;</a:t>
            </a:r>
            <a:br>
              <a:rPr lang="en-US" dirty="0"/>
            </a:br>
            <a:r>
              <a:rPr lang="en-US" dirty="0"/>
              <a:t>&lt;&lt;insert name here&gt;&gt;</a:t>
            </a:r>
            <a:br>
              <a:rPr lang="en-US" dirty="0"/>
            </a:br>
            <a:r>
              <a:rPr lang="en-US" dirty="0"/>
              <a:t>&lt;&lt;insert date here&gt;&gt;</a:t>
            </a:r>
          </a:p>
        </p:txBody>
      </p:sp>
      <p:pic>
        <p:nvPicPr>
          <p:cNvPr id="6" name="Picture 5"/>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4979260" y="4208625"/>
            <a:ext cx="2832699" cy="565828"/>
          </a:xfrm>
          <a:prstGeom prst="rect">
            <a:avLst/>
          </a:prstGeom>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OL cover (opt. 1)">
    <p:bg>
      <p:bgPr>
        <a:solidFill>
          <a:schemeClr val="bg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5638800" y="0"/>
            <a:ext cx="3505200" cy="5143500"/>
          </a:xfrm>
          <a:prstGeom prst="rect">
            <a:avLst/>
          </a:prstGeom>
          <a:noFill/>
          <a:ln>
            <a:noFill/>
          </a:ln>
        </p:spPr>
      </p:pic>
      <p:sp>
        <p:nvSpPr>
          <p:cNvPr id="2" name="Title 1"/>
          <p:cNvSpPr>
            <a:spLocks noGrp="1"/>
          </p:cNvSpPr>
          <p:nvPr>
            <p:ph type="ctrTitle" hasCustomPrompt="1"/>
          </p:nvPr>
        </p:nvSpPr>
        <p:spPr>
          <a:xfrm>
            <a:off x="445545" y="1503680"/>
            <a:ext cx="5091655" cy="1480870"/>
          </a:xfrm>
          <a:prstGeom prst="rect">
            <a:avLst/>
          </a:prstGeom>
        </p:spPr>
        <p:txBody>
          <a:bodyPr anchor="b">
            <a:noAutofit/>
          </a:bodyPr>
          <a:lstStyle>
            <a:lvl1pPr algn="l">
              <a:defRPr sz="2800" b="1" i="0">
                <a:solidFill>
                  <a:srgbClr val="418FDE"/>
                </a:solidFill>
                <a:latin typeface="Arial Bold" charset="0"/>
                <a:ea typeface="Arial Bold" charset="0"/>
                <a:cs typeface="Arial Bold" charset="0"/>
              </a:defRPr>
            </a:lvl1pPr>
          </a:lstStyle>
          <a:p>
            <a:r>
              <a:rPr lang="en-US" dirty="0"/>
              <a:t>ENTER PRESENTATION TITLE HERE</a:t>
            </a:r>
          </a:p>
        </p:txBody>
      </p:sp>
      <p:sp>
        <p:nvSpPr>
          <p:cNvPr id="3" name="Subtitle 2"/>
          <p:cNvSpPr>
            <a:spLocks noGrp="1"/>
          </p:cNvSpPr>
          <p:nvPr>
            <p:ph type="subTitle" idx="1" hasCustomPrompt="1"/>
          </p:nvPr>
        </p:nvSpPr>
        <p:spPr>
          <a:xfrm>
            <a:off x="445545" y="3053605"/>
            <a:ext cx="5091655" cy="803673"/>
          </a:xfrm>
          <a:prstGeom prst="rect">
            <a:avLst/>
          </a:prstGeom>
        </p:spPr>
        <p:txBody>
          <a:bodyPr>
            <a:noAutofit/>
          </a:bodyPr>
          <a:lstStyle>
            <a:lvl1pPr marL="0" indent="0" algn="l">
              <a:buNone/>
              <a:defRPr sz="1500" b="0" i="0" baseline="0">
                <a:solidFill>
                  <a:srgbClr val="0D2240"/>
                </a:solidFill>
                <a:latin typeface="Arial" charset="0"/>
                <a:ea typeface="Arial" charset="0"/>
                <a:cs typeface="Arial"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Presented by &lt;&lt;insert name here&gt;&gt;</a:t>
            </a:r>
            <a:br>
              <a:rPr lang="en-US" dirty="0"/>
            </a:br>
            <a:r>
              <a:rPr lang="en-US" dirty="0"/>
              <a:t>&lt;&lt;insert name here&gt;&gt;</a:t>
            </a:r>
            <a:br>
              <a:rPr lang="en-US" dirty="0"/>
            </a:br>
            <a:r>
              <a:rPr lang="en-US" dirty="0"/>
              <a:t>&lt;&lt;insert date here&gt;&gt;</a:t>
            </a:r>
          </a:p>
        </p:txBody>
      </p:sp>
      <p:pic>
        <p:nvPicPr>
          <p:cNvPr id="8" name="Picture 7"/>
          <p:cNvPicPr>
            <a:picLocks noChangeAspect="1"/>
          </p:cNvPicPr>
          <p:nvPr userDrawn="1"/>
        </p:nvPicPr>
        <p:blipFill>
          <a:blip r:embed="rId3"/>
          <a:stretch>
            <a:fillRect/>
          </a:stretch>
        </p:blipFill>
        <p:spPr>
          <a:xfrm>
            <a:off x="50800" y="-15875"/>
            <a:ext cx="2324100" cy="1409700"/>
          </a:xfrm>
          <a:prstGeom prst="rect">
            <a:avLst/>
          </a:prstGeom>
        </p:spPr>
      </p:pic>
      <p:pic>
        <p:nvPicPr>
          <p:cNvPr id="9" name="Picture 8"/>
          <p:cNvPicPr>
            <a:picLocks noChangeAspect="1"/>
          </p:cNvPicPr>
          <p:nvPr userDrawn="1"/>
        </p:nvPicPr>
        <p:blipFill>
          <a:blip r:embed="rId4"/>
          <a:stretch>
            <a:fillRect/>
          </a:stretch>
        </p:blipFill>
        <p:spPr>
          <a:xfrm>
            <a:off x="7962900" y="3962400"/>
            <a:ext cx="1181100" cy="1181100"/>
          </a:xfrm>
          <a:prstGeom prst="rect">
            <a:avLst/>
          </a:prstGeom>
        </p:spPr>
      </p:pic>
      <p:pic>
        <p:nvPicPr>
          <p:cNvPr id="4" name="Picture 3"/>
          <p:cNvPicPr>
            <a:picLocks noChangeAspect="1"/>
          </p:cNvPicPr>
          <p:nvPr userDrawn="1"/>
        </p:nvPicPr>
        <p:blipFill>
          <a:blip r:embed="rId5">
            <a:extLst>
              <a:ext uri="{28A0092B-C50C-407E-A947-70E740481C1C}">
                <a14:useLocalDpi xmlns:a14="http://schemas.microsoft.com/office/drawing/2010/main"/>
              </a:ext>
            </a:extLst>
          </a:blip>
          <a:stretch>
            <a:fillRect/>
          </a:stretch>
        </p:blipFill>
        <p:spPr>
          <a:xfrm>
            <a:off x="533353" y="4338681"/>
            <a:ext cx="1744334" cy="566112"/>
          </a:xfrm>
          <a:prstGeom prst="rect">
            <a:avLst/>
          </a:prstGeom>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OL cover (op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45545" y="1036320"/>
            <a:ext cx="5091655" cy="1792308"/>
          </a:xfrm>
          <a:prstGeom prst="rect">
            <a:avLst/>
          </a:prstGeom>
        </p:spPr>
        <p:txBody>
          <a:bodyPr anchor="b">
            <a:noAutofit/>
          </a:bodyPr>
          <a:lstStyle>
            <a:lvl1pPr algn="l">
              <a:defRPr sz="2800" b="1" i="0">
                <a:solidFill>
                  <a:srgbClr val="418FDE"/>
                </a:solidFill>
                <a:latin typeface="Arial Bold" charset="0"/>
                <a:ea typeface="Arial Bold" charset="0"/>
                <a:cs typeface="Arial Bold" charset="0"/>
              </a:defRPr>
            </a:lvl1pPr>
          </a:lstStyle>
          <a:p>
            <a:r>
              <a:rPr lang="en-US" dirty="0"/>
              <a:t>ENTER PRESENTATION TITLE HERE</a:t>
            </a:r>
          </a:p>
        </p:txBody>
      </p:sp>
      <p:sp>
        <p:nvSpPr>
          <p:cNvPr id="3" name="Subtitle 2"/>
          <p:cNvSpPr>
            <a:spLocks noGrp="1"/>
          </p:cNvSpPr>
          <p:nvPr>
            <p:ph type="subTitle" idx="1" hasCustomPrompt="1"/>
          </p:nvPr>
        </p:nvSpPr>
        <p:spPr>
          <a:xfrm>
            <a:off x="445545" y="3080563"/>
            <a:ext cx="5091655" cy="803673"/>
          </a:xfrm>
          <a:prstGeom prst="rect">
            <a:avLst/>
          </a:prstGeom>
        </p:spPr>
        <p:txBody>
          <a:bodyPr>
            <a:noAutofit/>
          </a:bodyPr>
          <a:lstStyle>
            <a:lvl1pPr marL="0" indent="0" algn="l">
              <a:buNone/>
              <a:defRPr sz="1500" b="0" i="0" baseline="0">
                <a:solidFill>
                  <a:srgbClr val="0D2240"/>
                </a:solidFill>
                <a:latin typeface="Arial" charset="0"/>
                <a:ea typeface="Arial" charset="0"/>
                <a:cs typeface="Arial"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Presented by &lt;&lt;insert name here&gt;&gt;</a:t>
            </a:r>
            <a:br>
              <a:rPr lang="en-US" dirty="0"/>
            </a:br>
            <a:r>
              <a:rPr lang="en-US" dirty="0"/>
              <a:t>&lt;&lt;insert name here&gt;&gt;</a:t>
            </a:r>
            <a:br>
              <a:rPr lang="en-US" dirty="0"/>
            </a:br>
            <a:r>
              <a:rPr lang="en-US" dirty="0"/>
              <a:t>&lt;&lt;insert date here&gt;&gt;</a:t>
            </a:r>
          </a:p>
        </p:txBody>
      </p:sp>
      <p:pic>
        <p:nvPicPr>
          <p:cNvPr id="6" name="Picture 5"/>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533353" y="4338681"/>
            <a:ext cx="1744334" cy="566112"/>
          </a:xfrm>
          <a:prstGeom prst="rect">
            <a:avLst/>
          </a:prstGeom>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OL cover (opt.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45545" y="1016000"/>
            <a:ext cx="5091655" cy="1792308"/>
          </a:xfrm>
          <a:prstGeom prst="rect">
            <a:avLst/>
          </a:prstGeom>
        </p:spPr>
        <p:txBody>
          <a:bodyPr anchor="b">
            <a:noAutofit/>
          </a:bodyPr>
          <a:lstStyle>
            <a:lvl1pPr algn="l">
              <a:defRPr sz="2800" b="1" i="0">
                <a:solidFill>
                  <a:srgbClr val="418FDE"/>
                </a:solidFill>
                <a:latin typeface="Arial Bold" charset="0"/>
                <a:ea typeface="Arial Bold" charset="0"/>
                <a:cs typeface="Arial Bold" charset="0"/>
              </a:defRPr>
            </a:lvl1pPr>
          </a:lstStyle>
          <a:p>
            <a:r>
              <a:rPr lang="en-US" dirty="0"/>
              <a:t>ENTER PRESENTATION TITLE HERE</a:t>
            </a:r>
          </a:p>
        </p:txBody>
      </p:sp>
      <p:sp>
        <p:nvSpPr>
          <p:cNvPr id="3" name="Subtitle 2"/>
          <p:cNvSpPr>
            <a:spLocks noGrp="1"/>
          </p:cNvSpPr>
          <p:nvPr>
            <p:ph type="subTitle" idx="1" hasCustomPrompt="1"/>
          </p:nvPr>
        </p:nvSpPr>
        <p:spPr>
          <a:xfrm>
            <a:off x="445545" y="3060243"/>
            <a:ext cx="5091655" cy="803673"/>
          </a:xfrm>
          <a:prstGeom prst="rect">
            <a:avLst/>
          </a:prstGeom>
        </p:spPr>
        <p:txBody>
          <a:bodyPr>
            <a:noAutofit/>
          </a:bodyPr>
          <a:lstStyle>
            <a:lvl1pPr marL="0" indent="0" algn="l">
              <a:buNone/>
              <a:defRPr sz="1500" b="0" i="0" baseline="0">
                <a:solidFill>
                  <a:srgbClr val="0D2240"/>
                </a:solidFill>
                <a:latin typeface="Arial" charset="0"/>
                <a:ea typeface="Arial" charset="0"/>
                <a:cs typeface="Arial"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Presented by &lt;&lt;insert name here&gt;&gt;</a:t>
            </a:r>
            <a:br>
              <a:rPr lang="en-US" dirty="0"/>
            </a:br>
            <a:r>
              <a:rPr lang="en-US" dirty="0"/>
              <a:t>&lt;&lt;insert name here&gt;&gt;</a:t>
            </a:r>
            <a:br>
              <a:rPr lang="en-US" dirty="0"/>
            </a:br>
            <a:r>
              <a:rPr lang="en-US" dirty="0"/>
              <a:t>&lt;&lt;insert date here&gt;&gt;</a:t>
            </a:r>
          </a:p>
        </p:txBody>
      </p:sp>
      <p:pic>
        <p:nvPicPr>
          <p:cNvPr id="6" name="Picture 5"/>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533353" y="4338681"/>
            <a:ext cx="1744334" cy="566112"/>
          </a:xfrm>
          <a:prstGeom prst="rect">
            <a:avLst/>
          </a:prstGeom>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OL cover (opt.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847771" y="754743"/>
            <a:ext cx="3991429" cy="1422401"/>
          </a:xfrm>
          <a:prstGeom prst="rect">
            <a:avLst/>
          </a:prstGeom>
        </p:spPr>
        <p:txBody>
          <a:bodyPr anchor="b">
            <a:noAutofit/>
          </a:bodyPr>
          <a:lstStyle>
            <a:lvl1pPr algn="l">
              <a:defRPr sz="2800" b="1" i="0">
                <a:solidFill>
                  <a:srgbClr val="418FDE"/>
                </a:solidFill>
                <a:latin typeface="Arial Bold" charset="0"/>
                <a:ea typeface="Arial Bold" charset="0"/>
                <a:cs typeface="Arial Bold" charset="0"/>
              </a:defRPr>
            </a:lvl1pPr>
          </a:lstStyle>
          <a:p>
            <a:r>
              <a:rPr lang="en-US" dirty="0"/>
              <a:t>ENTER PRESENTATION </a:t>
            </a:r>
            <a:br>
              <a:rPr lang="en-US" dirty="0"/>
            </a:br>
            <a:r>
              <a:rPr lang="en-US" dirty="0"/>
              <a:t>TITLE HERE</a:t>
            </a:r>
          </a:p>
        </p:txBody>
      </p:sp>
      <p:sp>
        <p:nvSpPr>
          <p:cNvPr id="3" name="Subtitle 2"/>
          <p:cNvSpPr>
            <a:spLocks noGrp="1"/>
          </p:cNvSpPr>
          <p:nvPr>
            <p:ph type="subTitle" idx="1" hasCustomPrompt="1"/>
          </p:nvPr>
        </p:nvSpPr>
        <p:spPr>
          <a:xfrm>
            <a:off x="4847772" y="2363557"/>
            <a:ext cx="3708400" cy="1043671"/>
          </a:xfrm>
          <a:prstGeom prst="rect">
            <a:avLst/>
          </a:prstGeom>
        </p:spPr>
        <p:txBody>
          <a:bodyPr>
            <a:noAutofit/>
          </a:bodyPr>
          <a:lstStyle>
            <a:lvl1pPr marL="0" indent="0" algn="l">
              <a:buNone/>
              <a:defRPr sz="1500" b="0" i="0" baseline="0">
                <a:solidFill>
                  <a:srgbClr val="0D2240"/>
                </a:solidFill>
                <a:latin typeface="Arial" charset="0"/>
                <a:ea typeface="Arial" charset="0"/>
                <a:cs typeface="Arial"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Presented by &lt;&lt;insert name here&gt;&gt;</a:t>
            </a:r>
            <a:br>
              <a:rPr lang="en-US" dirty="0"/>
            </a:br>
            <a:r>
              <a:rPr lang="en-US" dirty="0"/>
              <a:t>&lt;&lt;insert name here&gt;&gt;</a:t>
            </a:r>
            <a:br>
              <a:rPr lang="en-US" dirty="0"/>
            </a:br>
            <a:r>
              <a:rPr lang="en-US" dirty="0"/>
              <a:t>&lt;&lt;insert date here&gt;&gt;</a:t>
            </a:r>
          </a:p>
        </p:txBody>
      </p:sp>
      <p:pic>
        <p:nvPicPr>
          <p:cNvPr id="7" name="Picture 6"/>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4979260" y="4208625"/>
            <a:ext cx="1744334" cy="566112"/>
          </a:xfrm>
          <a:prstGeom prst="rect">
            <a:avLst/>
          </a:prstGeom>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OM cover (opt. 1)">
    <p:bg>
      <p:bgPr>
        <a:solidFill>
          <a:schemeClr val="bg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5638800" y="0"/>
            <a:ext cx="3505200" cy="5143500"/>
          </a:xfrm>
          <a:prstGeom prst="rect">
            <a:avLst/>
          </a:prstGeom>
          <a:noFill/>
          <a:ln>
            <a:noFill/>
          </a:ln>
        </p:spPr>
      </p:pic>
      <p:sp>
        <p:nvSpPr>
          <p:cNvPr id="2" name="Title 1"/>
          <p:cNvSpPr>
            <a:spLocks noGrp="1"/>
          </p:cNvSpPr>
          <p:nvPr>
            <p:ph type="ctrTitle" hasCustomPrompt="1"/>
          </p:nvPr>
        </p:nvSpPr>
        <p:spPr>
          <a:xfrm>
            <a:off x="445545" y="1503680"/>
            <a:ext cx="5091655" cy="1480870"/>
          </a:xfrm>
          <a:prstGeom prst="rect">
            <a:avLst/>
          </a:prstGeom>
        </p:spPr>
        <p:txBody>
          <a:bodyPr anchor="b">
            <a:noAutofit/>
          </a:bodyPr>
          <a:lstStyle>
            <a:lvl1pPr algn="l">
              <a:defRPr sz="2800" b="1" i="0">
                <a:solidFill>
                  <a:srgbClr val="418FDE"/>
                </a:solidFill>
                <a:latin typeface="Arial Bold" charset="0"/>
                <a:ea typeface="Arial Bold" charset="0"/>
                <a:cs typeface="Arial Bold" charset="0"/>
              </a:defRPr>
            </a:lvl1pPr>
          </a:lstStyle>
          <a:p>
            <a:r>
              <a:rPr lang="en-US" dirty="0"/>
              <a:t>ENTER PRESENTATION TITLE HERE</a:t>
            </a:r>
          </a:p>
        </p:txBody>
      </p:sp>
      <p:sp>
        <p:nvSpPr>
          <p:cNvPr id="3" name="Subtitle 2"/>
          <p:cNvSpPr>
            <a:spLocks noGrp="1"/>
          </p:cNvSpPr>
          <p:nvPr>
            <p:ph type="subTitle" idx="1" hasCustomPrompt="1"/>
          </p:nvPr>
        </p:nvSpPr>
        <p:spPr>
          <a:xfrm>
            <a:off x="445545" y="3053605"/>
            <a:ext cx="5091655" cy="803673"/>
          </a:xfrm>
          <a:prstGeom prst="rect">
            <a:avLst/>
          </a:prstGeom>
        </p:spPr>
        <p:txBody>
          <a:bodyPr>
            <a:noAutofit/>
          </a:bodyPr>
          <a:lstStyle>
            <a:lvl1pPr marL="0" indent="0" algn="l">
              <a:buNone/>
              <a:defRPr sz="1500" b="0" i="0" baseline="0">
                <a:solidFill>
                  <a:srgbClr val="0D2240"/>
                </a:solidFill>
                <a:latin typeface="Arial" charset="0"/>
                <a:ea typeface="Arial" charset="0"/>
                <a:cs typeface="Arial"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Presented by &lt;&lt;insert name here&gt;&gt;</a:t>
            </a:r>
            <a:br>
              <a:rPr lang="en-US" dirty="0"/>
            </a:br>
            <a:r>
              <a:rPr lang="en-US" dirty="0"/>
              <a:t>&lt;&lt;insert name here&gt;&gt;</a:t>
            </a:r>
            <a:br>
              <a:rPr lang="en-US" dirty="0"/>
            </a:br>
            <a:r>
              <a:rPr lang="en-US" dirty="0"/>
              <a:t>&lt;&lt;insert date here&gt;&gt;</a:t>
            </a:r>
          </a:p>
        </p:txBody>
      </p:sp>
      <p:pic>
        <p:nvPicPr>
          <p:cNvPr id="8" name="Picture 7"/>
          <p:cNvPicPr>
            <a:picLocks noChangeAspect="1"/>
          </p:cNvPicPr>
          <p:nvPr userDrawn="1"/>
        </p:nvPicPr>
        <p:blipFill>
          <a:blip r:embed="rId3"/>
          <a:stretch>
            <a:fillRect/>
          </a:stretch>
        </p:blipFill>
        <p:spPr>
          <a:xfrm>
            <a:off x="50800" y="-15875"/>
            <a:ext cx="2324100" cy="1409700"/>
          </a:xfrm>
          <a:prstGeom prst="rect">
            <a:avLst/>
          </a:prstGeom>
        </p:spPr>
      </p:pic>
      <p:pic>
        <p:nvPicPr>
          <p:cNvPr id="9" name="Picture 8"/>
          <p:cNvPicPr>
            <a:picLocks noChangeAspect="1"/>
          </p:cNvPicPr>
          <p:nvPr userDrawn="1"/>
        </p:nvPicPr>
        <p:blipFill>
          <a:blip r:embed="rId4"/>
          <a:stretch>
            <a:fillRect/>
          </a:stretch>
        </p:blipFill>
        <p:spPr>
          <a:xfrm>
            <a:off x="7962900" y="3962400"/>
            <a:ext cx="1181100" cy="1181100"/>
          </a:xfrm>
          <a:prstGeom prst="rect">
            <a:avLst/>
          </a:prstGeom>
        </p:spPr>
      </p:pic>
      <p:pic>
        <p:nvPicPr>
          <p:cNvPr id="11" name="Picture 10"/>
          <p:cNvPicPr>
            <a:picLocks noChangeAspect="1"/>
          </p:cNvPicPr>
          <p:nvPr userDrawn="1"/>
        </p:nvPicPr>
        <p:blipFill>
          <a:blip r:embed="rId5">
            <a:extLst>
              <a:ext uri="{28A0092B-C50C-407E-A947-70E740481C1C}">
                <a14:useLocalDpi xmlns:a14="http://schemas.microsoft.com/office/drawing/2010/main"/>
              </a:ext>
            </a:extLst>
          </a:blip>
          <a:stretch>
            <a:fillRect/>
          </a:stretch>
        </p:blipFill>
        <p:spPr>
          <a:xfrm>
            <a:off x="533353" y="4193286"/>
            <a:ext cx="2051304" cy="719328"/>
          </a:xfrm>
          <a:prstGeom prst="rect">
            <a:avLst/>
          </a:prstGeom>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OM cover (op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45545" y="1036320"/>
            <a:ext cx="5091655" cy="1792308"/>
          </a:xfrm>
          <a:prstGeom prst="rect">
            <a:avLst/>
          </a:prstGeom>
        </p:spPr>
        <p:txBody>
          <a:bodyPr anchor="b">
            <a:noAutofit/>
          </a:bodyPr>
          <a:lstStyle>
            <a:lvl1pPr algn="l">
              <a:defRPr sz="2800" b="1" i="0">
                <a:solidFill>
                  <a:srgbClr val="418FDE"/>
                </a:solidFill>
                <a:latin typeface="Arial Bold" charset="0"/>
                <a:ea typeface="Arial Bold" charset="0"/>
                <a:cs typeface="Arial Bold" charset="0"/>
              </a:defRPr>
            </a:lvl1pPr>
          </a:lstStyle>
          <a:p>
            <a:r>
              <a:rPr lang="en-US" dirty="0"/>
              <a:t>ENTER PRESENTATION TITLE HERE</a:t>
            </a:r>
          </a:p>
        </p:txBody>
      </p:sp>
      <p:sp>
        <p:nvSpPr>
          <p:cNvPr id="3" name="Subtitle 2"/>
          <p:cNvSpPr>
            <a:spLocks noGrp="1"/>
          </p:cNvSpPr>
          <p:nvPr>
            <p:ph type="subTitle" idx="1" hasCustomPrompt="1"/>
          </p:nvPr>
        </p:nvSpPr>
        <p:spPr>
          <a:xfrm>
            <a:off x="445545" y="3080563"/>
            <a:ext cx="5091655" cy="803673"/>
          </a:xfrm>
          <a:prstGeom prst="rect">
            <a:avLst/>
          </a:prstGeom>
        </p:spPr>
        <p:txBody>
          <a:bodyPr>
            <a:noAutofit/>
          </a:bodyPr>
          <a:lstStyle>
            <a:lvl1pPr marL="0" indent="0" algn="l">
              <a:buNone/>
              <a:defRPr sz="1500" b="0" i="0" baseline="0">
                <a:solidFill>
                  <a:srgbClr val="0D2240"/>
                </a:solidFill>
                <a:latin typeface="Arial" charset="0"/>
                <a:ea typeface="Arial" charset="0"/>
                <a:cs typeface="Arial"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Presented by &lt;&lt;insert name here&gt;&gt;</a:t>
            </a:r>
            <a:br>
              <a:rPr lang="en-US" dirty="0"/>
            </a:br>
            <a:r>
              <a:rPr lang="en-US" dirty="0"/>
              <a:t>&lt;&lt;insert name here&gt;&gt;</a:t>
            </a:r>
            <a:br>
              <a:rPr lang="en-US" dirty="0"/>
            </a:br>
            <a:r>
              <a:rPr lang="en-US" dirty="0"/>
              <a:t>&lt;&lt;insert date here&gt;&gt;</a:t>
            </a:r>
          </a:p>
        </p:txBody>
      </p:sp>
      <p:pic>
        <p:nvPicPr>
          <p:cNvPr id="5" name="Picture 4"/>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533353" y="4193286"/>
            <a:ext cx="2051304" cy="719328"/>
          </a:xfrm>
          <a:prstGeom prst="rect">
            <a:avLst/>
          </a:prstGeom>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SOM cover (opt.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45545" y="1016000"/>
            <a:ext cx="5091655" cy="1792308"/>
          </a:xfrm>
          <a:prstGeom prst="rect">
            <a:avLst/>
          </a:prstGeom>
        </p:spPr>
        <p:txBody>
          <a:bodyPr anchor="b">
            <a:noAutofit/>
          </a:bodyPr>
          <a:lstStyle>
            <a:lvl1pPr algn="l">
              <a:defRPr sz="2800" b="1" i="0">
                <a:solidFill>
                  <a:srgbClr val="418FDE"/>
                </a:solidFill>
                <a:latin typeface="Arial Bold" charset="0"/>
                <a:ea typeface="Arial Bold" charset="0"/>
                <a:cs typeface="Arial Bold" charset="0"/>
              </a:defRPr>
            </a:lvl1pPr>
          </a:lstStyle>
          <a:p>
            <a:r>
              <a:rPr lang="en-US" dirty="0"/>
              <a:t>ENTER PRESENTATION TITLE HERE</a:t>
            </a:r>
          </a:p>
        </p:txBody>
      </p:sp>
      <p:sp>
        <p:nvSpPr>
          <p:cNvPr id="3" name="Subtitle 2"/>
          <p:cNvSpPr>
            <a:spLocks noGrp="1"/>
          </p:cNvSpPr>
          <p:nvPr>
            <p:ph type="subTitle" idx="1" hasCustomPrompt="1"/>
          </p:nvPr>
        </p:nvSpPr>
        <p:spPr>
          <a:xfrm>
            <a:off x="445545" y="3060243"/>
            <a:ext cx="5091655" cy="803673"/>
          </a:xfrm>
          <a:prstGeom prst="rect">
            <a:avLst/>
          </a:prstGeom>
        </p:spPr>
        <p:txBody>
          <a:bodyPr>
            <a:noAutofit/>
          </a:bodyPr>
          <a:lstStyle>
            <a:lvl1pPr marL="0" indent="0" algn="l">
              <a:buNone/>
              <a:defRPr sz="1500" b="0" i="0" baseline="0">
                <a:solidFill>
                  <a:srgbClr val="0D2240"/>
                </a:solidFill>
                <a:latin typeface="Arial" charset="0"/>
                <a:ea typeface="Arial" charset="0"/>
                <a:cs typeface="Arial"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Presented by &lt;&lt;insert name here&gt;&gt;</a:t>
            </a:r>
            <a:br>
              <a:rPr lang="en-US" dirty="0"/>
            </a:br>
            <a:r>
              <a:rPr lang="en-US" dirty="0"/>
              <a:t>&lt;&lt;insert name here&gt;&gt;</a:t>
            </a:r>
            <a:br>
              <a:rPr lang="en-US" dirty="0"/>
            </a:br>
            <a:r>
              <a:rPr lang="en-US" dirty="0"/>
              <a:t>&lt;&lt;insert date here&gt;&gt;</a:t>
            </a:r>
          </a:p>
        </p:txBody>
      </p:sp>
      <p:pic>
        <p:nvPicPr>
          <p:cNvPr id="5" name="Picture 4"/>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533353" y="4193286"/>
            <a:ext cx="2051304" cy="719328"/>
          </a:xfrm>
          <a:prstGeom prst="rect">
            <a:avLst/>
          </a:prstGeom>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SOM cover (opt.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847771" y="754743"/>
            <a:ext cx="3991429" cy="1422401"/>
          </a:xfrm>
          <a:prstGeom prst="rect">
            <a:avLst/>
          </a:prstGeom>
        </p:spPr>
        <p:txBody>
          <a:bodyPr anchor="b">
            <a:noAutofit/>
          </a:bodyPr>
          <a:lstStyle>
            <a:lvl1pPr algn="l">
              <a:defRPr sz="2800" b="1" i="0">
                <a:solidFill>
                  <a:srgbClr val="418FDE"/>
                </a:solidFill>
                <a:latin typeface="Arial Bold" charset="0"/>
                <a:ea typeface="Arial Bold" charset="0"/>
                <a:cs typeface="Arial Bold" charset="0"/>
              </a:defRPr>
            </a:lvl1pPr>
          </a:lstStyle>
          <a:p>
            <a:r>
              <a:rPr lang="en-US" dirty="0"/>
              <a:t>ENTER PRESENTATION </a:t>
            </a:r>
            <a:br>
              <a:rPr lang="en-US" dirty="0"/>
            </a:br>
            <a:r>
              <a:rPr lang="en-US" dirty="0"/>
              <a:t>TITLE HERE</a:t>
            </a:r>
          </a:p>
        </p:txBody>
      </p:sp>
      <p:sp>
        <p:nvSpPr>
          <p:cNvPr id="3" name="Subtitle 2"/>
          <p:cNvSpPr>
            <a:spLocks noGrp="1"/>
          </p:cNvSpPr>
          <p:nvPr>
            <p:ph type="subTitle" idx="1" hasCustomPrompt="1"/>
          </p:nvPr>
        </p:nvSpPr>
        <p:spPr>
          <a:xfrm>
            <a:off x="4847772" y="2363557"/>
            <a:ext cx="3708400" cy="1043671"/>
          </a:xfrm>
          <a:prstGeom prst="rect">
            <a:avLst/>
          </a:prstGeom>
        </p:spPr>
        <p:txBody>
          <a:bodyPr>
            <a:noAutofit/>
          </a:bodyPr>
          <a:lstStyle>
            <a:lvl1pPr marL="0" indent="0" algn="l">
              <a:buNone/>
              <a:defRPr sz="1500" b="0" i="0" baseline="0">
                <a:solidFill>
                  <a:srgbClr val="0D2240"/>
                </a:solidFill>
                <a:latin typeface="Arial" charset="0"/>
                <a:ea typeface="Arial" charset="0"/>
                <a:cs typeface="Arial"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Presented by &lt;&lt;insert name here&gt;&gt;</a:t>
            </a:r>
            <a:br>
              <a:rPr lang="en-US" dirty="0"/>
            </a:br>
            <a:r>
              <a:rPr lang="en-US" dirty="0"/>
              <a:t>&lt;&lt;insert name here&gt;&gt;</a:t>
            </a:r>
            <a:br>
              <a:rPr lang="en-US" dirty="0"/>
            </a:br>
            <a:r>
              <a:rPr lang="en-US" dirty="0"/>
              <a:t>&lt;&lt;insert date here&gt;&gt;</a:t>
            </a:r>
          </a:p>
        </p:txBody>
      </p:sp>
      <p:pic>
        <p:nvPicPr>
          <p:cNvPr id="6" name="Picture 5"/>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4979260" y="4055409"/>
            <a:ext cx="2051304" cy="719328"/>
          </a:xfrm>
          <a:prstGeom prst="rect">
            <a:avLst/>
          </a:prstGeom>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ON cover (opt. 1)">
    <p:bg>
      <p:bgPr>
        <a:solidFill>
          <a:schemeClr val="bg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5638800" y="0"/>
            <a:ext cx="3505200" cy="5143500"/>
          </a:xfrm>
          <a:prstGeom prst="rect">
            <a:avLst/>
          </a:prstGeom>
          <a:noFill/>
          <a:ln>
            <a:noFill/>
          </a:ln>
        </p:spPr>
      </p:pic>
      <p:sp>
        <p:nvSpPr>
          <p:cNvPr id="2" name="Title 1"/>
          <p:cNvSpPr>
            <a:spLocks noGrp="1"/>
          </p:cNvSpPr>
          <p:nvPr>
            <p:ph type="ctrTitle" hasCustomPrompt="1"/>
          </p:nvPr>
        </p:nvSpPr>
        <p:spPr>
          <a:xfrm>
            <a:off x="445545" y="1503680"/>
            <a:ext cx="5091655" cy="1480870"/>
          </a:xfrm>
          <a:prstGeom prst="rect">
            <a:avLst/>
          </a:prstGeom>
        </p:spPr>
        <p:txBody>
          <a:bodyPr anchor="b">
            <a:noAutofit/>
          </a:bodyPr>
          <a:lstStyle>
            <a:lvl1pPr algn="l">
              <a:defRPr sz="2800" b="1" i="0">
                <a:solidFill>
                  <a:srgbClr val="418FDE"/>
                </a:solidFill>
                <a:latin typeface="Arial Bold" charset="0"/>
                <a:ea typeface="Arial Bold" charset="0"/>
                <a:cs typeface="Arial Bold" charset="0"/>
              </a:defRPr>
            </a:lvl1pPr>
          </a:lstStyle>
          <a:p>
            <a:r>
              <a:rPr lang="en-US" dirty="0"/>
              <a:t>ENTER PRESENTATION TITLE HERE</a:t>
            </a:r>
          </a:p>
        </p:txBody>
      </p:sp>
      <p:sp>
        <p:nvSpPr>
          <p:cNvPr id="3" name="Subtitle 2"/>
          <p:cNvSpPr>
            <a:spLocks noGrp="1"/>
          </p:cNvSpPr>
          <p:nvPr>
            <p:ph type="subTitle" idx="1" hasCustomPrompt="1"/>
          </p:nvPr>
        </p:nvSpPr>
        <p:spPr>
          <a:xfrm>
            <a:off x="445545" y="3053605"/>
            <a:ext cx="5091655" cy="803673"/>
          </a:xfrm>
          <a:prstGeom prst="rect">
            <a:avLst/>
          </a:prstGeom>
        </p:spPr>
        <p:txBody>
          <a:bodyPr>
            <a:noAutofit/>
          </a:bodyPr>
          <a:lstStyle>
            <a:lvl1pPr marL="0" indent="0" algn="l">
              <a:buNone/>
              <a:defRPr sz="1500" b="0" i="0" baseline="0">
                <a:solidFill>
                  <a:srgbClr val="0D2240"/>
                </a:solidFill>
                <a:latin typeface="Arial" charset="0"/>
                <a:ea typeface="Arial" charset="0"/>
                <a:cs typeface="Arial"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Presented by &lt;&lt;insert name here&gt;&gt;</a:t>
            </a:r>
            <a:br>
              <a:rPr lang="en-US" dirty="0"/>
            </a:br>
            <a:r>
              <a:rPr lang="en-US" dirty="0"/>
              <a:t>&lt;&lt;insert name here&gt;&gt;</a:t>
            </a:r>
            <a:br>
              <a:rPr lang="en-US" dirty="0"/>
            </a:br>
            <a:r>
              <a:rPr lang="en-US" dirty="0"/>
              <a:t>&lt;&lt;insert date here&gt;&gt;</a:t>
            </a:r>
          </a:p>
        </p:txBody>
      </p:sp>
      <p:pic>
        <p:nvPicPr>
          <p:cNvPr id="8" name="Picture 7"/>
          <p:cNvPicPr>
            <a:picLocks noChangeAspect="1"/>
          </p:cNvPicPr>
          <p:nvPr userDrawn="1"/>
        </p:nvPicPr>
        <p:blipFill>
          <a:blip r:embed="rId3"/>
          <a:stretch>
            <a:fillRect/>
          </a:stretch>
        </p:blipFill>
        <p:spPr>
          <a:xfrm>
            <a:off x="50800" y="-15875"/>
            <a:ext cx="2324100" cy="1409700"/>
          </a:xfrm>
          <a:prstGeom prst="rect">
            <a:avLst/>
          </a:prstGeom>
        </p:spPr>
      </p:pic>
      <p:pic>
        <p:nvPicPr>
          <p:cNvPr id="9" name="Picture 8"/>
          <p:cNvPicPr>
            <a:picLocks noChangeAspect="1"/>
          </p:cNvPicPr>
          <p:nvPr userDrawn="1"/>
        </p:nvPicPr>
        <p:blipFill>
          <a:blip r:embed="rId4"/>
          <a:stretch>
            <a:fillRect/>
          </a:stretch>
        </p:blipFill>
        <p:spPr>
          <a:xfrm>
            <a:off x="7962900" y="3962400"/>
            <a:ext cx="1181100" cy="1181100"/>
          </a:xfrm>
          <a:prstGeom prst="rect">
            <a:avLst/>
          </a:prstGeom>
        </p:spPr>
      </p:pic>
      <p:pic>
        <p:nvPicPr>
          <p:cNvPr id="12" name="Picture 11"/>
          <p:cNvPicPr>
            <a:picLocks noChangeAspect="1"/>
          </p:cNvPicPr>
          <p:nvPr userDrawn="1"/>
        </p:nvPicPr>
        <p:blipFill>
          <a:blip r:embed="rId5">
            <a:extLst>
              <a:ext uri="{28A0092B-C50C-407E-A947-70E740481C1C}">
                <a14:useLocalDpi xmlns:a14="http://schemas.microsoft.com/office/drawing/2010/main"/>
              </a:ext>
            </a:extLst>
          </a:blip>
          <a:stretch>
            <a:fillRect/>
          </a:stretch>
        </p:blipFill>
        <p:spPr>
          <a:xfrm>
            <a:off x="533353" y="4338680"/>
            <a:ext cx="2043592" cy="633127"/>
          </a:xfrm>
          <a:prstGeom prst="rect">
            <a:avLst/>
          </a:prstGeom>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ON cover (op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45545" y="1036320"/>
            <a:ext cx="5091655" cy="1792308"/>
          </a:xfrm>
          <a:prstGeom prst="rect">
            <a:avLst/>
          </a:prstGeom>
        </p:spPr>
        <p:txBody>
          <a:bodyPr anchor="b">
            <a:noAutofit/>
          </a:bodyPr>
          <a:lstStyle>
            <a:lvl1pPr algn="l">
              <a:defRPr sz="2800" b="1" i="0">
                <a:solidFill>
                  <a:srgbClr val="418FDE"/>
                </a:solidFill>
                <a:latin typeface="Arial Bold" charset="0"/>
                <a:ea typeface="Arial Bold" charset="0"/>
                <a:cs typeface="Arial Bold" charset="0"/>
              </a:defRPr>
            </a:lvl1pPr>
          </a:lstStyle>
          <a:p>
            <a:r>
              <a:rPr lang="en-US" dirty="0"/>
              <a:t>ENTER PRESENTATION TITLE HERE</a:t>
            </a:r>
          </a:p>
        </p:txBody>
      </p:sp>
      <p:sp>
        <p:nvSpPr>
          <p:cNvPr id="3" name="Subtitle 2"/>
          <p:cNvSpPr>
            <a:spLocks noGrp="1"/>
          </p:cNvSpPr>
          <p:nvPr>
            <p:ph type="subTitle" idx="1" hasCustomPrompt="1"/>
          </p:nvPr>
        </p:nvSpPr>
        <p:spPr>
          <a:xfrm>
            <a:off x="445545" y="3080563"/>
            <a:ext cx="5091655" cy="803673"/>
          </a:xfrm>
          <a:prstGeom prst="rect">
            <a:avLst/>
          </a:prstGeom>
        </p:spPr>
        <p:txBody>
          <a:bodyPr>
            <a:noAutofit/>
          </a:bodyPr>
          <a:lstStyle>
            <a:lvl1pPr marL="0" indent="0" algn="l">
              <a:buNone/>
              <a:defRPr sz="1500" b="0" i="0" baseline="0">
                <a:solidFill>
                  <a:srgbClr val="0D2240"/>
                </a:solidFill>
                <a:latin typeface="Arial" charset="0"/>
                <a:ea typeface="Arial" charset="0"/>
                <a:cs typeface="Arial"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Presented by &lt;&lt;insert name here&gt;&gt;</a:t>
            </a:r>
            <a:br>
              <a:rPr lang="en-US" dirty="0"/>
            </a:br>
            <a:r>
              <a:rPr lang="en-US" dirty="0"/>
              <a:t>&lt;&lt;insert name here&gt;&gt;</a:t>
            </a:r>
            <a:br>
              <a:rPr lang="en-US" dirty="0"/>
            </a:br>
            <a:r>
              <a:rPr lang="en-US" dirty="0"/>
              <a:t>&lt;&lt;insert date here&gt;&gt;</a:t>
            </a:r>
          </a:p>
        </p:txBody>
      </p:sp>
      <p:pic>
        <p:nvPicPr>
          <p:cNvPr id="6" name="Picture 5"/>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533353" y="4338680"/>
            <a:ext cx="2043592" cy="633127"/>
          </a:xfrm>
          <a:prstGeom prst="rect">
            <a:avLst/>
          </a:prstGeom>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ON cover (opt.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45545" y="1016000"/>
            <a:ext cx="5091655" cy="1792308"/>
          </a:xfrm>
          <a:prstGeom prst="rect">
            <a:avLst/>
          </a:prstGeom>
        </p:spPr>
        <p:txBody>
          <a:bodyPr anchor="b">
            <a:noAutofit/>
          </a:bodyPr>
          <a:lstStyle>
            <a:lvl1pPr algn="l">
              <a:defRPr sz="2800" b="1" i="0">
                <a:solidFill>
                  <a:srgbClr val="418FDE"/>
                </a:solidFill>
                <a:latin typeface="Arial Bold" charset="0"/>
                <a:ea typeface="Arial Bold" charset="0"/>
                <a:cs typeface="Arial Bold" charset="0"/>
              </a:defRPr>
            </a:lvl1pPr>
          </a:lstStyle>
          <a:p>
            <a:r>
              <a:rPr lang="en-US" dirty="0"/>
              <a:t>ENTER PRESENTATION TITLE HERE</a:t>
            </a:r>
          </a:p>
        </p:txBody>
      </p:sp>
      <p:sp>
        <p:nvSpPr>
          <p:cNvPr id="3" name="Subtitle 2"/>
          <p:cNvSpPr>
            <a:spLocks noGrp="1"/>
          </p:cNvSpPr>
          <p:nvPr>
            <p:ph type="subTitle" idx="1" hasCustomPrompt="1"/>
          </p:nvPr>
        </p:nvSpPr>
        <p:spPr>
          <a:xfrm>
            <a:off x="445545" y="3060243"/>
            <a:ext cx="5091655" cy="803673"/>
          </a:xfrm>
          <a:prstGeom prst="rect">
            <a:avLst/>
          </a:prstGeom>
        </p:spPr>
        <p:txBody>
          <a:bodyPr>
            <a:noAutofit/>
          </a:bodyPr>
          <a:lstStyle>
            <a:lvl1pPr marL="0" indent="0" algn="l">
              <a:buNone/>
              <a:defRPr sz="1500" b="0" i="0" baseline="0">
                <a:solidFill>
                  <a:srgbClr val="0D2240"/>
                </a:solidFill>
                <a:latin typeface="Arial" charset="0"/>
                <a:ea typeface="Arial" charset="0"/>
                <a:cs typeface="Arial"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Presented by &lt;&lt;insert name here&gt;&gt;</a:t>
            </a:r>
            <a:br>
              <a:rPr lang="en-US" dirty="0"/>
            </a:br>
            <a:r>
              <a:rPr lang="en-US" dirty="0"/>
              <a:t>&lt;&lt;insert name here&gt;&gt;</a:t>
            </a:r>
            <a:br>
              <a:rPr lang="en-US" dirty="0"/>
            </a:br>
            <a:r>
              <a:rPr lang="en-US" dirty="0"/>
              <a:t>&lt;&lt;insert date here&gt;&gt;</a:t>
            </a:r>
          </a:p>
        </p:txBody>
      </p:sp>
      <p:pic>
        <p:nvPicPr>
          <p:cNvPr id="6" name="Picture 5"/>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533353" y="4338680"/>
            <a:ext cx="2043592" cy="633127"/>
          </a:xfrm>
          <a:prstGeom prst="rect">
            <a:avLst/>
          </a:prstGeom>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ON cover (opt.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847771" y="754743"/>
            <a:ext cx="3991429" cy="1422401"/>
          </a:xfrm>
          <a:prstGeom prst="rect">
            <a:avLst/>
          </a:prstGeom>
        </p:spPr>
        <p:txBody>
          <a:bodyPr anchor="b">
            <a:noAutofit/>
          </a:bodyPr>
          <a:lstStyle>
            <a:lvl1pPr algn="l">
              <a:defRPr sz="2800" b="1" i="0">
                <a:solidFill>
                  <a:srgbClr val="418FDE"/>
                </a:solidFill>
                <a:latin typeface="Arial Bold" charset="0"/>
                <a:ea typeface="Arial Bold" charset="0"/>
                <a:cs typeface="Arial Bold" charset="0"/>
              </a:defRPr>
            </a:lvl1pPr>
          </a:lstStyle>
          <a:p>
            <a:r>
              <a:rPr lang="en-US" dirty="0"/>
              <a:t>ENTER PRESENTATION </a:t>
            </a:r>
            <a:br>
              <a:rPr lang="en-US" dirty="0"/>
            </a:br>
            <a:r>
              <a:rPr lang="en-US" dirty="0"/>
              <a:t>TITLE HERE</a:t>
            </a:r>
          </a:p>
        </p:txBody>
      </p:sp>
      <p:sp>
        <p:nvSpPr>
          <p:cNvPr id="3" name="Subtitle 2"/>
          <p:cNvSpPr>
            <a:spLocks noGrp="1"/>
          </p:cNvSpPr>
          <p:nvPr>
            <p:ph type="subTitle" idx="1" hasCustomPrompt="1"/>
          </p:nvPr>
        </p:nvSpPr>
        <p:spPr>
          <a:xfrm>
            <a:off x="4847772" y="2363557"/>
            <a:ext cx="3708400" cy="1043671"/>
          </a:xfrm>
          <a:prstGeom prst="rect">
            <a:avLst/>
          </a:prstGeom>
        </p:spPr>
        <p:txBody>
          <a:bodyPr>
            <a:noAutofit/>
          </a:bodyPr>
          <a:lstStyle>
            <a:lvl1pPr marL="0" indent="0" algn="l">
              <a:buNone/>
              <a:defRPr sz="1500" b="0" i="0" baseline="0">
                <a:solidFill>
                  <a:srgbClr val="0D2240"/>
                </a:solidFill>
                <a:latin typeface="Arial" charset="0"/>
                <a:ea typeface="Arial" charset="0"/>
                <a:cs typeface="Arial"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Presented by &lt;&lt;insert name here&gt;&gt;</a:t>
            </a:r>
            <a:br>
              <a:rPr lang="en-US" dirty="0"/>
            </a:br>
            <a:r>
              <a:rPr lang="en-US" dirty="0"/>
              <a:t>&lt;&lt;insert name here&gt;&gt;</a:t>
            </a:r>
            <a:br>
              <a:rPr lang="en-US" dirty="0"/>
            </a:br>
            <a:r>
              <a:rPr lang="en-US" dirty="0"/>
              <a:t>&lt;&lt;insert date here&gt;&gt;</a:t>
            </a:r>
          </a:p>
        </p:txBody>
      </p:sp>
      <p:pic>
        <p:nvPicPr>
          <p:cNvPr id="5" name="Picture 4"/>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5006154" y="4244551"/>
            <a:ext cx="2043592" cy="633127"/>
          </a:xfrm>
          <a:prstGeom prst="rect">
            <a:avLst/>
          </a:prstGeom>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ection break (opt.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3956257" y="2052426"/>
            <a:ext cx="4708056" cy="994172"/>
          </a:xfrm>
          <a:prstGeom prst="rect">
            <a:avLst/>
          </a:prstGeom>
        </p:spPr>
        <p:txBody>
          <a:bodyPr anchor="ctr">
            <a:noAutofit/>
          </a:bodyPr>
          <a:lstStyle>
            <a:lvl1pPr algn="l">
              <a:defRPr baseline="0">
                <a:solidFill>
                  <a:srgbClr val="0D2240"/>
                </a:solidFill>
              </a:defRPr>
            </a:lvl1pPr>
          </a:lstStyle>
          <a:p>
            <a:r>
              <a:rPr lang="en-US" dirty="0"/>
              <a:t>Section/Separator Slide option 1</a:t>
            </a:r>
          </a:p>
        </p:txBody>
      </p:sp>
      <p:pic>
        <p:nvPicPr>
          <p:cNvPr id="2" name="Picture 1"/>
          <p:cNvPicPr>
            <a:picLocks noChangeAspect="1"/>
          </p:cNvPicPr>
          <p:nvPr userDrawn="1"/>
        </p:nvPicPr>
        <p:blipFill>
          <a:blip r:embed="rId3">
            <a:alphaModFix amt="10000"/>
            <a:extLst>
              <a:ext uri="{28A0092B-C50C-407E-A947-70E740481C1C}">
                <a14:useLocalDpi xmlns:a14="http://schemas.microsoft.com/office/drawing/2010/main"/>
              </a:ext>
            </a:extLst>
          </a:blip>
          <a:stretch>
            <a:fillRect/>
          </a:stretch>
        </p:blipFill>
        <p:spPr>
          <a:xfrm>
            <a:off x="630645" y="1984620"/>
            <a:ext cx="1183639" cy="1163578"/>
          </a:xfrm>
          <a:prstGeom prst="rect">
            <a:avLst/>
          </a:prstGeom>
        </p:spPr>
      </p:pic>
    </p:spTree>
    <p:extLst>
      <p:ext uri="{BB962C8B-B14F-4D97-AF65-F5344CB8AC3E}">
        <p14:creationId xmlns:p14="http://schemas.microsoft.com/office/powerpoint/2010/main" val="506178614"/>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ection break (op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3956257" y="2052426"/>
            <a:ext cx="4708056" cy="994172"/>
          </a:xfrm>
          <a:prstGeom prst="rect">
            <a:avLst/>
          </a:prstGeom>
        </p:spPr>
        <p:txBody>
          <a:bodyPr anchor="ctr">
            <a:noAutofit/>
          </a:bodyPr>
          <a:lstStyle>
            <a:lvl1pPr algn="l">
              <a:defRPr baseline="0">
                <a:solidFill>
                  <a:schemeClr val="bg1"/>
                </a:solidFill>
              </a:defRPr>
            </a:lvl1pPr>
          </a:lstStyle>
          <a:p>
            <a:r>
              <a:rPr lang="en-US" dirty="0"/>
              <a:t>Section/Separator Slide option 2</a:t>
            </a:r>
          </a:p>
        </p:txBody>
      </p:sp>
      <p:pic>
        <p:nvPicPr>
          <p:cNvPr id="2" name="Picture 1"/>
          <p:cNvPicPr>
            <a:picLocks noChangeAspect="1"/>
          </p:cNvPicPr>
          <p:nvPr userDrawn="1"/>
        </p:nvPicPr>
        <p:blipFill>
          <a:blip r:embed="rId3">
            <a:alphaModFix amt="10000"/>
            <a:extLst>
              <a:ext uri="{28A0092B-C50C-407E-A947-70E740481C1C}">
                <a14:useLocalDpi xmlns:a14="http://schemas.microsoft.com/office/drawing/2010/main"/>
              </a:ext>
            </a:extLst>
          </a:blip>
          <a:stretch>
            <a:fillRect/>
          </a:stretch>
        </p:blipFill>
        <p:spPr>
          <a:xfrm>
            <a:off x="630645" y="1984620"/>
            <a:ext cx="1183639" cy="1163578"/>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ection break (opt.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659130" y="1869546"/>
            <a:ext cx="4708056" cy="994172"/>
          </a:xfrm>
          <a:prstGeom prst="rect">
            <a:avLst/>
          </a:prstGeom>
        </p:spPr>
        <p:txBody>
          <a:bodyPr anchor="ctr">
            <a:noAutofit/>
          </a:bodyPr>
          <a:lstStyle>
            <a:lvl1pPr algn="l">
              <a:defRPr baseline="0">
                <a:solidFill>
                  <a:srgbClr val="418FDE"/>
                </a:solidFill>
              </a:defRPr>
            </a:lvl1pPr>
          </a:lstStyle>
          <a:p>
            <a:r>
              <a:rPr lang="en-US" dirty="0"/>
              <a:t>Section/Separator Slide option 3</a:t>
            </a:r>
          </a:p>
        </p:txBody>
      </p:sp>
    </p:spTree>
    <p:extLst>
      <p:ext uri="{BB962C8B-B14F-4D97-AF65-F5344CB8AC3E}">
        <p14:creationId xmlns:p14="http://schemas.microsoft.com/office/powerpoint/2010/main" val="199059351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ext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ext Placeholder 11"/>
          <p:cNvSpPr>
            <a:spLocks noGrp="1"/>
          </p:cNvSpPr>
          <p:nvPr>
            <p:ph type="body" sz="quarter" idx="14"/>
          </p:nvPr>
        </p:nvSpPr>
        <p:spPr>
          <a:xfrm>
            <a:off x="628650" y="1304963"/>
            <a:ext cx="7886700" cy="3275119"/>
          </a:xfrm>
          <a:prstGeom prst="rect">
            <a:avLst/>
          </a:prstGeom>
        </p:spPr>
        <p:txBody>
          <a:bodyPr>
            <a:noAutofit/>
          </a:bodyPr>
          <a:lstStyle>
            <a:lvl1pPr marL="0" indent="0">
              <a:lnSpc>
                <a:spcPct val="100000"/>
              </a:lnSpc>
              <a:buNone/>
              <a:defRPr sz="1600" b="0" i="0">
                <a:latin typeface="Times New Roman Regular" charset="0"/>
                <a:ea typeface="Times New Roman Regular" charset="0"/>
                <a:cs typeface="Times New Roman Regular" charset="0"/>
              </a:defRPr>
            </a:lvl1pPr>
            <a:lvl2pPr marL="342900" indent="0">
              <a:lnSpc>
                <a:spcPct val="100000"/>
              </a:lnSpc>
              <a:buNone/>
              <a:defRPr sz="1600" b="0" i="0">
                <a:latin typeface="Portrait Q Regular" charset="0"/>
                <a:ea typeface="Portrait Q Regular" charset="0"/>
                <a:cs typeface="Portrait Q Regular" charset="0"/>
              </a:defRPr>
            </a:lvl2pPr>
            <a:lvl3pPr marL="685800" indent="0">
              <a:lnSpc>
                <a:spcPct val="100000"/>
              </a:lnSpc>
              <a:buNone/>
              <a:defRPr sz="1600" b="0" i="0">
                <a:latin typeface="Portrait Q Regular" charset="0"/>
                <a:ea typeface="Portrait Q Regular" charset="0"/>
                <a:cs typeface="Portrait Q Regular" charset="0"/>
              </a:defRPr>
            </a:lvl3pPr>
            <a:lvl4pPr marL="1028700" indent="0">
              <a:lnSpc>
                <a:spcPct val="100000"/>
              </a:lnSpc>
              <a:buNone/>
              <a:defRPr sz="1600" b="0" i="0">
                <a:latin typeface="Portrait Q Regular" charset="0"/>
                <a:ea typeface="Portrait Q Regular" charset="0"/>
                <a:cs typeface="Portrait Q Regular" charset="0"/>
              </a:defRPr>
            </a:lvl4pPr>
            <a:lvl5pPr marL="1371600" indent="0">
              <a:lnSpc>
                <a:spcPct val="100000"/>
              </a:lnSpc>
              <a:buNone/>
              <a:defRPr sz="1600" b="0" i="0">
                <a:latin typeface="Portrait Q Regular" charset="0"/>
                <a:ea typeface="Portrait Q Regular" charset="0"/>
                <a:cs typeface="Portrait Q Regular" charset="0"/>
              </a:defRPr>
            </a:lvl5pPr>
          </a:lstStyle>
          <a:p>
            <a:pPr lvl="0"/>
            <a:r>
              <a:rPr lang="en-US" dirty="0"/>
              <a:t>Click to edit Master text styles</a:t>
            </a:r>
          </a:p>
        </p:txBody>
      </p:sp>
      <p:sp>
        <p:nvSpPr>
          <p:cNvPr id="10" name="Text Placeholder 7"/>
          <p:cNvSpPr>
            <a:spLocks noGrp="1"/>
          </p:cNvSpPr>
          <p:nvPr>
            <p:ph type="body" sz="quarter" idx="13" hasCustomPrompt="1"/>
          </p:nvPr>
        </p:nvSpPr>
        <p:spPr>
          <a:xfrm>
            <a:off x="628650" y="265040"/>
            <a:ext cx="4442114" cy="229764"/>
          </a:xfrm>
          <a:prstGeom prst="rect">
            <a:avLst/>
          </a:prstGeom>
        </p:spPr>
        <p:txBody>
          <a:bodyPr>
            <a:noAutofit/>
          </a:bodyPr>
          <a:lstStyle>
            <a:lvl1pPr marL="0" marR="0" indent="0" algn="l" defTabSz="342900" rtl="0" eaLnBrk="1" fontAlgn="auto" latinLnBrk="0" hangingPunct="1">
              <a:lnSpc>
                <a:spcPct val="100000"/>
              </a:lnSpc>
              <a:spcBef>
                <a:spcPct val="20000"/>
              </a:spcBef>
              <a:spcAft>
                <a:spcPts val="0"/>
              </a:spcAft>
              <a:buClr>
                <a:srgbClr val="003374"/>
              </a:buClr>
              <a:buSzPct val="80000"/>
              <a:buFontTx/>
              <a:buNone/>
              <a:tabLst/>
              <a:defRPr sz="800" b="1" i="0" kern="0" cap="all" spc="75">
                <a:solidFill>
                  <a:srgbClr val="418FDE"/>
                </a:solidFill>
                <a:latin typeface="Arial Bold" charset="0"/>
                <a:ea typeface="Arial Bold" charset="0"/>
                <a:cs typeface="Arial Bold" charset="0"/>
              </a:defRPr>
            </a:lvl1pPr>
          </a:lstStyle>
          <a:p>
            <a:pPr marL="0" marR="0" lvl="0" indent="0" algn="l" defTabSz="342900" rtl="0" eaLnBrk="1" fontAlgn="auto" latinLnBrk="0" hangingPunct="1">
              <a:lnSpc>
                <a:spcPct val="100000"/>
              </a:lnSpc>
              <a:spcBef>
                <a:spcPct val="20000"/>
              </a:spcBef>
              <a:spcAft>
                <a:spcPts val="0"/>
              </a:spcAft>
              <a:buClr>
                <a:srgbClr val="003374"/>
              </a:buClr>
              <a:buSzPct val="80000"/>
              <a:buFontTx/>
              <a:buNone/>
              <a:tabLst/>
              <a:defRPr/>
            </a:pPr>
            <a:r>
              <a:rPr lang="en-US" dirty="0"/>
              <a:t>Optional Section </a:t>
            </a:r>
            <a:r>
              <a:rPr lang="en-US" dirty="0" err="1"/>
              <a:t>TItle</a:t>
            </a:r>
            <a:endParaRPr lang="en-US" dirty="0"/>
          </a:p>
          <a:p>
            <a:pPr lvl="0"/>
            <a:endParaRPr lang="en-US" dirty="0"/>
          </a:p>
        </p:txBody>
      </p:sp>
      <p:sp>
        <p:nvSpPr>
          <p:cNvPr id="5" name="Title 1"/>
          <p:cNvSpPr>
            <a:spLocks noGrp="1"/>
          </p:cNvSpPr>
          <p:nvPr>
            <p:ph type="title" hasCustomPrompt="1"/>
          </p:nvPr>
        </p:nvSpPr>
        <p:spPr>
          <a:xfrm>
            <a:off x="628650" y="499946"/>
            <a:ext cx="7886700" cy="431641"/>
          </a:xfrm>
          <a:prstGeom prst="rect">
            <a:avLst/>
          </a:prstGeom>
        </p:spPr>
        <p:txBody>
          <a:bodyPr anchor="t">
            <a:noAutofit/>
          </a:bodyPr>
          <a:lstStyle>
            <a:lvl1pPr>
              <a:defRPr sz="2400" b="0" i="0">
                <a:latin typeface="Arial" charset="0"/>
                <a:ea typeface="Arial" charset="0"/>
                <a:cs typeface="Arial" charset="0"/>
              </a:defRPr>
            </a:lvl1pPr>
          </a:lstStyle>
          <a:p>
            <a:r>
              <a:rPr lang="en-US" dirty="0"/>
              <a:t>Header Goes Here </a:t>
            </a: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Bullets (1 colum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ext Placeholder 11"/>
          <p:cNvSpPr>
            <a:spLocks noGrp="1"/>
          </p:cNvSpPr>
          <p:nvPr>
            <p:ph type="body" sz="quarter" idx="14"/>
          </p:nvPr>
        </p:nvSpPr>
        <p:spPr>
          <a:xfrm>
            <a:off x="628650" y="1304963"/>
            <a:ext cx="7886700" cy="3275119"/>
          </a:xfrm>
          <a:prstGeom prst="rect">
            <a:avLst/>
          </a:prstGeom>
        </p:spPr>
        <p:txBody>
          <a:bodyPr>
            <a:noAutofit/>
          </a:bodyPr>
          <a:lstStyle>
            <a:lvl1pPr>
              <a:lnSpc>
                <a:spcPct val="100000"/>
              </a:lnSpc>
              <a:defRPr sz="1600" b="0" i="0">
                <a:latin typeface="Times New Roman Regular" charset="0"/>
                <a:ea typeface="Times New Roman Regular" charset="0"/>
                <a:cs typeface="Times New Roman Regular" charset="0"/>
              </a:defRPr>
            </a:lvl1pPr>
            <a:lvl2pPr>
              <a:lnSpc>
                <a:spcPct val="100000"/>
              </a:lnSpc>
              <a:defRPr sz="1600" b="0" i="0">
                <a:latin typeface="Times New Roman Regular" charset="0"/>
                <a:ea typeface="Times New Roman Regular" charset="0"/>
                <a:cs typeface="Times New Roman Regular" charset="0"/>
              </a:defRPr>
            </a:lvl2pPr>
            <a:lvl3pPr>
              <a:lnSpc>
                <a:spcPct val="100000"/>
              </a:lnSpc>
              <a:defRPr sz="1600" b="0" i="0">
                <a:latin typeface="Times New Roman Regular" charset="0"/>
                <a:ea typeface="Times New Roman Regular" charset="0"/>
                <a:cs typeface="Times New Roman Regular" charset="0"/>
              </a:defRPr>
            </a:lvl3pPr>
            <a:lvl4pPr>
              <a:lnSpc>
                <a:spcPct val="100000"/>
              </a:lnSpc>
              <a:defRPr sz="1600" b="0" i="0">
                <a:latin typeface="Times New Roman Regular" charset="0"/>
                <a:ea typeface="Times New Roman Regular" charset="0"/>
                <a:cs typeface="Times New Roman Regular" charset="0"/>
              </a:defRPr>
            </a:lvl4pPr>
            <a:lvl5pPr>
              <a:lnSpc>
                <a:spcPct val="100000"/>
              </a:lnSpc>
              <a:defRPr sz="1600" b="0" i="0">
                <a:latin typeface="Times New Roman Regular" charset="0"/>
                <a:ea typeface="Times New Roman Regular" charset="0"/>
                <a:cs typeface="Times New Roman Regular"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7"/>
          <p:cNvSpPr>
            <a:spLocks noGrp="1"/>
          </p:cNvSpPr>
          <p:nvPr>
            <p:ph type="body" sz="quarter" idx="13" hasCustomPrompt="1"/>
          </p:nvPr>
        </p:nvSpPr>
        <p:spPr>
          <a:xfrm>
            <a:off x="628650" y="265040"/>
            <a:ext cx="4442114" cy="229764"/>
          </a:xfrm>
          <a:prstGeom prst="rect">
            <a:avLst/>
          </a:prstGeom>
        </p:spPr>
        <p:txBody>
          <a:bodyPr>
            <a:noAutofit/>
          </a:bodyPr>
          <a:lstStyle>
            <a:lvl1pPr marL="0" marR="0" indent="0" algn="l" defTabSz="342900" rtl="0" eaLnBrk="1" fontAlgn="auto" latinLnBrk="0" hangingPunct="1">
              <a:lnSpc>
                <a:spcPct val="100000"/>
              </a:lnSpc>
              <a:spcBef>
                <a:spcPct val="20000"/>
              </a:spcBef>
              <a:spcAft>
                <a:spcPts val="0"/>
              </a:spcAft>
              <a:buClr>
                <a:srgbClr val="003374"/>
              </a:buClr>
              <a:buSzPct val="80000"/>
              <a:buFontTx/>
              <a:buNone/>
              <a:tabLst/>
              <a:defRPr sz="800" b="1" i="0" kern="0" cap="all" spc="75">
                <a:solidFill>
                  <a:srgbClr val="418FDE"/>
                </a:solidFill>
                <a:latin typeface="Arial Bold" charset="0"/>
                <a:ea typeface="Arial Bold" charset="0"/>
                <a:cs typeface="Arial Bold" charset="0"/>
              </a:defRPr>
            </a:lvl1pPr>
          </a:lstStyle>
          <a:p>
            <a:pPr marL="0" marR="0" lvl="0" indent="0" algn="l" defTabSz="342900" rtl="0" eaLnBrk="1" fontAlgn="auto" latinLnBrk="0" hangingPunct="1">
              <a:lnSpc>
                <a:spcPct val="100000"/>
              </a:lnSpc>
              <a:spcBef>
                <a:spcPct val="20000"/>
              </a:spcBef>
              <a:spcAft>
                <a:spcPts val="0"/>
              </a:spcAft>
              <a:buClr>
                <a:srgbClr val="003374"/>
              </a:buClr>
              <a:buSzPct val="80000"/>
              <a:buFontTx/>
              <a:buNone/>
              <a:tabLst/>
              <a:defRPr/>
            </a:pPr>
            <a:r>
              <a:rPr lang="en-US" dirty="0"/>
              <a:t>Optional Section </a:t>
            </a:r>
            <a:r>
              <a:rPr lang="en-US" dirty="0" err="1"/>
              <a:t>TItle</a:t>
            </a:r>
            <a:endParaRPr lang="en-US" dirty="0"/>
          </a:p>
          <a:p>
            <a:pPr lvl="0"/>
            <a:endParaRPr lang="en-US" dirty="0"/>
          </a:p>
        </p:txBody>
      </p:sp>
      <p:sp>
        <p:nvSpPr>
          <p:cNvPr id="5" name="Title 1"/>
          <p:cNvSpPr>
            <a:spLocks noGrp="1"/>
          </p:cNvSpPr>
          <p:nvPr>
            <p:ph type="title" hasCustomPrompt="1"/>
          </p:nvPr>
        </p:nvSpPr>
        <p:spPr>
          <a:xfrm>
            <a:off x="628650" y="499946"/>
            <a:ext cx="7886700" cy="431641"/>
          </a:xfrm>
          <a:prstGeom prst="rect">
            <a:avLst/>
          </a:prstGeom>
        </p:spPr>
        <p:txBody>
          <a:bodyPr anchor="t">
            <a:noAutofit/>
          </a:bodyPr>
          <a:lstStyle>
            <a:lvl1pPr>
              <a:defRPr sz="2400" b="0" i="0">
                <a:latin typeface="Arial" charset="0"/>
                <a:ea typeface="Arial" charset="0"/>
                <a:cs typeface="Arial" charset="0"/>
              </a:defRPr>
            </a:lvl1pPr>
          </a:lstStyle>
          <a:p>
            <a:r>
              <a:rPr lang="en-US" dirty="0"/>
              <a:t>Header Goes Here </a:t>
            </a:r>
          </a:p>
        </p:txBody>
      </p:sp>
    </p:spTree>
    <p:extLst>
      <p:ext uri="{BB962C8B-B14F-4D97-AF65-F5344CB8AC3E}">
        <p14:creationId xmlns:p14="http://schemas.microsoft.com/office/powerpoint/2010/main" val="190494153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Numbered bullets (1 colum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11"/>
          <p:cNvSpPr>
            <a:spLocks noGrp="1"/>
          </p:cNvSpPr>
          <p:nvPr>
            <p:ph type="body" sz="quarter" idx="15"/>
          </p:nvPr>
        </p:nvSpPr>
        <p:spPr>
          <a:xfrm>
            <a:off x="628650" y="1302063"/>
            <a:ext cx="7886700" cy="3275119"/>
          </a:xfrm>
          <a:prstGeom prst="rect">
            <a:avLst/>
          </a:prstGeom>
        </p:spPr>
        <p:txBody>
          <a:bodyPr>
            <a:noAutofit/>
          </a:bodyPr>
          <a:lstStyle>
            <a:lvl1pPr marL="173736" indent="-173736">
              <a:lnSpc>
                <a:spcPct val="100000"/>
              </a:lnSpc>
              <a:buFont typeface="+mj-lt"/>
              <a:buAutoNum type="arabicPeriod"/>
              <a:defRPr sz="1600" b="0" i="0">
                <a:latin typeface="Times New Roman Regular" charset="0"/>
                <a:ea typeface="Times New Roman Regular" charset="0"/>
                <a:cs typeface="Times New Roman Regular" charset="0"/>
              </a:defRPr>
            </a:lvl1pPr>
            <a:lvl2pPr marL="502920" indent="-173736">
              <a:lnSpc>
                <a:spcPct val="100000"/>
              </a:lnSpc>
              <a:buFont typeface="+mj-lt"/>
              <a:buAutoNum type="arabicPeriod"/>
              <a:defRPr sz="1600" b="0" i="0">
                <a:latin typeface="Times New Roman Regular" charset="0"/>
                <a:ea typeface="Times New Roman Regular" charset="0"/>
                <a:cs typeface="Times New Roman Regular" charset="0"/>
              </a:defRPr>
            </a:lvl2pPr>
            <a:lvl3pPr marL="822960" indent="-173736">
              <a:lnSpc>
                <a:spcPct val="100000"/>
              </a:lnSpc>
              <a:buFont typeface="+mj-lt"/>
              <a:buAutoNum type="arabicPeriod"/>
              <a:defRPr sz="1600" b="0" i="0">
                <a:latin typeface="Times New Roman Regular" charset="0"/>
                <a:ea typeface="Times New Roman Regular" charset="0"/>
                <a:cs typeface="Times New Roman Regular" charset="0"/>
              </a:defRPr>
            </a:lvl3pPr>
            <a:lvl4pPr marL="1188720" indent="-173736">
              <a:lnSpc>
                <a:spcPct val="100000"/>
              </a:lnSpc>
              <a:buFont typeface="+mj-lt"/>
              <a:buAutoNum type="arabicPeriod"/>
              <a:defRPr sz="1600" b="0" i="0">
                <a:latin typeface="Times New Roman Regular" charset="0"/>
                <a:ea typeface="Times New Roman Regular" charset="0"/>
                <a:cs typeface="Times New Roman Regular" charset="0"/>
              </a:defRPr>
            </a:lvl4pPr>
            <a:lvl5pPr marL="1554480" indent="-173736">
              <a:lnSpc>
                <a:spcPct val="100000"/>
              </a:lnSpc>
              <a:buFont typeface="+mj-lt"/>
              <a:buAutoNum type="arabicPeriod"/>
              <a:defRPr sz="1600" b="0" i="0">
                <a:latin typeface="Times New Roman Regular" charset="0"/>
                <a:ea typeface="Times New Roman Regular" charset="0"/>
                <a:cs typeface="Times New Roman Regular"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7"/>
          <p:cNvSpPr>
            <a:spLocks noGrp="1"/>
          </p:cNvSpPr>
          <p:nvPr>
            <p:ph type="body" sz="quarter" idx="13" hasCustomPrompt="1"/>
          </p:nvPr>
        </p:nvSpPr>
        <p:spPr>
          <a:xfrm>
            <a:off x="628650" y="265040"/>
            <a:ext cx="4442114" cy="229764"/>
          </a:xfrm>
          <a:prstGeom prst="rect">
            <a:avLst/>
          </a:prstGeom>
        </p:spPr>
        <p:txBody>
          <a:bodyPr>
            <a:noAutofit/>
          </a:bodyPr>
          <a:lstStyle>
            <a:lvl1pPr marL="0" marR="0" indent="0" algn="l" defTabSz="342900" rtl="0" eaLnBrk="1" fontAlgn="auto" latinLnBrk="0" hangingPunct="1">
              <a:lnSpc>
                <a:spcPct val="100000"/>
              </a:lnSpc>
              <a:spcBef>
                <a:spcPct val="20000"/>
              </a:spcBef>
              <a:spcAft>
                <a:spcPts val="0"/>
              </a:spcAft>
              <a:buClr>
                <a:srgbClr val="003374"/>
              </a:buClr>
              <a:buSzPct val="80000"/>
              <a:buFontTx/>
              <a:buNone/>
              <a:tabLst/>
              <a:defRPr sz="800" b="1" i="0" kern="0" cap="all" spc="75">
                <a:solidFill>
                  <a:srgbClr val="418FDE"/>
                </a:solidFill>
                <a:latin typeface="Arial Bold" charset="0"/>
                <a:ea typeface="Arial Bold" charset="0"/>
                <a:cs typeface="Arial Bold" charset="0"/>
              </a:defRPr>
            </a:lvl1pPr>
          </a:lstStyle>
          <a:p>
            <a:pPr marL="0" marR="0" lvl="0" indent="0" algn="l" defTabSz="342900" rtl="0" eaLnBrk="1" fontAlgn="auto" latinLnBrk="0" hangingPunct="1">
              <a:lnSpc>
                <a:spcPct val="100000"/>
              </a:lnSpc>
              <a:spcBef>
                <a:spcPct val="20000"/>
              </a:spcBef>
              <a:spcAft>
                <a:spcPts val="0"/>
              </a:spcAft>
              <a:buClr>
                <a:srgbClr val="003374"/>
              </a:buClr>
              <a:buSzPct val="80000"/>
              <a:buFontTx/>
              <a:buNone/>
              <a:tabLst/>
              <a:defRPr/>
            </a:pPr>
            <a:r>
              <a:rPr lang="en-US" dirty="0"/>
              <a:t>Optional Section </a:t>
            </a:r>
            <a:r>
              <a:rPr lang="en-US" dirty="0" err="1"/>
              <a:t>TItle</a:t>
            </a:r>
            <a:endParaRPr lang="en-US" dirty="0"/>
          </a:p>
          <a:p>
            <a:pPr lvl="0"/>
            <a:endParaRPr lang="en-US" dirty="0"/>
          </a:p>
        </p:txBody>
      </p:sp>
      <p:sp>
        <p:nvSpPr>
          <p:cNvPr id="6" name="Title 1"/>
          <p:cNvSpPr>
            <a:spLocks noGrp="1"/>
          </p:cNvSpPr>
          <p:nvPr>
            <p:ph type="title" hasCustomPrompt="1"/>
          </p:nvPr>
        </p:nvSpPr>
        <p:spPr>
          <a:xfrm>
            <a:off x="628650" y="499946"/>
            <a:ext cx="7886700" cy="431641"/>
          </a:xfrm>
          <a:prstGeom prst="rect">
            <a:avLst/>
          </a:prstGeom>
        </p:spPr>
        <p:txBody>
          <a:bodyPr anchor="t">
            <a:noAutofit/>
          </a:bodyPr>
          <a:lstStyle>
            <a:lvl1pPr>
              <a:defRPr sz="2400" b="0" i="0">
                <a:latin typeface="Arial" charset="0"/>
                <a:ea typeface="Arial" charset="0"/>
                <a:cs typeface="Arial" charset="0"/>
              </a:defRPr>
            </a:lvl1pPr>
          </a:lstStyle>
          <a:p>
            <a:r>
              <a:rPr lang="en-US" dirty="0"/>
              <a:t>Header Goes Here </a:t>
            </a:r>
          </a:p>
        </p:txBody>
      </p:sp>
    </p:spTree>
    <p:extLst>
      <p:ext uri="{BB962C8B-B14F-4D97-AF65-F5344CB8AC3E}">
        <p14:creationId xmlns:p14="http://schemas.microsoft.com/office/powerpoint/2010/main" val="202500442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ullets (2 column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6"/>
          <p:cNvSpPr>
            <a:spLocks noGrp="1"/>
          </p:cNvSpPr>
          <p:nvPr>
            <p:ph type="body" sz="quarter" idx="14"/>
          </p:nvPr>
        </p:nvSpPr>
        <p:spPr>
          <a:xfrm>
            <a:off x="628650" y="1277620"/>
            <a:ext cx="3881437" cy="3263900"/>
          </a:xfrm>
        </p:spPr>
        <p:txBody>
          <a:bodyPr>
            <a:noAutofit/>
          </a:bodyPr>
          <a:lstStyle>
            <a:lvl1pPr>
              <a:lnSpc>
                <a:spcPct val="100000"/>
              </a:lnSpc>
              <a:defRPr sz="1600" b="0" i="0">
                <a:latin typeface="Times New Roman Regular" charset="0"/>
                <a:ea typeface="Times New Roman Regular" charset="0"/>
                <a:cs typeface="Times New Roman Regular" charset="0"/>
              </a:defRPr>
            </a:lvl1pPr>
            <a:lvl2pPr>
              <a:lnSpc>
                <a:spcPct val="100000"/>
              </a:lnSpc>
              <a:defRPr sz="1600" b="0" i="0">
                <a:latin typeface="Times New Roman Regular" charset="0"/>
                <a:ea typeface="Times New Roman Regular" charset="0"/>
                <a:cs typeface="Times New Roman Regular" charset="0"/>
              </a:defRPr>
            </a:lvl2pPr>
            <a:lvl3pPr>
              <a:lnSpc>
                <a:spcPct val="100000"/>
              </a:lnSpc>
              <a:defRPr sz="1600" b="0" i="0">
                <a:latin typeface="Times New Roman Regular" charset="0"/>
                <a:ea typeface="Times New Roman Regular" charset="0"/>
                <a:cs typeface="Times New Roman Regular" charset="0"/>
              </a:defRPr>
            </a:lvl3pPr>
            <a:lvl4pPr>
              <a:lnSpc>
                <a:spcPct val="100000"/>
              </a:lnSpc>
              <a:defRPr sz="1600" b="0" i="0">
                <a:latin typeface="Times New Roman Regular" charset="0"/>
                <a:ea typeface="Times New Roman Regular" charset="0"/>
                <a:cs typeface="Times New Roman Regular" charset="0"/>
              </a:defRPr>
            </a:lvl4pPr>
            <a:lvl5pPr>
              <a:lnSpc>
                <a:spcPct val="100000"/>
              </a:lnSpc>
              <a:defRPr sz="1600" b="0" i="0">
                <a:latin typeface="Times New Roman Regular" charset="0"/>
                <a:ea typeface="Times New Roman Regular" charset="0"/>
                <a:cs typeface="Times New Roman Regular"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6"/>
          <p:cNvSpPr>
            <a:spLocks noGrp="1"/>
          </p:cNvSpPr>
          <p:nvPr>
            <p:ph type="body" sz="quarter" idx="15"/>
          </p:nvPr>
        </p:nvSpPr>
        <p:spPr>
          <a:xfrm>
            <a:off x="4633913" y="1277620"/>
            <a:ext cx="3881437" cy="3263900"/>
          </a:xfrm>
        </p:spPr>
        <p:txBody>
          <a:bodyPr>
            <a:noAutofit/>
          </a:bodyPr>
          <a:lstStyle>
            <a:lvl1pPr>
              <a:lnSpc>
                <a:spcPct val="100000"/>
              </a:lnSpc>
              <a:defRPr sz="1600" b="0" i="0">
                <a:latin typeface="Times New Roman Regular" charset="0"/>
                <a:ea typeface="Times New Roman Regular" charset="0"/>
                <a:cs typeface="Times New Roman Regular" charset="0"/>
              </a:defRPr>
            </a:lvl1pPr>
            <a:lvl2pPr>
              <a:lnSpc>
                <a:spcPct val="100000"/>
              </a:lnSpc>
              <a:defRPr sz="1600" b="0" i="0">
                <a:latin typeface="Times New Roman Regular" charset="0"/>
                <a:ea typeface="Times New Roman Regular" charset="0"/>
                <a:cs typeface="Times New Roman Regular" charset="0"/>
              </a:defRPr>
            </a:lvl2pPr>
            <a:lvl3pPr>
              <a:lnSpc>
                <a:spcPct val="100000"/>
              </a:lnSpc>
              <a:defRPr sz="1600" b="0" i="0">
                <a:latin typeface="Times New Roman Regular" charset="0"/>
                <a:ea typeface="Times New Roman Regular" charset="0"/>
                <a:cs typeface="Times New Roman Regular" charset="0"/>
              </a:defRPr>
            </a:lvl3pPr>
            <a:lvl4pPr>
              <a:lnSpc>
                <a:spcPct val="100000"/>
              </a:lnSpc>
              <a:defRPr sz="1600" b="0" i="0">
                <a:latin typeface="Times New Roman Regular" charset="0"/>
                <a:ea typeface="Times New Roman Regular" charset="0"/>
                <a:cs typeface="Times New Roman Regular" charset="0"/>
              </a:defRPr>
            </a:lvl4pPr>
            <a:lvl5pPr>
              <a:lnSpc>
                <a:spcPct val="100000"/>
              </a:lnSpc>
              <a:defRPr sz="1600" b="0" i="0">
                <a:latin typeface="Times New Roman Regular" charset="0"/>
                <a:ea typeface="Times New Roman Regular" charset="0"/>
                <a:cs typeface="Times New Roman Regular"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7"/>
          <p:cNvSpPr>
            <a:spLocks noGrp="1"/>
          </p:cNvSpPr>
          <p:nvPr>
            <p:ph type="body" sz="quarter" idx="13" hasCustomPrompt="1"/>
          </p:nvPr>
        </p:nvSpPr>
        <p:spPr>
          <a:xfrm>
            <a:off x="628650" y="265040"/>
            <a:ext cx="4442114" cy="229764"/>
          </a:xfrm>
          <a:prstGeom prst="rect">
            <a:avLst/>
          </a:prstGeom>
        </p:spPr>
        <p:txBody>
          <a:bodyPr>
            <a:noAutofit/>
          </a:bodyPr>
          <a:lstStyle>
            <a:lvl1pPr marL="0" marR="0" indent="0" algn="l" defTabSz="342900" rtl="0" eaLnBrk="1" fontAlgn="auto" latinLnBrk="0" hangingPunct="1">
              <a:lnSpc>
                <a:spcPct val="100000"/>
              </a:lnSpc>
              <a:spcBef>
                <a:spcPct val="20000"/>
              </a:spcBef>
              <a:spcAft>
                <a:spcPts val="0"/>
              </a:spcAft>
              <a:buClr>
                <a:srgbClr val="003374"/>
              </a:buClr>
              <a:buSzPct val="80000"/>
              <a:buFontTx/>
              <a:buNone/>
              <a:tabLst/>
              <a:defRPr sz="800" b="1" i="0" kern="0" cap="all" spc="75">
                <a:solidFill>
                  <a:srgbClr val="418FDE"/>
                </a:solidFill>
                <a:latin typeface="Arial Bold" charset="0"/>
                <a:ea typeface="Arial Bold" charset="0"/>
                <a:cs typeface="Arial Bold" charset="0"/>
              </a:defRPr>
            </a:lvl1pPr>
          </a:lstStyle>
          <a:p>
            <a:pPr marL="0" marR="0" lvl="0" indent="0" algn="l" defTabSz="342900" rtl="0" eaLnBrk="1" fontAlgn="auto" latinLnBrk="0" hangingPunct="1">
              <a:lnSpc>
                <a:spcPct val="100000"/>
              </a:lnSpc>
              <a:spcBef>
                <a:spcPct val="20000"/>
              </a:spcBef>
              <a:spcAft>
                <a:spcPts val="0"/>
              </a:spcAft>
              <a:buClr>
                <a:srgbClr val="003374"/>
              </a:buClr>
              <a:buSzPct val="80000"/>
              <a:buFontTx/>
              <a:buNone/>
              <a:tabLst/>
              <a:defRPr/>
            </a:pPr>
            <a:r>
              <a:rPr lang="en-US" dirty="0"/>
              <a:t>Optional Section </a:t>
            </a:r>
            <a:r>
              <a:rPr lang="en-US" dirty="0" err="1"/>
              <a:t>TItle</a:t>
            </a:r>
            <a:endParaRPr lang="en-US" dirty="0"/>
          </a:p>
          <a:p>
            <a:pPr lvl="0"/>
            <a:endParaRPr lang="en-US" dirty="0"/>
          </a:p>
        </p:txBody>
      </p:sp>
      <p:sp>
        <p:nvSpPr>
          <p:cNvPr id="6" name="Title 1"/>
          <p:cNvSpPr>
            <a:spLocks noGrp="1"/>
          </p:cNvSpPr>
          <p:nvPr>
            <p:ph type="title" hasCustomPrompt="1"/>
          </p:nvPr>
        </p:nvSpPr>
        <p:spPr>
          <a:xfrm>
            <a:off x="628650" y="499946"/>
            <a:ext cx="7886700" cy="431641"/>
          </a:xfrm>
          <a:prstGeom prst="rect">
            <a:avLst/>
          </a:prstGeom>
        </p:spPr>
        <p:txBody>
          <a:bodyPr anchor="t">
            <a:noAutofit/>
          </a:bodyPr>
          <a:lstStyle>
            <a:lvl1pPr>
              <a:defRPr sz="2400" b="0" i="0">
                <a:latin typeface="Arial" charset="0"/>
                <a:ea typeface="Arial" charset="0"/>
                <a:cs typeface="Arial" charset="0"/>
              </a:defRPr>
            </a:lvl1pPr>
          </a:lstStyle>
          <a:p>
            <a:r>
              <a:rPr lang="en-US" dirty="0"/>
              <a:t>Header Goes Here </a:t>
            </a: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ext w/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 Placeholder 4"/>
          <p:cNvSpPr>
            <a:spLocks noGrp="1"/>
          </p:cNvSpPr>
          <p:nvPr>
            <p:ph type="body" sz="quarter" idx="14" hasCustomPrompt="1"/>
          </p:nvPr>
        </p:nvSpPr>
        <p:spPr>
          <a:xfrm>
            <a:off x="628650" y="1293644"/>
            <a:ext cx="7886700" cy="1136650"/>
          </a:xfrm>
          <a:prstGeom prst="rect">
            <a:avLst/>
          </a:prstGeom>
        </p:spPr>
        <p:txBody>
          <a:bodyPr>
            <a:noAutofit/>
          </a:bodyPr>
          <a:lstStyle>
            <a:lvl1pPr marL="0" indent="0">
              <a:lnSpc>
                <a:spcPct val="100000"/>
              </a:lnSpc>
              <a:buNone/>
              <a:defRPr sz="1600" b="0" i="0" baseline="0">
                <a:latin typeface="Times New Roman Regular" charset="0"/>
                <a:ea typeface="Times New Roman Regular" charset="0"/>
                <a:cs typeface="Times New Roman Regular"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Intro copy paragraph</a:t>
            </a:r>
          </a:p>
        </p:txBody>
      </p:sp>
      <p:sp>
        <p:nvSpPr>
          <p:cNvPr id="7" name="Content Placeholder 6"/>
          <p:cNvSpPr>
            <a:spLocks noGrp="1"/>
          </p:cNvSpPr>
          <p:nvPr>
            <p:ph sz="quarter" idx="15" hasCustomPrompt="1"/>
          </p:nvPr>
        </p:nvSpPr>
        <p:spPr>
          <a:xfrm>
            <a:off x="628650" y="2508224"/>
            <a:ext cx="7886700" cy="1959372"/>
          </a:xfrm>
          <a:prstGeom prst="rect">
            <a:avLst/>
          </a:prstGeom>
        </p:spPr>
        <p:txBody>
          <a:bodyPr>
            <a:normAutofit/>
          </a:bodyPr>
          <a:lstStyle>
            <a:lvl1pPr marL="0" indent="0">
              <a:buNone/>
              <a:defRPr sz="1800" b="0" i="0" baseline="0">
                <a:latin typeface="Times New Roman Regular" charset="0"/>
                <a:ea typeface="Times New Roman Regular" charset="0"/>
                <a:cs typeface="Times New Roman Regular" charset="0"/>
              </a:defRPr>
            </a:lvl1pPr>
          </a:lstStyle>
          <a:p>
            <a:pPr lvl="0"/>
            <a:r>
              <a:rPr lang="en-US" dirty="0"/>
              <a:t>Optional graphic (picture, chart, etc.)</a:t>
            </a:r>
          </a:p>
        </p:txBody>
      </p:sp>
      <p:sp>
        <p:nvSpPr>
          <p:cNvPr id="11" name="Text Placeholder 7"/>
          <p:cNvSpPr>
            <a:spLocks noGrp="1"/>
          </p:cNvSpPr>
          <p:nvPr>
            <p:ph type="body" sz="quarter" idx="13" hasCustomPrompt="1"/>
          </p:nvPr>
        </p:nvSpPr>
        <p:spPr>
          <a:xfrm>
            <a:off x="628650" y="265040"/>
            <a:ext cx="4442114" cy="229764"/>
          </a:xfrm>
          <a:prstGeom prst="rect">
            <a:avLst/>
          </a:prstGeom>
        </p:spPr>
        <p:txBody>
          <a:bodyPr>
            <a:noAutofit/>
          </a:bodyPr>
          <a:lstStyle>
            <a:lvl1pPr marL="0" marR="0" indent="0" algn="l" defTabSz="342900" rtl="0" eaLnBrk="1" fontAlgn="auto" latinLnBrk="0" hangingPunct="1">
              <a:lnSpc>
                <a:spcPct val="100000"/>
              </a:lnSpc>
              <a:spcBef>
                <a:spcPct val="20000"/>
              </a:spcBef>
              <a:spcAft>
                <a:spcPts val="0"/>
              </a:spcAft>
              <a:buClr>
                <a:srgbClr val="003374"/>
              </a:buClr>
              <a:buSzPct val="80000"/>
              <a:buFontTx/>
              <a:buNone/>
              <a:tabLst/>
              <a:defRPr sz="800" b="1" i="0" kern="0" cap="all" spc="75">
                <a:solidFill>
                  <a:srgbClr val="418FDE"/>
                </a:solidFill>
                <a:latin typeface="Arial Bold" charset="0"/>
                <a:ea typeface="Arial Bold" charset="0"/>
                <a:cs typeface="Arial Bold" charset="0"/>
              </a:defRPr>
            </a:lvl1pPr>
          </a:lstStyle>
          <a:p>
            <a:pPr marL="0" marR="0" lvl="0" indent="0" algn="l" defTabSz="342900" rtl="0" eaLnBrk="1" fontAlgn="auto" latinLnBrk="0" hangingPunct="1">
              <a:lnSpc>
                <a:spcPct val="100000"/>
              </a:lnSpc>
              <a:spcBef>
                <a:spcPct val="20000"/>
              </a:spcBef>
              <a:spcAft>
                <a:spcPts val="0"/>
              </a:spcAft>
              <a:buClr>
                <a:srgbClr val="003374"/>
              </a:buClr>
              <a:buSzPct val="80000"/>
              <a:buFontTx/>
              <a:buNone/>
              <a:tabLst/>
              <a:defRPr/>
            </a:pPr>
            <a:r>
              <a:rPr lang="en-US" dirty="0"/>
              <a:t>Optional Section </a:t>
            </a:r>
            <a:r>
              <a:rPr lang="en-US" dirty="0" err="1"/>
              <a:t>TItle</a:t>
            </a:r>
            <a:endParaRPr lang="en-US" dirty="0"/>
          </a:p>
          <a:p>
            <a:pPr lvl="0"/>
            <a:endParaRPr lang="en-US" dirty="0"/>
          </a:p>
        </p:txBody>
      </p:sp>
      <p:sp>
        <p:nvSpPr>
          <p:cNvPr id="6" name="Title 1"/>
          <p:cNvSpPr>
            <a:spLocks noGrp="1"/>
          </p:cNvSpPr>
          <p:nvPr>
            <p:ph type="title" hasCustomPrompt="1"/>
          </p:nvPr>
        </p:nvSpPr>
        <p:spPr>
          <a:xfrm>
            <a:off x="628650" y="499946"/>
            <a:ext cx="7886700" cy="431641"/>
          </a:xfrm>
          <a:prstGeom prst="rect">
            <a:avLst/>
          </a:prstGeom>
        </p:spPr>
        <p:txBody>
          <a:bodyPr anchor="t">
            <a:noAutofit/>
          </a:bodyPr>
          <a:lstStyle>
            <a:lvl1pPr>
              <a:defRPr sz="2400" b="0" i="0">
                <a:latin typeface="Arial" charset="0"/>
                <a:ea typeface="Arial" charset="0"/>
                <a:cs typeface="Arial" charset="0"/>
              </a:defRPr>
            </a:lvl1pPr>
          </a:lstStyle>
          <a:p>
            <a:r>
              <a:rPr lang="en-US" dirty="0"/>
              <a:t>Header Goes Here </a:t>
            </a: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xt w/ large numb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 Placeholder 11"/>
          <p:cNvSpPr>
            <a:spLocks noGrp="1"/>
          </p:cNvSpPr>
          <p:nvPr>
            <p:ph type="body" sz="quarter" idx="14" hasCustomPrompt="1"/>
          </p:nvPr>
        </p:nvSpPr>
        <p:spPr>
          <a:xfrm>
            <a:off x="4009868" y="1395994"/>
            <a:ext cx="4505481" cy="3275119"/>
          </a:xfrm>
          <a:prstGeom prst="rect">
            <a:avLst/>
          </a:prstGeom>
        </p:spPr>
        <p:txBody>
          <a:bodyPr>
            <a:noAutofit/>
          </a:bodyPr>
          <a:lstStyle>
            <a:lvl1pPr marL="0" indent="0">
              <a:buNone/>
              <a:defRPr sz="1800" b="0" i="0" baseline="0">
                <a:latin typeface="Times New Roman Regular" charset="0"/>
                <a:ea typeface="Times New Roman Regular" charset="0"/>
                <a:cs typeface="Times New Roman Regular" charset="0"/>
              </a:defRPr>
            </a:lvl1pPr>
            <a:lvl2pPr marL="342900" indent="0">
              <a:buNone/>
              <a:defRPr sz="1800"/>
            </a:lvl2pPr>
            <a:lvl3pPr marL="685800" indent="0">
              <a:buNone/>
              <a:defRPr sz="1800"/>
            </a:lvl3pPr>
            <a:lvl4pPr marL="1028700" indent="0">
              <a:buNone/>
              <a:defRPr sz="1800"/>
            </a:lvl4pPr>
            <a:lvl5pPr marL="1371600" indent="0">
              <a:buNone/>
              <a:defRPr sz="1800"/>
            </a:lvl5pPr>
          </a:lstStyle>
          <a:p>
            <a:pPr lvl="0"/>
            <a:r>
              <a:rPr lang="en-US" dirty="0"/>
              <a:t>To use this style slide, edit the number on each slide along with each paragraph.</a:t>
            </a:r>
          </a:p>
        </p:txBody>
      </p:sp>
      <p:sp>
        <p:nvSpPr>
          <p:cNvPr id="10" name="Text Placeholder 9"/>
          <p:cNvSpPr>
            <a:spLocks noGrp="1"/>
          </p:cNvSpPr>
          <p:nvPr>
            <p:ph type="body" sz="quarter" idx="15" hasCustomPrompt="1"/>
          </p:nvPr>
        </p:nvSpPr>
        <p:spPr>
          <a:xfrm>
            <a:off x="628650" y="574057"/>
            <a:ext cx="3381375" cy="4164291"/>
          </a:xfrm>
        </p:spPr>
        <p:txBody>
          <a:bodyPr>
            <a:noAutofit/>
          </a:bodyPr>
          <a:lstStyle>
            <a:lvl1pPr marL="0" indent="0">
              <a:buNone/>
              <a:defRPr sz="35000" b="0" i="0">
                <a:solidFill>
                  <a:srgbClr val="418FDE"/>
                </a:solidFill>
                <a:latin typeface="Times New Roman Regular" charset="0"/>
                <a:ea typeface="Times New Roman Regular" charset="0"/>
                <a:cs typeface="Times New Roman Regular" charset="0"/>
              </a:defRPr>
            </a:lvl1pPr>
            <a:lvl2pPr marL="342900" indent="0">
              <a:buNone/>
              <a:defRPr sz="35000">
                <a:latin typeface="Portrait Q" charset="0"/>
                <a:ea typeface="Portrait Q" charset="0"/>
                <a:cs typeface="Portrait Q" charset="0"/>
              </a:defRPr>
            </a:lvl2pPr>
            <a:lvl3pPr marL="685800" indent="0">
              <a:buNone/>
              <a:defRPr sz="35000">
                <a:latin typeface="Portrait Q" charset="0"/>
                <a:ea typeface="Portrait Q" charset="0"/>
                <a:cs typeface="Portrait Q" charset="0"/>
              </a:defRPr>
            </a:lvl3pPr>
            <a:lvl4pPr marL="1028700" indent="0">
              <a:buNone/>
              <a:defRPr sz="35000">
                <a:latin typeface="Portrait Q" charset="0"/>
                <a:ea typeface="Portrait Q" charset="0"/>
                <a:cs typeface="Portrait Q" charset="0"/>
              </a:defRPr>
            </a:lvl4pPr>
            <a:lvl5pPr marL="1371600" indent="0">
              <a:buNone/>
              <a:defRPr sz="35000">
                <a:latin typeface="Portrait Q" charset="0"/>
                <a:ea typeface="Portrait Q" charset="0"/>
                <a:cs typeface="Portrait Q" charset="0"/>
              </a:defRPr>
            </a:lvl5pPr>
          </a:lstStyle>
          <a:p>
            <a:pPr lvl="0"/>
            <a:r>
              <a:rPr lang="en-US" dirty="0"/>
              <a:t>1</a:t>
            </a:r>
          </a:p>
        </p:txBody>
      </p:sp>
      <p:sp>
        <p:nvSpPr>
          <p:cNvPr id="8" name="Text Placeholder 7"/>
          <p:cNvSpPr>
            <a:spLocks noGrp="1"/>
          </p:cNvSpPr>
          <p:nvPr>
            <p:ph type="body" sz="quarter" idx="13" hasCustomPrompt="1"/>
          </p:nvPr>
        </p:nvSpPr>
        <p:spPr>
          <a:xfrm>
            <a:off x="628650" y="265040"/>
            <a:ext cx="4442114" cy="229764"/>
          </a:xfrm>
          <a:prstGeom prst="rect">
            <a:avLst/>
          </a:prstGeom>
        </p:spPr>
        <p:txBody>
          <a:bodyPr>
            <a:noAutofit/>
          </a:bodyPr>
          <a:lstStyle>
            <a:lvl1pPr marL="0" marR="0" indent="0" algn="l" defTabSz="342900" rtl="0" eaLnBrk="1" fontAlgn="auto" latinLnBrk="0" hangingPunct="1">
              <a:lnSpc>
                <a:spcPct val="100000"/>
              </a:lnSpc>
              <a:spcBef>
                <a:spcPct val="20000"/>
              </a:spcBef>
              <a:spcAft>
                <a:spcPts val="0"/>
              </a:spcAft>
              <a:buClr>
                <a:srgbClr val="003374"/>
              </a:buClr>
              <a:buSzPct val="80000"/>
              <a:buFontTx/>
              <a:buNone/>
              <a:tabLst/>
              <a:defRPr sz="800" b="1" i="0" kern="0" cap="all" spc="75">
                <a:solidFill>
                  <a:srgbClr val="418FDE"/>
                </a:solidFill>
                <a:latin typeface="Arial Bold" charset="0"/>
                <a:ea typeface="Arial Bold" charset="0"/>
                <a:cs typeface="Arial Bold" charset="0"/>
              </a:defRPr>
            </a:lvl1pPr>
          </a:lstStyle>
          <a:p>
            <a:pPr marL="0" marR="0" lvl="0" indent="0" algn="l" defTabSz="342900" rtl="0" eaLnBrk="1" fontAlgn="auto" latinLnBrk="0" hangingPunct="1">
              <a:lnSpc>
                <a:spcPct val="100000"/>
              </a:lnSpc>
              <a:spcBef>
                <a:spcPct val="20000"/>
              </a:spcBef>
              <a:spcAft>
                <a:spcPts val="0"/>
              </a:spcAft>
              <a:buClr>
                <a:srgbClr val="003374"/>
              </a:buClr>
              <a:buSzPct val="80000"/>
              <a:buFontTx/>
              <a:buNone/>
              <a:tabLst/>
              <a:defRPr/>
            </a:pPr>
            <a:r>
              <a:rPr lang="en-US" dirty="0"/>
              <a:t>Optional Section </a:t>
            </a:r>
            <a:r>
              <a:rPr lang="en-US" dirty="0" err="1"/>
              <a:t>TItle</a:t>
            </a:r>
            <a:endParaRPr lang="en-US" dirty="0"/>
          </a:p>
          <a:p>
            <a:pPr lvl="0"/>
            <a:endParaRPr lang="en-US" dirty="0"/>
          </a:p>
        </p:txBody>
      </p:sp>
      <p:sp>
        <p:nvSpPr>
          <p:cNvPr id="6" name="Title 1"/>
          <p:cNvSpPr>
            <a:spLocks noGrp="1"/>
          </p:cNvSpPr>
          <p:nvPr>
            <p:ph type="title" hasCustomPrompt="1"/>
          </p:nvPr>
        </p:nvSpPr>
        <p:spPr>
          <a:xfrm>
            <a:off x="628650" y="499946"/>
            <a:ext cx="7886700" cy="431641"/>
          </a:xfrm>
          <a:prstGeom prst="rect">
            <a:avLst/>
          </a:prstGeom>
        </p:spPr>
        <p:txBody>
          <a:bodyPr anchor="t">
            <a:noAutofit/>
          </a:bodyPr>
          <a:lstStyle>
            <a:lvl1pPr>
              <a:defRPr sz="2400" b="0" i="0">
                <a:latin typeface="Arial" charset="0"/>
                <a:ea typeface="Arial" charset="0"/>
                <a:cs typeface="Arial" charset="0"/>
              </a:defRPr>
            </a:lvl1pPr>
          </a:lstStyle>
          <a:p>
            <a:r>
              <a:rPr lang="en-US" dirty="0"/>
              <a:t>Header Goes Here </a:t>
            </a:r>
          </a:p>
        </p:txBody>
      </p:sp>
    </p:spTree>
    <p:extLst>
      <p:ext uri="{BB962C8B-B14F-4D97-AF65-F5344CB8AC3E}">
        <p14:creationId xmlns:p14="http://schemas.microsoft.com/office/powerpoint/2010/main" val="126216432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Large word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ext Placeholder 7"/>
          <p:cNvSpPr>
            <a:spLocks noGrp="1"/>
          </p:cNvSpPr>
          <p:nvPr>
            <p:ph type="body" sz="quarter" idx="13" hasCustomPrompt="1"/>
          </p:nvPr>
        </p:nvSpPr>
        <p:spPr>
          <a:xfrm>
            <a:off x="628650" y="265040"/>
            <a:ext cx="4442114" cy="229764"/>
          </a:xfrm>
          <a:prstGeom prst="rect">
            <a:avLst/>
          </a:prstGeom>
        </p:spPr>
        <p:txBody>
          <a:bodyPr>
            <a:noAutofit/>
          </a:bodyPr>
          <a:lstStyle>
            <a:lvl1pPr marL="0" marR="0" indent="0" algn="l" defTabSz="342900" rtl="0" eaLnBrk="1" fontAlgn="auto" latinLnBrk="0" hangingPunct="1">
              <a:lnSpc>
                <a:spcPct val="100000"/>
              </a:lnSpc>
              <a:spcBef>
                <a:spcPct val="20000"/>
              </a:spcBef>
              <a:spcAft>
                <a:spcPts val="0"/>
              </a:spcAft>
              <a:buClr>
                <a:srgbClr val="003374"/>
              </a:buClr>
              <a:buSzPct val="80000"/>
              <a:buFontTx/>
              <a:buNone/>
              <a:tabLst/>
              <a:defRPr sz="800" b="1" i="0" kern="0" cap="all" spc="75">
                <a:solidFill>
                  <a:srgbClr val="418FDE"/>
                </a:solidFill>
                <a:latin typeface="Arial Bold" charset="0"/>
                <a:ea typeface="Arial Bold" charset="0"/>
                <a:cs typeface="Arial Bold" charset="0"/>
              </a:defRPr>
            </a:lvl1pPr>
          </a:lstStyle>
          <a:p>
            <a:pPr marL="0" marR="0" lvl="0" indent="0" algn="l" defTabSz="342900" rtl="0" eaLnBrk="1" fontAlgn="auto" latinLnBrk="0" hangingPunct="1">
              <a:lnSpc>
                <a:spcPct val="100000"/>
              </a:lnSpc>
              <a:spcBef>
                <a:spcPct val="20000"/>
              </a:spcBef>
              <a:spcAft>
                <a:spcPts val="0"/>
              </a:spcAft>
              <a:buClr>
                <a:srgbClr val="003374"/>
              </a:buClr>
              <a:buSzPct val="80000"/>
              <a:buFontTx/>
              <a:buNone/>
              <a:tabLst/>
              <a:defRPr/>
            </a:pPr>
            <a:r>
              <a:rPr lang="en-US" dirty="0"/>
              <a:t>Optional Section </a:t>
            </a:r>
            <a:r>
              <a:rPr lang="en-US" dirty="0" err="1"/>
              <a:t>TItle</a:t>
            </a:r>
            <a:endParaRPr lang="en-US" dirty="0"/>
          </a:p>
          <a:p>
            <a:pPr lvl="0"/>
            <a:endParaRPr lang="en-US" dirty="0"/>
          </a:p>
        </p:txBody>
      </p:sp>
      <p:sp>
        <p:nvSpPr>
          <p:cNvPr id="3" name="Text Placeholder 2"/>
          <p:cNvSpPr>
            <a:spLocks noGrp="1"/>
          </p:cNvSpPr>
          <p:nvPr>
            <p:ph type="body" sz="quarter" idx="14" hasCustomPrompt="1"/>
          </p:nvPr>
        </p:nvSpPr>
        <p:spPr>
          <a:xfrm>
            <a:off x="628650" y="1209674"/>
            <a:ext cx="6950075" cy="3392805"/>
          </a:xfrm>
        </p:spPr>
        <p:txBody>
          <a:bodyPr>
            <a:noAutofit/>
          </a:bodyPr>
          <a:lstStyle>
            <a:lvl1pPr marL="0" indent="0">
              <a:buNone/>
              <a:defRPr sz="7000" b="0" i="0">
                <a:solidFill>
                  <a:srgbClr val="418FDE"/>
                </a:solidFill>
                <a:latin typeface="Arial" charset="0"/>
                <a:ea typeface="Arial" charset="0"/>
                <a:cs typeface="Arial" charset="0"/>
              </a:defRPr>
            </a:lvl1pPr>
          </a:lstStyle>
          <a:p>
            <a:pPr lvl="0"/>
            <a:r>
              <a:rPr lang="en-US" dirty="0"/>
              <a:t>LARGE WORDS OR PHRASE</a:t>
            </a:r>
          </a:p>
        </p:txBody>
      </p:sp>
      <p:sp>
        <p:nvSpPr>
          <p:cNvPr id="5" name="Title 1"/>
          <p:cNvSpPr>
            <a:spLocks noGrp="1"/>
          </p:cNvSpPr>
          <p:nvPr>
            <p:ph type="title" hasCustomPrompt="1"/>
          </p:nvPr>
        </p:nvSpPr>
        <p:spPr>
          <a:xfrm>
            <a:off x="628650" y="499946"/>
            <a:ext cx="7886700" cy="431641"/>
          </a:xfrm>
          <a:prstGeom prst="rect">
            <a:avLst/>
          </a:prstGeom>
        </p:spPr>
        <p:txBody>
          <a:bodyPr anchor="t">
            <a:noAutofit/>
          </a:bodyPr>
          <a:lstStyle>
            <a:lvl1pPr>
              <a:defRPr sz="2400" b="0" i="0">
                <a:latin typeface="Arial" charset="0"/>
                <a:ea typeface="Arial" charset="0"/>
                <a:cs typeface="Arial" charset="0"/>
              </a:defRPr>
            </a:lvl1pPr>
          </a:lstStyle>
          <a:p>
            <a:r>
              <a:rPr lang="en-US" dirty="0"/>
              <a:t>Header Goes Here </a:t>
            </a:r>
          </a:p>
        </p:txBody>
      </p:sp>
    </p:spTree>
    <p:extLst>
      <p:ext uri="{BB962C8B-B14F-4D97-AF65-F5344CB8AC3E}">
        <p14:creationId xmlns:p14="http://schemas.microsoft.com/office/powerpoint/2010/main" val="7316222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Statistics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 Placeholder 15"/>
          <p:cNvSpPr>
            <a:spLocks noGrp="1"/>
          </p:cNvSpPr>
          <p:nvPr>
            <p:ph type="body" sz="quarter" idx="15" hasCustomPrompt="1"/>
          </p:nvPr>
        </p:nvSpPr>
        <p:spPr>
          <a:xfrm>
            <a:off x="787403" y="1449530"/>
            <a:ext cx="2438399" cy="1432486"/>
          </a:xfrm>
          <a:prstGeom prst="rect">
            <a:avLst/>
          </a:prstGeom>
        </p:spPr>
        <p:txBody>
          <a:bodyPr anchor="b" anchorCtr="0">
            <a:noAutofit/>
          </a:bodyPr>
          <a:lstStyle>
            <a:lvl1pPr marL="0" indent="0" algn="ctr">
              <a:spcBef>
                <a:spcPts val="0"/>
              </a:spcBef>
              <a:buFontTx/>
              <a:buNone/>
              <a:defRPr sz="6000" b="0" i="0" kern="1200" cap="none" spc="0" baseline="0">
                <a:solidFill>
                  <a:srgbClr val="418FDE"/>
                </a:solidFill>
                <a:latin typeface="Times New Roman Regular" charset="0"/>
                <a:ea typeface="Times New Roman Regular" charset="0"/>
                <a:cs typeface="Times New Roman Regular" charset="0"/>
              </a:defRPr>
            </a:lvl1pPr>
            <a:lvl2pPr marL="170260" indent="0" algn="ctr">
              <a:buFontTx/>
              <a:buNone/>
              <a:defRPr sz="11250" b="1" i="0">
                <a:latin typeface="+mj-lt"/>
              </a:defRPr>
            </a:lvl2pPr>
            <a:lvl3pPr marL="258365" indent="0" algn="ctr">
              <a:buFontTx/>
              <a:buNone/>
              <a:defRPr sz="11250" b="1" i="0">
                <a:latin typeface="+mj-lt"/>
              </a:defRPr>
            </a:lvl3pPr>
            <a:lvl4pPr marL="388144" indent="0" algn="ctr">
              <a:buFontTx/>
              <a:buNone/>
              <a:defRPr sz="11250" b="1" i="0">
                <a:latin typeface="+mj-lt"/>
              </a:defRPr>
            </a:lvl4pPr>
            <a:lvl5pPr marL="516731" indent="0" algn="ctr">
              <a:buFontTx/>
              <a:buNone/>
              <a:defRPr sz="11250" b="1" i="0">
                <a:latin typeface="+mj-lt"/>
              </a:defRPr>
            </a:lvl5pPr>
          </a:lstStyle>
          <a:p>
            <a:pPr lvl="0"/>
            <a:r>
              <a:rPr lang="en-US" dirty="0"/>
              <a:t>X%</a:t>
            </a:r>
          </a:p>
        </p:txBody>
      </p:sp>
      <p:sp>
        <p:nvSpPr>
          <p:cNvPr id="7" name="Text Placeholder 7"/>
          <p:cNvSpPr>
            <a:spLocks noGrp="1"/>
          </p:cNvSpPr>
          <p:nvPr>
            <p:ph type="body" sz="quarter" idx="17" hasCustomPrompt="1"/>
          </p:nvPr>
        </p:nvSpPr>
        <p:spPr>
          <a:xfrm>
            <a:off x="787403" y="2956230"/>
            <a:ext cx="2438399" cy="715800"/>
          </a:xfrm>
          <a:prstGeom prst="rect">
            <a:avLst/>
          </a:prstGeom>
        </p:spPr>
        <p:txBody>
          <a:bodyPr>
            <a:noAutofit/>
          </a:bodyPr>
          <a:lstStyle>
            <a:lvl1pPr marL="0" indent="0" algn="ctr">
              <a:buFontTx/>
              <a:buNone/>
              <a:defRPr sz="1200" b="0" i="0" kern="800" cap="none" spc="8" baseline="0">
                <a:solidFill>
                  <a:srgbClr val="0D2240"/>
                </a:solidFill>
                <a:latin typeface="Arial" charset="0"/>
                <a:ea typeface="Arial" charset="0"/>
                <a:cs typeface="Arial" charset="0"/>
              </a:defRPr>
            </a:lvl1pPr>
          </a:lstStyle>
          <a:p>
            <a:pPr lvl="0"/>
            <a:r>
              <a:rPr lang="en-US" dirty="0"/>
              <a:t>Insert statistic label here</a:t>
            </a:r>
          </a:p>
        </p:txBody>
      </p:sp>
      <p:sp>
        <p:nvSpPr>
          <p:cNvPr id="8" name="Text Placeholder 7"/>
          <p:cNvSpPr>
            <a:spLocks noGrp="1"/>
          </p:cNvSpPr>
          <p:nvPr>
            <p:ph type="body" sz="quarter" idx="19" hasCustomPrompt="1"/>
          </p:nvPr>
        </p:nvSpPr>
        <p:spPr>
          <a:xfrm>
            <a:off x="2423310" y="420851"/>
            <a:ext cx="4297380" cy="449099"/>
          </a:xfrm>
          <a:prstGeom prst="rect">
            <a:avLst/>
          </a:prstGeom>
        </p:spPr>
        <p:txBody>
          <a:bodyPr>
            <a:noAutofit/>
          </a:bodyPr>
          <a:lstStyle>
            <a:lvl1pPr marL="0" indent="0" algn="ctr">
              <a:buFontTx/>
              <a:buNone/>
              <a:defRPr sz="1000" b="1" i="0" kern="800" cap="all" spc="75" baseline="0">
                <a:solidFill>
                  <a:srgbClr val="418FDE"/>
                </a:solidFill>
                <a:latin typeface="Arial Bold" charset="0"/>
                <a:ea typeface="Arial Bold" charset="0"/>
                <a:cs typeface="Arial Bold" charset="0"/>
              </a:defRPr>
            </a:lvl1pPr>
          </a:lstStyle>
          <a:p>
            <a:pPr lvl="0"/>
            <a:r>
              <a:rPr lang="en-US" dirty="0"/>
              <a:t>BY THE NUMBERS</a:t>
            </a:r>
          </a:p>
        </p:txBody>
      </p:sp>
      <p:sp>
        <p:nvSpPr>
          <p:cNvPr id="9" name="Text Placeholder 15"/>
          <p:cNvSpPr>
            <a:spLocks noGrp="1"/>
          </p:cNvSpPr>
          <p:nvPr>
            <p:ph type="body" sz="quarter" idx="20" hasCustomPrompt="1"/>
          </p:nvPr>
        </p:nvSpPr>
        <p:spPr>
          <a:xfrm>
            <a:off x="3360740" y="1449530"/>
            <a:ext cx="2422525" cy="1432486"/>
          </a:xfrm>
          <a:prstGeom prst="rect">
            <a:avLst/>
          </a:prstGeom>
        </p:spPr>
        <p:txBody>
          <a:bodyPr anchor="b" anchorCtr="0">
            <a:noAutofit/>
          </a:bodyPr>
          <a:lstStyle>
            <a:lvl1pPr marL="0" indent="0" algn="ctr">
              <a:spcBef>
                <a:spcPts val="0"/>
              </a:spcBef>
              <a:buFontTx/>
              <a:buNone/>
              <a:defRPr sz="6000" b="0" i="0" kern="1200" cap="none" spc="0" baseline="0">
                <a:solidFill>
                  <a:srgbClr val="418FDE"/>
                </a:solidFill>
                <a:latin typeface="Times New Roman Regular" charset="0"/>
                <a:ea typeface="Times New Roman Regular" charset="0"/>
                <a:cs typeface="Times New Roman Regular" charset="0"/>
              </a:defRPr>
            </a:lvl1pPr>
            <a:lvl2pPr marL="170260" indent="0" algn="ctr">
              <a:buFontTx/>
              <a:buNone/>
              <a:defRPr sz="11250" b="1" i="0">
                <a:latin typeface="+mj-lt"/>
              </a:defRPr>
            </a:lvl2pPr>
            <a:lvl3pPr marL="258365" indent="0" algn="ctr">
              <a:buFontTx/>
              <a:buNone/>
              <a:defRPr sz="11250" b="1" i="0">
                <a:latin typeface="+mj-lt"/>
              </a:defRPr>
            </a:lvl3pPr>
            <a:lvl4pPr marL="388144" indent="0" algn="ctr">
              <a:buFontTx/>
              <a:buNone/>
              <a:defRPr sz="11250" b="1" i="0">
                <a:latin typeface="+mj-lt"/>
              </a:defRPr>
            </a:lvl4pPr>
            <a:lvl5pPr marL="516731" indent="0" algn="ctr">
              <a:buFontTx/>
              <a:buNone/>
              <a:defRPr sz="11250" b="1" i="0">
                <a:latin typeface="+mj-lt"/>
              </a:defRPr>
            </a:lvl5pPr>
          </a:lstStyle>
          <a:p>
            <a:pPr lvl="0"/>
            <a:r>
              <a:rPr lang="en-US" dirty="0"/>
              <a:t>Y%</a:t>
            </a:r>
          </a:p>
        </p:txBody>
      </p:sp>
      <p:sp>
        <p:nvSpPr>
          <p:cNvPr id="10" name="Text Placeholder 7"/>
          <p:cNvSpPr>
            <a:spLocks noGrp="1"/>
          </p:cNvSpPr>
          <p:nvPr>
            <p:ph type="body" sz="quarter" idx="21" hasCustomPrompt="1"/>
          </p:nvPr>
        </p:nvSpPr>
        <p:spPr>
          <a:xfrm>
            <a:off x="3360740" y="2956230"/>
            <a:ext cx="2422525" cy="715800"/>
          </a:xfrm>
          <a:prstGeom prst="rect">
            <a:avLst/>
          </a:prstGeom>
        </p:spPr>
        <p:txBody>
          <a:bodyPr>
            <a:noAutofit/>
          </a:bodyPr>
          <a:lstStyle>
            <a:lvl1pPr marL="0" indent="0" algn="ctr">
              <a:buFontTx/>
              <a:buNone/>
              <a:defRPr sz="1200" b="0" i="0" kern="800" cap="none" spc="8" baseline="0">
                <a:solidFill>
                  <a:srgbClr val="0D2240"/>
                </a:solidFill>
                <a:latin typeface="Arial" charset="0"/>
                <a:ea typeface="Arial" charset="0"/>
                <a:cs typeface="Arial" charset="0"/>
              </a:defRPr>
            </a:lvl1pPr>
          </a:lstStyle>
          <a:p>
            <a:pPr lvl="0"/>
            <a:r>
              <a:rPr lang="en-US" dirty="0"/>
              <a:t>Insert statistic label here</a:t>
            </a:r>
          </a:p>
        </p:txBody>
      </p:sp>
      <p:sp>
        <p:nvSpPr>
          <p:cNvPr id="11" name="Text Placeholder 15"/>
          <p:cNvSpPr>
            <a:spLocks noGrp="1"/>
          </p:cNvSpPr>
          <p:nvPr>
            <p:ph type="body" sz="quarter" idx="22" hasCustomPrompt="1"/>
          </p:nvPr>
        </p:nvSpPr>
        <p:spPr>
          <a:xfrm>
            <a:off x="5911850" y="1449530"/>
            <a:ext cx="2451098" cy="1432486"/>
          </a:xfrm>
          <a:prstGeom prst="rect">
            <a:avLst/>
          </a:prstGeom>
        </p:spPr>
        <p:txBody>
          <a:bodyPr anchor="b" anchorCtr="0">
            <a:noAutofit/>
          </a:bodyPr>
          <a:lstStyle>
            <a:lvl1pPr marL="0" indent="0" algn="ctr">
              <a:spcBef>
                <a:spcPts val="0"/>
              </a:spcBef>
              <a:buFontTx/>
              <a:buNone/>
              <a:defRPr sz="6000" b="0" i="0" kern="1200" cap="none" spc="0" baseline="0">
                <a:solidFill>
                  <a:srgbClr val="418FDE"/>
                </a:solidFill>
                <a:latin typeface="Times New Roman Regular" charset="0"/>
                <a:ea typeface="Times New Roman Regular" charset="0"/>
                <a:cs typeface="Times New Roman Regular" charset="0"/>
              </a:defRPr>
            </a:lvl1pPr>
            <a:lvl2pPr marL="170260" indent="0" algn="ctr">
              <a:buFontTx/>
              <a:buNone/>
              <a:defRPr sz="11250" b="1" i="0">
                <a:latin typeface="+mj-lt"/>
              </a:defRPr>
            </a:lvl2pPr>
            <a:lvl3pPr marL="258365" indent="0" algn="ctr">
              <a:buFontTx/>
              <a:buNone/>
              <a:defRPr sz="11250" b="1" i="0">
                <a:latin typeface="+mj-lt"/>
              </a:defRPr>
            </a:lvl3pPr>
            <a:lvl4pPr marL="388144" indent="0" algn="ctr">
              <a:buFontTx/>
              <a:buNone/>
              <a:defRPr sz="11250" b="1" i="0">
                <a:latin typeface="+mj-lt"/>
              </a:defRPr>
            </a:lvl4pPr>
            <a:lvl5pPr marL="516731" indent="0" algn="ctr">
              <a:buFontTx/>
              <a:buNone/>
              <a:defRPr sz="11250" b="1" i="0">
                <a:latin typeface="+mj-lt"/>
              </a:defRPr>
            </a:lvl5pPr>
          </a:lstStyle>
          <a:p>
            <a:pPr lvl="0"/>
            <a:r>
              <a:rPr lang="en-US" dirty="0"/>
              <a:t>Z%</a:t>
            </a:r>
          </a:p>
        </p:txBody>
      </p:sp>
      <p:sp>
        <p:nvSpPr>
          <p:cNvPr id="12" name="Text Placeholder 7"/>
          <p:cNvSpPr>
            <a:spLocks noGrp="1"/>
          </p:cNvSpPr>
          <p:nvPr>
            <p:ph type="body" sz="quarter" idx="23" hasCustomPrompt="1"/>
          </p:nvPr>
        </p:nvSpPr>
        <p:spPr>
          <a:xfrm>
            <a:off x="5911850" y="2956230"/>
            <a:ext cx="2451098" cy="715800"/>
          </a:xfrm>
          <a:prstGeom prst="rect">
            <a:avLst/>
          </a:prstGeom>
        </p:spPr>
        <p:txBody>
          <a:bodyPr>
            <a:noAutofit/>
          </a:bodyPr>
          <a:lstStyle>
            <a:lvl1pPr marL="0" indent="0" algn="ctr">
              <a:buFontTx/>
              <a:buNone/>
              <a:defRPr sz="1200" b="0" i="0" kern="800" cap="none" spc="8" baseline="0">
                <a:solidFill>
                  <a:srgbClr val="0D2240"/>
                </a:solidFill>
                <a:latin typeface="Arial" charset="0"/>
                <a:ea typeface="Arial" charset="0"/>
                <a:cs typeface="Arial" charset="0"/>
              </a:defRPr>
            </a:lvl1pPr>
          </a:lstStyle>
          <a:p>
            <a:pPr lvl="0"/>
            <a:r>
              <a:rPr lang="en-US" dirty="0"/>
              <a:t>Insert statistic label here</a:t>
            </a:r>
          </a:p>
        </p:txBody>
      </p:sp>
      <p:cxnSp>
        <p:nvCxnSpPr>
          <p:cNvPr id="3" name="Straight Connector 2"/>
          <p:cNvCxnSpPr/>
          <p:nvPr userDrawn="1"/>
        </p:nvCxnSpPr>
        <p:spPr>
          <a:xfrm>
            <a:off x="3347724" y="2818408"/>
            <a:ext cx="2438399"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a:off x="5924549" y="2818408"/>
            <a:ext cx="2438399"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a:off x="787403" y="2818408"/>
            <a:ext cx="2438399"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3539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Statistics (3) w/ bullet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 Placeholder 15"/>
          <p:cNvSpPr>
            <a:spLocks noGrp="1"/>
          </p:cNvSpPr>
          <p:nvPr>
            <p:ph type="body" sz="quarter" idx="15" hasCustomPrompt="1"/>
          </p:nvPr>
        </p:nvSpPr>
        <p:spPr>
          <a:xfrm>
            <a:off x="787403" y="1172430"/>
            <a:ext cx="2438399" cy="1432486"/>
          </a:xfrm>
          <a:prstGeom prst="rect">
            <a:avLst/>
          </a:prstGeom>
        </p:spPr>
        <p:txBody>
          <a:bodyPr anchor="b" anchorCtr="0">
            <a:noAutofit/>
          </a:bodyPr>
          <a:lstStyle>
            <a:lvl1pPr marL="0" indent="0" algn="ctr">
              <a:spcBef>
                <a:spcPts val="0"/>
              </a:spcBef>
              <a:buFontTx/>
              <a:buNone/>
              <a:defRPr sz="6000" b="0" i="0" kern="1200" cap="none" spc="0" baseline="0">
                <a:solidFill>
                  <a:srgbClr val="418FDE"/>
                </a:solidFill>
                <a:latin typeface="Times New Roman Regular" charset="0"/>
                <a:ea typeface="Times New Roman Regular" charset="0"/>
                <a:cs typeface="Times New Roman Regular" charset="0"/>
              </a:defRPr>
            </a:lvl1pPr>
            <a:lvl2pPr marL="170260" indent="0" algn="ctr">
              <a:buFontTx/>
              <a:buNone/>
              <a:defRPr sz="11250" b="1" i="0">
                <a:latin typeface="+mj-lt"/>
              </a:defRPr>
            </a:lvl2pPr>
            <a:lvl3pPr marL="258365" indent="0" algn="ctr">
              <a:buFontTx/>
              <a:buNone/>
              <a:defRPr sz="11250" b="1" i="0">
                <a:latin typeface="+mj-lt"/>
              </a:defRPr>
            </a:lvl3pPr>
            <a:lvl4pPr marL="388144" indent="0" algn="ctr">
              <a:buFontTx/>
              <a:buNone/>
              <a:defRPr sz="11250" b="1" i="0">
                <a:latin typeface="+mj-lt"/>
              </a:defRPr>
            </a:lvl4pPr>
            <a:lvl5pPr marL="516731" indent="0" algn="ctr">
              <a:buFontTx/>
              <a:buNone/>
              <a:defRPr sz="11250" b="1" i="0">
                <a:latin typeface="+mj-lt"/>
              </a:defRPr>
            </a:lvl5pPr>
          </a:lstStyle>
          <a:p>
            <a:pPr lvl="0"/>
            <a:r>
              <a:rPr lang="en-US" dirty="0"/>
              <a:t>X%</a:t>
            </a:r>
          </a:p>
        </p:txBody>
      </p:sp>
      <p:sp>
        <p:nvSpPr>
          <p:cNvPr id="7" name="Text Placeholder 7"/>
          <p:cNvSpPr>
            <a:spLocks noGrp="1"/>
          </p:cNvSpPr>
          <p:nvPr>
            <p:ph type="body" sz="quarter" idx="17" hasCustomPrompt="1"/>
          </p:nvPr>
        </p:nvSpPr>
        <p:spPr>
          <a:xfrm>
            <a:off x="787403" y="2679130"/>
            <a:ext cx="2438399" cy="715800"/>
          </a:xfrm>
          <a:prstGeom prst="rect">
            <a:avLst/>
          </a:prstGeom>
        </p:spPr>
        <p:txBody>
          <a:bodyPr>
            <a:noAutofit/>
          </a:bodyPr>
          <a:lstStyle>
            <a:lvl1pPr marL="0" indent="0" algn="ctr">
              <a:buFontTx/>
              <a:buNone/>
              <a:defRPr sz="1200" b="0" i="0" kern="800" cap="none" spc="8" baseline="0">
                <a:solidFill>
                  <a:srgbClr val="0D2240"/>
                </a:solidFill>
                <a:latin typeface="Arial" charset="0"/>
                <a:ea typeface="Arial" charset="0"/>
                <a:cs typeface="Arial" charset="0"/>
              </a:defRPr>
            </a:lvl1pPr>
          </a:lstStyle>
          <a:p>
            <a:pPr lvl="0"/>
            <a:r>
              <a:rPr lang="en-US" dirty="0"/>
              <a:t>Insert statistic label here</a:t>
            </a:r>
          </a:p>
        </p:txBody>
      </p:sp>
      <p:sp>
        <p:nvSpPr>
          <p:cNvPr id="9" name="Text Placeholder 15"/>
          <p:cNvSpPr>
            <a:spLocks noGrp="1"/>
          </p:cNvSpPr>
          <p:nvPr>
            <p:ph type="body" sz="quarter" idx="20" hasCustomPrompt="1"/>
          </p:nvPr>
        </p:nvSpPr>
        <p:spPr>
          <a:xfrm>
            <a:off x="3360740" y="1172430"/>
            <a:ext cx="2422525" cy="1432486"/>
          </a:xfrm>
          <a:prstGeom prst="rect">
            <a:avLst/>
          </a:prstGeom>
        </p:spPr>
        <p:txBody>
          <a:bodyPr anchor="b" anchorCtr="0">
            <a:noAutofit/>
          </a:bodyPr>
          <a:lstStyle>
            <a:lvl1pPr marL="0" indent="0" algn="ctr">
              <a:spcBef>
                <a:spcPts val="0"/>
              </a:spcBef>
              <a:buFontTx/>
              <a:buNone/>
              <a:defRPr sz="6000" b="0" i="0" kern="1200" cap="none" spc="0" baseline="0">
                <a:solidFill>
                  <a:srgbClr val="418FDE"/>
                </a:solidFill>
                <a:latin typeface="Times New Roman Regular" charset="0"/>
                <a:ea typeface="Times New Roman Regular" charset="0"/>
                <a:cs typeface="Times New Roman Regular" charset="0"/>
              </a:defRPr>
            </a:lvl1pPr>
            <a:lvl2pPr marL="170260" indent="0" algn="ctr">
              <a:buFontTx/>
              <a:buNone/>
              <a:defRPr sz="11250" b="1" i="0">
                <a:latin typeface="+mj-lt"/>
              </a:defRPr>
            </a:lvl2pPr>
            <a:lvl3pPr marL="258365" indent="0" algn="ctr">
              <a:buFontTx/>
              <a:buNone/>
              <a:defRPr sz="11250" b="1" i="0">
                <a:latin typeface="+mj-lt"/>
              </a:defRPr>
            </a:lvl3pPr>
            <a:lvl4pPr marL="388144" indent="0" algn="ctr">
              <a:buFontTx/>
              <a:buNone/>
              <a:defRPr sz="11250" b="1" i="0">
                <a:latin typeface="+mj-lt"/>
              </a:defRPr>
            </a:lvl4pPr>
            <a:lvl5pPr marL="516731" indent="0" algn="ctr">
              <a:buFontTx/>
              <a:buNone/>
              <a:defRPr sz="11250" b="1" i="0">
                <a:latin typeface="+mj-lt"/>
              </a:defRPr>
            </a:lvl5pPr>
          </a:lstStyle>
          <a:p>
            <a:pPr lvl="0"/>
            <a:r>
              <a:rPr lang="en-US" dirty="0"/>
              <a:t>Y%</a:t>
            </a:r>
          </a:p>
        </p:txBody>
      </p:sp>
      <p:sp>
        <p:nvSpPr>
          <p:cNvPr id="10" name="Text Placeholder 7"/>
          <p:cNvSpPr>
            <a:spLocks noGrp="1"/>
          </p:cNvSpPr>
          <p:nvPr>
            <p:ph type="body" sz="quarter" idx="21" hasCustomPrompt="1"/>
          </p:nvPr>
        </p:nvSpPr>
        <p:spPr>
          <a:xfrm>
            <a:off x="3360740" y="2679130"/>
            <a:ext cx="2422525" cy="715800"/>
          </a:xfrm>
          <a:prstGeom prst="rect">
            <a:avLst/>
          </a:prstGeom>
        </p:spPr>
        <p:txBody>
          <a:bodyPr>
            <a:noAutofit/>
          </a:bodyPr>
          <a:lstStyle>
            <a:lvl1pPr marL="0" indent="0" algn="ctr">
              <a:buFontTx/>
              <a:buNone/>
              <a:defRPr sz="1200" b="0" i="0" kern="800" cap="none" spc="8" baseline="0">
                <a:solidFill>
                  <a:srgbClr val="0D2240"/>
                </a:solidFill>
                <a:latin typeface="Arial" charset="0"/>
                <a:ea typeface="Arial" charset="0"/>
                <a:cs typeface="Arial" charset="0"/>
              </a:defRPr>
            </a:lvl1pPr>
          </a:lstStyle>
          <a:p>
            <a:pPr lvl="0"/>
            <a:r>
              <a:rPr lang="en-US" dirty="0"/>
              <a:t>Insert statistic label here</a:t>
            </a:r>
          </a:p>
        </p:txBody>
      </p:sp>
      <p:sp>
        <p:nvSpPr>
          <p:cNvPr id="11" name="Text Placeholder 15"/>
          <p:cNvSpPr>
            <a:spLocks noGrp="1"/>
          </p:cNvSpPr>
          <p:nvPr>
            <p:ph type="body" sz="quarter" idx="22" hasCustomPrompt="1"/>
          </p:nvPr>
        </p:nvSpPr>
        <p:spPr>
          <a:xfrm>
            <a:off x="5911850" y="1172430"/>
            <a:ext cx="2451098" cy="1432486"/>
          </a:xfrm>
          <a:prstGeom prst="rect">
            <a:avLst/>
          </a:prstGeom>
        </p:spPr>
        <p:txBody>
          <a:bodyPr anchor="b" anchorCtr="0">
            <a:noAutofit/>
          </a:bodyPr>
          <a:lstStyle>
            <a:lvl1pPr marL="0" indent="0" algn="ctr">
              <a:spcBef>
                <a:spcPts val="0"/>
              </a:spcBef>
              <a:buFontTx/>
              <a:buNone/>
              <a:defRPr sz="6000" b="0" i="0" kern="1200" cap="none" spc="0" baseline="0">
                <a:solidFill>
                  <a:srgbClr val="418FDE"/>
                </a:solidFill>
                <a:latin typeface="Times New Roman Regular" charset="0"/>
                <a:ea typeface="Times New Roman Regular" charset="0"/>
                <a:cs typeface="Times New Roman Regular" charset="0"/>
              </a:defRPr>
            </a:lvl1pPr>
            <a:lvl2pPr marL="170260" indent="0" algn="ctr">
              <a:buFontTx/>
              <a:buNone/>
              <a:defRPr sz="11250" b="1" i="0">
                <a:latin typeface="+mj-lt"/>
              </a:defRPr>
            </a:lvl2pPr>
            <a:lvl3pPr marL="258365" indent="0" algn="ctr">
              <a:buFontTx/>
              <a:buNone/>
              <a:defRPr sz="11250" b="1" i="0">
                <a:latin typeface="+mj-lt"/>
              </a:defRPr>
            </a:lvl3pPr>
            <a:lvl4pPr marL="388144" indent="0" algn="ctr">
              <a:buFontTx/>
              <a:buNone/>
              <a:defRPr sz="11250" b="1" i="0">
                <a:latin typeface="+mj-lt"/>
              </a:defRPr>
            </a:lvl4pPr>
            <a:lvl5pPr marL="516731" indent="0" algn="ctr">
              <a:buFontTx/>
              <a:buNone/>
              <a:defRPr sz="11250" b="1" i="0">
                <a:latin typeface="+mj-lt"/>
              </a:defRPr>
            </a:lvl5pPr>
          </a:lstStyle>
          <a:p>
            <a:pPr lvl="0"/>
            <a:r>
              <a:rPr lang="en-US" dirty="0"/>
              <a:t>Z%</a:t>
            </a:r>
          </a:p>
        </p:txBody>
      </p:sp>
      <p:sp>
        <p:nvSpPr>
          <p:cNvPr id="12" name="Text Placeholder 7"/>
          <p:cNvSpPr>
            <a:spLocks noGrp="1"/>
          </p:cNvSpPr>
          <p:nvPr>
            <p:ph type="body" sz="quarter" idx="23" hasCustomPrompt="1"/>
          </p:nvPr>
        </p:nvSpPr>
        <p:spPr>
          <a:xfrm>
            <a:off x="5911850" y="2679130"/>
            <a:ext cx="2451098" cy="715800"/>
          </a:xfrm>
          <a:prstGeom prst="rect">
            <a:avLst/>
          </a:prstGeom>
        </p:spPr>
        <p:txBody>
          <a:bodyPr>
            <a:noAutofit/>
          </a:bodyPr>
          <a:lstStyle>
            <a:lvl1pPr marL="0" indent="0" algn="ctr">
              <a:buFontTx/>
              <a:buNone/>
              <a:defRPr sz="1200" b="0" i="0" kern="800" cap="none" spc="8" baseline="0">
                <a:solidFill>
                  <a:srgbClr val="0D2240"/>
                </a:solidFill>
                <a:latin typeface="Arial" charset="0"/>
                <a:ea typeface="Arial" charset="0"/>
                <a:cs typeface="Arial" charset="0"/>
              </a:defRPr>
            </a:lvl1pPr>
          </a:lstStyle>
          <a:p>
            <a:pPr lvl="0"/>
            <a:r>
              <a:rPr lang="en-US" dirty="0"/>
              <a:t>Insert statistic label here</a:t>
            </a:r>
          </a:p>
        </p:txBody>
      </p:sp>
      <p:sp>
        <p:nvSpPr>
          <p:cNvPr id="14" name="Text Placeholder 13"/>
          <p:cNvSpPr>
            <a:spLocks noGrp="1"/>
          </p:cNvSpPr>
          <p:nvPr>
            <p:ph type="body" sz="quarter" idx="24"/>
          </p:nvPr>
        </p:nvSpPr>
        <p:spPr>
          <a:xfrm>
            <a:off x="787402" y="3602175"/>
            <a:ext cx="7575547" cy="1149934"/>
          </a:xfrm>
          <a:prstGeom prst="rect">
            <a:avLst/>
          </a:prstGeom>
        </p:spPr>
        <p:txBody>
          <a:bodyPr>
            <a:noAutofit/>
          </a:bodyPr>
          <a:lstStyle>
            <a:lvl1pPr>
              <a:lnSpc>
                <a:spcPct val="100000"/>
              </a:lnSpc>
              <a:defRPr sz="1600" b="0" i="0">
                <a:latin typeface="Times New Roman Regular" charset="0"/>
                <a:ea typeface="Times New Roman Regular" charset="0"/>
                <a:cs typeface="Times New Roman Regular" charset="0"/>
              </a:defRPr>
            </a:lvl1pPr>
            <a:lvl2pPr>
              <a:lnSpc>
                <a:spcPct val="100000"/>
              </a:lnSpc>
              <a:defRPr sz="1600" b="0" i="0">
                <a:latin typeface="Times New Roman Regular" charset="0"/>
                <a:ea typeface="Times New Roman Regular" charset="0"/>
                <a:cs typeface="Times New Roman Regular" charset="0"/>
              </a:defRPr>
            </a:lvl2pPr>
            <a:lvl3pPr>
              <a:lnSpc>
                <a:spcPct val="100000"/>
              </a:lnSpc>
              <a:defRPr sz="1600" b="0" i="0">
                <a:latin typeface="Times New Roman Regular" charset="0"/>
                <a:ea typeface="Times New Roman Regular" charset="0"/>
                <a:cs typeface="Times New Roman Regular" charset="0"/>
              </a:defRPr>
            </a:lvl3pPr>
          </a:lstStyle>
          <a:p>
            <a:pPr lvl="0"/>
            <a:r>
              <a:rPr lang="en-US" dirty="0"/>
              <a:t>Click to edit Master text styles</a:t>
            </a:r>
          </a:p>
          <a:p>
            <a:pPr lvl="1"/>
            <a:r>
              <a:rPr lang="en-US" dirty="0"/>
              <a:t>Second level</a:t>
            </a:r>
          </a:p>
          <a:p>
            <a:pPr lvl="2"/>
            <a:r>
              <a:rPr lang="en-US" dirty="0"/>
              <a:t>Third level</a:t>
            </a:r>
          </a:p>
        </p:txBody>
      </p:sp>
      <p:cxnSp>
        <p:nvCxnSpPr>
          <p:cNvPr id="16" name="Straight Connector 15"/>
          <p:cNvCxnSpPr/>
          <p:nvPr userDrawn="1"/>
        </p:nvCxnSpPr>
        <p:spPr>
          <a:xfrm>
            <a:off x="803306" y="2529305"/>
            <a:ext cx="2438399"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userDrawn="1"/>
        </p:nvCxnSpPr>
        <p:spPr>
          <a:xfrm>
            <a:off x="3352817" y="2529305"/>
            <a:ext cx="2438399"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userDrawn="1"/>
        </p:nvCxnSpPr>
        <p:spPr>
          <a:xfrm>
            <a:off x="5924549" y="2529305"/>
            <a:ext cx="2438399"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7" name="Text Placeholder 7"/>
          <p:cNvSpPr>
            <a:spLocks noGrp="1"/>
          </p:cNvSpPr>
          <p:nvPr>
            <p:ph type="body" sz="quarter" idx="19" hasCustomPrompt="1"/>
          </p:nvPr>
        </p:nvSpPr>
        <p:spPr>
          <a:xfrm>
            <a:off x="2423310" y="420851"/>
            <a:ext cx="4297380" cy="449099"/>
          </a:xfrm>
          <a:prstGeom prst="rect">
            <a:avLst/>
          </a:prstGeom>
        </p:spPr>
        <p:txBody>
          <a:bodyPr>
            <a:noAutofit/>
          </a:bodyPr>
          <a:lstStyle>
            <a:lvl1pPr marL="0" indent="0" algn="ctr">
              <a:buFontTx/>
              <a:buNone/>
              <a:defRPr sz="1000" b="1" i="0" kern="800" cap="all" spc="75" baseline="0">
                <a:solidFill>
                  <a:srgbClr val="418FDE"/>
                </a:solidFill>
                <a:latin typeface="Arial Bold" charset="0"/>
                <a:ea typeface="Arial Bold" charset="0"/>
                <a:cs typeface="Arial Bold" charset="0"/>
              </a:defRPr>
            </a:lvl1pPr>
          </a:lstStyle>
          <a:p>
            <a:pPr lvl="0"/>
            <a:r>
              <a:rPr lang="en-US" dirty="0"/>
              <a:t>BY THE NUMBERS</a:t>
            </a:r>
          </a:p>
        </p:txBody>
      </p:sp>
    </p:spTree>
    <p:extLst>
      <p:ext uri="{BB962C8B-B14F-4D97-AF65-F5344CB8AC3E}">
        <p14:creationId xmlns:p14="http://schemas.microsoft.com/office/powerpoint/2010/main" val="73587548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Statistics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 Placeholder 15"/>
          <p:cNvSpPr>
            <a:spLocks noGrp="1"/>
          </p:cNvSpPr>
          <p:nvPr>
            <p:ph type="body" sz="quarter" idx="15" hasCustomPrompt="1"/>
          </p:nvPr>
        </p:nvSpPr>
        <p:spPr>
          <a:xfrm>
            <a:off x="1103315" y="1551131"/>
            <a:ext cx="3398837" cy="1432486"/>
          </a:xfrm>
          <a:prstGeom prst="rect">
            <a:avLst/>
          </a:prstGeom>
        </p:spPr>
        <p:txBody>
          <a:bodyPr anchor="b" anchorCtr="0">
            <a:noAutofit/>
          </a:bodyPr>
          <a:lstStyle>
            <a:lvl1pPr marL="0" indent="0" algn="ctr">
              <a:spcBef>
                <a:spcPts val="0"/>
              </a:spcBef>
              <a:buFontTx/>
              <a:buNone/>
              <a:defRPr sz="6000" b="0" i="0" kern="1200" cap="none" spc="0" baseline="0">
                <a:solidFill>
                  <a:srgbClr val="418FDE"/>
                </a:solidFill>
                <a:latin typeface="Times New Roman Regular" charset="0"/>
                <a:ea typeface="Times New Roman Regular" charset="0"/>
                <a:cs typeface="Times New Roman Regular" charset="0"/>
              </a:defRPr>
            </a:lvl1pPr>
            <a:lvl2pPr marL="170260" indent="0" algn="ctr">
              <a:buFontTx/>
              <a:buNone/>
              <a:defRPr sz="11250" b="1" i="0">
                <a:latin typeface="+mj-lt"/>
              </a:defRPr>
            </a:lvl2pPr>
            <a:lvl3pPr marL="258365" indent="0" algn="ctr">
              <a:buFontTx/>
              <a:buNone/>
              <a:defRPr sz="11250" b="1" i="0">
                <a:latin typeface="+mj-lt"/>
              </a:defRPr>
            </a:lvl3pPr>
            <a:lvl4pPr marL="388144" indent="0" algn="ctr">
              <a:buFontTx/>
              <a:buNone/>
              <a:defRPr sz="11250" b="1" i="0">
                <a:latin typeface="+mj-lt"/>
              </a:defRPr>
            </a:lvl4pPr>
            <a:lvl5pPr marL="516731" indent="0" algn="ctr">
              <a:buFontTx/>
              <a:buNone/>
              <a:defRPr sz="11250" b="1" i="0">
                <a:latin typeface="+mj-lt"/>
              </a:defRPr>
            </a:lvl5pPr>
          </a:lstStyle>
          <a:p>
            <a:pPr lvl="0"/>
            <a:r>
              <a:rPr lang="en-US" dirty="0"/>
              <a:t>X%</a:t>
            </a:r>
          </a:p>
        </p:txBody>
      </p:sp>
      <p:sp>
        <p:nvSpPr>
          <p:cNvPr id="7" name="Text Placeholder 7"/>
          <p:cNvSpPr>
            <a:spLocks noGrp="1"/>
          </p:cNvSpPr>
          <p:nvPr>
            <p:ph type="body" sz="quarter" idx="17" hasCustomPrompt="1"/>
          </p:nvPr>
        </p:nvSpPr>
        <p:spPr>
          <a:xfrm>
            <a:off x="1103315" y="2994330"/>
            <a:ext cx="3398837" cy="703100"/>
          </a:xfrm>
          <a:prstGeom prst="rect">
            <a:avLst/>
          </a:prstGeom>
        </p:spPr>
        <p:txBody>
          <a:bodyPr>
            <a:noAutofit/>
          </a:bodyPr>
          <a:lstStyle>
            <a:lvl1pPr marL="0" indent="0" algn="ctr">
              <a:buFontTx/>
              <a:buNone/>
              <a:defRPr sz="1200" b="0" i="0" kern="800" cap="none" spc="15" baseline="0">
                <a:solidFill>
                  <a:srgbClr val="0D2240"/>
                </a:solidFill>
                <a:latin typeface="Arial" charset="0"/>
                <a:ea typeface="Arial" charset="0"/>
                <a:cs typeface="Arial" charset="0"/>
              </a:defRPr>
            </a:lvl1pPr>
          </a:lstStyle>
          <a:p>
            <a:pPr lvl="0"/>
            <a:r>
              <a:rPr lang="en-US" dirty="0"/>
              <a:t>Insert statistic label here</a:t>
            </a:r>
          </a:p>
        </p:txBody>
      </p:sp>
      <p:sp>
        <p:nvSpPr>
          <p:cNvPr id="9" name="Text Placeholder 15"/>
          <p:cNvSpPr>
            <a:spLocks noGrp="1"/>
          </p:cNvSpPr>
          <p:nvPr>
            <p:ph type="body" sz="quarter" idx="20" hasCustomPrompt="1"/>
          </p:nvPr>
        </p:nvSpPr>
        <p:spPr>
          <a:xfrm>
            <a:off x="4640265" y="1551131"/>
            <a:ext cx="3398837" cy="1432486"/>
          </a:xfrm>
          <a:prstGeom prst="rect">
            <a:avLst/>
          </a:prstGeom>
        </p:spPr>
        <p:txBody>
          <a:bodyPr anchor="b" anchorCtr="0">
            <a:noAutofit/>
          </a:bodyPr>
          <a:lstStyle>
            <a:lvl1pPr marL="0" indent="0" algn="ctr">
              <a:spcBef>
                <a:spcPts val="0"/>
              </a:spcBef>
              <a:buFontTx/>
              <a:buNone/>
              <a:defRPr sz="6000" b="0" i="0" kern="1200" cap="none" spc="0" baseline="0">
                <a:solidFill>
                  <a:srgbClr val="418FDE"/>
                </a:solidFill>
                <a:latin typeface="Times New Roman Regular" charset="0"/>
                <a:ea typeface="Times New Roman Regular" charset="0"/>
                <a:cs typeface="Times New Roman Regular" charset="0"/>
              </a:defRPr>
            </a:lvl1pPr>
            <a:lvl2pPr marL="170260" indent="0" algn="ctr">
              <a:buFontTx/>
              <a:buNone/>
              <a:defRPr sz="11250" b="1" i="0">
                <a:latin typeface="+mj-lt"/>
              </a:defRPr>
            </a:lvl2pPr>
            <a:lvl3pPr marL="258365" indent="0" algn="ctr">
              <a:buFontTx/>
              <a:buNone/>
              <a:defRPr sz="11250" b="1" i="0">
                <a:latin typeface="+mj-lt"/>
              </a:defRPr>
            </a:lvl3pPr>
            <a:lvl4pPr marL="388144" indent="0" algn="ctr">
              <a:buFontTx/>
              <a:buNone/>
              <a:defRPr sz="11250" b="1" i="0">
                <a:latin typeface="+mj-lt"/>
              </a:defRPr>
            </a:lvl4pPr>
            <a:lvl5pPr marL="516731" indent="0" algn="ctr">
              <a:buFontTx/>
              <a:buNone/>
              <a:defRPr sz="11250" b="1" i="0">
                <a:latin typeface="+mj-lt"/>
              </a:defRPr>
            </a:lvl5pPr>
          </a:lstStyle>
          <a:p>
            <a:pPr lvl="0"/>
            <a:r>
              <a:rPr lang="en-US" dirty="0"/>
              <a:t>Y%</a:t>
            </a:r>
          </a:p>
        </p:txBody>
      </p:sp>
      <p:sp>
        <p:nvSpPr>
          <p:cNvPr id="10" name="Text Placeholder 7"/>
          <p:cNvSpPr>
            <a:spLocks noGrp="1"/>
          </p:cNvSpPr>
          <p:nvPr>
            <p:ph type="body" sz="quarter" idx="21" hasCustomPrompt="1"/>
          </p:nvPr>
        </p:nvSpPr>
        <p:spPr>
          <a:xfrm>
            <a:off x="4640265" y="2994330"/>
            <a:ext cx="3398837" cy="703100"/>
          </a:xfrm>
          <a:prstGeom prst="rect">
            <a:avLst/>
          </a:prstGeom>
        </p:spPr>
        <p:txBody>
          <a:bodyPr>
            <a:noAutofit/>
          </a:bodyPr>
          <a:lstStyle>
            <a:lvl1pPr marL="0" indent="0" algn="ctr">
              <a:buFontTx/>
              <a:buNone/>
              <a:defRPr sz="1200" b="0" i="0" kern="800" cap="none" spc="15" baseline="0">
                <a:solidFill>
                  <a:srgbClr val="0D2240"/>
                </a:solidFill>
                <a:latin typeface="Arial" charset="0"/>
                <a:ea typeface="Arial" charset="0"/>
                <a:cs typeface="Arial" charset="0"/>
              </a:defRPr>
            </a:lvl1pPr>
          </a:lstStyle>
          <a:p>
            <a:pPr lvl="0"/>
            <a:r>
              <a:rPr lang="en-US" dirty="0"/>
              <a:t>Insert statistic label here</a:t>
            </a:r>
          </a:p>
        </p:txBody>
      </p:sp>
      <p:cxnSp>
        <p:nvCxnSpPr>
          <p:cNvPr id="13" name="Straight Connector 12"/>
          <p:cNvCxnSpPr/>
          <p:nvPr userDrawn="1"/>
        </p:nvCxnSpPr>
        <p:spPr>
          <a:xfrm>
            <a:off x="1103315" y="2879163"/>
            <a:ext cx="3398837"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a:off x="4640265" y="2879163"/>
            <a:ext cx="3398837"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1" name="Text Placeholder 7"/>
          <p:cNvSpPr>
            <a:spLocks noGrp="1"/>
          </p:cNvSpPr>
          <p:nvPr>
            <p:ph type="body" sz="quarter" idx="19" hasCustomPrompt="1"/>
          </p:nvPr>
        </p:nvSpPr>
        <p:spPr>
          <a:xfrm>
            <a:off x="2423310" y="420851"/>
            <a:ext cx="4297380" cy="449099"/>
          </a:xfrm>
          <a:prstGeom prst="rect">
            <a:avLst/>
          </a:prstGeom>
        </p:spPr>
        <p:txBody>
          <a:bodyPr>
            <a:noAutofit/>
          </a:bodyPr>
          <a:lstStyle>
            <a:lvl1pPr marL="0" indent="0" algn="ctr">
              <a:buFontTx/>
              <a:buNone/>
              <a:defRPr sz="1000" b="1" i="0" kern="800" cap="all" spc="75" baseline="0">
                <a:solidFill>
                  <a:srgbClr val="418FDE"/>
                </a:solidFill>
                <a:latin typeface="Arial Bold" charset="0"/>
                <a:ea typeface="Arial Bold" charset="0"/>
                <a:cs typeface="Arial Bold" charset="0"/>
              </a:defRPr>
            </a:lvl1pPr>
          </a:lstStyle>
          <a:p>
            <a:pPr lvl="0"/>
            <a:r>
              <a:rPr lang="en-US" dirty="0"/>
              <a:t>BY THE NUMBERS</a:t>
            </a:r>
          </a:p>
        </p:txBody>
      </p:sp>
    </p:spTree>
    <p:extLst>
      <p:ext uri="{BB962C8B-B14F-4D97-AF65-F5344CB8AC3E}">
        <p14:creationId xmlns:p14="http://schemas.microsoft.com/office/powerpoint/2010/main" val="173337685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bg1"/>
        </a:solidFill>
        <a:effectLst/>
      </p:bgPr>
    </p:bg>
    <p:spTree>
      <p:nvGrpSpPr>
        <p:cNvPr id="1" name=""/>
        <p:cNvGrpSpPr/>
        <p:nvPr/>
      </p:nvGrpSpPr>
      <p:grpSpPr>
        <a:xfrm>
          <a:off x="0" y="0"/>
          <a:ext cx="0" cy="0"/>
          <a:chOff x="0" y="0"/>
          <a:chExt cx="0" cy="0"/>
        </a:xfrm>
      </p:grpSpPr>
      <p:sp>
        <p:nvSpPr>
          <p:cNvPr id="13" name="Text Placeholder 2"/>
          <p:cNvSpPr>
            <a:spLocks noGrp="1"/>
          </p:cNvSpPr>
          <p:nvPr>
            <p:ph type="body" sz="quarter" idx="14" hasCustomPrompt="1"/>
          </p:nvPr>
        </p:nvSpPr>
        <p:spPr>
          <a:xfrm>
            <a:off x="636600" y="4694566"/>
            <a:ext cx="7606855" cy="249457"/>
          </a:xfrm>
        </p:spPr>
        <p:txBody>
          <a:bodyPr lIns="91440" rIns="0" anchor="b">
            <a:noAutofit/>
          </a:bodyPr>
          <a:lstStyle>
            <a:lvl1pPr marL="0" marR="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sz="800" b="0" i="0" baseline="0">
                <a:latin typeface="Arial" charset="0"/>
                <a:ea typeface="Arial" charset="0"/>
                <a:cs typeface="Arial" charset="0"/>
              </a:defRPr>
            </a:lvl1pPr>
            <a:lvl2pPr marL="342900" indent="0">
              <a:buNone/>
              <a:defRPr sz="1000">
                <a:latin typeface="Atlas Grotesk" charset="0"/>
                <a:ea typeface="Atlas Grotesk" charset="0"/>
                <a:cs typeface="Atlas Grotesk" charset="0"/>
              </a:defRPr>
            </a:lvl2pPr>
            <a:lvl3pPr marL="685800" indent="0">
              <a:buNone/>
              <a:defRPr sz="1000">
                <a:latin typeface="Atlas Grotesk" charset="0"/>
                <a:ea typeface="Atlas Grotesk" charset="0"/>
                <a:cs typeface="Atlas Grotesk" charset="0"/>
              </a:defRPr>
            </a:lvl3pPr>
            <a:lvl4pPr marL="1028700" indent="0">
              <a:buNone/>
              <a:defRPr sz="1000">
                <a:latin typeface="Atlas Grotesk" charset="0"/>
                <a:ea typeface="Atlas Grotesk" charset="0"/>
                <a:cs typeface="Atlas Grotesk" charset="0"/>
              </a:defRPr>
            </a:lvl4pPr>
            <a:lvl5pPr marL="1371600" indent="0">
              <a:buNone/>
              <a:defRPr sz="1000">
                <a:latin typeface="Atlas Grotesk" charset="0"/>
                <a:ea typeface="Atlas Grotesk" charset="0"/>
                <a:cs typeface="Atlas Grotesk" charset="0"/>
              </a:defRPr>
            </a:lvl5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dirty="0"/>
              <a:t>Source: </a:t>
            </a:r>
            <a:r>
              <a:rPr lang="en-US" b="0" dirty="0"/>
              <a:t>Optional source goes here</a:t>
            </a:r>
            <a:endParaRPr lang="en-US" dirty="0"/>
          </a:p>
        </p:txBody>
      </p:sp>
      <p:pic>
        <p:nvPicPr>
          <p:cNvPr id="6" name="Picture 5"/>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6670964" y="2618368"/>
            <a:ext cx="2155417" cy="1975427"/>
          </a:xfrm>
          <a:prstGeom prst="rect">
            <a:avLst/>
          </a:prstGeom>
        </p:spPr>
      </p:pic>
      <p:pic>
        <p:nvPicPr>
          <p:cNvPr id="10" name="Picture 9"/>
          <p:cNvPicPr>
            <a:picLocks noChangeAspect="1"/>
          </p:cNvPicPr>
          <p:nvPr userDrawn="1"/>
        </p:nvPicPr>
        <p:blipFill>
          <a:blip r:embed="rId3">
            <a:alphaModFix amt="15000"/>
            <a:extLst>
              <a:ext uri="{28A0092B-C50C-407E-A947-70E740481C1C}">
                <a14:useLocalDpi xmlns:a14="http://schemas.microsoft.com/office/drawing/2010/main"/>
              </a:ext>
            </a:extLst>
          </a:blip>
          <a:stretch>
            <a:fillRect/>
          </a:stretch>
        </p:blipFill>
        <p:spPr>
          <a:xfrm>
            <a:off x="352135" y="353357"/>
            <a:ext cx="2432096" cy="2098891"/>
          </a:xfrm>
          <a:prstGeom prst="rect">
            <a:avLst/>
          </a:prstGeom>
        </p:spPr>
      </p:pic>
      <p:sp>
        <p:nvSpPr>
          <p:cNvPr id="11" name="Text Placeholder 8"/>
          <p:cNvSpPr>
            <a:spLocks noGrp="1"/>
          </p:cNvSpPr>
          <p:nvPr>
            <p:ph type="body" sz="quarter" idx="10" hasCustomPrompt="1"/>
          </p:nvPr>
        </p:nvSpPr>
        <p:spPr>
          <a:xfrm>
            <a:off x="1122219" y="1877213"/>
            <a:ext cx="7121236" cy="1434021"/>
          </a:xfrm>
          <a:prstGeom prst="rect">
            <a:avLst/>
          </a:prstGeom>
        </p:spPr>
        <p:txBody>
          <a:bodyPr anchor="ctr">
            <a:noAutofit/>
          </a:bodyPr>
          <a:lstStyle>
            <a:lvl1pPr marL="0" marR="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sz="2200" b="0" i="0" baseline="0">
                <a:latin typeface="Times New Roman Regular" charset="0"/>
                <a:ea typeface="Times New Roman Regular" charset="0"/>
                <a:cs typeface="Times New Roman Regular" charset="0"/>
              </a:defRPr>
            </a:lvl1pPr>
            <a:lvl2pPr marL="342900" indent="0">
              <a:buNone/>
              <a:defRPr/>
            </a:lvl2pPr>
            <a:lvl3pPr marL="685800" indent="0">
              <a:buNone/>
              <a:defRPr/>
            </a:lvl3pPr>
            <a:lvl4pPr marL="1028700" indent="0">
              <a:buNone/>
              <a:defRPr/>
            </a:lvl4pPr>
            <a:lvl5pPr marL="1371600" indent="0">
              <a:buNone/>
              <a:defRPr/>
            </a:lvl5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dirty="0"/>
              <a:t>Quote</a:t>
            </a: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Phot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7"/>
          <p:cNvSpPr>
            <a:spLocks noGrp="1"/>
          </p:cNvSpPr>
          <p:nvPr>
            <p:ph type="body" sz="quarter" idx="13" hasCustomPrompt="1"/>
          </p:nvPr>
        </p:nvSpPr>
        <p:spPr>
          <a:xfrm>
            <a:off x="628650" y="265040"/>
            <a:ext cx="4442114" cy="229764"/>
          </a:xfrm>
          <a:prstGeom prst="rect">
            <a:avLst/>
          </a:prstGeom>
        </p:spPr>
        <p:txBody>
          <a:bodyPr>
            <a:noAutofit/>
          </a:bodyPr>
          <a:lstStyle>
            <a:lvl1pPr marL="0" marR="0" indent="0" algn="l" defTabSz="342900" rtl="0" eaLnBrk="1" fontAlgn="auto" latinLnBrk="0" hangingPunct="1">
              <a:lnSpc>
                <a:spcPct val="100000"/>
              </a:lnSpc>
              <a:spcBef>
                <a:spcPct val="20000"/>
              </a:spcBef>
              <a:spcAft>
                <a:spcPts val="0"/>
              </a:spcAft>
              <a:buClr>
                <a:srgbClr val="003374"/>
              </a:buClr>
              <a:buSzPct val="80000"/>
              <a:buFontTx/>
              <a:buNone/>
              <a:tabLst/>
              <a:defRPr sz="800" b="1" i="0" kern="0" cap="all" spc="75">
                <a:solidFill>
                  <a:srgbClr val="418FDE"/>
                </a:solidFill>
                <a:latin typeface="Arial Bold" charset="0"/>
                <a:ea typeface="Arial Bold" charset="0"/>
                <a:cs typeface="Arial Bold" charset="0"/>
              </a:defRPr>
            </a:lvl1pPr>
          </a:lstStyle>
          <a:p>
            <a:pPr marL="0" marR="0" lvl="0" indent="0" algn="l" defTabSz="342900" rtl="0" eaLnBrk="1" fontAlgn="auto" latinLnBrk="0" hangingPunct="1">
              <a:lnSpc>
                <a:spcPct val="100000"/>
              </a:lnSpc>
              <a:spcBef>
                <a:spcPct val="20000"/>
              </a:spcBef>
              <a:spcAft>
                <a:spcPts val="0"/>
              </a:spcAft>
              <a:buClr>
                <a:srgbClr val="003374"/>
              </a:buClr>
              <a:buSzPct val="80000"/>
              <a:buFontTx/>
              <a:buNone/>
              <a:tabLst/>
              <a:defRPr/>
            </a:pPr>
            <a:r>
              <a:rPr lang="en-US" dirty="0"/>
              <a:t>Optional Section </a:t>
            </a:r>
            <a:r>
              <a:rPr lang="en-US" dirty="0" err="1"/>
              <a:t>TItle</a:t>
            </a:r>
            <a:endParaRPr lang="en-US" dirty="0"/>
          </a:p>
          <a:p>
            <a:pPr lvl="0"/>
            <a:endParaRPr lang="en-US" dirty="0"/>
          </a:p>
        </p:txBody>
      </p:sp>
      <p:sp>
        <p:nvSpPr>
          <p:cNvPr id="3" name="Picture Placeholder 2"/>
          <p:cNvSpPr>
            <a:spLocks noGrp="1"/>
          </p:cNvSpPr>
          <p:nvPr>
            <p:ph type="pic" sz="quarter" idx="14"/>
          </p:nvPr>
        </p:nvSpPr>
        <p:spPr>
          <a:xfrm>
            <a:off x="628650" y="1293644"/>
            <a:ext cx="7886700" cy="3275552"/>
          </a:xfrm>
          <a:prstGeom prst="rect">
            <a:avLst/>
          </a:prstGeom>
        </p:spPr>
        <p:txBody>
          <a:bodyPr>
            <a:normAutofit/>
          </a:bodyPr>
          <a:lstStyle>
            <a:lvl1pPr marL="0" indent="0">
              <a:buNone/>
              <a:defRPr sz="1800" b="0" i="0">
                <a:latin typeface="Times New Roman Regular" charset="0"/>
                <a:ea typeface="Times New Roman Regular" charset="0"/>
                <a:cs typeface="Times New Roman Regular" charset="0"/>
              </a:defRPr>
            </a:lvl1pPr>
          </a:lstStyle>
          <a:p>
            <a:endParaRPr lang="en-US" dirty="0"/>
          </a:p>
        </p:txBody>
      </p:sp>
      <p:sp>
        <p:nvSpPr>
          <p:cNvPr id="6" name="Title 1"/>
          <p:cNvSpPr>
            <a:spLocks noGrp="1"/>
          </p:cNvSpPr>
          <p:nvPr>
            <p:ph type="title" hasCustomPrompt="1"/>
          </p:nvPr>
        </p:nvSpPr>
        <p:spPr>
          <a:xfrm>
            <a:off x="628650" y="499946"/>
            <a:ext cx="7886700" cy="431641"/>
          </a:xfrm>
          <a:prstGeom prst="rect">
            <a:avLst/>
          </a:prstGeom>
        </p:spPr>
        <p:txBody>
          <a:bodyPr anchor="t">
            <a:noAutofit/>
          </a:bodyPr>
          <a:lstStyle>
            <a:lvl1pPr>
              <a:defRPr sz="2400" b="0" i="0">
                <a:latin typeface="Arial" charset="0"/>
                <a:ea typeface="Arial" charset="0"/>
                <a:cs typeface="Arial" charset="0"/>
              </a:defRPr>
            </a:lvl1pPr>
          </a:lstStyle>
          <a:p>
            <a:r>
              <a:rPr lang="en-US" dirty="0"/>
              <a:t>Header Goes Here </a:t>
            </a: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Photo w/ bullet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4"/>
          <p:cNvSpPr>
            <a:spLocks noGrp="1"/>
          </p:cNvSpPr>
          <p:nvPr>
            <p:ph type="body" sz="quarter" idx="14"/>
          </p:nvPr>
        </p:nvSpPr>
        <p:spPr>
          <a:xfrm>
            <a:off x="3962401" y="1277337"/>
            <a:ext cx="4552950" cy="3263900"/>
          </a:xfrm>
          <a:prstGeom prst="rect">
            <a:avLst/>
          </a:prstGeom>
        </p:spPr>
        <p:txBody>
          <a:bodyPr>
            <a:noAutofit/>
          </a:bodyPr>
          <a:lstStyle>
            <a:lvl1pPr>
              <a:lnSpc>
                <a:spcPct val="100000"/>
              </a:lnSpc>
              <a:spcAft>
                <a:spcPts val="0"/>
              </a:spcAft>
              <a:defRPr sz="1600" b="0" i="0">
                <a:latin typeface="Times New Roman Regular" charset="0"/>
                <a:ea typeface="Times New Roman Regular" charset="0"/>
                <a:cs typeface="Times New Roman Regular" charset="0"/>
              </a:defRPr>
            </a:lvl1pPr>
            <a:lvl2pPr>
              <a:lnSpc>
                <a:spcPct val="100000"/>
              </a:lnSpc>
              <a:spcAft>
                <a:spcPts val="0"/>
              </a:spcAft>
              <a:defRPr sz="1600" b="0" i="0">
                <a:latin typeface="Times New Roman Regular" charset="0"/>
                <a:ea typeface="Times New Roman Regular" charset="0"/>
                <a:cs typeface="Times New Roman Regular" charset="0"/>
              </a:defRPr>
            </a:lvl2pPr>
            <a:lvl3pPr>
              <a:lnSpc>
                <a:spcPct val="100000"/>
              </a:lnSpc>
              <a:spcAft>
                <a:spcPts val="0"/>
              </a:spcAft>
              <a:defRPr sz="1600" b="0" i="0">
                <a:latin typeface="Times New Roman Regular" charset="0"/>
                <a:ea typeface="Times New Roman Regular" charset="0"/>
                <a:cs typeface="Times New Roman Regular" charset="0"/>
              </a:defRPr>
            </a:lvl3pPr>
            <a:lvl4pPr>
              <a:lnSpc>
                <a:spcPct val="100000"/>
              </a:lnSpc>
              <a:spcAft>
                <a:spcPts val="0"/>
              </a:spcAft>
              <a:defRPr sz="1600" b="0" i="0">
                <a:latin typeface="Times New Roman Regular" charset="0"/>
                <a:ea typeface="Times New Roman Regular" charset="0"/>
                <a:cs typeface="Times New Roman Regular" charset="0"/>
              </a:defRPr>
            </a:lvl4pPr>
            <a:lvl5pPr>
              <a:lnSpc>
                <a:spcPct val="100000"/>
              </a:lnSpc>
              <a:spcAft>
                <a:spcPts val="0"/>
              </a:spcAft>
              <a:defRPr sz="1600" b="0" i="0">
                <a:latin typeface="Times New Roman Regular" charset="0"/>
                <a:ea typeface="Times New Roman Regular" charset="0"/>
                <a:cs typeface="Times New Roman Regular"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3"/>
          <p:cNvSpPr>
            <a:spLocks noGrp="1"/>
          </p:cNvSpPr>
          <p:nvPr>
            <p:ph sz="quarter" idx="15" hasCustomPrompt="1"/>
          </p:nvPr>
        </p:nvSpPr>
        <p:spPr>
          <a:xfrm>
            <a:off x="628651" y="1277337"/>
            <a:ext cx="3140710" cy="3263900"/>
          </a:xfrm>
          <a:prstGeom prst="rect">
            <a:avLst/>
          </a:prstGeom>
        </p:spPr>
        <p:txBody>
          <a:bodyPr>
            <a:normAutofit/>
          </a:bodyPr>
          <a:lstStyle>
            <a:lvl1pPr marL="0" indent="0">
              <a:buNone/>
              <a:defRPr sz="1800" b="0" i="0" baseline="0">
                <a:latin typeface="Times New Roman Regular" charset="0"/>
                <a:ea typeface="Times New Roman Regular" charset="0"/>
                <a:cs typeface="Times New Roman Regular"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Picture, chart, etc.</a:t>
            </a:r>
          </a:p>
        </p:txBody>
      </p:sp>
      <p:sp>
        <p:nvSpPr>
          <p:cNvPr id="12" name="Text Placeholder 7"/>
          <p:cNvSpPr>
            <a:spLocks noGrp="1"/>
          </p:cNvSpPr>
          <p:nvPr>
            <p:ph type="body" sz="quarter" idx="13" hasCustomPrompt="1"/>
          </p:nvPr>
        </p:nvSpPr>
        <p:spPr>
          <a:xfrm>
            <a:off x="628650" y="265040"/>
            <a:ext cx="4442114" cy="229764"/>
          </a:xfrm>
          <a:prstGeom prst="rect">
            <a:avLst/>
          </a:prstGeom>
        </p:spPr>
        <p:txBody>
          <a:bodyPr>
            <a:noAutofit/>
          </a:bodyPr>
          <a:lstStyle>
            <a:lvl1pPr marL="0" marR="0" indent="0" algn="l" defTabSz="342900" rtl="0" eaLnBrk="1" fontAlgn="auto" latinLnBrk="0" hangingPunct="1">
              <a:lnSpc>
                <a:spcPct val="100000"/>
              </a:lnSpc>
              <a:spcBef>
                <a:spcPct val="20000"/>
              </a:spcBef>
              <a:spcAft>
                <a:spcPts val="0"/>
              </a:spcAft>
              <a:buClr>
                <a:srgbClr val="003374"/>
              </a:buClr>
              <a:buSzPct val="80000"/>
              <a:buFontTx/>
              <a:buNone/>
              <a:tabLst/>
              <a:defRPr sz="800" b="1" i="0" kern="0" cap="all" spc="75">
                <a:solidFill>
                  <a:srgbClr val="418FDE"/>
                </a:solidFill>
                <a:latin typeface="Arial Bold" charset="0"/>
                <a:ea typeface="Arial Bold" charset="0"/>
                <a:cs typeface="Arial Bold" charset="0"/>
              </a:defRPr>
            </a:lvl1pPr>
          </a:lstStyle>
          <a:p>
            <a:pPr marL="0" marR="0" lvl="0" indent="0" algn="l" defTabSz="342900" rtl="0" eaLnBrk="1" fontAlgn="auto" latinLnBrk="0" hangingPunct="1">
              <a:lnSpc>
                <a:spcPct val="100000"/>
              </a:lnSpc>
              <a:spcBef>
                <a:spcPct val="20000"/>
              </a:spcBef>
              <a:spcAft>
                <a:spcPts val="0"/>
              </a:spcAft>
              <a:buClr>
                <a:srgbClr val="003374"/>
              </a:buClr>
              <a:buSzPct val="80000"/>
              <a:buFontTx/>
              <a:buNone/>
              <a:tabLst/>
              <a:defRPr/>
            </a:pPr>
            <a:r>
              <a:rPr lang="en-US" dirty="0"/>
              <a:t>Optional Section </a:t>
            </a:r>
            <a:r>
              <a:rPr lang="en-US" dirty="0" err="1"/>
              <a:t>TItle</a:t>
            </a:r>
            <a:endParaRPr lang="en-US" dirty="0"/>
          </a:p>
          <a:p>
            <a:pPr lvl="0"/>
            <a:endParaRPr lang="en-US" dirty="0"/>
          </a:p>
        </p:txBody>
      </p:sp>
      <p:sp>
        <p:nvSpPr>
          <p:cNvPr id="6" name="Title 1"/>
          <p:cNvSpPr>
            <a:spLocks noGrp="1"/>
          </p:cNvSpPr>
          <p:nvPr>
            <p:ph type="title" hasCustomPrompt="1"/>
          </p:nvPr>
        </p:nvSpPr>
        <p:spPr>
          <a:xfrm>
            <a:off x="628650" y="499946"/>
            <a:ext cx="7886700" cy="431641"/>
          </a:xfrm>
          <a:prstGeom prst="rect">
            <a:avLst/>
          </a:prstGeom>
        </p:spPr>
        <p:txBody>
          <a:bodyPr anchor="t">
            <a:noAutofit/>
          </a:bodyPr>
          <a:lstStyle>
            <a:lvl1pPr>
              <a:defRPr sz="2400" b="0" i="0">
                <a:latin typeface="Arial" charset="0"/>
                <a:ea typeface="Arial" charset="0"/>
                <a:cs typeface="Arial" charset="0"/>
              </a:defRPr>
            </a:lvl1pPr>
          </a:lstStyle>
          <a:p>
            <a:r>
              <a:rPr lang="en-US" dirty="0"/>
              <a:t>Header Goes Here </a:t>
            </a: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Photos (3) w/ caption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Picture Placeholder 7"/>
          <p:cNvSpPr>
            <a:spLocks noGrp="1"/>
          </p:cNvSpPr>
          <p:nvPr>
            <p:ph type="pic" sz="quarter" idx="14"/>
          </p:nvPr>
        </p:nvSpPr>
        <p:spPr>
          <a:xfrm>
            <a:off x="628650" y="1297628"/>
            <a:ext cx="2460625" cy="2383270"/>
          </a:xfrm>
          <a:prstGeom prst="rect">
            <a:avLst/>
          </a:prstGeom>
        </p:spPr>
        <p:txBody>
          <a:bodyPr/>
          <a:lstStyle>
            <a:lvl1pPr marL="0" indent="0">
              <a:buNone/>
              <a:defRPr/>
            </a:lvl1pPr>
          </a:lstStyle>
          <a:p>
            <a:endParaRPr lang="en-US"/>
          </a:p>
        </p:txBody>
      </p:sp>
      <p:sp>
        <p:nvSpPr>
          <p:cNvPr id="9" name="Picture Placeholder 7"/>
          <p:cNvSpPr>
            <a:spLocks noGrp="1"/>
          </p:cNvSpPr>
          <p:nvPr>
            <p:ph type="pic" sz="quarter" idx="15"/>
          </p:nvPr>
        </p:nvSpPr>
        <p:spPr>
          <a:xfrm>
            <a:off x="3341687" y="1297628"/>
            <a:ext cx="2460625" cy="2383270"/>
          </a:xfrm>
          <a:prstGeom prst="rect">
            <a:avLst/>
          </a:prstGeom>
        </p:spPr>
        <p:txBody>
          <a:bodyPr/>
          <a:lstStyle>
            <a:lvl1pPr marL="0" indent="0">
              <a:buNone/>
              <a:defRPr/>
            </a:lvl1pPr>
          </a:lstStyle>
          <a:p>
            <a:endParaRPr lang="en-US"/>
          </a:p>
        </p:txBody>
      </p:sp>
      <p:sp>
        <p:nvSpPr>
          <p:cNvPr id="10" name="Picture Placeholder 7"/>
          <p:cNvSpPr>
            <a:spLocks noGrp="1"/>
          </p:cNvSpPr>
          <p:nvPr>
            <p:ph type="pic" sz="quarter" idx="16"/>
          </p:nvPr>
        </p:nvSpPr>
        <p:spPr>
          <a:xfrm>
            <a:off x="6054725" y="1297628"/>
            <a:ext cx="2460625" cy="2383270"/>
          </a:xfrm>
          <a:prstGeom prst="rect">
            <a:avLst/>
          </a:prstGeom>
        </p:spPr>
        <p:txBody>
          <a:bodyPr/>
          <a:lstStyle>
            <a:lvl1pPr marL="0" indent="0">
              <a:buNone/>
              <a:defRPr/>
            </a:lvl1pPr>
          </a:lstStyle>
          <a:p>
            <a:endParaRPr lang="en-US"/>
          </a:p>
        </p:txBody>
      </p:sp>
      <p:sp>
        <p:nvSpPr>
          <p:cNvPr id="12" name="Text Placeholder 11"/>
          <p:cNvSpPr>
            <a:spLocks noGrp="1"/>
          </p:cNvSpPr>
          <p:nvPr>
            <p:ph type="body" sz="quarter" idx="17" hasCustomPrompt="1"/>
          </p:nvPr>
        </p:nvSpPr>
        <p:spPr>
          <a:xfrm>
            <a:off x="628650" y="3799901"/>
            <a:ext cx="2460625" cy="650875"/>
          </a:xfrm>
          <a:prstGeom prst="rect">
            <a:avLst/>
          </a:prstGeom>
        </p:spPr>
        <p:txBody>
          <a:bodyPr>
            <a:noAutofit/>
          </a:bodyPr>
          <a:lstStyle>
            <a:lvl1pPr marL="0" indent="0">
              <a:buNone/>
              <a:defRPr sz="1200" b="0" i="0">
                <a:latin typeface="Arial" charset="0"/>
                <a:ea typeface="Arial" charset="0"/>
                <a:cs typeface="Arial" charset="0"/>
              </a:defRPr>
            </a:lvl1pPr>
          </a:lstStyle>
          <a:p>
            <a:pPr lvl="0"/>
            <a:r>
              <a:rPr lang="en-US" dirty="0"/>
              <a:t>Insert caption here</a:t>
            </a:r>
          </a:p>
        </p:txBody>
      </p:sp>
      <p:sp>
        <p:nvSpPr>
          <p:cNvPr id="13" name="Text Placeholder 11"/>
          <p:cNvSpPr>
            <a:spLocks noGrp="1"/>
          </p:cNvSpPr>
          <p:nvPr>
            <p:ph type="body" sz="quarter" idx="18" hasCustomPrompt="1"/>
          </p:nvPr>
        </p:nvSpPr>
        <p:spPr>
          <a:xfrm>
            <a:off x="3341687" y="3799901"/>
            <a:ext cx="2460625" cy="650875"/>
          </a:xfrm>
          <a:prstGeom prst="rect">
            <a:avLst/>
          </a:prstGeom>
        </p:spPr>
        <p:txBody>
          <a:bodyPr>
            <a:noAutofit/>
          </a:bodyPr>
          <a:lstStyle>
            <a:lvl1pPr marL="0" indent="0">
              <a:buNone/>
              <a:defRPr sz="1200" b="0" i="0">
                <a:latin typeface="Arial" charset="0"/>
                <a:ea typeface="Arial" charset="0"/>
                <a:cs typeface="Arial" charset="0"/>
              </a:defRPr>
            </a:lvl1pPr>
          </a:lstStyle>
          <a:p>
            <a:pPr lvl="0"/>
            <a:r>
              <a:rPr lang="en-US" dirty="0"/>
              <a:t>Insert caption here</a:t>
            </a:r>
          </a:p>
        </p:txBody>
      </p:sp>
      <p:sp>
        <p:nvSpPr>
          <p:cNvPr id="14" name="Text Placeholder 11"/>
          <p:cNvSpPr>
            <a:spLocks noGrp="1"/>
          </p:cNvSpPr>
          <p:nvPr>
            <p:ph type="body" sz="quarter" idx="19" hasCustomPrompt="1"/>
          </p:nvPr>
        </p:nvSpPr>
        <p:spPr>
          <a:xfrm>
            <a:off x="6054725" y="3799901"/>
            <a:ext cx="2460625" cy="650875"/>
          </a:xfrm>
          <a:prstGeom prst="rect">
            <a:avLst/>
          </a:prstGeom>
        </p:spPr>
        <p:txBody>
          <a:bodyPr>
            <a:noAutofit/>
          </a:bodyPr>
          <a:lstStyle>
            <a:lvl1pPr marL="0" indent="0">
              <a:buNone/>
              <a:defRPr sz="1200" b="0" i="0">
                <a:latin typeface="Arial" charset="0"/>
                <a:ea typeface="Arial" charset="0"/>
                <a:cs typeface="Arial" charset="0"/>
              </a:defRPr>
            </a:lvl1pPr>
          </a:lstStyle>
          <a:p>
            <a:pPr lvl="0"/>
            <a:r>
              <a:rPr lang="en-US" dirty="0"/>
              <a:t>Insert caption here</a:t>
            </a:r>
          </a:p>
        </p:txBody>
      </p:sp>
      <p:sp>
        <p:nvSpPr>
          <p:cNvPr id="16" name="Text Placeholder 7"/>
          <p:cNvSpPr>
            <a:spLocks noGrp="1"/>
          </p:cNvSpPr>
          <p:nvPr>
            <p:ph type="body" sz="quarter" idx="13" hasCustomPrompt="1"/>
          </p:nvPr>
        </p:nvSpPr>
        <p:spPr>
          <a:xfrm>
            <a:off x="628650" y="265040"/>
            <a:ext cx="4442114" cy="229764"/>
          </a:xfrm>
          <a:prstGeom prst="rect">
            <a:avLst/>
          </a:prstGeom>
        </p:spPr>
        <p:txBody>
          <a:bodyPr>
            <a:noAutofit/>
          </a:bodyPr>
          <a:lstStyle>
            <a:lvl1pPr marL="0" marR="0" indent="0" algn="l" defTabSz="342900" rtl="0" eaLnBrk="1" fontAlgn="auto" latinLnBrk="0" hangingPunct="1">
              <a:lnSpc>
                <a:spcPct val="100000"/>
              </a:lnSpc>
              <a:spcBef>
                <a:spcPct val="20000"/>
              </a:spcBef>
              <a:spcAft>
                <a:spcPts val="0"/>
              </a:spcAft>
              <a:buClr>
                <a:srgbClr val="003374"/>
              </a:buClr>
              <a:buSzPct val="80000"/>
              <a:buFontTx/>
              <a:buNone/>
              <a:tabLst/>
              <a:defRPr sz="800" b="1" i="0" kern="0" cap="all" spc="75">
                <a:solidFill>
                  <a:srgbClr val="418FDE"/>
                </a:solidFill>
                <a:latin typeface="Arial Bold" charset="0"/>
                <a:ea typeface="Arial Bold" charset="0"/>
                <a:cs typeface="Arial Bold" charset="0"/>
              </a:defRPr>
            </a:lvl1pPr>
          </a:lstStyle>
          <a:p>
            <a:pPr marL="0" marR="0" lvl="0" indent="0" algn="l" defTabSz="342900" rtl="0" eaLnBrk="1" fontAlgn="auto" latinLnBrk="0" hangingPunct="1">
              <a:lnSpc>
                <a:spcPct val="100000"/>
              </a:lnSpc>
              <a:spcBef>
                <a:spcPct val="20000"/>
              </a:spcBef>
              <a:spcAft>
                <a:spcPts val="0"/>
              </a:spcAft>
              <a:buClr>
                <a:srgbClr val="003374"/>
              </a:buClr>
              <a:buSzPct val="80000"/>
              <a:buFontTx/>
              <a:buNone/>
              <a:tabLst/>
              <a:defRPr/>
            </a:pPr>
            <a:r>
              <a:rPr lang="en-US" dirty="0"/>
              <a:t>Optional Section </a:t>
            </a:r>
            <a:r>
              <a:rPr lang="en-US" dirty="0" err="1"/>
              <a:t>TItle</a:t>
            </a:r>
            <a:endParaRPr lang="en-US" dirty="0"/>
          </a:p>
          <a:p>
            <a:pPr lvl="0"/>
            <a:endParaRPr lang="en-US" dirty="0"/>
          </a:p>
        </p:txBody>
      </p:sp>
      <p:sp>
        <p:nvSpPr>
          <p:cNvPr id="15" name="Title 1"/>
          <p:cNvSpPr>
            <a:spLocks noGrp="1"/>
          </p:cNvSpPr>
          <p:nvPr>
            <p:ph type="title" hasCustomPrompt="1"/>
          </p:nvPr>
        </p:nvSpPr>
        <p:spPr>
          <a:xfrm>
            <a:off x="628650" y="499946"/>
            <a:ext cx="7886700" cy="431641"/>
          </a:xfrm>
          <a:prstGeom prst="rect">
            <a:avLst/>
          </a:prstGeom>
        </p:spPr>
        <p:txBody>
          <a:bodyPr anchor="t">
            <a:noAutofit/>
          </a:bodyPr>
          <a:lstStyle>
            <a:lvl1pPr>
              <a:defRPr sz="2400" b="0" i="0">
                <a:latin typeface="Arial" charset="0"/>
                <a:ea typeface="Arial" charset="0"/>
                <a:cs typeface="Arial" charset="0"/>
              </a:defRPr>
            </a:lvl1pPr>
          </a:lstStyle>
          <a:p>
            <a:r>
              <a:rPr lang="en-US" dirty="0"/>
              <a:t>Header Goes Here </a:t>
            </a: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Photo collag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 Placeholder 7"/>
          <p:cNvSpPr>
            <a:spLocks noGrp="1"/>
          </p:cNvSpPr>
          <p:nvPr>
            <p:ph type="body" sz="quarter" idx="19" hasCustomPrompt="1"/>
          </p:nvPr>
        </p:nvSpPr>
        <p:spPr>
          <a:xfrm>
            <a:off x="452438" y="420851"/>
            <a:ext cx="8061974" cy="215253"/>
          </a:xfrm>
          <a:prstGeom prst="rect">
            <a:avLst/>
          </a:prstGeom>
        </p:spPr>
        <p:txBody>
          <a:bodyPr>
            <a:noAutofit/>
          </a:bodyPr>
          <a:lstStyle>
            <a:lvl1pPr marL="0" indent="0" algn="ctr">
              <a:buFontTx/>
              <a:buNone/>
              <a:defRPr sz="1000" b="1" i="0" kern="800" cap="all" spc="75" baseline="0">
                <a:solidFill>
                  <a:srgbClr val="418FDE"/>
                </a:solidFill>
                <a:latin typeface="Arial Bold" charset="0"/>
                <a:ea typeface="Arial Bold" charset="0"/>
                <a:cs typeface="Arial Bold" charset="0"/>
              </a:defRPr>
            </a:lvl1pPr>
          </a:lstStyle>
          <a:p>
            <a:pPr lvl="0"/>
            <a:r>
              <a:rPr lang="en-US" dirty="0"/>
              <a:t>Optional title</a:t>
            </a:r>
          </a:p>
        </p:txBody>
      </p:sp>
      <p:sp>
        <p:nvSpPr>
          <p:cNvPr id="5" name="Picture Placeholder 4"/>
          <p:cNvSpPr>
            <a:spLocks noGrp="1"/>
          </p:cNvSpPr>
          <p:nvPr>
            <p:ph type="pic" sz="quarter" idx="20"/>
          </p:nvPr>
        </p:nvSpPr>
        <p:spPr>
          <a:xfrm>
            <a:off x="452438" y="1315719"/>
            <a:ext cx="4048000" cy="3246122"/>
          </a:xfrm>
        </p:spPr>
        <p:txBody>
          <a:bodyPr/>
          <a:lstStyle>
            <a:lvl1pPr marL="0" indent="0">
              <a:buNone/>
              <a:defRPr/>
            </a:lvl1pPr>
          </a:lstStyle>
          <a:p>
            <a:endParaRPr lang="en-US"/>
          </a:p>
        </p:txBody>
      </p:sp>
      <p:sp>
        <p:nvSpPr>
          <p:cNvPr id="8" name="Picture Placeholder 4"/>
          <p:cNvSpPr>
            <a:spLocks noGrp="1"/>
          </p:cNvSpPr>
          <p:nvPr>
            <p:ph type="pic" sz="quarter" idx="23"/>
          </p:nvPr>
        </p:nvSpPr>
        <p:spPr>
          <a:xfrm>
            <a:off x="4627659" y="1300478"/>
            <a:ext cx="3886753" cy="1574801"/>
          </a:xfrm>
        </p:spPr>
        <p:txBody>
          <a:bodyPr/>
          <a:lstStyle>
            <a:lvl1pPr marL="0" indent="0">
              <a:buNone/>
              <a:defRPr/>
            </a:lvl1pPr>
          </a:lstStyle>
          <a:p>
            <a:endParaRPr lang="en-US"/>
          </a:p>
        </p:txBody>
      </p:sp>
      <p:sp>
        <p:nvSpPr>
          <p:cNvPr id="6" name="Picture Placeholder 4"/>
          <p:cNvSpPr>
            <a:spLocks noGrp="1"/>
          </p:cNvSpPr>
          <p:nvPr>
            <p:ph type="pic" sz="quarter" idx="24"/>
          </p:nvPr>
        </p:nvSpPr>
        <p:spPr>
          <a:xfrm>
            <a:off x="4627659" y="2987039"/>
            <a:ext cx="3886753" cy="1574801"/>
          </a:xfrm>
        </p:spPr>
        <p:txBody>
          <a:bodyPr/>
          <a:lstStyle>
            <a:lvl1pPr marL="0" indent="0">
              <a:buNone/>
              <a:defRPr/>
            </a:lvl1pPr>
          </a:lstStyle>
          <a:p>
            <a:endParaRPr lang="en-US"/>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Photo collage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 Placeholder 7"/>
          <p:cNvSpPr>
            <a:spLocks noGrp="1"/>
          </p:cNvSpPr>
          <p:nvPr>
            <p:ph type="body" sz="quarter" idx="19" hasCustomPrompt="1"/>
          </p:nvPr>
        </p:nvSpPr>
        <p:spPr>
          <a:xfrm>
            <a:off x="452438" y="420851"/>
            <a:ext cx="8054480" cy="215253"/>
          </a:xfrm>
          <a:prstGeom prst="rect">
            <a:avLst/>
          </a:prstGeom>
        </p:spPr>
        <p:txBody>
          <a:bodyPr>
            <a:noAutofit/>
          </a:bodyPr>
          <a:lstStyle>
            <a:lvl1pPr marL="0" indent="0" algn="ctr">
              <a:buFontTx/>
              <a:buNone/>
              <a:defRPr sz="1000" b="1" i="0" kern="800" cap="all" spc="75" baseline="0">
                <a:solidFill>
                  <a:srgbClr val="418FDE"/>
                </a:solidFill>
                <a:latin typeface="Arial Bold" charset="0"/>
                <a:ea typeface="Arial Bold" charset="0"/>
                <a:cs typeface="Arial Bold" charset="0"/>
              </a:defRPr>
            </a:lvl1pPr>
          </a:lstStyle>
          <a:p>
            <a:pPr lvl="0"/>
            <a:r>
              <a:rPr lang="en-US" dirty="0"/>
              <a:t>Optional title</a:t>
            </a:r>
          </a:p>
        </p:txBody>
      </p:sp>
      <p:sp>
        <p:nvSpPr>
          <p:cNvPr id="7" name="Picture Placeholder 4"/>
          <p:cNvSpPr>
            <a:spLocks noGrp="1"/>
          </p:cNvSpPr>
          <p:nvPr>
            <p:ph type="pic" sz="quarter" idx="24"/>
          </p:nvPr>
        </p:nvSpPr>
        <p:spPr>
          <a:xfrm>
            <a:off x="4281053" y="3028591"/>
            <a:ext cx="3714867" cy="1584049"/>
          </a:xfrm>
        </p:spPr>
        <p:txBody>
          <a:bodyPr/>
          <a:lstStyle>
            <a:lvl1pPr marL="0" indent="0">
              <a:buNone/>
              <a:defRPr/>
            </a:lvl1pPr>
          </a:lstStyle>
          <a:p>
            <a:endParaRPr lang="en-US"/>
          </a:p>
        </p:txBody>
      </p:sp>
      <p:sp>
        <p:nvSpPr>
          <p:cNvPr id="12" name="Picture Placeholder 4"/>
          <p:cNvSpPr>
            <a:spLocks noGrp="1"/>
          </p:cNvSpPr>
          <p:nvPr>
            <p:ph type="pic" sz="quarter" idx="35"/>
          </p:nvPr>
        </p:nvSpPr>
        <p:spPr>
          <a:xfrm>
            <a:off x="452438" y="3028591"/>
            <a:ext cx="3714867" cy="1584049"/>
          </a:xfrm>
        </p:spPr>
        <p:txBody>
          <a:bodyPr/>
          <a:lstStyle>
            <a:lvl1pPr marL="0" indent="0">
              <a:buNone/>
              <a:defRPr/>
            </a:lvl1pPr>
          </a:lstStyle>
          <a:p>
            <a:endParaRPr lang="en-US"/>
          </a:p>
        </p:txBody>
      </p:sp>
      <p:sp>
        <p:nvSpPr>
          <p:cNvPr id="8" name="Picture Placeholder 4"/>
          <p:cNvSpPr>
            <a:spLocks noGrp="1"/>
          </p:cNvSpPr>
          <p:nvPr>
            <p:ph type="pic" sz="quarter" idx="36"/>
          </p:nvPr>
        </p:nvSpPr>
        <p:spPr>
          <a:xfrm>
            <a:off x="4281053" y="1342031"/>
            <a:ext cx="3714867" cy="1584049"/>
          </a:xfrm>
        </p:spPr>
        <p:txBody>
          <a:bodyPr/>
          <a:lstStyle>
            <a:lvl1pPr marL="0" indent="0">
              <a:buNone/>
              <a:defRPr/>
            </a:lvl1pPr>
          </a:lstStyle>
          <a:p>
            <a:endParaRPr lang="en-US"/>
          </a:p>
        </p:txBody>
      </p:sp>
      <p:sp>
        <p:nvSpPr>
          <p:cNvPr id="9" name="Picture Placeholder 4"/>
          <p:cNvSpPr>
            <a:spLocks noGrp="1"/>
          </p:cNvSpPr>
          <p:nvPr>
            <p:ph type="pic" sz="quarter" idx="37"/>
          </p:nvPr>
        </p:nvSpPr>
        <p:spPr>
          <a:xfrm>
            <a:off x="452438" y="1342031"/>
            <a:ext cx="3714867" cy="1584049"/>
          </a:xfrm>
        </p:spPr>
        <p:txBody>
          <a:bodyPr/>
          <a:lstStyle>
            <a:lvl1pPr marL="0" indent="0">
              <a:buNone/>
              <a:defRPr/>
            </a:lvl1pPr>
          </a:lstStyle>
          <a:p>
            <a:endParaRPr lang="en-US"/>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Photo collage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Picture Placeholder 4"/>
          <p:cNvSpPr>
            <a:spLocks noGrp="1"/>
          </p:cNvSpPr>
          <p:nvPr>
            <p:ph type="pic" sz="quarter" idx="34"/>
          </p:nvPr>
        </p:nvSpPr>
        <p:spPr>
          <a:xfrm>
            <a:off x="452439" y="1280160"/>
            <a:ext cx="3784282" cy="3403600"/>
          </a:xfrm>
        </p:spPr>
        <p:txBody>
          <a:bodyPr/>
          <a:lstStyle>
            <a:lvl1pPr marL="0" indent="0">
              <a:buNone/>
              <a:defRPr/>
            </a:lvl1pPr>
          </a:lstStyle>
          <a:p>
            <a:endParaRPr lang="en-US"/>
          </a:p>
        </p:txBody>
      </p:sp>
      <p:sp>
        <p:nvSpPr>
          <p:cNvPr id="8" name="Picture Placeholder 4"/>
          <p:cNvSpPr>
            <a:spLocks noGrp="1"/>
          </p:cNvSpPr>
          <p:nvPr>
            <p:ph type="pic" sz="quarter" idx="35"/>
          </p:nvPr>
        </p:nvSpPr>
        <p:spPr>
          <a:xfrm>
            <a:off x="4347343" y="1280160"/>
            <a:ext cx="1797867" cy="1686560"/>
          </a:xfrm>
        </p:spPr>
        <p:txBody>
          <a:bodyPr/>
          <a:lstStyle>
            <a:lvl1pPr marL="0" indent="0">
              <a:buNone/>
              <a:defRPr/>
            </a:lvl1pPr>
          </a:lstStyle>
          <a:p>
            <a:endParaRPr lang="en-US"/>
          </a:p>
        </p:txBody>
      </p:sp>
      <p:sp>
        <p:nvSpPr>
          <p:cNvPr id="10" name="Text Placeholder 7"/>
          <p:cNvSpPr>
            <a:spLocks noGrp="1"/>
          </p:cNvSpPr>
          <p:nvPr>
            <p:ph type="body" sz="quarter" idx="19" hasCustomPrompt="1"/>
          </p:nvPr>
        </p:nvSpPr>
        <p:spPr>
          <a:xfrm>
            <a:off x="452438" y="420851"/>
            <a:ext cx="8061974" cy="215253"/>
          </a:xfrm>
          <a:prstGeom prst="rect">
            <a:avLst/>
          </a:prstGeom>
        </p:spPr>
        <p:txBody>
          <a:bodyPr>
            <a:noAutofit/>
          </a:bodyPr>
          <a:lstStyle>
            <a:lvl1pPr marL="0" indent="0" algn="ctr">
              <a:buFontTx/>
              <a:buNone/>
              <a:defRPr sz="1000" b="1" i="0" kern="800" cap="all" spc="75" baseline="0">
                <a:solidFill>
                  <a:srgbClr val="418FDE"/>
                </a:solidFill>
                <a:latin typeface="Arial Bold" charset="0"/>
                <a:ea typeface="Arial Bold" charset="0"/>
                <a:cs typeface="Arial Bold" charset="0"/>
              </a:defRPr>
            </a:lvl1pPr>
          </a:lstStyle>
          <a:p>
            <a:pPr lvl="0"/>
            <a:r>
              <a:rPr lang="en-US" dirty="0"/>
              <a:t>Optional title</a:t>
            </a:r>
          </a:p>
        </p:txBody>
      </p:sp>
      <p:sp>
        <p:nvSpPr>
          <p:cNvPr id="9" name="Picture Placeholder 4"/>
          <p:cNvSpPr>
            <a:spLocks noGrp="1"/>
          </p:cNvSpPr>
          <p:nvPr>
            <p:ph type="pic" sz="quarter" idx="40"/>
          </p:nvPr>
        </p:nvSpPr>
        <p:spPr>
          <a:xfrm>
            <a:off x="6237103" y="1280160"/>
            <a:ext cx="1797867" cy="1686560"/>
          </a:xfrm>
        </p:spPr>
        <p:txBody>
          <a:bodyPr/>
          <a:lstStyle>
            <a:lvl1pPr marL="0" indent="0">
              <a:buNone/>
              <a:defRPr/>
            </a:lvl1pPr>
          </a:lstStyle>
          <a:p>
            <a:endParaRPr lang="en-US"/>
          </a:p>
        </p:txBody>
      </p:sp>
      <p:sp>
        <p:nvSpPr>
          <p:cNvPr id="11" name="Picture Placeholder 4"/>
          <p:cNvSpPr>
            <a:spLocks noGrp="1"/>
          </p:cNvSpPr>
          <p:nvPr>
            <p:ph type="pic" sz="quarter" idx="41"/>
          </p:nvPr>
        </p:nvSpPr>
        <p:spPr>
          <a:xfrm>
            <a:off x="4347343" y="3061695"/>
            <a:ext cx="1797867" cy="1622065"/>
          </a:xfrm>
        </p:spPr>
        <p:txBody>
          <a:bodyPr/>
          <a:lstStyle>
            <a:lvl1pPr marL="0" indent="0">
              <a:buNone/>
              <a:defRPr/>
            </a:lvl1pPr>
          </a:lstStyle>
          <a:p>
            <a:endParaRPr lang="en-US"/>
          </a:p>
        </p:txBody>
      </p:sp>
      <p:sp>
        <p:nvSpPr>
          <p:cNvPr id="12" name="Picture Placeholder 4"/>
          <p:cNvSpPr>
            <a:spLocks noGrp="1"/>
          </p:cNvSpPr>
          <p:nvPr>
            <p:ph type="pic" sz="quarter" idx="42"/>
          </p:nvPr>
        </p:nvSpPr>
        <p:spPr>
          <a:xfrm>
            <a:off x="6237103" y="3061695"/>
            <a:ext cx="1797867" cy="1622065"/>
          </a:xfrm>
        </p:spPr>
        <p:txBody>
          <a:bodyPr/>
          <a:lstStyle>
            <a:lvl1pPr marL="0" indent="0">
              <a:buNone/>
              <a:defRPr/>
            </a:lvl1pPr>
          </a:lstStyle>
          <a:p>
            <a:endParaRPr lang="en-US"/>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Photo collage (6)">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Picture Placeholder 4"/>
          <p:cNvSpPr>
            <a:spLocks noGrp="1"/>
          </p:cNvSpPr>
          <p:nvPr>
            <p:ph type="pic" sz="quarter" idx="20"/>
          </p:nvPr>
        </p:nvSpPr>
        <p:spPr>
          <a:xfrm>
            <a:off x="452438" y="1269999"/>
            <a:ext cx="2628836" cy="3358114"/>
          </a:xfrm>
        </p:spPr>
        <p:txBody>
          <a:bodyPr/>
          <a:lstStyle>
            <a:lvl1pPr marL="0" indent="0">
              <a:buNone/>
              <a:defRPr/>
            </a:lvl1pPr>
          </a:lstStyle>
          <a:p>
            <a:endParaRPr lang="en-US"/>
          </a:p>
        </p:txBody>
      </p:sp>
      <p:sp>
        <p:nvSpPr>
          <p:cNvPr id="6" name="Picture Placeholder 4"/>
          <p:cNvSpPr>
            <a:spLocks noGrp="1"/>
          </p:cNvSpPr>
          <p:nvPr>
            <p:ph type="pic" sz="quarter" idx="23"/>
          </p:nvPr>
        </p:nvSpPr>
        <p:spPr>
          <a:xfrm>
            <a:off x="3165118" y="1269999"/>
            <a:ext cx="3599543" cy="1632226"/>
          </a:xfrm>
        </p:spPr>
        <p:txBody>
          <a:bodyPr/>
          <a:lstStyle>
            <a:lvl1pPr marL="0" indent="0">
              <a:buNone/>
              <a:defRPr/>
            </a:lvl1pPr>
          </a:lstStyle>
          <a:p>
            <a:endParaRPr lang="en-US" dirty="0"/>
          </a:p>
        </p:txBody>
      </p:sp>
      <p:sp>
        <p:nvSpPr>
          <p:cNvPr id="20" name="Picture Placeholder 4"/>
          <p:cNvSpPr>
            <a:spLocks noGrp="1"/>
          </p:cNvSpPr>
          <p:nvPr>
            <p:ph type="pic" sz="quarter" idx="33"/>
          </p:nvPr>
        </p:nvSpPr>
        <p:spPr>
          <a:xfrm>
            <a:off x="6848505" y="1269999"/>
            <a:ext cx="1543987" cy="1079768"/>
          </a:xfrm>
        </p:spPr>
        <p:txBody>
          <a:bodyPr/>
          <a:lstStyle>
            <a:lvl1pPr marL="0" indent="0">
              <a:buNone/>
              <a:defRPr/>
            </a:lvl1pPr>
          </a:lstStyle>
          <a:p>
            <a:endParaRPr lang="en-US"/>
          </a:p>
        </p:txBody>
      </p:sp>
      <p:sp>
        <p:nvSpPr>
          <p:cNvPr id="10" name="Text Placeholder 7"/>
          <p:cNvSpPr>
            <a:spLocks noGrp="1"/>
          </p:cNvSpPr>
          <p:nvPr>
            <p:ph type="body" sz="quarter" idx="19" hasCustomPrompt="1"/>
          </p:nvPr>
        </p:nvSpPr>
        <p:spPr>
          <a:xfrm>
            <a:off x="452438" y="420851"/>
            <a:ext cx="8061974" cy="215253"/>
          </a:xfrm>
          <a:prstGeom prst="rect">
            <a:avLst/>
          </a:prstGeom>
        </p:spPr>
        <p:txBody>
          <a:bodyPr>
            <a:noAutofit/>
          </a:bodyPr>
          <a:lstStyle>
            <a:lvl1pPr marL="0" indent="0" algn="ctr">
              <a:buFontTx/>
              <a:buNone/>
              <a:defRPr sz="1000" b="1" i="0" kern="800" cap="all" spc="75" baseline="0">
                <a:solidFill>
                  <a:srgbClr val="418FDE"/>
                </a:solidFill>
                <a:latin typeface="Arial Bold" charset="0"/>
                <a:ea typeface="Arial Bold" charset="0"/>
                <a:cs typeface="Arial Bold" charset="0"/>
              </a:defRPr>
            </a:lvl1pPr>
          </a:lstStyle>
          <a:p>
            <a:pPr lvl="0"/>
            <a:r>
              <a:rPr lang="en-US" dirty="0"/>
              <a:t>Optional title</a:t>
            </a:r>
          </a:p>
        </p:txBody>
      </p:sp>
      <p:sp>
        <p:nvSpPr>
          <p:cNvPr id="9" name="Picture Placeholder 4"/>
          <p:cNvSpPr>
            <a:spLocks noGrp="1"/>
          </p:cNvSpPr>
          <p:nvPr>
            <p:ph type="pic" sz="quarter" idx="34"/>
          </p:nvPr>
        </p:nvSpPr>
        <p:spPr>
          <a:xfrm>
            <a:off x="6848505" y="2437429"/>
            <a:ext cx="1543987" cy="1051511"/>
          </a:xfrm>
        </p:spPr>
        <p:txBody>
          <a:bodyPr/>
          <a:lstStyle>
            <a:lvl1pPr marL="0" indent="0">
              <a:buNone/>
              <a:defRPr/>
            </a:lvl1pPr>
          </a:lstStyle>
          <a:p>
            <a:endParaRPr lang="en-US"/>
          </a:p>
        </p:txBody>
      </p:sp>
      <p:sp>
        <p:nvSpPr>
          <p:cNvPr id="12" name="Picture Placeholder 4"/>
          <p:cNvSpPr>
            <a:spLocks noGrp="1"/>
          </p:cNvSpPr>
          <p:nvPr>
            <p:ph type="pic" sz="quarter" idx="35"/>
          </p:nvPr>
        </p:nvSpPr>
        <p:spPr>
          <a:xfrm>
            <a:off x="6848505" y="3576602"/>
            <a:ext cx="1543987" cy="1051511"/>
          </a:xfrm>
        </p:spPr>
        <p:txBody>
          <a:bodyPr/>
          <a:lstStyle>
            <a:lvl1pPr marL="0" indent="0">
              <a:buNone/>
              <a:defRPr/>
            </a:lvl1pPr>
          </a:lstStyle>
          <a:p>
            <a:endParaRPr lang="en-US" dirty="0"/>
          </a:p>
        </p:txBody>
      </p:sp>
      <p:sp>
        <p:nvSpPr>
          <p:cNvPr id="13" name="Picture Placeholder 4"/>
          <p:cNvSpPr>
            <a:spLocks noGrp="1"/>
          </p:cNvSpPr>
          <p:nvPr>
            <p:ph type="pic" sz="quarter" idx="36"/>
          </p:nvPr>
        </p:nvSpPr>
        <p:spPr>
          <a:xfrm>
            <a:off x="3165118" y="2995887"/>
            <a:ext cx="3599543" cy="1632226"/>
          </a:xfrm>
        </p:spPr>
        <p:txBody>
          <a:bodyPr/>
          <a:lstStyle>
            <a:lvl1pPr marL="0" indent="0">
              <a:buNone/>
              <a:defRPr/>
            </a:lvl1pPr>
          </a:lstStyle>
          <a:p>
            <a:endParaRPr lang="en-US" dirty="0"/>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Blank page (for tab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ext Placeholder 7"/>
          <p:cNvSpPr>
            <a:spLocks noGrp="1"/>
          </p:cNvSpPr>
          <p:nvPr>
            <p:ph type="body" sz="quarter" idx="13" hasCustomPrompt="1"/>
          </p:nvPr>
        </p:nvSpPr>
        <p:spPr>
          <a:xfrm>
            <a:off x="628650" y="265040"/>
            <a:ext cx="4442114" cy="229764"/>
          </a:xfrm>
          <a:prstGeom prst="rect">
            <a:avLst/>
          </a:prstGeom>
        </p:spPr>
        <p:txBody>
          <a:bodyPr>
            <a:noAutofit/>
          </a:bodyPr>
          <a:lstStyle>
            <a:lvl1pPr marL="0" marR="0" indent="0" algn="l" defTabSz="342900" rtl="0" eaLnBrk="1" fontAlgn="auto" latinLnBrk="0" hangingPunct="1">
              <a:lnSpc>
                <a:spcPct val="100000"/>
              </a:lnSpc>
              <a:spcBef>
                <a:spcPct val="20000"/>
              </a:spcBef>
              <a:spcAft>
                <a:spcPts val="0"/>
              </a:spcAft>
              <a:buClr>
                <a:srgbClr val="003374"/>
              </a:buClr>
              <a:buSzPct val="80000"/>
              <a:buFontTx/>
              <a:buNone/>
              <a:tabLst/>
              <a:defRPr sz="800" b="1" i="0" kern="0" cap="all" spc="75">
                <a:solidFill>
                  <a:srgbClr val="418FDE"/>
                </a:solidFill>
                <a:latin typeface="Arial Bold" charset="0"/>
                <a:ea typeface="Arial Bold" charset="0"/>
                <a:cs typeface="Arial Bold" charset="0"/>
              </a:defRPr>
            </a:lvl1pPr>
          </a:lstStyle>
          <a:p>
            <a:pPr marL="0" marR="0" lvl="0" indent="0" algn="l" defTabSz="342900" rtl="0" eaLnBrk="1" fontAlgn="auto" latinLnBrk="0" hangingPunct="1">
              <a:lnSpc>
                <a:spcPct val="100000"/>
              </a:lnSpc>
              <a:spcBef>
                <a:spcPct val="20000"/>
              </a:spcBef>
              <a:spcAft>
                <a:spcPts val="0"/>
              </a:spcAft>
              <a:buClr>
                <a:srgbClr val="003374"/>
              </a:buClr>
              <a:buSzPct val="80000"/>
              <a:buFontTx/>
              <a:buNone/>
              <a:tabLst/>
              <a:defRPr/>
            </a:pPr>
            <a:r>
              <a:rPr lang="en-US" dirty="0"/>
              <a:t>Optional Section </a:t>
            </a:r>
            <a:r>
              <a:rPr lang="en-US" dirty="0" err="1"/>
              <a:t>TItle</a:t>
            </a:r>
            <a:endParaRPr lang="en-US" dirty="0"/>
          </a:p>
          <a:p>
            <a:pPr lvl="0"/>
            <a:endParaRPr lang="en-US" dirty="0"/>
          </a:p>
        </p:txBody>
      </p:sp>
      <p:sp>
        <p:nvSpPr>
          <p:cNvPr id="5" name="Title 1"/>
          <p:cNvSpPr>
            <a:spLocks noGrp="1"/>
          </p:cNvSpPr>
          <p:nvPr>
            <p:ph type="title" hasCustomPrompt="1"/>
          </p:nvPr>
        </p:nvSpPr>
        <p:spPr>
          <a:xfrm>
            <a:off x="628650" y="510832"/>
            <a:ext cx="7886700" cy="431641"/>
          </a:xfrm>
          <a:prstGeom prst="rect">
            <a:avLst/>
          </a:prstGeom>
        </p:spPr>
        <p:txBody>
          <a:bodyPr anchor="t">
            <a:noAutofit/>
          </a:bodyPr>
          <a:lstStyle>
            <a:lvl1pPr>
              <a:defRPr sz="2400" b="0" i="0">
                <a:latin typeface="Arial" charset="0"/>
                <a:ea typeface="Arial" charset="0"/>
                <a:cs typeface="Arial" charset="0"/>
              </a:defRPr>
            </a:lvl1pPr>
          </a:lstStyle>
          <a:p>
            <a:r>
              <a:rPr lang="en-US" dirty="0"/>
              <a:t>Header Goes Here </a:t>
            </a: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End page (generi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6" name="Straight Connector 5"/>
          <p:cNvCxnSpPr>
            <a:cxnSpLocks/>
          </p:cNvCxnSpPr>
          <p:nvPr userDrawn="1"/>
        </p:nvCxnSpPr>
        <p:spPr>
          <a:xfrm>
            <a:off x="4257677" y="2757703"/>
            <a:ext cx="755826" cy="7145"/>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7" name="Picture 6"/>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4257677" y="1807585"/>
            <a:ext cx="755826" cy="742949"/>
          </a:xfrm>
          <a:prstGeom prst="rect">
            <a:avLst/>
          </a:prstGeom>
        </p:spPr>
      </p:pic>
      <p:sp>
        <p:nvSpPr>
          <p:cNvPr id="8" name="TextBox 7"/>
          <p:cNvSpPr txBox="1"/>
          <p:nvPr userDrawn="1"/>
        </p:nvSpPr>
        <p:spPr>
          <a:xfrm>
            <a:off x="686211" y="2879381"/>
            <a:ext cx="7898758" cy="415498"/>
          </a:xfrm>
          <a:prstGeom prst="rect">
            <a:avLst/>
          </a:prstGeom>
          <a:noFill/>
        </p:spPr>
        <p:txBody>
          <a:bodyPr wrap="square" rtlCol="0" anchor="b" anchorCtr="0">
            <a:spAutoFit/>
          </a:bodyPr>
          <a:lstStyle/>
          <a:p>
            <a:pPr algn="ctr"/>
            <a:r>
              <a:rPr lang="en-US" sz="2100" b="0" i="0" kern="1200" spc="38" baseline="0" dirty="0">
                <a:solidFill>
                  <a:schemeClr val="bg1"/>
                </a:solidFill>
                <a:latin typeface="Times New Roman Regular" charset="0"/>
                <a:ea typeface="Arial Regular" charset="0"/>
                <a:cs typeface="Arial Regular" charset="0"/>
              </a:rPr>
              <a:t>Thank You</a:t>
            </a:r>
          </a:p>
        </p:txBody>
      </p:sp>
    </p:spTree>
    <p:extLst>
      <p:ext uri="{BB962C8B-B14F-4D97-AF65-F5344CB8AC3E}">
        <p14:creationId xmlns:p14="http://schemas.microsoft.com/office/powerpoint/2010/main" val="150349133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End page (custom)">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 Placeholder 8"/>
          <p:cNvSpPr>
            <a:spLocks noGrp="1"/>
          </p:cNvSpPr>
          <p:nvPr>
            <p:ph type="body" sz="quarter" idx="10" hasCustomPrompt="1"/>
          </p:nvPr>
        </p:nvSpPr>
        <p:spPr>
          <a:xfrm>
            <a:off x="483244" y="2417208"/>
            <a:ext cx="3593456" cy="277759"/>
          </a:xfrm>
          <a:prstGeom prst="rect">
            <a:avLst/>
          </a:prstGeom>
        </p:spPr>
        <p:txBody>
          <a:bodyPr>
            <a:noAutofit/>
          </a:bodyPr>
          <a:lstStyle>
            <a:lvl1pPr marL="0" indent="0">
              <a:buFontTx/>
              <a:buNone/>
              <a:defRPr sz="1350" b="0" i="0" kern="0" cap="none" spc="15" baseline="0">
                <a:solidFill>
                  <a:schemeClr val="bg1"/>
                </a:solidFill>
                <a:latin typeface="Arial" charset="0"/>
                <a:ea typeface="Arial" charset="0"/>
                <a:cs typeface="Arial" charset="0"/>
              </a:defRPr>
            </a:lvl1pPr>
            <a:lvl2pPr marL="170260" indent="0">
              <a:buFontTx/>
              <a:buNone/>
              <a:defRPr sz="675" b="1" i="0">
                <a:solidFill>
                  <a:schemeClr val="bg1"/>
                </a:solidFill>
                <a:latin typeface="+mj-lt"/>
              </a:defRPr>
            </a:lvl2pPr>
            <a:lvl3pPr marL="258365" indent="0">
              <a:buFontTx/>
              <a:buNone/>
              <a:defRPr sz="675" b="1" i="0">
                <a:solidFill>
                  <a:schemeClr val="bg1"/>
                </a:solidFill>
                <a:latin typeface="+mj-lt"/>
              </a:defRPr>
            </a:lvl3pPr>
            <a:lvl4pPr marL="388144" indent="0">
              <a:buFontTx/>
              <a:buNone/>
              <a:defRPr sz="675" b="1" i="0">
                <a:solidFill>
                  <a:schemeClr val="bg1"/>
                </a:solidFill>
                <a:latin typeface="+mj-lt"/>
              </a:defRPr>
            </a:lvl4pPr>
            <a:lvl5pPr marL="516731" indent="0">
              <a:buFontTx/>
              <a:buNone/>
              <a:defRPr sz="675" b="1" i="0">
                <a:solidFill>
                  <a:schemeClr val="bg1"/>
                </a:solidFill>
                <a:latin typeface="+mj-lt"/>
              </a:defRPr>
            </a:lvl5pPr>
          </a:lstStyle>
          <a:p>
            <a:pPr lvl="0"/>
            <a:r>
              <a:rPr lang="en-US" dirty="0"/>
              <a:t>First Name / Last Name</a:t>
            </a:r>
          </a:p>
        </p:txBody>
      </p:sp>
      <p:sp>
        <p:nvSpPr>
          <p:cNvPr id="7" name="Text Placeholder 8"/>
          <p:cNvSpPr>
            <a:spLocks noGrp="1"/>
          </p:cNvSpPr>
          <p:nvPr>
            <p:ph type="body" sz="quarter" idx="11" hasCustomPrompt="1"/>
          </p:nvPr>
        </p:nvSpPr>
        <p:spPr>
          <a:xfrm>
            <a:off x="483244" y="2734691"/>
            <a:ext cx="3593457" cy="298450"/>
          </a:xfrm>
          <a:prstGeom prst="rect">
            <a:avLst/>
          </a:prstGeom>
        </p:spPr>
        <p:txBody>
          <a:bodyPr>
            <a:noAutofit/>
          </a:bodyPr>
          <a:lstStyle>
            <a:lvl1pPr marL="0" indent="0">
              <a:buFontTx/>
              <a:buNone/>
              <a:defRPr sz="1000" b="0" i="0" kern="0" cap="none" spc="15" baseline="0">
                <a:solidFill>
                  <a:schemeClr val="bg1"/>
                </a:solidFill>
                <a:latin typeface="Arial" charset="0"/>
                <a:ea typeface="Arial" charset="0"/>
                <a:cs typeface="Arial" charset="0"/>
              </a:defRPr>
            </a:lvl1pPr>
            <a:lvl2pPr marL="170260" indent="0">
              <a:buFontTx/>
              <a:buNone/>
              <a:defRPr sz="675" b="1" i="0">
                <a:solidFill>
                  <a:schemeClr val="bg1"/>
                </a:solidFill>
                <a:latin typeface="+mj-lt"/>
              </a:defRPr>
            </a:lvl2pPr>
            <a:lvl3pPr marL="258365" indent="0">
              <a:buFontTx/>
              <a:buNone/>
              <a:defRPr sz="675" b="1" i="0">
                <a:solidFill>
                  <a:schemeClr val="bg1"/>
                </a:solidFill>
                <a:latin typeface="+mj-lt"/>
              </a:defRPr>
            </a:lvl3pPr>
            <a:lvl4pPr marL="388144" indent="0">
              <a:buFontTx/>
              <a:buNone/>
              <a:defRPr sz="675" b="1" i="0">
                <a:solidFill>
                  <a:schemeClr val="bg1"/>
                </a:solidFill>
                <a:latin typeface="+mj-lt"/>
              </a:defRPr>
            </a:lvl4pPr>
            <a:lvl5pPr marL="516731" indent="0">
              <a:buFontTx/>
              <a:buNone/>
              <a:defRPr sz="675" b="1" i="0">
                <a:solidFill>
                  <a:schemeClr val="bg1"/>
                </a:solidFill>
                <a:latin typeface="+mj-lt"/>
              </a:defRPr>
            </a:lvl5pPr>
          </a:lstStyle>
          <a:p>
            <a:pPr lvl="0"/>
            <a:r>
              <a:rPr lang="en-US" dirty="0"/>
              <a:t>Title / Position</a:t>
            </a:r>
          </a:p>
        </p:txBody>
      </p:sp>
      <p:sp>
        <p:nvSpPr>
          <p:cNvPr id="8" name="Text Placeholder 8"/>
          <p:cNvSpPr>
            <a:spLocks noGrp="1"/>
          </p:cNvSpPr>
          <p:nvPr>
            <p:ph type="body" sz="quarter" idx="12" hasCustomPrompt="1"/>
          </p:nvPr>
        </p:nvSpPr>
        <p:spPr>
          <a:xfrm>
            <a:off x="483244" y="3061970"/>
            <a:ext cx="3593459" cy="538481"/>
          </a:xfrm>
          <a:prstGeom prst="rect">
            <a:avLst/>
          </a:prstGeom>
        </p:spPr>
        <p:txBody>
          <a:bodyPr>
            <a:noAutofit/>
          </a:bodyPr>
          <a:lstStyle>
            <a:lvl1pPr marL="0" indent="0">
              <a:buFontTx/>
              <a:buNone/>
              <a:defRPr sz="1000" b="0" i="0" kern="0" cap="none" spc="15" baseline="0">
                <a:solidFill>
                  <a:schemeClr val="bg1"/>
                </a:solidFill>
                <a:latin typeface="Arial" charset="0"/>
                <a:ea typeface="Arial" charset="0"/>
                <a:cs typeface="Arial" charset="0"/>
              </a:defRPr>
            </a:lvl1pPr>
            <a:lvl2pPr marL="170260" indent="0">
              <a:buFontTx/>
              <a:buNone/>
              <a:defRPr sz="675" b="1" i="0">
                <a:solidFill>
                  <a:schemeClr val="bg1"/>
                </a:solidFill>
                <a:latin typeface="+mj-lt"/>
              </a:defRPr>
            </a:lvl2pPr>
            <a:lvl3pPr marL="258365" indent="0">
              <a:buFontTx/>
              <a:buNone/>
              <a:defRPr sz="675" b="1" i="0">
                <a:solidFill>
                  <a:schemeClr val="bg1"/>
                </a:solidFill>
                <a:latin typeface="+mj-lt"/>
              </a:defRPr>
            </a:lvl3pPr>
            <a:lvl4pPr marL="388144" indent="0">
              <a:buFontTx/>
              <a:buNone/>
              <a:defRPr sz="675" b="1" i="0">
                <a:solidFill>
                  <a:schemeClr val="bg1"/>
                </a:solidFill>
                <a:latin typeface="+mj-lt"/>
              </a:defRPr>
            </a:lvl4pPr>
            <a:lvl5pPr marL="516731" indent="0">
              <a:buFontTx/>
              <a:buNone/>
              <a:defRPr sz="675" b="1" i="0">
                <a:solidFill>
                  <a:schemeClr val="bg1"/>
                </a:solidFill>
                <a:latin typeface="+mj-lt"/>
              </a:defRPr>
            </a:lvl5pPr>
          </a:lstStyle>
          <a:p>
            <a:pPr lvl="0"/>
            <a:r>
              <a:rPr lang="en-US" dirty="0"/>
              <a:t>Address 1</a:t>
            </a:r>
          </a:p>
          <a:p>
            <a:pPr lvl="0"/>
            <a:r>
              <a:rPr lang="en-US" dirty="0"/>
              <a:t>Address 2</a:t>
            </a:r>
          </a:p>
        </p:txBody>
      </p:sp>
      <p:sp>
        <p:nvSpPr>
          <p:cNvPr id="9" name="Text Placeholder 8"/>
          <p:cNvSpPr>
            <a:spLocks noGrp="1"/>
          </p:cNvSpPr>
          <p:nvPr>
            <p:ph type="body" sz="quarter" idx="13" hasCustomPrompt="1"/>
          </p:nvPr>
        </p:nvSpPr>
        <p:spPr>
          <a:xfrm>
            <a:off x="483244" y="3606800"/>
            <a:ext cx="3593459" cy="755651"/>
          </a:xfrm>
          <a:prstGeom prst="rect">
            <a:avLst/>
          </a:prstGeom>
        </p:spPr>
        <p:txBody>
          <a:bodyPr>
            <a:noAutofit/>
          </a:bodyPr>
          <a:lstStyle>
            <a:lvl1pPr marL="0" indent="0">
              <a:buFontTx/>
              <a:buNone/>
              <a:defRPr sz="1000" b="0" i="0" kern="0" cap="none" spc="15" baseline="0">
                <a:solidFill>
                  <a:schemeClr val="bg1"/>
                </a:solidFill>
                <a:latin typeface="Arial" charset="0"/>
                <a:ea typeface="Arial" charset="0"/>
                <a:cs typeface="Arial" charset="0"/>
              </a:defRPr>
            </a:lvl1pPr>
            <a:lvl2pPr marL="170260" indent="0">
              <a:buFontTx/>
              <a:buNone/>
              <a:defRPr sz="675" b="1" i="0">
                <a:solidFill>
                  <a:schemeClr val="bg1"/>
                </a:solidFill>
                <a:latin typeface="+mj-lt"/>
              </a:defRPr>
            </a:lvl2pPr>
            <a:lvl3pPr marL="258365" indent="0">
              <a:buFontTx/>
              <a:buNone/>
              <a:defRPr sz="675" b="1" i="0">
                <a:solidFill>
                  <a:schemeClr val="bg1"/>
                </a:solidFill>
                <a:latin typeface="+mj-lt"/>
              </a:defRPr>
            </a:lvl3pPr>
            <a:lvl4pPr marL="388144" indent="0">
              <a:buFontTx/>
              <a:buNone/>
              <a:defRPr sz="675" b="1" i="0">
                <a:solidFill>
                  <a:schemeClr val="bg1"/>
                </a:solidFill>
                <a:latin typeface="+mj-lt"/>
              </a:defRPr>
            </a:lvl4pPr>
            <a:lvl5pPr marL="516731" indent="0">
              <a:buFontTx/>
              <a:buNone/>
              <a:defRPr sz="675" b="1" i="0">
                <a:solidFill>
                  <a:schemeClr val="bg1"/>
                </a:solidFill>
                <a:latin typeface="+mj-lt"/>
              </a:defRPr>
            </a:lvl5pPr>
          </a:lstStyle>
          <a:p>
            <a:pPr lvl="0"/>
            <a:r>
              <a:rPr lang="en-US" dirty="0"/>
              <a:t>Email // </a:t>
            </a:r>
            <a:r>
              <a:rPr lang="en-US" dirty="0" err="1"/>
              <a:t>john.doe@qu.edu</a:t>
            </a:r>
            <a:endParaRPr lang="en-US" dirty="0"/>
          </a:p>
          <a:p>
            <a:pPr lvl="0"/>
            <a:r>
              <a:rPr lang="en-US" dirty="0"/>
              <a:t>Social // </a:t>
            </a:r>
            <a:r>
              <a:rPr lang="en-US" dirty="0" err="1"/>
              <a:t>facebook.com</a:t>
            </a:r>
            <a:r>
              <a:rPr lang="en-US" dirty="0"/>
              <a:t>/</a:t>
            </a:r>
            <a:r>
              <a:rPr lang="en-US" dirty="0" err="1"/>
              <a:t>johndoe</a:t>
            </a:r>
            <a:r>
              <a:rPr lang="en-US" dirty="0"/>
              <a:t> • @</a:t>
            </a:r>
            <a:r>
              <a:rPr lang="en-US" dirty="0" err="1"/>
              <a:t>johndoe</a:t>
            </a:r>
            <a:endParaRPr lang="en-US" dirty="0"/>
          </a:p>
        </p:txBody>
      </p:sp>
      <p:sp>
        <p:nvSpPr>
          <p:cNvPr id="10" name="TextBox 9"/>
          <p:cNvSpPr txBox="1"/>
          <p:nvPr userDrawn="1"/>
        </p:nvSpPr>
        <p:spPr>
          <a:xfrm>
            <a:off x="483244" y="1872390"/>
            <a:ext cx="3593457" cy="438582"/>
          </a:xfrm>
          <a:prstGeom prst="rect">
            <a:avLst/>
          </a:prstGeom>
          <a:noFill/>
        </p:spPr>
        <p:txBody>
          <a:bodyPr wrap="square" rtlCol="0" anchor="b" anchorCtr="0">
            <a:spAutoFit/>
          </a:bodyPr>
          <a:lstStyle/>
          <a:p>
            <a:pPr algn="l"/>
            <a:r>
              <a:rPr lang="en-US" sz="2250" b="0" i="0" kern="1200" spc="38" baseline="0" dirty="0">
                <a:solidFill>
                  <a:schemeClr val="bg1"/>
                </a:solidFill>
                <a:latin typeface="Arial" charset="0"/>
                <a:ea typeface="Arial" charset="0"/>
                <a:cs typeface="Arial" charset="0"/>
              </a:rPr>
              <a:t>Contact</a:t>
            </a:r>
          </a:p>
        </p:txBody>
      </p:sp>
      <p:pic>
        <p:nvPicPr>
          <p:cNvPr id="11" name="Picture 10"/>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6741000" y="1926285"/>
            <a:ext cx="1909761" cy="374958"/>
          </a:xfrm>
          <a:prstGeom prst="rect">
            <a:avLst/>
          </a:prstGeom>
        </p:spPr>
      </p:pic>
    </p:spTree>
    <p:extLst>
      <p:ext uri="{BB962C8B-B14F-4D97-AF65-F5344CB8AC3E}">
        <p14:creationId xmlns:p14="http://schemas.microsoft.com/office/powerpoint/2010/main" val="66571137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61" Type="http://schemas.openxmlformats.org/officeDocument/2006/relationships/slideLayout" Target="../slideLayouts/slideLayout6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Title Placeholder 10"/>
          <p:cNvSpPr>
            <a:spLocks noGrp="1"/>
          </p:cNvSpPr>
          <p:nvPr>
            <p:ph type="title"/>
          </p:nvPr>
        </p:nvSpPr>
        <p:spPr>
          <a:xfrm>
            <a:off x="628650" y="494804"/>
            <a:ext cx="7886700" cy="558141"/>
          </a:xfrm>
          <a:prstGeom prst="rect">
            <a:avLst/>
          </a:prstGeom>
        </p:spPr>
        <p:txBody>
          <a:bodyPr vert="horz" lIns="91440" tIns="45720" rIns="91440" bIns="45720" rtlCol="0" anchor="t">
            <a:normAutofit/>
          </a:bodyPr>
          <a:lstStyle/>
          <a:p>
            <a:r>
              <a:rPr lang="en-US" dirty="0"/>
              <a:t>Click to edit Master title style</a:t>
            </a:r>
          </a:p>
        </p:txBody>
      </p:sp>
      <p:sp>
        <p:nvSpPr>
          <p:cNvPr id="16" name="Text Placeholder 2"/>
          <p:cNvSpPr>
            <a:spLocks noGrp="1"/>
          </p:cNvSpPr>
          <p:nvPr>
            <p:ph type="body" idx="1"/>
          </p:nvPr>
        </p:nvSpPr>
        <p:spPr>
          <a:xfrm>
            <a:off x="628650" y="1272235"/>
            <a:ext cx="7886700" cy="326350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53150340"/>
      </p:ext>
    </p:extLst>
  </p:cSld>
  <p:clrMap bg1="lt1" tx1="dk1" bg2="lt2" tx2="dk2" accent1="accent1" accent2="accent2" accent3="accent3" accent4="accent4" accent5="accent5" accent6="accent6" hlink="hlink" folHlink="folHlink"/>
  <p:sldLayoutIdLst>
    <p:sldLayoutId id="2147483661" r:id="rId1"/>
    <p:sldLayoutId id="2147483703" r:id="rId2"/>
    <p:sldLayoutId id="2147483701" r:id="rId3"/>
    <p:sldLayoutId id="2147483816" r:id="rId4"/>
    <p:sldLayoutId id="2147483784" r:id="rId5"/>
    <p:sldLayoutId id="2147483785" r:id="rId6"/>
    <p:sldLayoutId id="2147483786" r:id="rId7"/>
    <p:sldLayoutId id="2147483817" r:id="rId8"/>
    <p:sldLayoutId id="2147483787" r:id="rId9"/>
    <p:sldLayoutId id="2147483788" r:id="rId10"/>
    <p:sldLayoutId id="2147483789" r:id="rId11"/>
    <p:sldLayoutId id="2147483818" r:id="rId12"/>
    <p:sldLayoutId id="2147483790" r:id="rId13"/>
    <p:sldLayoutId id="2147483791" r:id="rId14"/>
    <p:sldLayoutId id="2147483792" r:id="rId15"/>
    <p:sldLayoutId id="2147483819" r:id="rId16"/>
    <p:sldLayoutId id="2147483793" r:id="rId17"/>
    <p:sldLayoutId id="2147483794" r:id="rId18"/>
    <p:sldLayoutId id="2147483795" r:id="rId19"/>
    <p:sldLayoutId id="2147483820" r:id="rId20"/>
    <p:sldLayoutId id="2147483796" r:id="rId21"/>
    <p:sldLayoutId id="2147483821" r:id="rId22"/>
    <p:sldLayoutId id="2147483822" r:id="rId23"/>
    <p:sldLayoutId id="2147483823" r:id="rId24"/>
    <p:sldLayoutId id="2147483799" r:id="rId25"/>
    <p:sldLayoutId id="2147483824" r:id="rId26"/>
    <p:sldLayoutId id="2147483798" r:id="rId27"/>
    <p:sldLayoutId id="2147483825" r:id="rId28"/>
    <p:sldLayoutId id="2147483802" r:id="rId29"/>
    <p:sldLayoutId id="2147483803" r:id="rId30"/>
    <p:sldLayoutId id="2147483804" r:id="rId31"/>
    <p:sldLayoutId id="2147483826" r:id="rId32"/>
    <p:sldLayoutId id="2147483805" r:id="rId33"/>
    <p:sldLayoutId id="2147483827" r:id="rId34"/>
    <p:sldLayoutId id="2147483828" r:id="rId35"/>
    <p:sldLayoutId id="2147483829" r:id="rId36"/>
    <p:sldLayoutId id="2147483808" r:id="rId37"/>
    <p:sldLayoutId id="2147483809" r:id="rId38"/>
    <p:sldLayoutId id="2147483810" r:id="rId39"/>
    <p:sldLayoutId id="2147483830" r:id="rId40"/>
    <p:sldLayoutId id="2147483673" r:id="rId41"/>
    <p:sldLayoutId id="2147483811" r:id="rId42"/>
    <p:sldLayoutId id="2147483702" r:id="rId43"/>
    <p:sldLayoutId id="2147483831" r:id="rId44"/>
    <p:sldLayoutId id="2147483684" r:id="rId45"/>
    <p:sldLayoutId id="2147483687" r:id="rId46"/>
    <p:sldLayoutId id="2147483664" r:id="rId47"/>
    <p:sldLayoutId id="2147483662" r:id="rId48"/>
    <p:sldLayoutId id="2147483691" r:id="rId49"/>
    <p:sldLayoutId id="2147483692" r:id="rId50"/>
    <p:sldLayoutId id="2147483678" r:id="rId51"/>
    <p:sldLayoutId id="2147483680" r:id="rId52"/>
    <p:sldLayoutId id="2147483679" r:id="rId53"/>
    <p:sldLayoutId id="2147483813" r:id="rId54"/>
    <p:sldLayoutId id="2147483765" r:id="rId55"/>
    <p:sldLayoutId id="2147483769" r:id="rId56"/>
    <p:sldLayoutId id="2147483775" r:id="rId57"/>
    <p:sldLayoutId id="2147483777" r:id="rId58"/>
    <p:sldLayoutId id="2147483778" r:id="rId59"/>
    <p:sldLayoutId id="2147483779" r:id="rId60"/>
    <p:sldLayoutId id="2147483780" r:id="rId61"/>
    <p:sldLayoutId id="2147483783" r:id="rId62"/>
    <p:sldLayoutId id="2147483676" r:id="rId63"/>
    <p:sldLayoutId id="2147483677" r:id="rId64"/>
  </p:sldLayoutIdLst>
  <p:txStyles>
    <p:titleStyle>
      <a:lvl1pPr algn="l" defTabSz="685800" rtl="0" eaLnBrk="1" latinLnBrk="0" hangingPunct="1">
        <a:lnSpc>
          <a:spcPct val="90000"/>
        </a:lnSpc>
        <a:spcBef>
          <a:spcPct val="0"/>
        </a:spcBef>
        <a:buNone/>
        <a:defRPr sz="3300" b="0" i="0" kern="1200">
          <a:solidFill>
            <a:srgbClr val="0D2240"/>
          </a:solidFill>
          <a:latin typeface="Arial" charset="0"/>
          <a:ea typeface="Arial" charset="0"/>
          <a:cs typeface="Arial" charset="0"/>
        </a:defRPr>
      </a:lvl1pPr>
    </p:titleStyle>
    <p:bodyStyle>
      <a:lvl1pPr marL="171450" indent="-171450" algn="l" defTabSz="685800" rtl="0" eaLnBrk="1" latinLnBrk="0" hangingPunct="1">
        <a:lnSpc>
          <a:spcPct val="100000"/>
        </a:lnSpc>
        <a:spcBef>
          <a:spcPts val="200"/>
        </a:spcBef>
        <a:buFont typeface="Arial" panose="020B0604020202020204" pitchFamily="34" charset="0"/>
        <a:buChar char="•"/>
        <a:defRPr sz="2100" b="0" i="0" kern="1200">
          <a:solidFill>
            <a:schemeClr val="tx1"/>
          </a:solidFill>
          <a:latin typeface="Times New Roman Regular" charset="0"/>
          <a:ea typeface="Times New Roman Regular" charset="0"/>
          <a:cs typeface="Times New Roman Regular" charset="0"/>
        </a:defRPr>
      </a:lvl1pPr>
      <a:lvl2pPr marL="514350" indent="-171450" algn="l" defTabSz="685800" rtl="0" eaLnBrk="1" latinLnBrk="0" hangingPunct="1">
        <a:lnSpc>
          <a:spcPct val="100000"/>
        </a:lnSpc>
        <a:spcBef>
          <a:spcPts val="200"/>
        </a:spcBef>
        <a:buFont typeface="Arial" panose="020B0604020202020204" pitchFamily="34" charset="0"/>
        <a:buChar char="•"/>
        <a:defRPr sz="2100" b="0" i="0" kern="1200">
          <a:solidFill>
            <a:schemeClr val="tx1"/>
          </a:solidFill>
          <a:latin typeface="Times New Roman Regular" charset="0"/>
          <a:ea typeface="Times New Roman Regular" charset="0"/>
          <a:cs typeface="Times New Roman Regular" charset="0"/>
        </a:defRPr>
      </a:lvl2pPr>
      <a:lvl3pPr marL="857250" indent="-171450" algn="l" defTabSz="685800" rtl="0" eaLnBrk="1" latinLnBrk="0" hangingPunct="1">
        <a:lnSpc>
          <a:spcPct val="100000"/>
        </a:lnSpc>
        <a:spcBef>
          <a:spcPts val="200"/>
        </a:spcBef>
        <a:buFont typeface="Arial" panose="020B0604020202020204" pitchFamily="34" charset="0"/>
        <a:buChar char="•"/>
        <a:defRPr sz="2100" b="0" i="0" kern="1200">
          <a:solidFill>
            <a:schemeClr val="tx1"/>
          </a:solidFill>
          <a:latin typeface="Times New Roman Regular" charset="0"/>
          <a:ea typeface="Times New Roman Regular" charset="0"/>
          <a:cs typeface="Times New Roman Regular" charset="0"/>
        </a:defRPr>
      </a:lvl3pPr>
      <a:lvl4pPr marL="1200150" indent="-171450" algn="l" defTabSz="685800" rtl="0" eaLnBrk="1" latinLnBrk="0" hangingPunct="1">
        <a:lnSpc>
          <a:spcPct val="100000"/>
        </a:lnSpc>
        <a:spcBef>
          <a:spcPts val="200"/>
        </a:spcBef>
        <a:buFont typeface="Arial" panose="020B0604020202020204" pitchFamily="34" charset="0"/>
        <a:buChar char="•"/>
        <a:defRPr sz="2100" b="0" i="0" kern="1200">
          <a:solidFill>
            <a:schemeClr val="tx1"/>
          </a:solidFill>
          <a:latin typeface="Times New Roman Regular" charset="0"/>
          <a:ea typeface="Times New Roman Regular" charset="0"/>
          <a:cs typeface="Times New Roman Regular" charset="0"/>
        </a:defRPr>
      </a:lvl4pPr>
      <a:lvl5pPr marL="1543050" indent="-171450" algn="l" defTabSz="685800" rtl="0" eaLnBrk="1" latinLnBrk="0" hangingPunct="1">
        <a:lnSpc>
          <a:spcPct val="100000"/>
        </a:lnSpc>
        <a:spcBef>
          <a:spcPts val="200"/>
        </a:spcBef>
        <a:buFont typeface="Arial" panose="020B0604020202020204" pitchFamily="34" charset="0"/>
        <a:buChar char="•"/>
        <a:defRPr sz="2100" b="0" i="0" kern="1200">
          <a:solidFill>
            <a:schemeClr val="tx1"/>
          </a:solidFill>
          <a:latin typeface="Times New Roman Regular" charset="0"/>
          <a:ea typeface="Times New Roman Regular" charset="0"/>
          <a:cs typeface="Times New Roman Regular"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5C2F7-AF2B-794F-8125-BE3AFBB10A07}"/>
              </a:ext>
            </a:extLst>
          </p:cNvPr>
          <p:cNvSpPr>
            <a:spLocks noGrp="1"/>
          </p:cNvSpPr>
          <p:nvPr>
            <p:ph type="ctrTitle"/>
          </p:nvPr>
        </p:nvSpPr>
        <p:spPr>
          <a:xfrm>
            <a:off x="228429" y="1427800"/>
            <a:ext cx="5525885" cy="1480870"/>
          </a:xfrm>
        </p:spPr>
        <p:txBody>
          <a:bodyPr/>
          <a:lstStyle/>
          <a:p>
            <a:r>
              <a:rPr lang="en-US" dirty="0" smtClean="0"/>
              <a:t>Strategic Communication</a:t>
            </a:r>
            <a:r>
              <a:rPr lang="en-US" dirty="0"/>
              <a:t/>
            </a:r>
            <a:br>
              <a:rPr lang="en-US" dirty="0"/>
            </a:br>
            <a:endParaRPr lang="en-US" dirty="0"/>
          </a:p>
        </p:txBody>
      </p:sp>
      <p:sp>
        <p:nvSpPr>
          <p:cNvPr id="3" name="Subtitle 2">
            <a:extLst>
              <a:ext uri="{FF2B5EF4-FFF2-40B4-BE49-F238E27FC236}">
                <a16:creationId xmlns:a16="http://schemas.microsoft.com/office/drawing/2014/main" id="{FFC34773-B296-9143-AE8B-9A442049F49A}"/>
              </a:ext>
            </a:extLst>
          </p:cNvPr>
          <p:cNvSpPr>
            <a:spLocks noGrp="1"/>
          </p:cNvSpPr>
          <p:nvPr>
            <p:ph type="subTitle" idx="1"/>
          </p:nvPr>
        </p:nvSpPr>
        <p:spPr>
          <a:xfrm>
            <a:off x="219457" y="2968143"/>
            <a:ext cx="5367528" cy="945489"/>
          </a:xfrm>
        </p:spPr>
        <p:txBody>
          <a:bodyPr/>
          <a:lstStyle/>
          <a:p>
            <a:r>
              <a:rPr lang="en-US" dirty="0"/>
              <a:t>Antoaneta M. Vanc, Ph. D. </a:t>
            </a:r>
            <a:endParaRPr lang="en-US" dirty="0" smtClean="0"/>
          </a:p>
          <a:p>
            <a:r>
              <a:rPr lang="en-US" dirty="0" smtClean="0"/>
              <a:t>Associate Professor and Chair</a:t>
            </a:r>
          </a:p>
          <a:p>
            <a:r>
              <a:rPr lang="en-US" dirty="0" smtClean="0"/>
              <a:t>Department of Strategic </a:t>
            </a:r>
            <a:r>
              <a:rPr lang="en-US" dirty="0"/>
              <a:t>Communication </a:t>
            </a:r>
            <a:br>
              <a:rPr lang="en-US" dirty="0"/>
            </a:br>
            <a:endParaRPr lang="en-US" dirty="0"/>
          </a:p>
        </p:txBody>
      </p:sp>
    </p:spTree>
    <p:extLst>
      <p:ext uri="{BB962C8B-B14F-4D97-AF65-F5344CB8AC3E}">
        <p14:creationId xmlns:p14="http://schemas.microsoft.com/office/powerpoint/2010/main" val="242803518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57999-DDB7-6E41-B4D9-7B88E5566265}"/>
              </a:ext>
            </a:extLst>
          </p:cNvPr>
          <p:cNvSpPr>
            <a:spLocks noGrp="1"/>
          </p:cNvSpPr>
          <p:nvPr>
            <p:ph type="title"/>
          </p:nvPr>
        </p:nvSpPr>
        <p:spPr>
          <a:xfrm>
            <a:off x="2907793" y="1272209"/>
            <a:ext cx="6236208" cy="3096935"/>
          </a:xfrm>
        </p:spPr>
        <p:txBody>
          <a:bodyPr/>
          <a:lstStyle/>
          <a:p>
            <a:pPr>
              <a:lnSpc>
                <a:spcPct val="150000"/>
              </a:lnSpc>
            </a:pPr>
            <a:r>
              <a:rPr lang="en-US" sz="3000" dirty="0" smtClean="0"/>
              <a:t>What we’ll discuss today</a:t>
            </a:r>
            <a:r>
              <a:rPr lang="en-US" sz="3000" dirty="0" smtClean="0"/>
              <a:t/>
            </a:r>
            <a:br>
              <a:rPr lang="en-US" sz="3000" dirty="0" smtClean="0"/>
            </a:br>
            <a:r>
              <a:rPr lang="en-US" sz="3000" dirty="0" smtClean="0"/>
              <a:t/>
            </a:r>
            <a:br>
              <a:rPr lang="en-US" sz="3000" dirty="0" smtClean="0"/>
            </a:br>
            <a:r>
              <a:rPr lang="en-US" sz="3000" dirty="0" smtClean="0"/>
              <a:t> </a:t>
            </a:r>
            <a:r>
              <a:rPr lang="en-US" sz="2400" dirty="0" smtClean="0"/>
              <a:t>Public Relations / </a:t>
            </a:r>
            <a:r>
              <a:rPr lang="en-US" sz="2400" dirty="0" smtClean="0"/>
              <a:t>Strategic Communication </a:t>
            </a:r>
            <a:r>
              <a:rPr lang="en-US" sz="3000" dirty="0" smtClean="0"/>
              <a:t/>
            </a:r>
            <a:br>
              <a:rPr lang="en-US" sz="3000" dirty="0" smtClean="0"/>
            </a:br>
            <a:r>
              <a:rPr lang="en-US" sz="3000" dirty="0"/>
              <a:t> </a:t>
            </a:r>
            <a:r>
              <a:rPr lang="en-US" sz="2400" dirty="0" smtClean="0"/>
              <a:t>Strategic Communication Planning </a:t>
            </a:r>
            <a:r>
              <a:rPr lang="en-US" sz="3000" dirty="0" smtClean="0"/>
              <a:t/>
            </a:r>
            <a:br>
              <a:rPr lang="en-US" sz="3000" dirty="0" smtClean="0"/>
            </a:br>
            <a:endParaRPr lang="en-US" sz="3000" dirty="0"/>
          </a:p>
        </p:txBody>
      </p:sp>
    </p:spTree>
    <p:extLst>
      <p:ext uri="{BB962C8B-B14F-4D97-AF65-F5344CB8AC3E}">
        <p14:creationId xmlns:p14="http://schemas.microsoft.com/office/powerpoint/2010/main" val="261637884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4"/>
          </p:nvPr>
        </p:nvSpPr>
        <p:spPr>
          <a:xfrm>
            <a:off x="628650" y="1431993"/>
            <a:ext cx="7886700" cy="3275119"/>
          </a:xfrm>
        </p:spPr>
        <p:txBody>
          <a:bodyPr/>
          <a:lstStyle/>
          <a:p>
            <a:r>
              <a:rPr lang="en-US" dirty="0"/>
              <a:t>Public relations is a strategic communication process that builds mutually beneficial relationships between organizations and their publics</a:t>
            </a:r>
            <a:r>
              <a:rPr lang="en-US" dirty="0" smtClean="0"/>
              <a:t>.</a:t>
            </a:r>
          </a:p>
          <a:p>
            <a:endParaRPr lang="en-US" dirty="0"/>
          </a:p>
          <a:p>
            <a:r>
              <a:rPr lang="en-US" dirty="0" smtClean="0"/>
              <a:t>At its core, public relations is about influencing, engaging and building a relationship with key stakeholders across numerous platforms in order to shape and frame the public perception of an organization. </a:t>
            </a:r>
          </a:p>
          <a:p>
            <a:endParaRPr lang="en-US" dirty="0"/>
          </a:p>
          <a:p>
            <a:pPr marL="0" indent="0">
              <a:buNone/>
            </a:pPr>
            <a:endParaRPr lang="en-US" dirty="0" smtClean="0"/>
          </a:p>
          <a:p>
            <a:endParaRPr lang="en-US" dirty="0"/>
          </a:p>
        </p:txBody>
      </p:sp>
      <p:sp>
        <p:nvSpPr>
          <p:cNvPr id="4" name="Title 3"/>
          <p:cNvSpPr>
            <a:spLocks noGrp="1"/>
          </p:cNvSpPr>
          <p:nvPr>
            <p:ph type="title"/>
          </p:nvPr>
        </p:nvSpPr>
        <p:spPr/>
        <p:txBody>
          <a:bodyPr/>
          <a:lstStyle/>
          <a:p>
            <a:r>
              <a:rPr lang="en-US" dirty="0" smtClean="0"/>
              <a:t>What is ….</a:t>
            </a:r>
            <a:endParaRPr lang="en-US" dirty="0"/>
          </a:p>
        </p:txBody>
      </p:sp>
      <p:sp>
        <p:nvSpPr>
          <p:cNvPr id="5" name="Text Placeholder 4"/>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1305946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2" end="2"/>
                                            </p:txEl>
                                          </p:spTgt>
                                        </p:tgtEl>
                                        <p:attrNameLst>
                                          <p:attrName>style.visibility</p:attrName>
                                        </p:attrNameLst>
                                      </p:cBhvr>
                                      <p:to>
                                        <p:strVal val="visible"/>
                                      </p:to>
                                    </p:set>
                                    <p:animEffect transition="in" filter="fade">
                                      <p:cBhvr>
                                        <p:cTn id="14" dur="1000"/>
                                        <p:tgtEl>
                                          <p:spTgt spid="2">
                                            <p:txEl>
                                              <p:pRg st="2" end="2"/>
                                            </p:txEl>
                                          </p:spTgt>
                                        </p:tgtEl>
                                      </p:cBhvr>
                                    </p:animEffect>
                                    <p:anim calcmode="lin" valueType="num">
                                      <p:cBhvr>
                                        <p:cTn id="15"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14C57FD-0B36-2D44-BE29-EE532CA94D82}"/>
              </a:ext>
            </a:extLst>
          </p:cNvPr>
          <p:cNvSpPr>
            <a:spLocks noGrp="1"/>
          </p:cNvSpPr>
          <p:nvPr>
            <p:ph type="body" sz="quarter" idx="14"/>
          </p:nvPr>
        </p:nvSpPr>
        <p:spPr>
          <a:xfrm>
            <a:off x="628650" y="1300627"/>
            <a:ext cx="7886700" cy="3275119"/>
          </a:xfrm>
        </p:spPr>
        <p:txBody>
          <a:bodyPr numCol="2"/>
          <a:lstStyle/>
          <a:p>
            <a:pPr>
              <a:spcAft>
                <a:spcPts val="200"/>
              </a:spcAft>
            </a:pPr>
            <a:r>
              <a:rPr lang="en-US" dirty="0" smtClean="0"/>
              <a:t>Corporate Communication</a:t>
            </a:r>
          </a:p>
          <a:p>
            <a:pPr>
              <a:spcAft>
                <a:spcPts val="200"/>
              </a:spcAft>
            </a:pPr>
            <a:r>
              <a:rPr lang="en-US" dirty="0" smtClean="0"/>
              <a:t>Community Relations/CSR</a:t>
            </a:r>
          </a:p>
          <a:p>
            <a:pPr>
              <a:spcAft>
                <a:spcPts val="200"/>
              </a:spcAft>
            </a:pPr>
            <a:r>
              <a:rPr lang="en-US" dirty="0"/>
              <a:t>Content Creation</a:t>
            </a:r>
          </a:p>
          <a:p>
            <a:pPr>
              <a:spcAft>
                <a:spcPts val="200"/>
              </a:spcAft>
            </a:pPr>
            <a:r>
              <a:rPr lang="en-US" dirty="0" smtClean="0"/>
              <a:t>Crisis </a:t>
            </a:r>
            <a:r>
              <a:rPr lang="en-US" dirty="0" smtClean="0"/>
              <a:t>Management </a:t>
            </a:r>
            <a:endParaRPr lang="en-US" dirty="0" smtClean="0"/>
          </a:p>
          <a:p>
            <a:pPr>
              <a:spcAft>
                <a:spcPts val="200"/>
              </a:spcAft>
            </a:pPr>
            <a:r>
              <a:rPr lang="en-US" dirty="0" smtClean="0"/>
              <a:t>Event planning </a:t>
            </a:r>
            <a:endParaRPr lang="en-US" dirty="0"/>
          </a:p>
          <a:p>
            <a:pPr>
              <a:spcAft>
                <a:spcPts val="200"/>
              </a:spcAft>
            </a:pPr>
            <a:r>
              <a:rPr lang="en-US" dirty="0" smtClean="0"/>
              <a:t>Executive Communication</a:t>
            </a:r>
            <a:endParaRPr lang="en-US" dirty="0"/>
          </a:p>
          <a:p>
            <a:pPr>
              <a:spcAft>
                <a:spcPts val="200"/>
              </a:spcAft>
            </a:pPr>
            <a:r>
              <a:rPr lang="en-US" dirty="0" smtClean="0"/>
              <a:t>Employee Relations </a:t>
            </a:r>
          </a:p>
          <a:p>
            <a:pPr>
              <a:spcAft>
                <a:spcPts val="200"/>
              </a:spcAft>
            </a:pPr>
            <a:r>
              <a:rPr lang="en-US" dirty="0" smtClean="0"/>
              <a:t>Government </a:t>
            </a:r>
            <a:r>
              <a:rPr lang="en-US" dirty="0"/>
              <a:t>Relations</a:t>
            </a:r>
          </a:p>
          <a:p>
            <a:pPr>
              <a:spcAft>
                <a:spcPts val="200"/>
              </a:spcAft>
            </a:pPr>
            <a:r>
              <a:rPr lang="en-US" dirty="0" smtClean="0"/>
              <a:t>International </a:t>
            </a:r>
            <a:r>
              <a:rPr lang="en-US" dirty="0"/>
              <a:t>Public Relations/Public Diplomacy</a:t>
            </a:r>
          </a:p>
          <a:p>
            <a:pPr>
              <a:spcAft>
                <a:spcPts val="200"/>
              </a:spcAft>
            </a:pPr>
            <a:endParaRPr lang="en-US" dirty="0" smtClean="0"/>
          </a:p>
          <a:p>
            <a:pPr>
              <a:spcAft>
                <a:spcPts val="200"/>
              </a:spcAft>
            </a:pPr>
            <a:endParaRPr lang="en-US" dirty="0"/>
          </a:p>
          <a:p>
            <a:pPr>
              <a:spcAft>
                <a:spcPts val="200"/>
              </a:spcAft>
            </a:pPr>
            <a:r>
              <a:rPr lang="en-US" dirty="0" smtClean="0"/>
              <a:t>Investor Relations</a:t>
            </a:r>
          </a:p>
          <a:p>
            <a:pPr>
              <a:spcAft>
                <a:spcPts val="200"/>
              </a:spcAft>
            </a:pPr>
            <a:r>
              <a:rPr lang="en-US" dirty="0" smtClean="0"/>
              <a:t>Integrated </a:t>
            </a:r>
            <a:r>
              <a:rPr lang="en-US" dirty="0"/>
              <a:t>Marketing </a:t>
            </a:r>
            <a:r>
              <a:rPr lang="en-US" dirty="0" smtClean="0"/>
              <a:t>Communication</a:t>
            </a:r>
          </a:p>
          <a:p>
            <a:pPr>
              <a:spcAft>
                <a:spcPts val="200"/>
              </a:spcAft>
            </a:pPr>
            <a:r>
              <a:rPr lang="en-US" dirty="0" smtClean="0"/>
              <a:t>Media Relations</a:t>
            </a:r>
          </a:p>
          <a:p>
            <a:pPr>
              <a:spcAft>
                <a:spcPts val="200"/>
              </a:spcAft>
            </a:pPr>
            <a:r>
              <a:rPr lang="en-US" dirty="0" smtClean="0"/>
              <a:t>Multimedia</a:t>
            </a:r>
          </a:p>
          <a:p>
            <a:pPr>
              <a:spcAft>
                <a:spcPts val="200"/>
              </a:spcAft>
            </a:pPr>
            <a:r>
              <a:rPr lang="en-US" dirty="0" smtClean="0"/>
              <a:t>Nonprofit </a:t>
            </a:r>
            <a:r>
              <a:rPr lang="en-US" dirty="0" smtClean="0"/>
              <a:t>Relations/Communication </a:t>
            </a:r>
            <a:endParaRPr lang="en-US" dirty="0"/>
          </a:p>
          <a:p>
            <a:pPr>
              <a:spcAft>
                <a:spcPts val="200"/>
              </a:spcAft>
            </a:pPr>
            <a:r>
              <a:rPr lang="en-US" dirty="0"/>
              <a:t>Relationship Management</a:t>
            </a:r>
          </a:p>
          <a:p>
            <a:pPr>
              <a:spcAft>
                <a:spcPts val="200"/>
              </a:spcAft>
            </a:pPr>
            <a:r>
              <a:rPr lang="en-US" dirty="0" smtClean="0"/>
              <a:t>Reputation Management</a:t>
            </a:r>
            <a:endParaRPr lang="en-US" dirty="0"/>
          </a:p>
          <a:p>
            <a:pPr>
              <a:spcAft>
                <a:spcPts val="200"/>
              </a:spcAft>
            </a:pPr>
            <a:r>
              <a:rPr lang="en-US" dirty="0" smtClean="0"/>
              <a:t>Social </a:t>
            </a:r>
            <a:r>
              <a:rPr lang="en-US" dirty="0"/>
              <a:t>Media</a:t>
            </a:r>
          </a:p>
          <a:p>
            <a:pPr>
              <a:spcAft>
                <a:spcPts val="200"/>
              </a:spcAft>
            </a:pPr>
            <a:r>
              <a:rPr lang="en-US" dirty="0"/>
              <a:t>Speechwriting</a:t>
            </a:r>
          </a:p>
          <a:p>
            <a:pPr>
              <a:spcAft>
                <a:spcPts val="200"/>
              </a:spcAft>
            </a:pPr>
            <a:r>
              <a:rPr lang="en-US" dirty="0"/>
              <a:t>Spokesperson </a:t>
            </a:r>
          </a:p>
          <a:p>
            <a:pPr marL="0" indent="0">
              <a:spcAft>
                <a:spcPts val="200"/>
              </a:spcAft>
              <a:buNone/>
            </a:pPr>
            <a:endParaRPr lang="en-US" dirty="0"/>
          </a:p>
        </p:txBody>
      </p:sp>
      <p:sp>
        <p:nvSpPr>
          <p:cNvPr id="4" name="Title 3">
            <a:extLst>
              <a:ext uri="{FF2B5EF4-FFF2-40B4-BE49-F238E27FC236}">
                <a16:creationId xmlns:a16="http://schemas.microsoft.com/office/drawing/2014/main" id="{7E50C0AA-4F9E-884A-BFEF-09611D066209}"/>
              </a:ext>
            </a:extLst>
          </p:cNvPr>
          <p:cNvSpPr>
            <a:spLocks noGrp="1"/>
          </p:cNvSpPr>
          <p:nvPr>
            <p:ph type="title"/>
          </p:nvPr>
        </p:nvSpPr>
        <p:spPr/>
        <p:txBody>
          <a:bodyPr/>
          <a:lstStyle/>
          <a:p>
            <a:r>
              <a:rPr lang="en-US" dirty="0" smtClean="0"/>
              <a:t>Public relations encompasses the following:</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endParaRPr lang="en-US" dirty="0"/>
          </a:p>
        </p:txBody>
      </p:sp>
      <p:sp>
        <p:nvSpPr>
          <p:cNvPr id="5" name="Text Placeholder 4"/>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236480309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080470C-8BC7-304C-899F-62452E495E6B}"/>
              </a:ext>
            </a:extLst>
          </p:cNvPr>
          <p:cNvSpPr>
            <a:spLocks noGrp="1"/>
          </p:cNvSpPr>
          <p:nvPr>
            <p:ph type="body" sz="quarter" idx="14"/>
          </p:nvPr>
        </p:nvSpPr>
        <p:spPr>
          <a:xfrm>
            <a:off x="501650" y="1453130"/>
            <a:ext cx="7886700" cy="3275119"/>
          </a:xfrm>
        </p:spPr>
        <p:txBody>
          <a:bodyPr/>
          <a:lstStyle/>
          <a:p>
            <a:r>
              <a:rPr lang="en-US" dirty="0"/>
              <a:t>Public relations for nonprofits is an ongoing process of telling the organization’s story, conveying its message, establishing its identity, and maintaining its image in the hearts and mind of the public</a:t>
            </a:r>
            <a:r>
              <a:rPr lang="en-US" dirty="0" smtClean="0"/>
              <a:t>.</a:t>
            </a:r>
            <a:endParaRPr lang="en-US" dirty="0"/>
          </a:p>
          <a:p>
            <a:pPr lvl="1"/>
            <a:r>
              <a:rPr lang="en-US" dirty="0" smtClean="0"/>
              <a:t>Awareness</a:t>
            </a:r>
          </a:p>
          <a:p>
            <a:pPr lvl="1"/>
            <a:r>
              <a:rPr lang="en-US" dirty="0"/>
              <a:t>Message</a:t>
            </a:r>
          </a:p>
          <a:p>
            <a:pPr lvl="1"/>
            <a:r>
              <a:rPr lang="en-US" dirty="0" smtClean="0"/>
              <a:t>Identity </a:t>
            </a:r>
            <a:r>
              <a:rPr lang="en-US" dirty="0"/>
              <a:t>vs. brand vs. image</a:t>
            </a:r>
          </a:p>
          <a:p>
            <a:pPr lvl="1"/>
            <a:r>
              <a:rPr lang="en-US" dirty="0" smtClean="0"/>
              <a:t>Public(s)</a:t>
            </a:r>
            <a:endParaRPr lang="en-US" dirty="0"/>
          </a:p>
          <a:p>
            <a:pPr marL="342900" lvl="1" indent="0">
              <a:buNone/>
            </a:pPr>
            <a:endParaRPr lang="en-US" dirty="0" smtClean="0"/>
          </a:p>
          <a:p>
            <a:pPr marL="342900" lvl="1" indent="0">
              <a:buNone/>
            </a:pPr>
            <a:r>
              <a:rPr lang="en-US" dirty="0" smtClean="0"/>
              <a:t>Focus on relationships.</a:t>
            </a:r>
          </a:p>
          <a:p>
            <a:pPr marL="342900" lvl="1" indent="0">
              <a:buNone/>
            </a:pPr>
            <a:r>
              <a:rPr lang="en-US" dirty="0" smtClean="0"/>
              <a:t>Non profit organizations are in the feel good industry.</a:t>
            </a:r>
            <a:endParaRPr lang="en-US" dirty="0"/>
          </a:p>
        </p:txBody>
      </p:sp>
      <p:sp>
        <p:nvSpPr>
          <p:cNvPr id="3" name="Text Placeholder 2">
            <a:extLst>
              <a:ext uri="{FF2B5EF4-FFF2-40B4-BE49-F238E27FC236}">
                <a16:creationId xmlns:a16="http://schemas.microsoft.com/office/drawing/2014/main" id="{B774162C-7F9D-C149-BD43-62894C264776}"/>
              </a:ext>
            </a:extLst>
          </p:cNvPr>
          <p:cNvSpPr>
            <a:spLocks noGrp="1"/>
          </p:cNvSpPr>
          <p:nvPr>
            <p:ph type="body" sz="quarter" idx="13"/>
          </p:nvPr>
        </p:nvSpPr>
        <p:spPr/>
        <p:txBody>
          <a:bodyPr/>
          <a:lstStyle/>
          <a:p>
            <a:endParaRPr lang="en-US" dirty="0"/>
          </a:p>
        </p:txBody>
      </p:sp>
      <p:sp>
        <p:nvSpPr>
          <p:cNvPr id="4" name="Title 3">
            <a:extLst>
              <a:ext uri="{FF2B5EF4-FFF2-40B4-BE49-F238E27FC236}">
                <a16:creationId xmlns:a16="http://schemas.microsoft.com/office/drawing/2014/main" id="{569828F5-70F7-3E4D-A57B-CDF4764EB21D}"/>
              </a:ext>
            </a:extLst>
          </p:cNvPr>
          <p:cNvSpPr>
            <a:spLocks noGrp="1"/>
          </p:cNvSpPr>
          <p:nvPr>
            <p:ph type="title"/>
          </p:nvPr>
        </p:nvSpPr>
        <p:spPr>
          <a:xfrm>
            <a:off x="628650" y="761883"/>
            <a:ext cx="7886700" cy="431641"/>
          </a:xfrm>
        </p:spPr>
        <p:txBody>
          <a:bodyPr/>
          <a:lstStyle/>
          <a:p>
            <a:r>
              <a:rPr lang="en-US" dirty="0" smtClean="0"/>
              <a:t>What is…</a:t>
            </a:r>
            <a:endParaRPr lang="en-US" dirty="0"/>
          </a:p>
        </p:txBody>
      </p:sp>
    </p:spTree>
    <p:extLst>
      <p:ext uri="{BB962C8B-B14F-4D97-AF65-F5344CB8AC3E}">
        <p14:creationId xmlns:p14="http://schemas.microsoft.com/office/powerpoint/2010/main" val="328427779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4"/>
          </p:nvPr>
        </p:nvSpPr>
        <p:spPr/>
        <p:txBody>
          <a:bodyPr/>
          <a:lstStyle/>
          <a:p>
            <a:pPr lvl="0"/>
            <a:r>
              <a:rPr lang="en-US" dirty="0">
                <a:solidFill>
                  <a:srgbClr val="002144"/>
                </a:solidFill>
              </a:rPr>
              <a:t>Strategic communication is the purposeful use of communication by an organization to fulfill its mission. It is multidisciplinary in that it draws from a variety of methods and subject areas</a:t>
            </a:r>
            <a:r>
              <a:rPr lang="en-US" dirty="0" smtClean="0">
                <a:solidFill>
                  <a:srgbClr val="002144"/>
                </a:solidFill>
              </a:rPr>
              <a:t>.</a:t>
            </a:r>
          </a:p>
          <a:p>
            <a:pPr lvl="0"/>
            <a:endParaRPr lang="en-US" dirty="0">
              <a:solidFill>
                <a:srgbClr val="002144"/>
              </a:solidFill>
            </a:endParaRPr>
          </a:p>
          <a:p>
            <a:r>
              <a:rPr lang="en-US" dirty="0"/>
              <a:t>Creating clear goals/objectives and understanding how a certain set of audience attitudes, behaviors, or perceptions will support those objectives is what makes communication strategic. </a:t>
            </a:r>
          </a:p>
          <a:p>
            <a:pPr lvl="0"/>
            <a:endParaRPr lang="en-US" dirty="0">
              <a:solidFill>
                <a:srgbClr val="002144"/>
              </a:solidFill>
            </a:endParaRPr>
          </a:p>
          <a:p>
            <a:pPr marL="0" indent="0">
              <a:lnSpc>
                <a:spcPct val="150000"/>
              </a:lnSpc>
              <a:buNone/>
            </a:pPr>
            <a:endParaRPr lang="en-US" dirty="0"/>
          </a:p>
        </p:txBody>
      </p:sp>
      <p:sp>
        <p:nvSpPr>
          <p:cNvPr id="4" name="Title 3"/>
          <p:cNvSpPr>
            <a:spLocks noGrp="1"/>
          </p:cNvSpPr>
          <p:nvPr>
            <p:ph type="title"/>
          </p:nvPr>
        </p:nvSpPr>
        <p:spPr/>
        <p:txBody>
          <a:bodyPr/>
          <a:lstStyle/>
          <a:p>
            <a:r>
              <a:rPr lang="en-US" dirty="0" smtClean="0"/>
              <a:t>What is…</a:t>
            </a:r>
            <a:endParaRPr lang="en-US" dirty="0"/>
          </a:p>
        </p:txBody>
      </p:sp>
      <p:sp>
        <p:nvSpPr>
          <p:cNvPr id="5" name="Text Placeholder 4"/>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3918931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2" end="2"/>
                                            </p:txEl>
                                          </p:spTgt>
                                        </p:tgtEl>
                                        <p:attrNameLst>
                                          <p:attrName>style.visibility</p:attrName>
                                        </p:attrNameLst>
                                      </p:cBhvr>
                                      <p:to>
                                        <p:strVal val="visible"/>
                                      </p:to>
                                    </p:set>
                                    <p:animEffect transition="in" filter="fade">
                                      <p:cBhvr>
                                        <p:cTn id="14" dur="1000"/>
                                        <p:tgtEl>
                                          <p:spTgt spid="2">
                                            <p:txEl>
                                              <p:pRg st="2" end="2"/>
                                            </p:txEl>
                                          </p:spTgt>
                                        </p:tgtEl>
                                      </p:cBhvr>
                                    </p:animEffect>
                                    <p:anim calcmode="lin" valueType="num">
                                      <p:cBhvr>
                                        <p:cTn id="15"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F4C63-720B-9A44-BFD4-C67518C69A7E}"/>
              </a:ext>
            </a:extLst>
          </p:cNvPr>
          <p:cNvSpPr>
            <a:spLocks noGrp="1"/>
          </p:cNvSpPr>
          <p:nvPr>
            <p:ph type="title"/>
          </p:nvPr>
        </p:nvSpPr>
        <p:spPr>
          <a:xfrm>
            <a:off x="2912533" y="2052426"/>
            <a:ext cx="6231467" cy="994172"/>
          </a:xfrm>
        </p:spPr>
        <p:txBody>
          <a:bodyPr/>
          <a:lstStyle/>
          <a:p>
            <a:r>
              <a:rPr lang="en-US" sz="3000" dirty="0" smtClean="0"/>
              <a:t>Strategic Communication Planning</a:t>
            </a:r>
            <a:endParaRPr lang="en-US" sz="3000" dirty="0"/>
          </a:p>
        </p:txBody>
      </p:sp>
    </p:spTree>
    <p:extLst>
      <p:ext uri="{BB962C8B-B14F-4D97-AF65-F5344CB8AC3E}">
        <p14:creationId xmlns:p14="http://schemas.microsoft.com/office/powerpoint/2010/main" val="135148616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4"/>
          </p:nvPr>
        </p:nvSpPr>
        <p:spPr>
          <a:xfrm>
            <a:off x="628650" y="697332"/>
            <a:ext cx="7886700" cy="4377588"/>
          </a:xfrm>
        </p:spPr>
        <p:txBody>
          <a:bodyPr/>
          <a:lstStyle/>
          <a:p>
            <a:pPr marL="0" indent="0">
              <a:buNone/>
            </a:pPr>
            <a:r>
              <a:rPr lang="en-US" dirty="0" smtClean="0"/>
              <a:t>Research			Situation </a:t>
            </a:r>
            <a:r>
              <a:rPr lang="en-US" dirty="0"/>
              <a:t>Analysis, SWOT, Audience </a:t>
            </a:r>
            <a:r>
              <a:rPr lang="en-US" dirty="0" smtClean="0"/>
              <a:t>		</a:t>
            </a:r>
          </a:p>
          <a:p>
            <a:pPr marL="0" indent="0">
              <a:buNone/>
            </a:pPr>
            <a:endParaRPr lang="en-US" sz="1200" dirty="0" smtClean="0"/>
          </a:p>
          <a:p>
            <a:pPr marL="0" indent="0">
              <a:buNone/>
            </a:pPr>
            <a:r>
              <a:rPr lang="en-US" dirty="0"/>
              <a:t>Publics	 			Identify your target publics, what are their needs?</a:t>
            </a:r>
          </a:p>
          <a:p>
            <a:pPr marL="0" indent="0">
              <a:buNone/>
            </a:pPr>
            <a:endParaRPr lang="en-US" dirty="0" smtClean="0"/>
          </a:p>
          <a:p>
            <a:pPr marL="0" indent="0">
              <a:buNone/>
            </a:pPr>
            <a:r>
              <a:rPr lang="en-US" dirty="0" smtClean="0"/>
              <a:t>Goals &amp; Objectives 		What </a:t>
            </a:r>
            <a:r>
              <a:rPr lang="en-US" dirty="0"/>
              <a:t>do you want to accomplish?</a:t>
            </a:r>
          </a:p>
          <a:p>
            <a:pPr marL="0" indent="0">
              <a:buNone/>
            </a:pPr>
            <a:r>
              <a:rPr lang="en-US" dirty="0"/>
              <a:t>	</a:t>
            </a:r>
            <a:r>
              <a:rPr lang="en-US" dirty="0" smtClean="0"/>
              <a:t>			</a:t>
            </a:r>
            <a:endParaRPr lang="en-US" dirty="0"/>
          </a:p>
          <a:p>
            <a:pPr marL="0" indent="0">
              <a:buNone/>
            </a:pPr>
            <a:r>
              <a:rPr lang="en-US" dirty="0"/>
              <a:t>Messaging			What do you want your publics to know about you?</a:t>
            </a:r>
          </a:p>
          <a:p>
            <a:pPr marL="0" indent="0">
              <a:buNone/>
            </a:pPr>
            <a:endParaRPr lang="en-US" sz="1200" dirty="0" smtClean="0"/>
          </a:p>
          <a:p>
            <a:pPr marL="0" indent="0">
              <a:buNone/>
            </a:pPr>
            <a:r>
              <a:rPr lang="en-US" dirty="0" smtClean="0"/>
              <a:t>Strategies 			How </a:t>
            </a:r>
            <a:r>
              <a:rPr lang="en-US" dirty="0"/>
              <a:t>do you plan to achieve your objectives? </a:t>
            </a:r>
            <a:endParaRPr lang="en-US" dirty="0" smtClean="0"/>
          </a:p>
          <a:p>
            <a:pPr marL="0" indent="0">
              <a:buNone/>
            </a:pPr>
            <a:r>
              <a:rPr lang="en-US" dirty="0"/>
              <a:t>	</a:t>
            </a:r>
            <a:r>
              <a:rPr lang="en-US" dirty="0" smtClean="0"/>
              <a:t>			How will you communicate your message? </a:t>
            </a:r>
          </a:p>
          <a:p>
            <a:pPr marL="0" indent="0">
              <a:buNone/>
            </a:pPr>
            <a:r>
              <a:rPr lang="en-US" dirty="0"/>
              <a:t>	</a:t>
            </a:r>
            <a:r>
              <a:rPr lang="en-US" dirty="0" smtClean="0"/>
              <a:t>			</a:t>
            </a:r>
          </a:p>
          <a:p>
            <a:pPr marL="0" indent="0">
              <a:buNone/>
            </a:pPr>
            <a:r>
              <a:rPr lang="en-US" dirty="0" smtClean="0"/>
              <a:t>Tactics				What specific activities you plan to execute? </a:t>
            </a:r>
          </a:p>
          <a:p>
            <a:pPr marL="0" indent="0">
              <a:buNone/>
            </a:pPr>
            <a:endParaRPr lang="en-US" sz="1200" dirty="0" smtClean="0"/>
          </a:p>
          <a:p>
            <a:pPr marL="0" indent="0">
              <a:buNone/>
            </a:pPr>
            <a:r>
              <a:rPr lang="en-US" dirty="0" smtClean="0"/>
              <a:t>Implementation		Budget, staff, resources, timeline, etc. </a:t>
            </a:r>
          </a:p>
          <a:p>
            <a:pPr marL="0" indent="0">
              <a:buNone/>
            </a:pPr>
            <a:endParaRPr lang="en-US" sz="1200" dirty="0" smtClean="0"/>
          </a:p>
          <a:p>
            <a:pPr marL="0" indent="0">
              <a:buNone/>
            </a:pPr>
            <a:r>
              <a:rPr lang="en-US" dirty="0" smtClean="0"/>
              <a:t>Evaluation			How </a:t>
            </a:r>
            <a:r>
              <a:rPr lang="en-US" dirty="0"/>
              <a:t>will you evaluate the effectiveness of your plan?</a:t>
            </a:r>
          </a:p>
          <a:p>
            <a:pPr marL="0" indent="0">
              <a:buNone/>
            </a:pPr>
            <a:endParaRPr lang="en-US" dirty="0"/>
          </a:p>
          <a:p>
            <a:pPr marL="0" indent="0">
              <a:buNone/>
            </a:pPr>
            <a:endParaRPr lang="en-US" dirty="0" smtClean="0"/>
          </a:p>
          <a:p>
            <a:pPr marL="0" indent="0">
              <a:buNone/>
            </a:pPr>
            <a:endParaRPr lang="en-US" dirty="0"/>
          </a:p>
          <a:p>
            <a:pPr marL="0" indent="0">
              <a:buNone/>
            </a:pPr>
            <a:endParaRPr lang="en-US" dirty="0"/>
          </a:p>
        </p:txBody>
      </p:sp>
      <p:sp>
        <p:nvSpPr>
          <p:cNvPr id="4" name="Title 3"/>
          <p:cNvSpPr>
            <a:spLocks noGrp="1"/>
          </p:cNvSpPr>
          <p:nvPr>
            <p:ph type="title"/>
          </p:nvPr>
        </p:nvSpPr>
        <p:spPr>
          <a:xfrm>
            <a:off x="628650" y="257721"/>
            <a:ext cx="7886700" cy="431641"/>
          </a:xfrm>
        </p:spPr>
        <p:txBody>
          <a:bodyPr/>
          <a:lstStyle/>
          <a:p>
            <a:r>
              <a:rPr lang="en-US" dirty="0" smtClean="0"/>
              <a:t>The Plan</a:t>
            </a:r>
            <a:endParaRPr lang="en-US" dirty="0"/>
          </a:p>
        </p:txBody>
      </p:sp>
    </p:spTree>
    <p:extLst>
      <p:ext uri="{BB962C8B-B14F-4D97-AF65-F5344CB8AC3E}">
        <p14:creationId xmlns:p14="http://schemas.microsoft.com/office/powerpoint/2010/main" val="3105963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2" end="2"/>
                                            </p:txEl>
                                          </p:spTgt>
                                        </p:tgtEl>
                                        <p:attrNameLst>
                                          <p:attrName>style.visibility</p:attrName>
                                        </p:attrNameLst>
                                      </p:cBhvr>
                                      <p:to>
                                        <p:strVal val="visible"/>
                                      </p:to>
                                    </p:set>
                                    <p:animEffect transition="in" filter="fade">
                                      <p:cBhvr>
                                        <p:cTn id="14" dur="1000"/>
                                        <p:tgtEl>
                                          <p:spTgt spid="2">
                                            <p:txEl>
                                              <p:pRg st="2" end="2"/>
                                            </p:txEl>
                                          </p:spTgt>
                                        </p:tgtEl>
                                      </p:cBhvr>
                                    </p:animEffect>
                                    <p:anim calcmode="lin" valueType="num">
                                      <p:cBhvr>
                                        <p:cTn id="15"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fade">
                                      <p:cBhvr>
                                        <p:cTn id="21" dur="1000"/>
                                        <p:tgtEl>
                                          <p:spTgt spid="2">
                                            <p:txEl>
                                              <p:pRg st="4" end="4"/>
                                            </p:txEl>
                                          </p:spTgt>
                                        </p:tgtEl>
                                      </p:cBhvr>
                                    </p:animEffect>
                                    <p:anim calcmode="lin" valueType="num">
                                      <p:cBhvr>
                                        <p:cTn id="22"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
                                            <p:txEl>
                                              <p:pRg st="6" end="6"/>
                                            </p:txEl>
                                          </p:spTgt>
                                        </p:tgtEl>
                                        <p:attrNameLst>
                                          <p:attrName>style.visibility</p:attrName>
                                        </p:attrNameLst>
                                      </p:cBhvr>
                                      <p:to>
                                        <p:strVal val="visible"/>
                                      </p:to>
                                    </p:set>
                                    <p:animEffect transition="in" filter="fade">
                                      <p:cBhvr>
                                        <p:cTn id="28" dur="1000"/>
                                        <p:tgtEl>
                                          <p:spTgt spid="2">
                                            <p:txEl>
                                              <p:pRg st="6" end="6"/>
                                            </p:txEl>
                                          </p:spTgt>
                                        </p:tgtEl>
                                      </p:cBhvr>
                                    </p:animEffect>
                                    <p:anim calcmode="lin" valueType="num">
                                      <p:cBhvr>
                                        <p:cTn id="29"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animEffect transition="in" filter="fade">
                                      <p:cBhvr>
                                        <p:cTn id="35" dur="1000"/>
                                        <p:tgtEl>
                                          <p:spTgt spid="2">
                                            <p:txEl>
                                              <p:pRg st="8" end="8"/>
                                            </p:txEl>
                                          </p:spTgt>
                                        </p:tgtEl>
                                      </p:cBhvr>
                                    </p:animEffect>
                                    <p:anim calcmode="lin" valueType="num">
                                      <p:cBhvr>
                                        <p:cTn id="36"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8" end="8"/>
                                            </p:txEl>
                                          </p:spTgt>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2">
                                            <p:txEl>
                                              <p:pRg st="9" end="9"/>
                                            </p:txEl>
                                          </p:spTgt>
                                        </p:tgtEl>
                                        <p:attrNameLst>
                                          <p:attrName>style.visibility</p:attrName>
                                        </p:attrNameLst>
                                      </p:cBhvr>
                                      <p:to>
                                        <p:strVal val="visible"/>
                                      </p:to>
                                    </p:set>
                                    <p:animEffect transition="in" filter="fade">
                                      <p:cBhvr>
                                        <p:cTn id="40" dur="1000"/>
                                        <p:tgtEl>
                                          <p:spTgt spid="2">
                                            <p:txEl>
                                              <p:pRg st="9" end="9"/>
                                            </p:txEl>
                                          </p:spTgt>
                                        </p:tgtEl>
                                      </p:cBhvr>
                                    </p:animEffect>
                                    <p:anim calcmode="lin" valueType="num">
                                      <p:cBhvr>
                                        <p:cTn id="41" dur="1000" fill="hold"/>
                                        <p:tgtEl>
                                          <p:spTgt spid="2">
                                            <p:txEl>
                                              <p:pRg st="9" end="9"/>
                                            </p:txEl>
                                          </p:spTgt>
                                        </p:tgtEl>
                                        <p:attrNameLst>
                                          <p:attrName>ppt_x</p:attrName>
                                        </p:attrNameLst>
                                      </p:cBhvr>
                                      <p:tavLst>
                                        <p:tav tm="0">
                                          <p:val>
                                            <p:strVal val="#ppt_x"/>
                                          </p:val>
                                        </p:tav>
                                        <p:tav tm="100000">
                                          <p:val>
                                            <p:strVal val="#ppt_x"/>
                                          </p:val>
                                        </p:tav>
                                      </p:tavLst>
                                    </p:anim>
                                    <p:anim calcmode="lin" valueType="num">
                                      <p:cBhvr>
                                        <p:cTn id="42" dur="1000" fill="hold"/>
                                        <p:tgtEl>
                                          <p:spTgt spid="2">
                                            <p:txEl>
                                              <p:pRg st="9" end="9"/>
                                            </p:txEl>
                                          </p:spTgt>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44" dur="1" fill="hold">
                                          <p:stCondLst>
                                            <p:cond delay="0"/>
                                          </p:stCondLst>
                                        </p:cTn>
                                        <p:tgtEl>
                                          <p:spTgt spid="2">
                                            <p:txEl>
                                              <p:pRg st="10" end="10"/>
                                            </p:txEl>
                                          </p:spTgt>
                                        </p:tgtEl>
                                        <p:attrNameLst>
                                          <p:attrName>style.visibility</p:attrName>
                                        </p:attrNameLst>
                                      </p:cBhvr>
                                      <p:to>
                                        <p:strVal val="visible"/>
                                      </p:to>
                                    </p:set>
                                    <p:animEffect transition="in" filter="fade">
                                      <p:cBhvr>
                                        <p:cTn id="45" dur="1000"/>
                                        <p:tgtEl>
                                          <p:spTgt spid="2">
                                            <p:txEl>
                                              <p:pRg st="10" end="10"/>
                                            </p:txEl>
                                          </p:spTgt>
                                        </p:tgtEl>
                                      </p:cBhvr>
                                    </p:animEffect>
                                    <p:anim calcmode="lin" valueType="num">
                                      <p:cBhvr>
                                        <p:cTn id="46" dur="1000" fill="hold"/>
                                        <p:tgtEl>
                                          <p:spTgt spid="2">
                                            <p:txEl>
                                              <p:pRg st="10" end="10"/>
                                            </p:txEl>
                                          </p:spTgt>
                                        </p:tgtEl>
                                        <p:attrNameLst>
                                          <p:attrName>ppt_x</p:attrName>
                                        </p:attrNameLst>
                                      </p:cBhvr>
                                      <p:tavLst>
                                        <p:tav tm="0">
                                          <p:val>
                                            <p:strVal val="#ppt_x"/>
                                          </p:val>
                                        </p:tav>
                                        <p:tav tm="100000">
                                          <p:val>
                                            <p:strVal val="#ppt_x"/>
                                          </p:val>
                                        </p:tav>
                                      </p:tavLst>
                                    </p:anim>
                                    <p:anim calcmode="lin" valueType="num">
                                      <p:cBhvr>
                                        <p:cTn id="47" dur="1000" fill="hold"/>
                                        <p:tgtEl>
                                          <p:spTgt spid="2">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nodeType="clickEffect">
                                  <p:stCondLst>
                                    <p:cond delay="0"/>
                                  </p:stCondLst>
                                  <p:childTnLst>
                                    <p:set>
                                      <p:cBhvr>
                                        <p:cTn id="51" dur="1" fill="hold">
                                          <p:stCondLst>
                                            <p:cond delay="0"/>
                                          </p:stCondLst>
                                        </p:cTn>
                                        <p:tgtEl>
                                          <p:spTgt spid="2">
                                            <p:txEl>
                                              <p:pRg st="11" end="11"/>
                                            </p:txEl>
                                          </p:spTgt>
                                        </p:tgtEl>
                                        <p:attrNameLst>
                                          <p:attrName>style.visibility</p:attrName>
                                        </p:attrNameLst>
                                      </p:cBhvr>
                                      <p:to>
                                        <p:strVal val="visible"/>
                                      </p:to>
                                    </p:set>
                                    <p:animEffect transition="in" filter="fade">
                                      <p:cBhvr>
                                        <p:cTn id="52" dur="1000"/>
                                        <p:tgtEl>
                                          <p:spTgt spid="2">
                                            <p:txEl>
                                              <p:pRg st="11" end="11"/>
                                            </p:txEl>
                                          </p:spTgt>
                                        </p:tgtEl>
                                      </p:cBhvr>
                                    </p:animEffect>
                                    <p:anim calcmode="lin" valueType="num">
                                      <p:cBhvr>
                                        <p:cTn id="53" dur="1000" fill="hold"/>
                                        <p:tgtEl>
                                          <p:spTgt spid="2">
                                            <p:txEl>
                                              <p:pRg st="11" end="11"/>
                                            </p:txEl>
                                          </p:spTgt>
                                        </p:tgtEl>
                                        <p:attrNameLst>
                                          <p:attrName>ppt_x</p:attrName>
                                        </p:attrNameLst>
                                      </p:cBhvr>
                                      <p:tavLst>
                                        <p:tav tm="0">
                                          <p:val>
                                            <p:strVal val="#ppt_x"/>
                                          </p:val>
                                        </p:tav>
                                        <p:tav tm="100000">
                                          <p:val>
                                            <p:strVal val="#ppt_x"/>
                                          </p:val>
                                        </p:tav>
                                      </p:tavLst>
                                    </p:anim>
                                    <p:anim calcmode="lin" valueType="num">
                                      <p:cBhvr>
                                        <p:cTn id="54" dur="1000" fill="hold"/>
                                        <p:tgtEl>
                                          <p:spTgt spid="2">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nodeType="clickEffect">
                                  <p:stCondLst>
                                    <p:cond delay="0"/>
                                  </p:stCondLst>
                                  <p:childTnLst>
                                    <p:set>
                                      <p:cBhvr>
                                        <p:cTn id="58" dur="1" fill="hold">
                                          <p:stCondLst>
                                            <p:cond delay="0"/>
                                          </p:stCondLst>
                                        </p:cTn>
                                        <p:tgtEl>
                                          <p:spTgt spid="2">
                                            <p:txEl>
                                              <p:pRg st="13" end="13"/>
                                            </p:txEl>
                                          </p:spTgt>
                                        </p:tgtEl>
                                        <p:attrNameLst>
                                          <p:attrName>style.visibility</p:attrName>
                                        </p:attrNameLst>
                                      </p:cBhvr>
                                      <p:to>
                                        <p:strVal val="visible"/>
                                      </p:to>
                                    </p:set>
                                    <p:animEffect transition="in" filter="fade">
                                      <p:cBhvr>
                                        <p:cTn id="59" dur="1000"/>
                                        <p:tgtEl>
                                          <p:spTgt spid="2">
                                            <p:txEl>
                                              <p:pRg st="13" end="13"/>
                                            </p:txEl>
                                          </p:spTgt>
                                        </p:tgtEl>
                                      </p:cBhvr>
                                    </p:animEffect>
                                    <p:anim calcmode="lin" valueType="num">
                                      <p:cBhvr>
                                        <p:cTn id="60" dur="1000" fill="hold"/>
                                        <p:tgtEl>
                                          <p:spTgt spid="2">
                                            <p:txEl>
                                              <p:pRg st="13" end="13"/>
                                            </p:txEl>
                                          </p:spTgt>
                                        </p:tgtEl>
                                        <p:attrNameLst>
                                          <p:attrName>ppt_x</p:attrName>
                                        </p:attrNameLst>
                                      </p:cBhvr>
                                      <p:tavLst>
                                        <p:tav tm="0">
                                          <p:val>
                                            <p:strVal val="#ppt_x"/>
                                          </p:val>
                                        </p:tav>
                                        <p:tav tm="100000">
                                          <p:val>
                                            <p:strVal val="#ppt_x"/>
                                          </p:val>
                                        </p:tav>
                                      </p:tavLst>
                                    </p:anim>
                                    <p:anim calcmode="lin" valueType="num">
                                      <p:cBhvr>
                                        <p:cTn id="61" dur="1000" fill="hold"/>
                                        <p:tgtEl>
                                          <p:spTgt spid="2">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42" presetClass="entr" presetSubtype="0" fill="hold" nodeType="clickEffect">
                                  <p:stCondLst>
                                    <p:cond delay="0"/>
                                  </p:stCondLst>
                                  <p:childTnLst>
                                    <p:set>
                                      <p:cBhvr>
                                        <p:cTn id="65" dur="1" fill="hold">
                                          <p:stCondLst>
                                            <p:cond delay="0"/>
                                          </p:stCondLst>
                                        </p:cTn>
                                        <p:tgtEl>
                                          <p:spTgt spid="2">
                                            <p:txEl>
                                              <p:pRg st="15" end="15"/>
                                            </p:txEl>
                                          </p:spTgt>
                                        </p:tgtEl>
                                        <p:attrNameLst>
                                          <p:attrName>style.visibility</p:attrName>
                                        </p:attrNameLst>
                                      </p:cBhvr>
                                      <p:to>
                                        <p:strVal val="visible"/>
                                      </p:to>
                                    </p:set>
                                    <p:animEffect transition="in" filter="fade">
                                      <p:cBhvr>
                                        <p:cTn id="66" dur="1000"/>
                                        <p:tgtEl>
                                          <p:spTgt spid="2">
                                            <p:txEl>
                                              <p:pRg st="15" end="15"/>
                                            </p:txEl>
                                          </p:spTgt>
                                        </p:tgtEl>
                                      </p:cBhvr>
                                    </p:animEffect>
                                    <p:anim calcmode="lin" valueType="num">
                                      <p:cBhvr>
                                        <p:cTn id="67" dur="1000" fill="hold"/>
                                        <p:tgtEl>
                                          <p:spTgt spid="2">
                                            <p:txEl>
                                              <p:pRg st="15" end="15"/>
                                            </p:txEl>
                                          </p:spTgt>
                                        </p:tgtEl>
                                        <p:attrNameLst>
                                          <p:attrName>ppt_x</p:attrName>
                                        </p:attrNameLst>
                                      </p:cBhvr>
                                      <p:tavLst>
                                        <p:tav tm="0">
                                          <p:val>
                                            <p:strVal val="#ppt_x"/>
                                          </p:val>
                                        </p:tav>
                                        <p:tav tm="100000">
                                          <p:val>
                                            <p:strVal val="#ppt_x"/>
                                          </p:val>
                                        </p:tav>
                                      </p:tavLst>
                                    </p:anim>
                                    <p:anim calcmode="lin" valueType="num">
                                      <p:cBhvr>
                                        <p:cTn id="68" dur="1000" fill="hold"/>
                                        <p:tgtEl>
                                          <p:spTgt spid="2">
                                            <p:txEl>
                                              <p:pRg st="15" end="1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581952"/>
            <a:ext cx="7886700" cy="431641"/>
          </a:xfrm>
        </p:spPr>
        <p:txBody>
          <a:bodyPr/>
          <a:lstStyle/>
          <a:p>
            <a:r>
              <a:rPr lang="en-US" dirty="0" smtClean="0"/>
              <a:t>Publics</a:t>
            </a:r>
            <a:endParaRPr lang="en-US" dirty="0"/>
          </a:p>
        </p:txBody>
      </p:sp>
      <p:sp>
        <p:nvSpPr>
          <p:cNvPr id="5" name="Text Placeholder 4"/>
          <p:cNvSpPr>
            <a:spLocks noGrp="1"/>
          </p:cNvSpPr>
          <p:nvPr>
            <p:ph type="body" sz="quarter" idx="13"/>
          </p:nvPr>
        </p:nvSpPr>
        <p:spPr/>
        <p:txBody>
          <a:bodyPr/>
          <a:lstStyle/>
          <a:p>
            <a:endParaRPr lang="en-US"/>
          </a:p>
        </p:txBody>
      </p:sp>
      <p:sp>
        <p:nvSpPr>
          <p:cNvPr id="7" name="Text Placeholder 6"/>
          <p:cNvSpPr>
            <a:spLocks noGrp="1"/>
          </p:cNvSpPr>
          <p:nvPr>
            <p:ph type="body" sz="quarter" idx="14"/>
          </p:nvPr>
        </p:nvSpPr>
        <p:spPr>
          <a:xfrm>
            <a:off x="628650" y="1230622"/>
            <a:ext cx="7886700" cy="4346029"/>
          </a:xfrm>
        </p:spPr>
        <p:txBody>
          <a:bodyPr numCol="2"/>
          <a:lstStyle/>
          <a:p>
            <a:pPr marL="0" indent="0">
              <a:buNone/>
            </a:pPr>
            <a:r>
              <a:rPr lang="en-US" dirty="0" smtClean="0"/>
              <a:t>Internal</a:t>
            </a:r>
          </a:p>
          <a:p>
            <a:pPr lvl="1"/>
            <a:r>
              <a:rPr lang="en-US" dirty="0" smtClean="0"/>
              <a:t>Staff</a:t>
            </a:r>
          </a:p>
          <a:p>
            <a:pPr lvl="1"/>
            <a:r>
              <a:rPr lang="en-US" dirty="0" smtClean="0"/>
              <a:t>Board members</a:t>
            </a:r>
          </a:p>
          <a:p>
            <a:pPr lvl="1"/>
            <a:r>
              <a:rPr lang="en-US" dirty="0" smtClean="0"/>
              <a:t>General members </a:t>
            </a:r>
          </a:p>
          <a:p>
            <a:pPr lvl="1"/>
            <a:r>
              <a:rPr lang="en-US" dirty="0" smtClean="0"/>
              <a:t>Donors </a:t>
            </a:r>
          </a:p>
          <a:p>
            <a:pPr lvl="1"/>
            <a:r>
              <a:rPr lang="en-US" dirty="0" smtClean="0"/>
              <a:t>Volunteers</a:t>
            </a:r>
            <a:endParaRPr lang="en-US" dirty="0"/>
          </a:p>
          <a:p>
            <a:pPr marL="0" indent="0">
              <a:buNone/>
            </a:pPr>
            <a:endParaRPr lang="en-US" sz="800" dirty="0" smtClean="0"/>
          </a:p>
          <a:p>
            <a:pPr marL="0" indent="0">
              <a:buNone/>
            </a:pPr>
            <a:endParaRPr lang="en-US" sz="800" dirty="0" smtClean="0"/>
          </a:p>
          <a:p>
            <a:pPr marL="0" indent="0">
              <a:buNone/>
            </a:pPr>
            <a:endParaRPr lang="en-US" sz="800" dirty="0"/>
          </a:p>
          <a:p>
            <a:pPr marL="0" indent="0">
              <a:buNone/>
            </a:pPr>
            <a:r>
              <a:rPr lang="en-US" dirty="0" smtClean="0"/>
              <a:t>Internal communication</a:t>
            </a:r>
          </a:p>
          <a:p>
            <a:pPr lvl="1"/>
            <a:r>
              <a:rPr lang="en-US" dirty="0" smtClean="0"/>
              <a:t>Staff meetings</a:t>
            </a:r>
          </a:p>
          <a:p>
            <a:pPr lvl="1"/>
            <a:r>
              <a:rPr lang="en-US" dirty="0" smtClean="0"/>
              <a:t>Email, Phone, Memos, Zoom</a:t>
            </a:r>
          </a:p>
          <a:p>
            <a:pPr lvl="1"/>
            <a:r>
              <a:rPr lang="en-US" dirty="0" smtClean="0"/>
              <a:t>Formal presentations</a:t>
            </a:r>
          </a:p>
          <a:p>
            <a:pPr lvl="1"/>
            <a:r>
              <a:rPr lang="en-US" dirty="0" smtClean="0"/>
              <a:t>Donor meetings</a:t>
            </a:r>
          </a:p>
          <a:p>
            <a:pPr lvl="1"/>
            <a:r>
              <a:rPr lang="en-US" dirty="0" smtClean="0"/>
              <a:t>Annual report</a:t>
            </a:r>
          </a:p>
          <a:p>
            <a:pPr marL="0" indent="0">
              <a:buNone/>
            </a:pPr>
            <a:endParaRPr lang="en-US" dirty="0"/>
          </a:p>
          <a:p>
            <a:pPr marL="0" indent="0">
              <a:buNone/>
            </a:pPr>
            <a:endParaRPr lang="en-US" dirty="0" smtClean="0"/>
          </a:p>
          <a:p>
            <a:pPr marL="0" indent="0">
              <a:buNone/>
            </a:pPr>
            <a:r>
              <a:rPr lang="en-US" dirty="0" smtClean="0"/>
              <a:t>External </a:t>
            </a:r>
            <a:endParaRPr lang="en-US" dirty="0" smtClean="0"/>
          </a:p>
          <a:p>
            <a:pPr lvl="1"/>
            <a:r>
              <a:rPr lang="en-US" dirty="0" smtClean="0"/>
              <a:t>Community</a:t>
            </a:r>
          </a:p>
          <a:p>
            <a:pPr lvl="1"/>
            <a:r>
              <a:rPr lang="en-US" dirty="0" smtClean="0"/>
              <a:t>Volunteers</a:t>
            </a:r>
          </a:p>
          <a:p>
            <a:pPr lvl="1"/>
            <a:r>
              <a:rPr lang="en-US" dirty="0" smtClean="0"/>
              <a:t>Local government/Public </a:t>
            </a:r>
            <a:r>
              <a:rPr lang="en-US" dirty="0" smtClean="0"/>
              <a:t>officials </a:t>
            </a:r>
          </a:p>
          <a:p>
            <a:pPr lvl="1"/>
            <a:r>
              <a:rPr lang="en-US" dirty="0" smtClean="0"/>
              <a:t>Peer organizations </a:t>
            </a:r>
            <a:endParaRPr lang="en-US" dirty="0" smtClean="0"/>
          </a:p>
          <a:p>
            <a:pPr lvl="1"/>
            <a:r>
              <a:rPr lang="en-US" dirty="0" smtClean="0"/>
              <a:t>Advocacy groups</a:t>
            </a:r>
          </a:p>
          <a:p>
            <a:pPr lvl="1"/>
            <a:r>
              <a:rPr lang="en-US" dirty="0" smtClean="0"/>
              <a:t>Local businesses </a:t>
            </a:r>
            <a:endParaRPr lang="en-US" dirty="0"/>
          </a:p>
          <a:p>
            <a:pPr marL="342900" lvl="1" indent="0">
              <a:buNone/>
            </a:pPr>
            <a:endParaRPr lang="en-US" sz="800" dirty="0" smtClean="0"/>
          </a:p>
          <a:p>
            <a:pPr marL="0" indent="0">
              <a:buNone/>
            </a:pPr>
            <a:r>
              <a:rPr lang="en-US" dirty="0" smtClean="0"/>
              <a:t>External communication</a:t>
            </a:r>
          </a:p>
          <a:p>
            <a:pPr lvl="1"/>
            <a:r>
              <a:rPr lang="en-US" dirty="0" smtClean="0"/>
              <a:t>Media &amp; Social media</a:t>
            </a:r>
          </a:p>
          <a:p>
            <a:pPr lvl="1"/>
            <a:r>
              <a:rPr lang="en-US" dirty="0" smtClean="0"/>
              <a:t>Media relations &amp; Paid media</a:t>
            </a:r>
          </a:p>
          <a:p>
            <a:pPr lvl="1"/>
            <a:r>
              <a:rPr lang="en-US" dirty="0" smtClean="0"/>
              <a:t>Community &amp; Cultural events</a:t>
            </a:r>
          </a:p>
          <a:p>
            <a:pPr lvl="1"/>
            <a:r>
              <a:rPr lang="en-US" dirty="0" smtClean="0"/>
              <a:t>Strategic partnerships</a:t>
            </a:r>
          </a:p>
          <a:p>
            <a:pPr marL="342900" lvl="1" indent="0">
              <a:buNone/>
            </a:pPr>
            <a:endParaRPr lang="en-US" dirty="0" smtClean="0"/>
          </a:p>
          <a:p>
            <a:pPr lvl="1"/>
            <a:endParaRPr lang="en-US" dirty="0" smtClean="0"/>
          </a:p>
          <a:p>
            <a:pPr lvl="1"/>
            <a:endParaRPr lang="en-US" dirty="0"/>
          </a:p>
        </p:txBody>
      </p:sp>
    </p:spTree>
    <p:extLst>
      <p:ext uri="{BB962C8B-B14F-4D97-AF65-F5344CB8AC3E}">
        <p14:creationId xmlns:p14="http://schemas.microsoft.com/office/powerpoint/2010/main" val="532337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1000"/>
                                        <p:tgtEl>
                                          <p:spTgt spid="7">
                                            <p:txEl>
                                              <p:pRg st="1" end="1"/>
                                            </p:txEl>
                                          </p:spTgt>
                                        </p:tgtEl>
                                      </p:cBhvr>
                                    </p:animEffect>
                                    <p:anim calcmode="lin" valueType="num">
                                      <p:cBhvr>
                                        <p:cTn id="13"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1000"/>
                                        <p:tgtEl>
                                          <p:spTgt spid="7">
                                            <p:txEl>
                                              <p:pRg st="2" end="2"/>
                                            </p:txEl>
                                          </p:spTgt>
                                        </p:tgtEl>
                                      </p:cBhvr>
                                    </p:animEffect>
                                    <p:anim calcmode="lin" valueType="num">
                                      <p:cBhvr>
                                        <p:cTn id="18"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1000"/>
                                        <p:tgtEl>
                                          <p:spTgt spid="7">
                                            <p:txEl>
                                              <p:pRg st="3" end="3"/>
                                            </p:txEl>
                                          </p:spTgt>
                                        </p:tgtEl>
                                      </p:cBhvr>
                                    </p:animEffect>
                                    <p:anim calcmode="lin" valueType="num">
                                      <p:cBhvr>
                                        <p:cTn id="23"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7">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1000"/>
                                        <p:tgtEl>
                                          <p:spTgt spid="7">
                                            <p:txEl>
                                              <p:pRg st="4" end="4"/>
                                            </p:txEl>
                                          </p:spTgt>
                                        </p:tgtEl>
                                      </p:cBhvr>
                                    </p:animEffect>
                                    <p:anim calcmode="lin" valueType="num">
                                      <p:cBhvr>
                                        <p:cTn id="28"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7">
                                            <p:txEl>
                                              <p:pRg st="4" end="4"/>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Effect transition="in" filter="fade">
                                      <p:cBhvr>
                                        <p:cTn id="32" dur="1000"/>
                                        <p:tgtEl>
                                          <p:spTgt spid="7">
                                            <p:txEl>
                                              <p:pRg st="5" end="5"/>
                                            </p:txEl>
                                          </p:spTgt>
                                        </p:tgtEl>
                                      </p:cBhvr>
                                    </p:animEffect>
                                    <p:anim calcmode="lin" valueType="num">
                                      <p:cBhvr>
                                        <p:cTn id="33"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34"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7">
                                            <p:txEl>
                                              <p:pRg st="9" end="9"/>
                                            </p:txEl>
                                          </p:spTgt>
                                        </p:tgtEl>
                                        <p:attrNameLst>
                                          <p:attrName>style.visibility</p:attrName>
                                        </p:attrNameLst>
                                      </p:cBhvr>
                                      <p:to>
                                        <p:strVal val="visible"/>
                                      </p:to>
                                    </p:set>
                                    <p:animEffect transition="in" filter="fade">
                                      <p:cBhvr>
                                        <p:cTn id="39" dur="1000"/>
                                        <p:tgtEl>
                                          <p:spTgt spid="7">
                                            <p:txEl>
                                              <p:pRg st="9" end="9"/>
                                            </p:txEl>
                                          </p:spTgt>
                                        </p:tgtEl>
                                      </p:cBhvr>
                                    </p:animEffect>
                                    <p:anim calcmode="lin" valueType="num">
                                      <p:cBhvr>
                                        <p:cTn id="40"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41" dur="1000" fill="hold"/>
                                        <p:tgtEl>
                                          <p:spTgt spid="7">
                                            <p:txEl>
                                              <p:pRg st="9" end="9"/>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7">
                                            <p:txEl>
                                              <p:pRg st="10" end="10"/>
                                            </p:txEl>
                                          </p:spTgt>
                                        </p:tgtEl>
                                        <p:attrNameLst>
                                          <p:attrName>style.visibility</p:attrName>
                                        </p:attrNameLst>
                                      </p:cBhvr>
                                      <p:to>
                                        <p:strVal val="visible"/>
                                      </p:to>
                                    </p:set>
                                    <p:animEffect transition="in" filter="fade">
                                      <p:cBhvr>
                                        <p:cTn id="44" dur="1000"/>
                                        <p:tgtEl>
                                          <p:spTgt spid="7">
                                            <p:txEl>
                                              <p:pRg st="10" end="10"/>
                                            </p:txEl>
                                          </p:spTgt>
                                        </p:tgtEl>
                                      </p:cBhvr>
                                    </p:animEffect>
                                    <p:anim calcmode="lin" valueType="num">
                                      <p:cBhvr>
                                        <p:cTn id="45"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46" dur="1000" fill="hold"/>
                                        <p:tgtEl>
                                          <p:spTgt spid="7">
                                            <p:txEl>
                                              <p:pRg st="10" end="10"/>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7">
                                            <p:txEl>
                                              <p:pRg st="11" end="11"/>
                                            </p:txEl>
                                          </p:spTgt>
                                        </p:tgtEl>
                                        <p:attrNameLst>
                                          <p:attrName>style.visibility</p:attrName>
                                        </p:attrNameLst>
                                      </p:cBhvr>
                                      <p:to>
                                        <p:strVal val="visible"/>
                                      </p:to>
                                    </p:set>
                                    <p:animEffect transition="in" filter="fade">
                                      <p:cBhvr>
                                        <p:cTn id="49" dur="1000"/>
                                        <p:tgtEl>
                                          <p:spTgt spid="7">
                                            <p:txEl>
                                              <p:pRg st="11" end="11"/>
                                            </p:txEl>
                                          </p:spTgt>
                                        </p:tgtEl>
                                      </p:cBhvr>
                                    </p:animEffect>
                                    <p:anim calcmode="lin" valueType="num">
                                      <p:cBhvr>
                                        <p:cTn id="50" dur="1000" fill="hold"/>
                                        <p:tgtEl>
                                          <p:spTgt spid="7">
                                            <p:txEl>
                                              <p:pRg st="11" end="11"/>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11" end="11"/>
                                            </p:txEl>
                                          </p:spTgt>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7">
                                            <p:txEl>
                                              <p:pRg st="12" end="12"/>
                                            </p:txEl>
                                          </p:spTgt>
                                        </p:tgtEl>
                                        <p:attrNameLst>
                                          <p:attrName>style.visibility</p:attrName>
                                        </p:attrNameLst>
                                      </p:cBhvr>
                                      <p:to>
                                        <p:strVal val="visible"/>
                                      </p:to>
                                    </p:set>
                                    <p:animEffect transition="in" filter="fade">
                                      <p:cBhvr>
                                        <p:cTn id="54" dur="1000"/>
                                        <p:tgtEl>
                                          <p:spTgt spid="7">
                                            <p:txEl>
                                              <p:pRg st="12" end="12"/>
                                            </p:txEl>
                                          </p:spTgt>
                                        </p:tgtEl>
                                      </p:cBhvr>
                                    </p:animEffect>
                                    <p:anim calcmode="lin" valueType="num">
                                      <p:cBhvr>
                                        <p:cTn id="55" dur="1000" fill="hold"/>
                                        <p:tgtEl>
                                          <p:spTgt spid="7">
                                            <p:txEl>
                                              <p:pRg st="12" end="12"/>
                                            </p:txEl>
                                          </p:spTgt>
                                        </p:tgtEl>
                                        <p:attrNameLst>
                                          <p:attrName>ppt_x</p:attrName>
                                        </p:attrNameLst>
                                      </p:cBhvr>
                                      <p:tavLst>
                                        <p:tav tm="0">
                                          <p:val>
                                            <p:strVal val="#ppt_x"/>
                                          </p:val>
                                        </p:tav>
                                        <p:tav tm="100000">
                                          <p:val>
                                            <p:strVal val="#ppt_x"/>
                                          </p:val>
                                        </p:tav>
                                      </p:tavLst>
                                    </p:anim>
                                    <p:anim calcmode="lin" valueType="num">
                                      <p:cBhvr>
                                        <p:cTn id="56" dur="1000" fill="hold"/>
                                        <p:tgtEl>
                                          <p:spTgt spid="7">
                                            <p:txEl>
                                              <p:pRg st="12" end="12"/>
                                            </p:txEl>
                                          </p:spTgt>
                                        </p:tgtEl>
                                        <p:attrNameLst>
                                          <p:attrName>ppt_y</p:attrName>
                                        </p:attrNameLst>
                                      </p:cBhvr>
                                      <p:tavLst>
                                        <p:tav tm="0">
                                          <p:val>
                                            <p:strVal val="#ppt_y+.1"/>
                                          </p:val>
                                        </p:tav>
                                        <p:tav tm="100000">
                                          <p:val>
                                            <p:strVal val="#ppt_y"/>
                                          </p:val>
                                        </p:tav>
                                      </p:tavLst>
                                    </p:anim>
                                  </p:childTnLst>
                                </p:cTn>
                              </p:par>
                              <p:par>
                                <p:cTn id="57" presetID="42" presetClass="entr" presetSubtype="0" fill="hold" nodeType="withEffect">
                                  <p:stCondLst>
                                    <p:cond delay="0"/>
                                  </p:stCondLst>
                                  <p:childTnLst>
                                    <p:set>
                                      <p:cBhvr>
                                        <p:cTn id="58" dur="1" fill="hold">
                                          <p:stCondLst>
                                            <p:cond delay="0"/>
                                          </p:stCondLst>
                                        </p:cTn>
                                        <p:tgtEl>
                                          <p:spTgt spid="7">
                                            <p:txEl>
                                              <p:pRg st="13" end="13"/>
                                            </p:txEl>
                                          </p:spTgt>
                                        </p:tgtEl>
                                        <p:attrNameLst>
                                          <p:attrName>style.visibility</p:attrName>
                                        </p:attrNameLst>
                                      </p:cBhvr>
                                      <p:to>
                                        <p:strVal val="visible"/>
                                      </p:to>
                                    </p:set>
                                    <p:animEffect transition="in" filter="fade">
                                      <p:cBhvr>
                                        <p:cTn id="59" dur="1000"/>
                                        <p:tgtEl>
                                          <p:spTgt spid="7">
                                            <p:txEl>
                                              <p:pRg st="13" end="13"/>
                                            </p:txEl>
                                          </p:spTgt>
                                        </p:tgtEl>
                                      </p:cBhvr>
                                    </p:animEffect>
                                    <p:anim calcmode="lin" valueType="num">
                                      <p:cBhvr>
                                        <p:cTn id="60" dur="1000" fill="hold"/>
                                        <p:tgtEl>
                                          <p:spTgt spid="7">
                                            <p:txEl>
                                              <p:pRg st="13" end="13"/>
                                            </p:txEl>
                                          </p:spTgt>
                                        </p:tgtEl>
                                        <p:attrNameLst>
                                          <p:attrName>ppt_x</p:attrName>
                                        </p:attrNameLst>
                                      </p:cBhvr>
                                      <p:tavLst>
                                        <p:tav tm="0">
                                          <p:val>
                                            <p:strVal val="#ppt_x"/>
                                          </p:val>
                                        </p:tav>
                                        <p:tav tm="100000">
                                          <p:val>
                                            <p:strVal val="#ppt_x"/>
                                          </p:val>
                                        </p:tav>
                                      </p:tavLst>
                                    </p:anim>
                                    <p:anim calcmode="lin" valueType="num">
                                      <p:cBhvr>
                                        <p:cTn id="61" dur="1000" fill="hold"/>
                                        <p:tgtEl>
                                          <p:spTgt spid="7">
                                            <p:txEl>
                                              <p:pRg st="13" end="13"/>
                                            </p:txEl>
                                          </p:spTgt>
                                        </p:tgtEl>
                                        <p:attrNameLst>
                                          <p:attrName>ppt_y</p:attrName>
                                        </p:attrNameLst>
                                      </p:cBhvr>
                                      <p:tavLst>
                                        <p:tav tm="0">
                                          <p:val>
                                            <p:strVal val="#ppt_y+.1"/>
                                          </p:val>
                                        </p:tav>
                                        <p:tav tm="100000">
                                          <p:val>
                                            <p:strVal val="#ppt_y"/>
                                          </p:val>
                                        </p:tav>
                                      </p:tavLst>
                                    </p:anim>
                                  </p:childTnLst>
                                </p:cTn>
                              </p:par>
                              <p:par>
                                <p:cTn id="62" presetID="42" presetClass="entr" presetSubtype="0" fill="hold" nodeType="withEffect">
                                  <p:stCondLst>
                                    <p:cond delay="0"/>
                                  </p:stCondLst>
                                  <p:childTnLst>
                                    <p:set>
                                      <p:cBhvr>
                                        <p:cTn id="63" dur="1" fill="hold">
                                          <p:stCondLst>
                                            <p:cond delay="0"/>
                                          </p:stCondLst>
                                        </p:cTn>
                                        <p:tgtEl>
                                          <p:spTgt spid="7">
                                            <p:txEl>
                                              <p:pRg st="14" end="14"/>
                                            </p:txEl>
                                          </p:spTgt>
                                        </p:tgtEl>
                                        <p:attrNameLst>
                                          <p:attrName>style.visibility</p:attrName>
                                        </p:attrNameLst>
                                      </p:cBhvr>
                                      <p:to>
                                        <p:strVal val="visible"/>
                                      </p:to>
                                    </p:set>
                                    <p:animEffect transition="in" filter="fade">
                                      <p:cBhvr>
                                        <p:cTn id="64" dur="1000"/>
                                        <p:tgtEl>
                                          <p:spTgt spid="7">
                                            <p:txEl>
                                              <p:pRg st="14" end="14"/>
                                            </p:txEl>
                                          </p:spTgt>
                                        </p:tgtEl>
                                      </p:cBhvr>
                                    </p:animEffect>
                                    <p:anim calcmode="lin" valueType="num">
                                      <p:cBhvr>
                                        <p:cTn id="65" dur="1000" fill="hold"/>
                                        <p:tgtEl>
                                          <p:spTgt spid="7">
                                            <p:txEl>
                                              <p:pRg st="14" end="14"/>
                                            </p:txEl>
                                          </p:spTgt>
                                        </p:tgtEl>
                                        <p:attrNameLst>
                                          <p:attrName>ppt_x</p:attrName>
                                        </p:attrNameLst>
                                      </p:cBhvr>
                                      <p:tavLst>
                                        <p:tav tm="0">
                                          <p:val>
                                            <p:strVal val="#ppt_x"/>
                                          </p:val>
                                        </p:tav>
                                        <p:tav tm="100000">
                                          <p:val>
                                            <p:strVal val="#ppt_x"/>
                                          </p:val>
                                        </p:tav>
                                      </p:tavLst>
                                    </p:anim>
                                    <p:anim calcmode="lin" valueType="num">
                                      <p:cBhvr>
                                        <p:cTn id="66" dur="1000" fill="hold"/>
                                        <p:tgtEl>
                                          <p:spTgt spid="7">
                                            <p:txEl>
                                              <p:pRg st="14" end="14"/>
                                            </p:txEl>
                                          </p:spTgt>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42" presetClass="entr" presetSubtype="0" fill="hold" nodeType="clickEffect">
                                  <p:stCondLst>
                                    <p:cond delay="0"/>
                                  </p:stCondLst>
                                  <p:childTnLst>
                                    <p:set>
                                      <p:cBhvr>
                                        <p:cTn id="70" dur="1" fill="hold">
                                          <p:stCondLst>
                                            <p:cond delay="0"/>
                                          </p:stCondLst>
                                        </p:cTn>
                                        <p:tgtEl>
                                          <p:spTgt spid="7">
                                            <p:txEl>
                                              <p:pRg st="17" end="17"/>
                                            </p:txEl>
                                          </p:spTgt>
                                        </p:tgtEl>
                                        <p:attrNameLst>
                                          <p:attrName>style.visibility</p:attrName>
                                        </p:attrNameLst>
                                      </p:cBhvr>
                                      <p:to>
                                        <p:strVal val="visible"/>
                                      </p:to>
                                    </p:set>
                                    <p:animEffect transition="in" filter="fade">
                                      <p:cBhvr>
                                        <p:cTn id="71" dur="1000"/>
                                        <p:tgtEl>
                                          <p:spTgt spid="7">
                                            <p:txEl>
                                              <p:pRg st="17" end="17"/>
                                            </p:txEl>
                                          </p:spTgt>
                                        </p:tgtEl>
                                      </p:cBhvr>
                                    </p:animEffect>
                                    <p:anim calcmode="lin" valueType="num">
                                      <p:cBhvr>
                                        <p:cTn id="72" dur="1000" fill="hold"/>
                                        <p:tgtEl>
                                          <p:spTgt spid="7">
                                            <p:txEl>
                                              <p:pRg st="17" end="17"/>
                                            </p:txEl>
                                          </p:spTgt>
                                        </p:tgtEl>
                                        <p:attrNameLst>
                                          <p:attrName>ppt_x</p:attrName>
                                        </p:attrNameLst>
                                      </p:cBhvr>
                                      <p:tavLst>
                                        <p:tav tm="0">
                                          <p:val>
                                            <p:strVal val="#ppt_x"/>
                                          </p:val>
                                        </p:tav>
                                        <p:tav tm="100000">
                                          <p:val>
                                            <p:strVal val="#ppt_x"/>
                                          </p:val>
                                        </p:tav>
                                      </p:tavLst>
                                    </p:anim>
                                    <p:anim calcmode="lin" valueType="num">
                                      <p:cBhvr>
                                        <p:cTn id="73" dur="1000" fill="hold"/>
                                        <p:tgtEl>
                                          <p:spTgt spid="7">
                                            <p:txEl>
                                              <p:pRg st="17" end="17"/>
                                            </p:txEl>
                                          </p:spTgt>
                                        </p:tgtEl>
                                        <p:attrNameLst>
                                          <p:attrName>ppt_y</p:attrName>
                                        </p:attrNameLst>
                                      </p:cBhvr>
                                      <p:tavLst>
                                        <p:tav tm="0">
                                          <p:val>
                                            <p:strVal val="#ppt_y+.1"/>
                                          </p:val>
                                        </p:tav>
                                        <p:tav tm="100000">
                                          <p:val>
                                            <p:strVal val="#ppt_y"/>
                                          </p:val>
                                        </p:tav>
                                      </p:tavLst>
                                    </p:anim>
                                  </p:childTnLst>
                                </p:cTn>
                              </p:par>
                              <p:par>
                                <p:cTn id="74" presetID="42" presetClass="entr" presetSubtype="0" fill="hold" nodeType="withEffect">
                                  <p:stCondLst>
                                    <p:cond delay="0"/>
                                  </p:stCondLst>
                                  <p:childTnLst>
                                    <p:set>
                                      <p:cBhvr>
                                        <p:cTn id="75" dur="1" fill="hold">
                                          <p:stCondLst>
                                            <p:cond delay="0"/>
                                          </p:stCondLst>
                                        </p:cTn>
                                        <p:tgtEl>
                                          <p:spTgt spid="7">
                                            <p:txEl>
                                              <p:pRg st="18" end="18"/>
                                            </p:txEl>
                                          </p:spTgt>
                                        </p:tgtEl>
                                        <p:attrNameLst>
                                          <p:attrName>style.visibility</p:attrName>
                                        </p:attrNameLst>
                                      </p:cBhvr>
                                      <p:to>
                                        <p:strVal val="visible"/>
                                      </p:to>
                                    </p:set>
                                    <p:animEffect transition="in" filter="fade">
                                      <p:cBhvr>
                                        <p:cTn id="76" dur="1000"/>
                                        <p:tgtEl>
                                          <p:spTgt spid="7">
                                            <p:txEl>
                                              <p:pRg st="18" end="18"/>
                                            </p:txEl>
                                          </p:spTgt>
                                        </p:tgtEl>
                                      </p:cBhvr>
                                    </p:animEffect>
                                    <p:anim calcmode="lin" valueType="num">
                                      <p:cBhvr>
                                        <p:cTn id="77" dur="1000" fill="hold"/>
                                        <p:tgtEl>
                                          <p:spTgt spid="7">
                                            <p:txEl>
                                              <p:pRg st="18" end="18"/>
                                            </p:txEl>
                                          </p:spTgt>
                                        </p:tgtEl>
                                        <p:attrNameLst>
                                          <p:attrName>ppt_x</p:attrName>
                                        </p:attrNameLst>
                                      </p:cBhvr>
                                      <p:tavLst>
                                        <p:tav tm="0">
                                          <p:val>
                                            <p:strVal val="#ppt_x"/>
                                          </p:val>
                                        </p:tav>
                                        <p:tav tm="100000">
                                          <p:val>
                                            <p:strVal val="#ppt_x"/>
                                          </p:val>
                                        </p:tav>
                                      </p:tavLst>
                                    </p:anim>
                                    <p:anim calcmode="lin" valueType="num">
                                      <p:cBhvr>
                                        <p:cTn id="78" dur="1000" fill="hold"/>
                                        <p:tgtEl>
                                          <p:spTgt spid="7">
                                            <p:txEl>
                                              <p:pRg st="18" end="18"/>
                                            </p:txEl>
                                          </p:spTgt>
                                        </p:tgtEl>
                                        <p:attrNameLst>
                                          <p:attrName>ppt_y</p:attrName>
                                        </p:attrNameLst>
                                      </p:cBhvr>
                                      <p:tavLst>
                                        <p:tav tm="0">
                                          <p:val>
                                            <p:strVal val="#ppt_y+.1"/>
                                          </p:val>
                                        </p:tav>
                                        <p:tav tm="100000">
                                          <p:val>
                                            <p:strVal val="#ppt_y"/>
                                          </p:val>
                                        </p:tav>
                                      </p:tavLst>
                                    </p:anim>
                                  </p:childTnLst>
                                </p:cTn>
                              </p:par>
                              <p:par>
                                <p:cTn id="79" presetID="42" presetClass="entr" presetSubtype="0" fill="hold" nodeType="withEffect">
                                  <p:stCondLst>
                                    <p:cond delay="0"/>
                                  </p:stCondLst>
                                  <p:childTnLst>
                                    <p:set>
                                      <p:cBhvr>
                                        <p:cTn id="80" dur="1" fill="hold">
                                          <p:stCondLst>
                                            <p:cond delay="0"/>
                                          </p:stCondLst>
                                        </p:cTn>
                                        <p:tgtEl>
                                          <p:spTgt spid="7">
                                            <p:txEl>
                                              <p:pRg st="19" end="19"/>
                                            </p:txEl>
                                          </p:spTgt>
                                        </p:tgtEl>
                                        <p:attrNameLst>
                                          <p:attrName>style.visibility</p:attrName>
                                        </p:attrNameLst>
                                      </p:cBhvr>
                                      <p:to>
                                        <p:strVal val="visible"/>
                                      </p:to>
                                    </p:set>
                                    <p:animEffect transition="in" filter="fade">
                                      <p:cBhvr>
                                        <p:cTn id="81" dur="1000"/>
                                        <p:tgtEl>
                                          <p:spTgt spid="7">
                                            <p:txEl>
                                              <p:pRg st="19" end="19"/>
                                            </p:txEl>
                                          </p:spTgt>
                                        </p:tgtEl>
                                      </p:cBhvr>
                                    </p:animEffect>
                                    <p:anim calcmode="lin" valueType="num">
                                      <p:cBhvr>
                                        <p:cTn id="82" dur="1000" fill="hold"/>
                                        <p:tgtEl>
                                          <p:spTgt spid="7">
                                            <p:txEl>
                                              <p:pRg st="19" end="19"/>
                                            </p:txEl>
                                          </p:spTgt>
                                        </p:tgtEl>
                                        <p:attrNameLst>
                                          <p:attrName>ppt_x</p:attrName>
                                        </p:attrNameLst>
                                      </p:cBhvr>
                                      <p:tavLst>
                                        <p:tav tm="0">
                                          <p:val>
                                            <p:strVal val="#ppt_x"/>
                                          </p:val>
                                        </p:tav>
                                        <p:tav tm="100000">
                                          <p:val>
                                            <p:strVal val="#ppt_x"/>
                                          </p:val>
                                        </p:tav>
                                      </p:tavLst>
                                    </p:anim>
                                    <p:anim calcmode="lin" valueType="num">
                                      <p:cBhvr>
                                        <p:cTn id="83" dur="1000" fill="hold"/>
                                        <p:tgtEl>
                                          <p:spTgt spid="7">
                                            <p:txEl>
                                              <p:pRg st="19" end="19"/>
                                            </p:txEl>
                                          </p:spTgt>
                                        </p:tgtEl>
                                        <p:attrNameLst>
                                          <p:attrName>ppt_y</p:attrName>
                                        </p:attrNameLst>
                                      </p:cBhvr>
                                      <p:tavLst>
                                        <p:tav tm="0">
                                          <p:val>
                                            <p:strVal val="#ppt_y+.1"/>
                                          </p:val>
                                        </p:tav>
                                        <p:tav tm="100000">
                                          <p:val>
                                            <p:strVal val="#ppt_y"/>
                                          </p:val>
                                        </p:tav>
                                      </p:tavLst>
                                    </p:anim>
                                  </p:childTnLst>
                                </p:cTn>
                              </p:par>
                              <p:par>
                                <p:cTn id="84" presetID="42" presetClass="entr" presetSubtype="0" fill="hold" nodeType="withEffect">
                                  <p:stCondLst>
                                    <p:cond delay="0"/>
                                  </p:stCondLst>
                                  <p:childTnLst>
                                    <p:set>
                                      <p:cBhvr>
                                        <p:cTn id="85" dur="1" fill="hold">
                                          <p:stCondLst>
                                            <p:cond delay="0"/>
                                          </p:stCondLst>
                                        </p:cTn>
                                        <p:tgtEl>
                                          <p:spTgt spid="7">
                                            <p:txEl>
                                              <p:pRg st="20" end="20"/>
                                            </p:txEl>
                                          </p:spTgt>
                                        </p:tgtEl>
                                        <p:attrNameLst>
                                          <p:attrName>style.visibility</p:attrName>
                                        </p:attrNameLst>
                                      </p:cBhvr>
                                      <p:to>
                                        <p:strVal val="visible"/>
                                      </p:to>
                                    </p:set>
                                    <p:animEffect transition="in" filter="fade">
                                      <p:cBhvr>
                                        <p:cTn id="86" dur="1000"/>
                                        <p:tgtEl>
                                          <p:spTgt spid="7">
                                            <p:txEl>
                                              <p:pRg st="20" end="20"/>
                                            </p:txEl>
                                          </p:spTgt>
                                        </p:tgtEl>
                                      </p:cBhvr>
                                    </p:animEffect>
                                    <p:anim calcmode="lin" valueType="num">
                                      <p:cBhvr>
                                        <p:cTn id="87" dur="1000" fill="hold"/>
                                        <p:tgtEl>
                                          <p:spTgt spid="7">
                                            <p:txEl>
                                              <p:pRg st="20" end="20"/>
                                            </p:txEl>
                                          </p:spTgt>
                                        </p:tgtEl>
                                        <p:attrNameLst>
                                          <p:attrName>ppt_x</p:attrName>
                                        </p:attrNameLst>
                                      </p:cBhvr>
                                      <p:tavLst>
                                        <p:tav tm="0">
                                          <p:val>
                                            <p:strVal val="#ppt_x"/>
                                          </p:val>
                                        </p:tav>
                                        <p:tav tm="100000">
                                          <p:val>
                                            <p:strVal val="#ppt_x"/>
                                          </p:val>
                                        </p:tav>
                                      </p:tavLst>
                                    </p:anim>
                                    <p:anim calcmode="lin" valueType="num">
                                      <p:cBhvr>
                                        <p:cTn id="88" dur="1000" fill="hold"/>
                                        <p:tgtEl>
                                          <p:spTgt spid="7">
                                            <p:txEl>
                                              <p:pRg st="20" end="20"/>
                                            </p:txEl>
                                          </p:spTgt>
                                        </p:tgtEl>
                                        <p:attrNameLst>
                                          <p:attrName>ppt_y</p:attrName>
                                        </p:attrNameLst>
                                      </p:cBhvr>
                                      <p:tavLst>
                                        <p:tav tm="0">
                                          <p:val>
                                            <p:strVal val="#ppt_y+.1"/>
                                          </p:val>
                                        </p:tav>
                                        <p:tav tm="100000">
                                          <p:val>
                                            <p:strVal val="#ppt_y"/>
                                          </p:val>
                                        </p:tav>
                                      </p:tavLst>
                                    </p:anim>
                                  </p:childTnLst>
                                </p:cTn>
                              </p:par>
                              <p:par>
                                <p:cTn id="89" presetID="42" presetClass="entr" presetSubtype="0" fill="hold" nodeType="withEffect">
                                  <p:stCondLst>
                                    <p:cond delay="0"/>
                                  </p:stCondLst>
                                  <p:childTnLst>
                                    <p:set>
                                      <p:cBhvr>
                                        <p:cTn id="90" dur="1" fill="hold">
                                          <p:stCondLst>
                                            <p:cond delay="0"/>
                                          </p:stCondLst>
                                        </p:cTn>
                                        <p:tgtEl>
                                          <p:spTgt spid="7">
                                            <p:txEl>
                                              <p:pRg st="21" end="21"/>
                                            </p:txEl>
                                          </p:spTgt>
                                        </p:tgtEl>
                                        <p:attrNameLst>
                                          <p:attrName>style.visibility</p:attrName>
                                        </p:attrNameLst>
                                      </p:cBhvr>
                                      <p:to>
                                        <p:strVal val="visible"/>
                                      </p:to>
                                    </p:set>
                                    <p:animEffect transition="in" filter="fade">
                                      <p:cBhvr>
                                        <p:cTn id="91" dur="1000"/>
                                        <p:tgtEl>
                                          <p:spTgt spid="7">
                                            <p:txEl>
                                              <p:pRg st="21" end="21"/>
                                            </p:txEl>
                                          </p:spTgt>
                                        </p:tgtEl>
                                      </p:cBhvr>
                                    </p:animEffect>
                                    <p:anim calcmode="lin" valueType="num">
                                      <p:cBhvr>
                                        <p:cTn id="92" dur="1000" fill="hold"/>
                                        <p:tgtEl>
                                          <p:spTgt spid="7">
                                            <p:txEl>
                                              <p:pRg st="21" end="21"/>
                                            </p:txEl>
                                          </p:spTgt>
                                        </p:tgtEl>
                                        <p:attrNameLst>
                                          <p:attrName>ppt_x</p:attrName>
                                        </p:attrNameLst>
                                      </p:cBhvr>
                                      <p:tavLst>
                                        <p:tav tm="0">
                                          <p:val>
                                            <p:strVal val="#ppt_x"/>
                                          </p:val>
                                        </p:tav>
                                        <p:tav tm="100000">
                                          <p:val>
                                            <p:strVal val="#ppt_x"/>
                                          </p:val>
                                        </p:tav>
                                      </p:tavLst>
                                    </p:anim>
                                    <p:anim calcmode="lin" valueType="num">
                                      <p:cBhvr>
                                        <p:cTn id="93" dur="1000" fill="hold"/>
                                        <p:tgtEl>
                                          <p:spTgt spid="7">
                                            <p:txEl>
                                              <p:pRg st="21" end="21"/>
                                            </p:txEl>
                                          </p:spTgt>
                                        </p:tgtEl>
                                        <p:attrNameLst>
                                          <p:attrName>ppt_y</p:attrName>
                                        </p:attrNameLst>
                                      </p:cBhvr>
                                      <p:tavLst>
                                        <p:tav tm="0">
                                          <p:val>
                                            <p:strVal val="#ppt_y+.1"/>
                                          </p:val>
                                        </p:tav>
                                        <p:tav tm="100000">
                                          <p:val>
                                            <p:strVal val="#ppt_y"/>
                                          </p:val>
                                        </p:tav>
                                      </p:tavLst>
                                    </p:anim>
                                  </p:childTnLst>
                                </p:cTn>
                              </p:par>
                              <p:par>
                                <p:cTn id="94" presetID="42" presetClass="entr" presetSubtype="0" fill="hold" nodeType="withEffect">
                                  <p:stCondLst>
                                    <p:cond delay="0"/>
                                  </p:stCondLst>
                                  <p:childTnLst>
                                    <p:set>
                                      <p:cBhvr>
                                        <p:cTn id="95" dur="1" fill="hold">
                                          <p:stCondLst>
                                            <p:cond delay="0"/>
                                          </p:stCondLst>
                                        </p:cTn>
                                        <p:tgtEl>
                                          <p:spTgt spid="7">
                                            <p:txEl>
                                              <p:pRg st="22" end="22"/>
                                            </p:txEl>
                                          </p:spTgt>
                                        </p:tgtEl>
                                        <p:attrNameLst>
                                          <p:attrName>style.visibility</p:attrName>
                                        </p:attrNameLst>
                                      </p:cBhvr>
                                      <p:to>
                                        <p:strVal val="visible"/>
                                      </p:to>
                                    </p:set>
                                    <p:animEffect transition="in" filter="fade">
                                      <p:cBhvr>
                                        <p:cTn id="96" dur="1000"/>
                                        <p:tgtEl>
                                          <p:spTgt spid="7">
                                            <p:txEl>
                                              <p:pRg st="22" end="22"/>
                                            </p:txEl>
                                          </p:spTgt>
                                        </p:tgtEl>
                                      </p:cBhvr>
                                    </p:animEffect>
                                    <p:anim calcmode="lin" valueType="num">
                                      <p:cBhvr>
                                        <p:cTn id="97" dur="1000" fill="hold"/>
                                        <p:tgtEl>
                                          <p:spTgt spid="7">
                                            <p:txEl>
                                              <p:pRg st="22" end="22"/>
                                            </p:txEl>
                                          </p:spTgt>
                                        </p:tgtEl>
                                        <p:attrNameLst>
                                          <p:attrName>ppt_x</p:attrName>
                                        </p:attrNameLst>
                                      </p:cBhvr>
                                      <p:tavLst>
                                        <p:tav tm="0">
                                          <p:val>
                                            <p:strVal val="#ppt_x"/>
                                          </p:val>
                                        </p:tav>
                                        <p:tav tm="100000">
                                          <p:val>
                                            <p:strVal val="#ppt_x"/>
                                          </p:val>
                                        </p:tav>
                                      </p:tavLst>
                                    </p:anim>
                                    <p:anim calcmode="lin" valueType="num">
                                      <p:cBhvr>
                                        <p:cTn id="98" dur="1000" fill="hold"/>
                                        <p:tgtEl>
                                          <p:spTgt spid="7">
                                            <p:txEl>
                                              <p:pRg st="22" end="22"/>
                                            </p:txEl>
                                          </p:spTgt>
                                        </p:tgtEl>
                                        <p:attrNameLst>
                                          <p:attrName>ppt_y</p:attrName>
                                        </p:attrNameLst>
                                      </p:cBhvr>
                                      <p:tavLst>
                                        <p:tav tm="0">
                                          <p:val>
                                            <p:strVal val="#ppt_y+.1"/>
                                          </p:val>
                                        </p:tav>
                                        <p:tav tm="100000">
                                          <p:val>
                                            <p:strVal val="#ppt_y"/>
                                          </p:val>
                                        </p:tav>
                                      </p:tavLst>
                                    </p:anim>
                                  </p:childTnLst>
                                </p:cTn>
                              </p:par>
                              <p:par>
                                <p:cTn id="99" presetID="42" presetClass="entr" presetSubtype="0" fill="hold" nodeType="withEffect">
                                  <p:stCondLst>
                                    <p:cond delay="0"/>
                                  </p:stCondLst>
                                  <p:childTnLst>
                                    <p:set>
                                      <p:cBhvr>
                                        <p:cTn id="100" dur="1" fill="hold">
                                          <p:stCondLst>
                                            <p:cond delay="0"/>
                                          </p:stCondLst>
                                        </p:cTn>
                                        <p:tgtEl>
                                          <p:spTgt spid="7">
                                            <p:txEl>
                                              <p:pRg st="23" end="23"/>
                                            </p:txEl>
                                          </p:spTgt>
                                        </p:tgtEl>
                                        <p:attrNameLst>
                                          <p:attrName>style.visibility</p:attrName>
                                        </p:attrNameLst>
                                      </p:cBhvr>
                                      <p:to>
                                        <p:strVal val="visible"/>
                                      </p:to>
                                    </p:set>
                                    <p:animEffect transition="in" filter="fade">
                                      <p:cBhvr>
                                        <p:cTn id="101" dur="1000"/>
                                        <p:tgtEl>
                                          <p:spTgt spid="7">
                                            <p:txEl>
                                              <p:pRg st="23" end="23"/>
                                            </p:txEl>
                                          </p:spTgt>
                                        </p:tgtEl>
                                      </p:cBhvr>
                                    </p:animEffect>
                                    <p:anim calcmode="lin" valueType="num">
                                      <p:cBhvr>
                                        <p:cTn id="102" dur="1000" fill="hold"/>
                                        <p:tgtEl>
                                          <p:spTgt spid="7">
                                            <p:txEl>
                                              <p:pRg st="23" end="23"/>
                                            </p:txEl>
                                          </p:spTgt>
                                        </p:tgtEl>
                                        <p:attrNameLst>
                                          <p:attrName>ppt_x</p:attrName>
                                        </p:attrNameLst>
                                      </p:cBhvr>
                                      <p:tavLst>
                                        <p:tav tm="0">
                                          <p:val>
                                            <p:strVal val="#ppt_x"/>
                                          </p:val>
                                        </p:tav>
                                        <p:tav tm="100000">
                                          <p:val>
                                            <p:strVal val="#ppt_x"/>
                                          </p:val>
                                        </p:tav>
                                      </p:tavLst>
                                    </p:anim>
                                    <p:anim calcmode="lin" valueType="num">
                                      <p:cBhvr>
                                        <p:cTn id="103" dur="1000" fill="hold"/>
                                        <p:tgtEl>
                                          <p:spTgt spid="7">
                                            <p:txEl>
                                              <p:pRg st="23" end="23"/>
                                            </p:txEl>
                                          </p:spTgt>
                                        </p:tgtEl>
                                        <p:attrNameLst>
                                          <p:attrName>ppt_y</p:attrName>
                                        </p:attrNameLst>
                                      </p:cBhvr>
                                      <p:tavLst>
                                        <p:tav tm="0">
                                          <p:val>
                                            <p:strVal val="#ppt_y+.1"/>
                                          </p:val>
                                        </p:tav>
                                        <p:tav tm="100000">
                                          <p:val>
                                            <p:strVal val="#ppt_y"/>
                                          </p:val>
                                        </p:tav>
                                      </p:tavLst>
                                    </p:anim>
                                  </p:childTnLst>
                                </p:cTn>
                              </p:par>
                            </p:childTnLst>
                          </p:cTn>
                        </p:par>
                      </p:childTnLst>
                    </p:cTn>
                  </p:par>
                  <p:par>
                    <p:cTn id="104" fill="hold">
                      <p:stCondLst>
                        <p:cond delay="indefinite"/>
                      </p:stCondLst>
                      <p:childTnLst>
                        <p:par>
                          <p:cTn id="105" fill="hold">
                            <p:stCondLst>
                              <p:cond delay="0"/>
                            </p:stCondLst>
                            <p:childTnLst>
                              <p:par>
                                <p:cTn id="106" presetID="42" presetClass="entr" presetSubtype="0" fill="hold" nodeType="clickEffect">
                                  <p:stCondLst>
                                    <p:cond delay="0"/>
                                  </p:stCondLst>
                                  <p:childTnLst>
                                    <p:set>
                                      <p:cBhvr>
                                        <p:cTn id="107" dur="1" fill="hold">
                                          <p:stCondLst>
                                            <p:cond delay="0"/>
                                          </p:stCondLst>
                                        </p:cTn>
                                        <p:tgtEl>
                                          <p:spTgt spid="7">
                                            <p:txEl>
                                              <p:pRg st="25" end="25"/>
                                            </p:txEl>
                                          </p:spTgt>
                                        </p:tgtEl>
                                        <p:attrNameLst>
                                          <p:attrName>style.visibility</p:attrName>
                                        </p:attrNameLst>
                                      </p:cBhvr>
                                      <p:to>
                                        <p:strVal val="visible"/>
                                      </p:to>
                                    </p:set>
                                    <p:animEffect transition="in" filter="fade">
                                      <p:cBhvr>
                                        <p:cTn id="108" dur="1000"/>
                                        <p:tgtEl>
                                          <p:spTgt spid="7">
                                            <p:txEl>
                                              <p:pRg st="25" end="25"/>
                                            </p:txEl>
                                          </p:spTgt>
                                        </p:tgtEl>
                                      </p:cBhvr>
                                    </p:animEffect>
                                    <p:anim calcmode="lin" valueType="num">
                                      <p:cBhvr>
                                        <p:cTn id="109" dur="1000" fill="hold"/>
                                        <p:tgtEl>
                                          <p:spTgt spid="7">
                                            <p:txEl>
                                              <p:pRg st="25" end="25"/>
                                            </p:txEl>
                                          </p:spTgt>
                                        </p:tgtEl>
                                        <p:attrNameLst>
                                          <p:attrName>ppt_x</p:attrName>
                                        </p:attrNameLst>
                                      </p:cBhvr>
                                      <p:tavLst>
                                        <p:tav tm="0">
                                          <p:val>
                                            <p:strVal val="#ppt_x"/>
                                          </p:val>
                                        </p:tav>
                                        <p:tav tm="100000">
                                          <p:val>
                                            <p:strVal val="#ppt_x"/>
                                          </p:val>
                                        </p:tav>
                                      </p:tavLst>
                                    </p:anim>
                                    <p:anim calcmode="lin" valueType="num">
                                      <p:cBhvr>
                                        <p:cTn id="110" dur="1000" fill="hold"/>
                                        <p:tgtEl>
                                          <p:spTgt spid="7">
                                            <p:txEl>
                                              <p:pRg st="25" end="25"/>
                                            </p:txEl>
                                          </p:spTgt>
                                        </p:tgtEl>
                                        <p:attrNameLst>
                                          <p:attrName>ppt_y</p:attrName>
                                        </p:attrNameLst>
                                      </p:cBhvr>
                                      <p:tavLst>
                                        <p:tav tm="0">
                                          <p:val>
                                            <p:strVal val="#ppt_y+.1"/>
                                          </p:val>
                                        </p:tav>
                                        <p:tav tm="100000">
                                          <p:val>
                                            <p:strVal val="#ppt_y"/>
                                          </p:val>
                                        </p:tav>
                                      </p:tavLst>
                                    </p:anim>
                                  </p:childTnLst>
                                </p:cTn>
                              </p:par>
                              <p:par>
                                <p:cTn id="111" presetID="42" presetClass="entr" presetSubtype="0" fill="hold" nodeType="withEffect">
                                  <p:stCondLst>
                                    <p:cond delay="0"/>
                                  </p:stCondLst>
                                  <p:childTnLst>
                                    <p:set>
                                      <p:cBhvr>
                                        <p:cTn id="112" dur="1" fill="hold">
                                          <p:stCondLst>
                                            <p:cond delay="0"/>
                                          </p:stCondLst>
                                        </p:cTn>
                                        <p:tgtEl>
                                          <p:spTgt spid="7">
                                            <p:txEl>
                                              <p:pRg st="26" end="26"/>
                                            </p:txEl>
                                          </p:spTgt>
                                        </p:tgtEl>
                                        <p:attrNameLst>
                                          <p:attrName>style.visibility</p:attrName>
                                        </p:attrNameLst>
                                      </p:cBhvr>
                                      <p:to>
                                        <p:strVal val="visible"/>
                                      </p:to>
                                    </p:set>
                                    <p:animEffect transition="in" filter="fade">
                                      <p:cBhvr>
                                        <p:cTn id="113" dur="1000"/>
                                        <p:tgtEl>
                                          <p:spTgt spid="7">
                                            <p:txEl>
                                              <p:pRg st="26" end="26"/>
                                            </p:txEl>
                                          </p:spTgt>
                                        </p:tgtEl>
                                      </p:cBhvr>
                                    </p:animEffect>
                                    <p:anim calcmode="lin" valueType="num">
                                      <p:cBhvr>
                                        <p:cTn id="114" dur="1000" fill="hold"/>
                                        <p:tgtEl>
                                          <p:spTgt spid="7">
                                            <p:txEl>
                                              <p:pRg st="26" end="26"/>
                                            </p:txEl>
                                          </p:spTgt>
                                        </p:tgtEl>
                                        <p:attrNameLst>
                                          <p:attrName>ppt_x</p:attrName>
                                        </p:attrNameLst>
                                      </p:cBhvr>
                                      <p:tavLst>
                                        <p:tav tm="0">
                                          <p:val>
                                            <p:strVal val="#ppt_x"/>
                                          </p:val>
                                        </p:tav>
                                        <p:tav tm="100000">
                                          <p:val>
                                            <p:strVal val="#ppt_x"/>
                                          </p:val>
                                        </p:tav>
                                      </p:tavLst>
                                    </p:anim>
                                    <p:anim calcmode="lin" valueType="num">
                                      <p:cBhvr>
                                        <p:cTn id="115" dur="1000" fill="hold"/>
                                        <p:tgtEl>
                                          <p:spTgt spid="7">
                                            <p:txEl>
                                              <p:pRg st="26" end="26"/>
                                            </p:txEl>
                                          </p:spTgt>
                                        </p:tgtEl>
                                        <p:attrNameLst>
                                          <p:attrName>ppt_y</p:attrName>
                                        </p:attrNameLst>
                                      </p:cBhvr>
                                      <p:tavLst>
                                        <p:tav tm="0">
                                          <p:val>
                                            <p:strVal val="#ppt_y+.1"/>
                                          </p:val>
                                        </p:tav>
                                        <p:tav tm="100000">
                                          <p:val>
                                            <p:strVal val="#ppt_y"/>
                                          </p:val>
                                        </p:tav>
                                      </p:tavLst>
                                    </p:anim>
                                  </p:childTnLst>
                                </p:cTn>
                              </p:par>
                              <p:par>
                                <p:cTn id="116" presetID="42" presetClass="entr" presetSubtype="0" fill="hold" nodeType="withEffect">
                                  <p:stCondLst>
                                    <p:cond delay="0"/>
                                  </p:stCondLst>
                                  <p:childTnLst>
                                    <p:set>
                                      <p:cBhvr>
                                        <p:cTn id="117" dur="1" fill="hold">
                                          <p:stCondLst>
                                            <p:cond delay="0"/>
                                          </p:stCondLst>
                                        </p:cTn>
                                        <p:tgtEl>
                                          <p:spTgt spid="7">
                                            <p:txEl>
                                              <p:pRg st="27" end="27"/>
                                            </p:txEl>
                                          </p:spTgt>
                                        </p:tgtEl>
                                        <p:attrNameLst>
                                          <p:attrName>style.visibility</p:attrName>
                                        </p:attrNameLst>
                                      </p:cBhvr>
                                      <p:to>
                                        <p:strVal val="visible"/>
                                      </p:to>
                                    </p:set>
                                    <p:animEffect transition="in" filter="fade">
                                      <p:cBhvr>
                                        <p:cTn id="118" dur="1000"/>
                                        <p:tgtEl>
                                          <p:spTgt spid="7">
                                            <p:txEl>
                                              <p:pRg st="27" end="27"/>
                                            </p:txEl>
                                          </p:spTgt>
                                        </p:tgtEl>
                                      </p:cBhvr>
                                    </p:animEffect>
                                    <p:anim calcmode="lin" valueType="num">
                                      <p:cBhvr>
                                        <p:cTn id="119" dur="1000" fill="hold"/>
                                        <p:tgtEl>
                                          <p:spTgt spid="7">
                                            <p:txEl>
                                              <p:pRg st="27" end="27"/>
                                            </p:txEl>
                                          </p:spTgt>
                                        </p:tgtEl>
                                        <p:attrNameLst>
                                          <p:attrName>ppt_x</p:attrName>
                                        </p:attrNameLst>
                                      </p:cBhvr>
                                      <p:tavLst>
                                        <p:tav tm="0">
                                          <p:val>
                                            <p:strVal val="#ppt_x"/>
                                          </p:val>
                                        </p:tav>
                                        <p:tav tm="100000">
                                          <p:val>
                                            <p:strVal val="#ppt_x"/>
                                          </p:val>
                                        </p:tav>
                                      </p:tavLst>
                                    </p:anim>
                                    <p:anim calcmode="lin" valueType="num">
                                      <p:cBhvr>
                                        <p:cTn id="120" dur="1000" fill="hold"/>
                                        <p:tgtEl>
                                          <p:spTgt spid="7">
                                            <p:txEl>
                                              <p:pRg st="27" end="27"/>
                                            </p:txEl>
                                          </p:spTgt>
                                        </p:tgtEl>
                                        <p:attrNameLst>
                                          <p:attrName>ppt_y</p:attrName>
                                        </p:attrNameLst>
                                      </p:cBhvr>
                                      <p:tavLst>
                                        <p:tav tm="0">
                                          <p:val>
                                            <p:strVal val="#ppt_y+.1"/>
                                          </p:val>
                                        </p:tav>
                                        <p:tav tm="100000">
                                          <p:val>
                                            <p:strVal val="#ppt_y"/>
                                          </p:val>
                                        </p:tav>
                                      </p:tavLst>
                                    </p:anim>
                                  </p:childTnLst>
                                </p:cTn>
                              </p:par>
                              <p:par>
                                <p:cTn id="121" presetID="42" presetClass="entr" presetSubtype="0" fill="hold" nodeType="withEffect">
                                  <p:stCondLst>
                                    <p:cond delay="0"/>
                                  </p:stCondLst>
                                  <p:childTnLst>
                                    <p:set>
                                      <p:cBhvr>
                                        <p:cTn id="122" dur="1" fill="hold">
                                          <p:stCondLst>
                                            <p:cond delay="0"/>
                                          </p:stCondLst>
                                        </p:cTn>
                                        <p:tgtEl>
                                          <p:spTgt spid="7">
                                            <p:txEl>
                                              <p:pRg st="28" end="28"/>
                                            </p:txEl>
                                          </p:spTgt>
                                        </p:tgtEl>
                                        <p:attrNameLst>
                                          <p:attrName>style.visibility</p:attrName>
                                        </p:attrNameLst>
                                      </p:cBhvr>
                                      <p:to>
                                        <p:strVal val="visible"/>
                                      </p:to>
                                    </p:set>
                                    <p:animEffect transition="in" filter="fade">
                                      <p:cBhvr>
                                        <p:cTn id="123" dur="1000"/>
                                        <p:tgtEl>
                                          <p:spTgt spid="7">
                                            <p:txEl>
                                              <p:pRg st="28" end="28"/>
                                            </p:txEl>
                                          </p:spTgt>
                                        </p:tgtEl>
                                      </p:cBhvr>
                                    </p:animEffect>
                                    <p:anim calcmode="lin" valueType="num">
                                      <p:cBhvr>
                                        <p:cTn id="124" dur="1000" fill="hold"/>
                                        <p:tgtEl>
                                          <p:spTgt spid="7">
                                            <p:txEl>
                                              <p:pRg st="28" end="28"/>
                                            </p:txEl>
                                          </p:spTgt>
                                        </p:tgtEl>
                                        <p:attrNameLst>
                                          <p:attrName>ppt_x</p:attrName>
                                        </p:attrNameLst>
                                      </p:cBhvr>
                                      <p:tavLst>
                                        <p:tav tm="0">
                                          <p:val>
                                            <p:strVal val="#ppt_x"/>
                                          </p:val>
                                        </p:tav>
                                        <p:tav tm="100000">
                                          <p:val>
                                            <p:strVal val="#ppt_x"/>
                                          </p:val>
                                        </p:tav>
                                      </p:tavLst>
                                    </p:anim>
                                    <p:anim calcmode="lin" valueType="num">
                                      <p:cBhvr>
                                        <p:cTn id="125" dur="1000" fill="hold"/>
                                        <p:tgtEl>
                                          <p:spTgt spid="7">
                                            <p:txEl>
                                              <p:pRg st="28" end="28"/>
                                            </p:txEl>
                                          </p:spTgt>
                                        </p:tgtEl>
                                        <p:attrNameLst>
                                          <p:attrName>ppt_y</p:attrName>
                                        </p:attrNameLst>
                                      </p:cBhvr>
                                      <p:tavLst>
                                        <p:tav tm="0">
                                          <p:val>
                                            <p:strVal val="#ppt_y+.1"/>
                                          </p:val>
                                        </p:tav>
                                        <p:tav tm="100000">
                                          <p:val>
                                            <p:strVal val="#ppt_y"/>
                                          </p:val>
                                        </p:tav>
                                      </p:tavLst>
                                    </p:anim>
                                  </p:childTnLst>
                                </p:cTn>
                              </p:par>
                              <p:par>
                                <p:cTn id="126" presetID="42" presetClass="entr" presetSubtype="0" fill="hold" nodeType="withEffect">
                                  <p:stCondLst>
                                    <p:cond delay="0"/>
                                  </p:stCondLst>
                                  <p:childTnLst>
                                    <p:set>
                                      <p:cBhvr>
                                        <p:cTn id="127" dur="1" fill="hold">
                                          <p:stCondLst>
                                            <p:cond delay="0"/>
                                          </p:stCondLst>
                                        </p:cTn>
                                        <p:tgtEl>
                                          <p:spTgt spid="7">
                                            <p:txEl>
                                              <p:pRg st="29" end="29"/>
                                            </p:txEl>
                                          </p:spTgt>
                                        </p:tgtEl>
                                        <p:attrNameLst>
                                          <p:attrName>style.visibility</p:attrName>
                                        </p:attrNameLst>
                                      </p:cBhvr>
                                      <p:to>
                                        <p:strVal val="visible"/>
                                      </p:to>
                                    </p:set>
                                    <p:animEffect transition="in" filter="fade">
                                      <p:cBhvr>
                                        <p:cTn id="128" dur="1000"/>
                                        <p:tgtEl>
                                          <p:spTgt spid="7">
                                            <p:txEl>
                                              <p:pRg st="29" end="29"/>
                                            </p:txEl>
                                          </p:spTgt>
                                        </p:tgtEl>
                                      </p:cBhvr>
                                    </p:animEffect>
                                    <p:anim calcmode="lin" valueType="num">
                                      <p:cBhvr>
                                        <p:cTn id="129" dur="1000" fill="hold"/>
                                        <p:tgtEl>
                                          <p:spTgt spid="7">
                                            <p:txEl>
                                              <p:pRg st="29" end="29"/>
                                            </p:txEl>
                                          </p:spTgt>
                                        </p:tgtEl>
                                        <p:attrNameLst>
                                          <p:attrName>ppt_x</p:attrName>
                                        </p:attrNameLst>
                                      </p:cBhvr>
                                      <p:tavLst>
                                        <p:tav tm="0">
                                          <p:val>
                                            <p:strVal val="#ppt_x"/>
                                          </p:val>
                                        </p:tav>
                                        <p:tav tm="100000">
                                          <p:val>
                                            <p:strVal val="#ppt_x"/>
                                          </p:val>
                                        </p:tav>
                                      </p:tavLst>
                                    </p:anim>
                                    <p:anim calcmode="lin" valueType="num">
                                      <p:cBhvr>
                                        <p:cTn id="130" dur="1000" fill="hold"/>
                                        <p:tgtEl>
                                          <p:spTgt spid="7">
                                            <p:txEl>
                                              <p:pRg st="29" end="2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3"/>
          </p:nvPr>
        </p:nvSpPr>
        <p:spPr/>
        <p:txBody>
          <a:bodyPr/>
          <a:lstStyle/>
          <a:p>
            <a:endParaRPr lang="en-US"/>
          </a:p>
        </p:txBody>
      </p:sp>
      <p:sp>
        <p:nvSpPr>
          <p:cNvPr id="10" name="Title 9"/>
          <p:cNvSpPr>
            <a:spLocks noGrp="1"/>
          </p:cNvSpPr>
          <p:nvPr>
            <p:ph type="title"/>
          </p:nvPr>
        </p:nvSpPr>
        <p:spPr/>
        <p:txBody>
          <a:bodyPr/>
          <a:lstStyle/>
          <a:p>
            <a:r>
              <a:rPr lang="en-US" dirty="0" smtClean="0"/>
              <a:t>Goals and Objectives </a:t>
            </a:r>
            <a:endParaRPr lang="en-US" dirty="0"/>
          </a:p>
        </p:txBody>
      </p:sp>
      <p:sp>
        <p:nvSpPr>
          <p:cNvPr id="12" name="Text Placeholder 9"/>
          <p:cNvSpPr>
            <a:spLocks noGrp="1"/>
          </p:cNvSpPr>
          <p:nvPr>
            <p:ph type="body" sz="quarter" idx="14"/>
          </p:nvPr>
        </p:nvSpPr>
        <p:spPr>
          <a:xfrm>
            <a:off x="628650" y="1176947"/>
            <a:ext cx="8039862" cy="3843109"/>
          </a:xfrm>
        </p:spPr>
        <p:txBody>
          <a:bodyPr/>
          <a:lstStyle/>
          <a:p>
            <a:r>
              <a:rPr lang="en-US" dirty="0" smtClean="0"/>
              <a:t>Goals </a:t>
            </a:r>
          </a:p>
          <a:p>
            <a:pPr lvl="1"/>
            <a:r>
              <a:rPr lang="en-US" dirty="0" smtClean="0"/>
              <a:t>General statements congruent with the vision and mission of the organization.</a:t>
            </a:r>
          </a:p>
          <a:p>
            <a:pPr marL="0" indent="0">
              <a:buNone/>
            </a:pPr>
            <a:endParaRPr lang="en-US" dirty="0" smtClean="0"/>
          </a:p>
          <a:p>
            <a:pPr marL="0" indent="0">
              <a:buNone/>
            </a:pPr>
            <a:r>
              <a:rPr lang="en-US" dirty="0" smtClean="0"/>
              <a:t>To establish “</a:t>
            </a:r>
            <a:r>
              <a:rPr lang="en-US" dirty="0" err="1" smtClean="0"/>
              <a:t>Romanul</a:t>
            </a:r>
            <a:r>
              <a:rPr lang="en-US" dirty="0" smtClean="0"/>
              <a:t>” as the most prestigious diaspora organization in Connecticut.</a:t>
            </a:r>
          </a:p>
          <a:p>
            <a:pPr marL="0" indent="0">
              <a:buNone/>
            </a:pPr>
            <a:endParaRPr lang="en-US" dirty="0"/>
          </a:p>
          <a:p>
            <a:r>
              <a:rPr lang="en-US" dirty="0" smtClean="0"/>
              <a:t>Objectives</a:t>
            </a:r>
          </a:p>
          <a:p>
            <a:pPr lvl="1"/>
            <a:r>
              <a:rPr lang="en-US" dirty="0" smtClean="0"/>
              <a:t>Specific statements that state </a:t>
            </a:r>
            <a:r>
              <a:rPr lang="en-US" dirty="0"/>
              <a:t>the </a:t>
            </a:r>
            <a:r>
              <a:rPr lang="en-US" dirty="0" smtClean="0"/>
              <a:t>outcomes you </a:t>
            </a:r>
            <a:r>
              <a:rPr lang="en-US" dirty="0"/>
              <a:t>plan to </a:t>
            </a:r>
            <a:r>
              <a:rPr lang="en-US" dirty="0" smtClean="0"/>
              <a:t>accomplish.</a:t>
            </a:r>
          </a:p>
          <a:p>
            <a:pPr lvl="1"/>
            <a:r>
              <a:rPr lang="en-US" i="1" dirty="0" smtClean="0"/>
              <a:t>awareness</a:t>
            </a:r>
            <a:r>
              <a:rPr lang="en-US" dirty="0" smtClean="0"/>
              <a:t>, </a:t>
            </a:r>
            <a:r>
              <a:rPr lang="en-US" i="1" dirty="0" smtClean="0"/>
              <a:t>attitudes</a:t>
            </a:r>
            <a:r>
              <a:rPr lang="en-US" dirty="0" smtClean="0"/>
              <a:t>, </a:t>
            </a:r>
            <a:r>
              <a:rPr lang="en-US" i="1" dirty="0" smtClean="0"/>
              <a:t>behavior</a:t>
            </a:r>
            <a:endParaRPr lang="en-US" i="1" dirty="0" smtClean="0"/>
          </a:p>
          <a:p>
            <a:pPr marL="0" indent="0">
              <a:buNone/>
            </a:pPr>
            <a:endParaRPr lang="en-US" sz="800" dirty="0"/>
          </a:p>
          <a:p>
            <a:pPr marL="0" indent="0">
              <a:buNone/>
            </a:pPr>
            <a:r>
              <a:rPr lang="en-US" dirty="0" smtClean="0"/>
              <a:t>To </a:t>
            </a:r>
            <a:r>
              <a:rPr lang="en-US" dirty="0" smtClean="0"/>
              <a:t>establish 5 partnerships with peer organizations, by December 10, 2021. </a:t>
            </a:r>
          </a:p>
          <a:p>
            <a:pPr marL="0" indent="0">
              <a:buNone/>
            </a:pPr>
            <a:r>
              <a:rPr lang="en-US" dirty="0" smtClean="0"/>
              <a:t>To increase community outreach programs by 25%, by </a:t>
            </a:r>
            <a:r>
              <a:rPr lang="en-US" dirty="0" smtClean="0"/>
              <a:t>February 1,</a:t>
            </a:r>
            <a:r>
              <a:rPr lang="en-US" baseline="30000" dirty="0"/>
              <a:t> </a:t>
            </a:r>
            <a:r>
              <a:rPr lang="en-US" dirty="0" smtClean="0"/>
              <a:t>2022. </a:t>
            </a:r>
            <a:endParaRPr lang="en-US" dirty="0" smtClean="0"/>
          </a:p>
          <a:p>
            <a:pPr marL="0" indent="0">
              <a:buNone/>
            </a:pPr>
            <a:r>
              <a:rPr lang="en-US" dirty="0" smtClean="0"/>
              <a:t>To increase “</a:t>
            </a:r>
            <a:r>
              <a:rPr lang="en-US" dirty="0" err="1" smtClean="0"/>
              <a:t>Romanul</a:t>
            </a:r>
            <a:r>
              <a:rPr lang="en-US" dirty="0" smtClean="0"/>
              <a:t>” media presence by 25% during 2021.</a:t>
            </a:r>
          </a:p>
          <a:p>
            <a:pPr marL="0" indent="0">
              <a:buNone/>
            </a:pPr>
            <a:r>
              <a:rPr lang="en-US" dirty="0" smtClean="0"/>
              <a:t>To increase “</a:t>
            </a:r>
            <a:r>
              <a:rPr lang="en-US" dirty="0" err="1" smtClean="0"/>
              <a:t>Romanul</a:t>
            </a:r>
            <a:r>
              <a:rPr lang="en-US" dirty="0" smtClean="0"/>
              <a:t>” social media followers by 30%, by December 31, 2021.</a:t>
            </a:r>
            <a:endParaRPr lang="en-US" dirty="0"/>
          </a:p>
          <a:p>
            <a:pPr lvl="1"/>
            <a:endParaRPr lang="en-US" dirty="0" smtClean="0"/>
          </a:p>
          <a:p>
            <a:pPr marL="685800" lvl="2" indent="0">
              <a:buNone/>
            </a:pPr>
            <a:endParaRPr lang="en-US" dirty="0"/>
          </a:p>
        </p:txBody>
      </p:sp>
    </p:spTree>
    <p:extLst>
      <p:ext uri="{BB962C8B-B14F-4D97-AF65-F5344CB8AC3E}">
        <p14:creationId xmlns:p14="http://schemas.microsoft.com/office/powerpoint/2010/main" val="488759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1000"/>
                                        <p:tgtEl>
                                          <p:spTgt spid="12">
                                            <p:txEl>
                                              <p:pRg st="0" end="0"/>
                                            </p:txEl>
                                          </p:spTgt>
                                        </p:tgtEl>
                                      </p:cBhvr>
                                    </p:animEffect>
                                    <p:anim calcmode="lin" valueType="num">
                                      <p:cBhvr>
                                        <p:cTn id="8" dur="1000" fill="hold"/>
                                        <p:tgtEl>
                                          <p:spTgt spid="1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2">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fade">
                                      <p:cBhvr>
                                        <p:cTn id="12" dur="1000"/>
                                        <p:tgtEl>
                                          <p:spTgt spid="12">
                                            <p:txEl>
                                              <p:pRg st="1" end="1"/>
                                            </p:txEl>
                                          </p:spTgt>
                                        </p:tgtEl>
                                      </p:cBhvr>
                                    </p:animEffect>
                                    <p:anim calcmode="lin" valueType="num">
                                      <p:cBhvr>
                                        <p:cTn id="13" dur="1000" fill="hold"/>
                                        <p:tgtEl>
                                          <p:spTgt spid="12">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animEffect transition="in" filter="fade">
                                      <p:cBhvr>
                                        <p:cTn id="19" dur="1000"/>
                                        <p:tgtEl>
                                          <p:spTgt spid="12">
                                            <p:txEl>
                                              <p:pRg st="3" end="3"/>
                                            </p:txEl>
                                          </p:spTgt>
                                        </p:tgtEl>
                                      </p:cBhvr>
                                    </p:animEffect>
                                    <p:anim calcmode="lin" valueType="num">
                                      <p:cBhvr>
                                        <p:cTn id="20" dur="1000" fill="hold"/>
                                        <p:tgtEl>
                                          <p:spTgt spid="12">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1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2">
                                            <p:txEl>
                                              <p:pRg st="5" end="5"/>
                                            </p:txEl>
                                          </p:spTgt>
                                        </p:tgtEl>
                                        <p:attrNameLst>
                                          <p:attrName>style.visibility</p:attrName>
                                        </p:attrNameLst>
                                      </p:cBhvr>
                                      <p:to>
                                        <p:strVal val="visible"/>
                                      </p:to>
                                    </p:set>
                                    <p:animEffect transition="in" filter="fade">
                                      <p:cBhvr>
                                        <p:cTn id="26" dur="1000"/>
                                        <p:tgtEl>
                                          <p:spTgt spid="12">
                                            <p:txEl>
                                              <p:pRg st="5" end="5"/>
                                            </p:txEl>
                                          </p:spTgt>
                                        </p:tgtEl>
                                      </p:cBhvr>
                                    </p:animEffect>
                                    <p:anim calcmode="lin" valueType="num">
                                      <p:cBhvr>
                                        <p:cTn id="27" dur="1000" fill="hold"/>
                                        <p:tgtEl>
                                          <p:spTgt spid="12">
                                            <p:txEl>
                                              <p:pRg st="5" end="5"/>
                                            </p:txEl>
                                          </p:spTgt>
                                        </p:tgtEl>
                                        <p:attrNameLst>
                                          <p:attrName>ppt_x</p:attrName>
                                        </p:attrNameLst>
                                      </p:cBhvr>
                                      <p:tavLst>
                                        <p:tav tm="0">
                                          <p:val>
                                            <p:strVal val="#ppt_x"/>
                                          </p:val>
                                        </p:tav>
                                        <p:tav tm="100000">
                                          <p:val>
                                            <p:strVal val="#ppt_x"/>
                                          </p:val>
                                        </p:tav>
                                      </p:tavLst>
                                    </p:anim>
                                    <p:anim calcmode="lin" valueType="num">
                                      <p:cBhvr>
                                        <p:cTn id="28" dur="1000" fill="hold"/>
                                        <p:tgtEl>
                                          <p:spTgt spid="12">
                                            <p:txEl>
                                              <p:pRg st="5" end="5"/>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12">
                                            <p:txEl>
                                              <p:pRg st="6" end="6"/>
                                            </p:txEl>
                                          </p:spTgt>
                                        </p:tgtEl>
                                        <p:attrNameLst>
                                          <p:attrName>style.visibility</p:attrName>
                                        </p:attrNameLst>
                                      </p:cBhvr>
                                      <p:to>
                                        <p:strVal val="visible"/>
                                      </p:to>
                                    </p:set>
                                    <p:animEffect transition="in" filter="fade">
                                      <p:cBhvr>
                                        <p:cTn id="31" dur="1000"/>
                                        <p:tgtEl>
                                          <p:spTgt spid="12">
                                            <p:txEl>
                                              <p:pRg st="6" end="6"/>
                                            </p:txEl>
                                          </p:spTgt>
                                        </p:tgtEl>
                                      </p:cBhvr>
                                    </p:animEffect>
                                    <p:anim calcmode="lin" valueType="num">
                                      <p:cBhvr>
                                        <p:cTn id="32" dur="1000" fill="hold"/>
                                        <p:tgtEl>
                                          <p:spTgt spid="12">
                                            <p:txEl>
                                              <p:pRg st="6" end="6"/>
                                            </p:txEl>
                                          </p:spTgt>
                                        </p:tgtEl>
                                        <p:attrNameLst>
                                          <p:attrName>ppt_x</p:attrName>
                                        </p:attrNameLst>
                                      </p:cBhvr>
                                      <p:tavLst>
                                        <p:tav tm="0">
                                          <p:val>
                                            <p:strVal val="#ppt_x"/>
                                          </p:val>
                                        </p:tav>
                                        <p:tav tm="100000">
                                          <p:val>
                                            <p:strVal val="#ppt_x"/>
                                          </p:val>
                                        </p:tav>
                                      </p:tavLst>
                                    </p:anim>
                                    <p:anim calcmode="lin" valueType="num">
                                      <p:cBhvr>
                                        <p:cTn id="33" dur="1000" fill="hold"/>
                                        <p:tgtEl>
                                          <p:spTgt spid="12">
                                            <p:txEl>
                                              <p:pRg st="6" end="6"/>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12">
                                            <p:txEl>
                                              <p:pRg st="7" end="7"/>
                                            </p:txEl>
                                          </p:spTgt>
                                        </p:tgtEl>
                                        <p:attrNameLst>
                                          <p:attrName>style.visibility</p:attrName>
                                        </p:attrNameLst>
                                      </p:cBhvr>
                                      <p:to>
                                        <p:strVal val="visible"/>
                                      </p:to>
                                    </p:set>
                                    <p:animEffect transition="in" filter="fade">
                                      <p:cBhvr>
                                        <p:cTn id="36" dur="1000"/>
                                        <p:tgtEl>
                                          <p:spTgt spid="12">
                                            <p:txEl>
                                              <p:pRg st="7" end="7"/>
                                            </p:txEl>
                                          </p:spTgt>
                                        </p:tgtEl>
                                      </p:cBhvr>
                                    </p:animEffect>
                                    <p:anim calcmode="lin" valueType="num">
                                      <p:cBhvr>
                                        <p:cTn id="37" dur="1000" fill="hold"/>
                                        <p:tgtEl>
                                          <p:spTgt spid="12">
                                            <p:txEl>
                                              <p:pRg st="7" end="7"/>
                                            </p:txEl>
                                          </p:spTgt>
                                        </p:tgtEl>
                                        <p:attrNameLst>
                                          <p:attrName>ppt_x</p:attrName>
                                        </p:attrNameLst>
                                      </p:cBhvr>
                                      <p:tavLst>
                                        <p:tav tm="0">
                                          <p:val>
                                            <p:strVal val="#ppt_x"/>
                                          </p:val>
                                        </p:tav>
                                        <p:tav tm="100000">
                                          <p:val>
                                            <p:strVal val="#ppt_x"/>
                                          </p:val>
                                        </p:tav>
                                      </p:tavLst>
                                    </p:anim>
                                    <p:anim calcmode="lin" valueType="num">
                                      <p:cBhvr>
                                        <p:cTn id="38" dur="1000" fill="hold"/>
                                        <p:tgtEl>
                                          <p:spTgt spid="12">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12">
                                            <p:txEl>
                                              <p:pRg st="9" end="9"/>
                                            </p:txEl>
                                          </p:spTgt>
                                        </p:tgtEl>
                                        <p:attrNameLst>
                                          <p:attrName>style.visibility</p:attrName>
                                        </p:attrNameLst>
                                      </p:cBhvr>
                                      <p:to>
                                        <p:strVal val="visible"/>
                                      </p:to>
                                    </p:set>
                                    <p:animEffect transition="in" filter="fade">
                                      <p:cBhvr>
                                        <p:cTn id="43" dur="1000"/>
                                        <p:tgtEl>
                                          <p:spTgt spid="12">
                                            <p:txEl>
                                              <p:pRg st="9" end="9"/>
                                            </p:txEl>
                                          </p:spTgt>
                                        </p:tgtEl>
                                      </p:cBhvr>
                                    </p:animEffect>
                                    <p:anim calcmode="lin" valueType="num">
                                      <p:cBhvr>
                                        <p:cTn id="44" dur="1000" fill="hold"/>
                                        <p:tgtEl>
                                          <p:spTgt spid="12">
                                            <p:txEl>
                                              <p:pRg st="9" end="9"/>
                                            </p:txEl>
                                          </p:spTgt>
                                        </p:tgtEl>
                                        <p:attrNameLst>
                                          <p:attrName>ppt_x</p:attrName>
                                        </p:attrNameLst>
                                      </p:cBhvr>
                                      <p:tavLst>
                                        <p:tav tm="0">
                                          <p:val>
                                            <p:strVal val="#ppt_x"/>
                                          </p:val>
                                        </p:tav>
                                        <p:tav tm="100000">
                                          <p:val>
                                            <p:strVal val="#ppt_x"/>
                                          </p:val>
                                        </p:tav>
                                      </p:tavLst>
                                    </p:anim>
                                    <p:anim calcmode="lin" valueType="num">
                                      <p:cBhvr>
                                        <p:cTn id="45" dur="1000" fill="hold"/>
                                        <p:tgtEl>
                                          <p:spTgt spid="12">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nodeType="clickEffect">
                                  <p:stCondLst>
                                    <p:cond delay="0"/>
                                  </p:stCondLst>
                                  <p:childTnLst>
                                    <p:set>
                                      <p:cBhvr>
                                        <p:cTn id="49" dur="1" fill="hold">
                                          <p:stCondLst>
                                            <p:cond delay="0"/>
                                          </p:stCondLst>
                                        </p:cTn>
                                        <p:tgtEl>
                                          <p:spTgt spid="12">
                                            <p:txEl>
                                              <p:pRg st="10" end="10"/>
                                            </p:txEl>
                                          </p:spTgt>
                                        </p:tgtEl>
                                        <p:attrNameLst>
                                          <p:attrName>style.visibility</p:attrName>
                                        </p:attrNameLst>
                                      </p:cBhvr>
                                      <p:to>
                                        <p:strVal val="visible"/>
                                      </p:to>
                                    </p:set>
                                    <p:animEffect transition="in" filter="fade">
                                      <p:cBhvr>
                                        <p:cTn id="50" dur="1000"/>
                                        <p:tgtEl>
                                          <p:spTgt spid="12">
                                            <p:txEl>
                                              <p:pRg st="10" end="10"/>
                                            </p:txEl>
                                          </p:spTgt>
                                        </p:tgtEl>
                                      </p:cBhvr>
                                    </p:animEffect>
                                    <p:anim calcmode="lin" valueType="num">
                                      <p:cBhvr>
                                        <p:cTn id="51" dur="1000" fill="hold"/>
                                        <p:tgtEl>
                                          <p:spTgt spid="12">
                                            <p:txEl>
                                              <p:pRg st="10" end="10"/>
                                            </p:txEl>
                                          </p:spTgt>
                                        </p:tgtEl>
                                        <p:attrNameLst>
                                          <p:attrName>ppt_x</p:attrName>
                                        </p:attrNameLst>
                                      </p:cBhvr>
                                      <p:tavLst>
                                        <p:tav tm="0">
                                          <p:val>
                                            <p:strVal val="#ppt_x"/>
                                          </p:val>
                                        </p:tav>
                                        <p:tav tm="100000">
                                          <p:val>
                                            <p:strVal val="#ppt_x"/>
                                          </p:val>
                                        </p:tav>
                                      </p:tavLst>
                                    </p:anim>
                                    <p:anim calcmode="lin" valueType="num">
                                      <p:cBhvr>
                                        <p:cTn id="52" dur="1000" fill="hold"/>
                                        <p:tgtEl>
                                          <p:spTgt spid="12">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nodeType="clickEffect">
                                  <p:stCondLst>
                                    <p:cond delay="0"/>
                                  </p:stCondLst>
                                  <p:childTnLst>
                                    <p:set>
                                      <p:cBhvr>
                                        <p:cTn id="56" dur="1" fill="hold">
                                          <p:stCondLst>
                                            <p:cond delay="0"/>
                                          </p:stCondLst>
                                        </p:cTn>
                                        <p:tgtEl>
                                          <p:spTgt spid="12">
                                            <p:txEl>
                                              <p:pRg st="11" end="11"/>
                                            </p:txEl>
                                          </p:spTgt>
                                        </p:tgtEl>
                                        <p:attrNameLst>
                                          <p:attrName>style.visibility</p:attrName>
                                        </p:attrNameLst>
                                      </p:cBhvr>
                                      <p:to>
                                        <p:strVal val="visible"/>
                                      </p:to>
                                    </p:set>
                                    <p:animEffect transition="in" filter="fade">
                                      <p:cBhvr>
                                        <p:cTn id="57" dur="1000"/>
                                        <p:tgtEl>
                                          <p:spTgt spid="12">
                                            <p:txEl>
                                              <p:pRg st="11" end="11"/>
                                            </p:txEl>
                                          </p:spTgt>
                                        </p:tgtEl>
                                      </p:cBhvr>
                                    </p:animEffect>
                                    <p:anim calcmode="lin" valueType="num">
                                      <p:cBhvr>
                                        <p:cTn id="58" dur="1000" fill="hold"/>
                                        <p:tgtEl>
                                          <p:spTgt spid="12">
                                            <p:txEl>
                                              <p:pRg st="11" end="11"/>
                                            </p:txEl>
                                          </p:spTgt>
                                        </p:tgtEl>
                                        <p:attrNameLst>
                                          <p:attrName>ppt_x</p:attrName>
                                        </p:attrNameLst>
                                      </p:cBhvr>
                                      <p:tavLst>
                                        <p:tav tm="0">
                                          <p:val>
                                            <p:strVal val="#ppt_x"/>
                                          </p:val>
                                        </p:tav>
                                        <p:tav tm="100000">
                                          <p:val>
                                            <p:strVal val="#ppt_x"/>
                                          </p:val>
                                        </p:tav>
                                      </p:tavLst>
                                    </p:anim>
                                    <p:anim calcmode="lin" valueType="num">
                                      <p:cBhvr>
                                        <p:cTn id="59" dur="1000" fill="hold"/>
                                        <p:tgtEl>
                                          <p:spTgt spid="12">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42" presetClass="entr" presetSubtype="0" fill="hold" nodeType="clickEffect">
                                  <p:stCondLst>
                                    <p:cond delay="0"/>
                                  </p:stCondLst>
                                  <p:childTnLst>
                                    <p:set>
                                      <p:cBhvr>
                                        <p:cTn id="63" dur="1" fill="hold">
                                          <p:stCondLst>
                                            <p:cond delay="0"/>
                                          </p:stCondLst>
                                        </p:cTn>
                                        <p:tgtEl>
                                          <p:spTgt spid="12">
                                            <p:txEl>
                                              <p:pRg st="12" end="12"/>
                                            </p:txEl>
                                          </p:spTgt>
                                        </p:tgtEl>
                                        <p:attrNameLst>
                                          <p:attrName>style.visibility</p:attrName>
                                        </p:attrNameLst>
                                      </p:cBhvr>
                                      <p:to>
                                        <p:strVal val="visible"/>
                                      </p:to>
                                    </p:set>
                                    <p:animEffect transition="in" filter="fade">
                                      <p:cBhvr>
                                        <p:cTn id="64" dur="1000"/>
                                        <p:tgtEl>
                                          <p:spTgt spid="12">
                                            <p:txEl>
                                              <p:pRg st="12" end="12"/>
                                            </p:txEl>
                                          </p:spTgt>
                                        </p:tgtEl>
                                      </p:cBhvr>
                                    </p:animEffect>
                                    <p:anim calcmode="lin" valueType="num">
                                      <p:cBhvr>
                                        <p:cTn id="65" dur="1000" fill="hold"/>
                                        <p:tgtEl>
                                          <p:spTgt spid="12">
                                            <p:txEl>
                                              <p:pRg st="12" end="12"/>
                                            </p:txEl>
                                          </p:spTgt>
                                        </p:tgtEl>
                                        <p:attrNameLst>
                                          <p:attrName>ppt_x</p:attrName>
                                        </p:attrNameLst>
                                      </p:cBhvr>
                                      <p:tavLst>
                                        <p:tav tm="0">
                                          <p:val>
                                            <p:strVal val="#ppt_x"/>
                                          </p:val>
                                        </p:tav>
                                        <p:tav tm="100000">
                                          <p:val>
                                            <p:strVal val="#ppt_x"/>
                                          </p:val>
                                        </p:tav>
                                      </p:tavLst>
                                    </p:anim>
                                    <p:anim calcmode="lin" valueType="num">
                                      <p:cBhvr>
                                        <p:cTn id="66" dur="1000" fill="hold"/>
                                        <p:tgtEl>
                                          <p:spTgt spid="12">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3"/>
          </p:nvPr>
        </p:nvSpPr>
        <p:spPr/>
        <p:txBody>
          <a:bodyPr/>
          <a:lstStyle/>
          <a:p>
            <a:endParaRPr lang="en-US"/>
          </a:p>
        </p:txBody>
      </p:sp>
      <p:sp>
        <p:nvSpPr>
          <p:cNvPr id="8" name="Title 7"/>
          <p:cNvSpPr>
            <a:spLocks noGrp="1"/>
          </p:cNvSpPr>
          <p:nvPr>
            <p:ph type="title"/>
          </p:nvPr>
        </p:nvSpPr>
        <p:spPr/>
        <p:txBody>
          <a:bodyPr/>
          <a:lstStyle/>
          <a:p>
            <a:r>
              <a:rPr lang="en-US" dirty="0" smtClean="0"/>
              <a:t>Strategies</a:t>
            </a:r>
            <a:endParaRPr lang="en-US" dirty="0"/>
          </a:p>
        </p:txBody>
      </p:sp>
      <p:sp>
        <p:nvSpPr>
          <p:cNvPr id="10" name="Text Placeholder 9"/>
          <p:cNvSpPr>
            <a:spLocks noGrp="1"/>
          </p:cNvSpPr>
          <p:nvPr>
            <p:ph type="body" sz="quarter" idx="14"/>
          </p:nvPr>
        </p:nvSpPr>
        <p:spPr>
          <a:xfrm>
            <a:off x="628650" y="1122083"/>
            <a:ext cx="7886700" cy="3838537"/>
          </a:xfrm>
        </p:spPr>
        <p:txBody>
          <a:bodyPr/>
          <a:lstStyle/>
          <a:p>
            <a:r>
              <a:rPr lang="en-US" dirty="0" smtClean="0"/>
              <a:t>Big picture approach</a:t>
            </a:r>
            <a:r>
              <a:rPr lang="en-US" dirty="0"/>
              <a:t> </a:t>
            </a:r>
            <a:r>
              <a:rPr lang="en-US" dirty="0" smtClean="0"/>
              <a:t>to achieve your goals and objectives </a:t>
            </a:r>
          </a:p>
          <a:p>
            <a:r>
              <a:rPr lang="en-US" dirty="0" smtClean="0"/>
              <a:t>Ideally rooted in research findings</a:t>
            </a:r>
          </a:p>
          <a:p>
            <a:r>
              <a:rPr lang="en-US" dirty="0"/>
              <a:t>Answer to questions of “how” and “why”</a:t>
            </a:r>
          </a:p>
          <a:p>
            <a:r>
              <a:rPr lang="en-US" dirty="0" smtClean="0"/>
              <a:t>Are supported by tactics</a:t>
            </a:r>
          </a:p>
          <a:p>
            <a:pPr marL="0" indent="0">
              <a:buNone/>
            </a:pPr>
            <a:endParaRPr lang="en-US" dirty="0"/>
          </a:p>
          <a:p>
            <a:pPr marL="0" indent="0">
              <a:lnSpc>
                <a:spcPct val="150000"/>
              </a:lnSpc>
              <a:buNone/>
            </a:pPr>
            <a:r>
              <a:rPr lang="en-US" dirty="0" smtClean="0"/>
              <a:t>Objective: To </a:t>
            </a:r>
            <a:r>
              <a:rPr lang="en-US" dirty="0"/>
              <a:t>increase “</a:t>
            </a:r>
            <a:r>
              <a:rPr lang="en-US" dirty="0" err="1"/>
              <a:t>Romanul</a:t>
            </a:r>
            <a:r>
              <a:rPr lang="en-US" dirty="0" smtClean="0"/>
              <a:t>” renewing members </a:t>
            </a:r>
            <a:r>
              <a:rPr lang="en-US" dirty="0"/>
              <a:t>by 20</a:t>
            </a:r>
            <a:r>
              <a:rPr lang="en-US" dirty="0" smtClean="0"/>
              <a:t>% over last year. </a:t>
            </a:r>
          </a:p>
          <a:p>
            <a:pPr marL="0" indent="0">
              <a:lnSpc>
                <a:spcPct val="150000"/>
              </a:lnSpc>
              <a:buNone/>
            </a:pPr>
            <a:r>
              <a:rPr lang="en-US" dirty="0" smtClean="0"/>
              <a:t>Target publics: Current members &amp; Board members </a:t>
            </a:r>
          </a:p>
          <a:p>
            <a:pPr marL="0" indent="0">
              <a:lnSpc>
                <a:spcPct val="150000"/>
              </a:lnSpc>
              <a:spcBef>
                <a:spcPts val="0"/>
              </a:spcBef>
              <a:buNone/>
            </a:pPr>
            <a:r>
              <a:rPr lang="en-US" dirty="0" smtClean="0"/>
              <a:t>Strategies: Create social opportunities for members</a:t>
            </a:r>
          </a:p>
          <a:p>
            <a:pPr marL="1028700" lvl="3" indent="0">
              <a:lnSpc>
                <a:spcPct val="150000"/>
              </a:lnSpc>
              <a:spcBef>
                <a:spcPts val="0"/>
              </a:spcBef>
              <a:buNone/>
            </a:pPr>
            <a:r>
              <a:rPr lang="en-US" dirty="0" smtClean="0"/>
              <a:t>Identify “brand ambassadors” – “</a:t>
            </a:r>
            <a:r>
              <a:rPr lang="en-US" dirty="0" err="1" smtClean="0"/>
              <a:t>Romanul</a:t>
            </a:r>
            <a:r>
              <a:rPr lang="en-US" dirty="0" smtClean="0"/>
              <a:t>” member ambassadors”</a:t>
            </a:r>
          </a:p>
          <a:p>
            <a:pPr marL="1028700" lvl="3" indent="0">
              <a:lnSpc>
                <a:spcPct val="150000"/>
              </a:lnSpc>
              <a:spcBef>
                <a:spcPts val="0"/>
              </a:spcBef>
              <a:buNone/>
            </a:pPr>
            <a:r>
              <a:rPr lang="en-US" dirty="0" smtClean="0"/>
              <a:t>Engage board members</a:t>
            </a:r>
          </a:p>
          <a:p>
            <a:pPr marL="1028700" lvl="3" indent="0">
              <a:lnSpc>
                <a:spcPct val="150000"/>
              </a:lnSpc>
              <a:spcBef>
                <a:spcPts val="0"/>
              </a:spcBef>
              <a:buNone/>
            </a:pPr>
            <a:r>
              <a:rPr lang="en-US" dirty="0" smtClean="0"/>
              <a:t>Use feedback from member experience survey</a:t>
            </a:r>
            <a:endParaRPr lang="en-US" dirty="0"/>
          </a:p>
          <a:p>
            <a:pPr marL="0" indent="0">
              <a:buNone/>
            </a:pPr>
            <a:endParaRPr lang="en-US" dirty="0" smtClean="0"/>
          </a:p>
        </p:txBody>
      </p:sp>
    </p:spTree>
    <p:extLst>
      <p:ext uri="{BB962C8B-B14F-4D97-AF65-F5344CB8AC3E}">
        <p14:creationId xmlns:p14="http://schemas.microsoft.com/office/powerpoint/2010/main" val="3021768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1000"/>
                                        <p:tgtEl>
                                          <p:spTgt spid="10">
                                            <p:txEl>
                                              <p:pRg st="0" end="0"/>
                                            </p:txEl>
                                          </p:spTgt>
                                        </p:tgtEl>
                                      </p:cBhvr>
                                    </p:animEffect>
                                    <p:anim calcmode="lin" valueType="num">
                                      <p:cBhvr>
                                        <p:cTn id="8"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fade">
                                      <p:cBhvr>
                                        <p:cTn id="12" dur="1000"/>
                                        <p:tgtEl>
                                          <p:spTgt spid="10">
                                            <p:txEl>
                                              <p:pRg st="1" end="1"/>
                                            </p:txEl>
                                          </p:spTgt>
                                        </p:tgtEl>
                                      </p:cBhvr>
                                    </p:animEffect>
                                    <p:anim calcmode="lin" valueType="num">
                                      <p:cBhvr>
                                        <p:cTn id="13"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0">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fade">
                                      <p:cBhvr>
                                        <p:cTn id="17" dur="1000"/>
                                        <p:tgtEl>
                                          <p:spTgt spid="10">
                                            <p:txEl>
                                              <p:pRg st="2" end="2"/>
                                            </p:txEl>
                                          </p:spTgt>
                                        </p:tgtEl>
                                      </p:cBhvr>
                                    </p:animEffect>
                                    <p:anim calcmode="lin" valueType="num">
                                      <p:cBhvr>
                                        <p:cTn id="18"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10">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0">
                                            <p:txEl>
                                              <p:pRg st="3" end="3"/>
                                            </p:txEl>
                                          </p:spTgt>
                                        </p:tgtEl>
                                        <p:attrNameLst>
                                          <p:attrName>style.visibility</p:attrName>
                                        </p:attrNameLst>
                                      </p:cBhvr>
                                      <p:to>
                                        <p:strVal val="visible"/>
                                      </p:to>
                                    </p:set>
                                    <p:animEffect transition="in" filter="fade">
                                      <p:cBhvr>
                                        <p:cTn id="22" dur="1000"/>
                                        <p:tgtEl>
                                          <p:spTgt spid="10">
                                            <p:txEl>
                                              <p:pRg st="3" end="3"/>
                                            </p:txEl>
                                          </p:spTgt>
                                        </p:tgtEl>
                                      </p:cBhvr>
                                    </p:animEffect>
                                    <p:anim calcmode="lin" valueType="num">
                                      <p:cBhvr>
                                        <p:cTn id="23"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10">
                                            <p:txEl>
                                              <p:pRg st="5" end="5"/>
                                            </p:txEl>
                                          </p:spTgt>
                                        </p:tgtEl>
                                        <p:attrNameLst>
                                          <p:attrName>style.visibility</p:attrName>
                                        </p:attrNameLst>
                                      </p:cBhvr>
                                      <p:to>
                                        <p:strVal val="visible"/>
                                      </p:to>
                                    </p:set>
                                    <p:animEffect transition="in" filter="fade">
                                      <p:cBhvr>
                                        <p:cTn id="29" dur="1000"/>
                                        <p:tgtEl>
                                          <p:spTgt spid="10">
                                            <p:txEl>
                                              <p:pRg st="5" end="5"/>
                                            </p:txEl>
                                          </p:spTgt>
                                        </p:tgtEl>
                                      </p:cBhvr>
                                    </p:animEffect>
                                    <p:anim calcmode="lin" valueType="num">
                                      <p:cBhvr>
                                        <p:cTn id="30"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10">
                                            <p:txEl>
                                              <p:pRg st="6" end="6"/>
                                            </p:txEl>
                                          </p:spTgt>
                                        </p:tgtEl>
                                        <p:attrNameLst>
                                          <p:attrName>style.visibility</p:attrName>
                                        </p:attrNameLst>
                                      </p:cBhvr>
                                      <p:to>
                                        <p:strVal val="visible"/>
                                      </p:to>
                                    </p:set>
                                    <p:animEffect transition="in" filter="fade">
                                      <p:cBhvr>
                                        <p:cTn id="36" dur="1000"/>
                                        <p:tgtEl>
                                          <p:spTgt spid="10">
                                            <p:txEl>
                                              <p:pRg st="6" end="6"/>
                                            </p:txEl>
                                          </p:spTgt>
                                        </p:tgtEl>
                                      </p:cBhvr>
                                    </p:animEffect>
                                    <p:anim calcmode="lin" valueType="num">
                                      <p:cBhvr>
                                        <p:cTn id="37" dur="1000" fill="hold"/>
                                        <p:tgtEl>
                                          <p:spTgt spid="10">
                                            <p:txEl>
                                              <p:pRg st="6" end="6"/>
                                            </p:txEl>
                                          </p:spTgt>
                                        </p:tgtEl>
                                        <p:attrNameLst>
                                          <p:attrName>ppt_x</p:attrName>
                                        </p:attrNameLst>
                                      </p:cBhvr>
                                      <p:tavLst>
                                        <p:tav tm="0">
                                          <p:val>
                                            <p:strVal val="#ppt_x"/>
                                          </p:val>
                                        </p:tav>
                                        <p:tav tm="100000">
                                          <p:val>
                                            <p:strVal val="#ppt_x"/>
                                          </p:val>
                                        </p:tav>
                                      </p:tavLst>
                                    </p:anim>
                                    <p:anim calcmode="lin" valueType="num">
                                      <p:cBhvr>
                                        <p:cTn id="38" dur="1000" fill="hold"/>
                                        <p:tgtEl>
                                          <p:spTgt spid="10">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10">
                                            <p:txEl>
                                              <p:pRg st="7" end="7"/>
                                            </p:txEl>
                                          </p:spTgt>
                                        </p:tgtEl>
                                        <p:attrNameLst>
                                          <p:attrName>style.visibility</p:attrName>
                                        </p:attrNameLst>
                                      </p:cBhvr>
                                      <p:to>
                                        <p:strVal val="visible"/>
                                      </p:to>
                                    </p:set>
                                    <p:animEffect transition="in" filter="fade">
                                      <p:cBhvr>
                                        <p:cTn id="43" dur="1000"/>
                                        <p:tgtEl>
                                          <p:spTgt spid="10">
                                            <p:txEl>
                                              <p:pRg st="7" end="7"/>
                                            </p:txEl>
                                          </p:spTgt>
                                        </p:tgtEl>
                                      </p:cBhvr>
                                    </p:animEffect>
                                    <p:anim calcmode="lin" valueType="num">
                                      <p:cBhvr>
                                        <p:cTn id="44" dur="1000" fill="hold"/>
                                        <p:tgtEl>
                                          <p:spTgt spid="10">
                                            <p:txEl>
                                              <p:pRg st="7" end="7"/>
                                            </p:txEl>
                                          </p:spTgt>
                                        </p:tgtEl>
                                        <p:attrNameLst>
                                          <p:attrName>ppt_x</p:attrName>
                                        </p:attrNameLst>
                                      </p:cBhvr>
                                      <p:tavLst>
                                        <p:tav tm="0">
                                          <p:val>
                                            <p:strVal val="#ppt_x"/>
                                          </p:val>
                                        </p:tav>
                                        <p:tav tm="100000">
                                          <p:val>
                                            <p:strVal val="#ppt_x"/>
                                          </p:val>
                                        </p:tav>
                                      </p:tavLst>
                                    </p:anim>
                                    <p:anim calcmode="lin" valueType="num">
                                      <p:cBhvr>
                                        <p:cTn id="45" dur="1000" fill="hold"/>
                                        <p:tgtEl>
                                          <p:spTgt spid="10">
                                            <p:txEl>
                                              <p:pRg st="7" end="7"/>
                                            </p:txEl>
                                          </p:spTgt>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10">
                                            <p:txEl>
                                              <p:pRg st="8" end="8"/>
                                            </p:txEl>
                                          </p:spTgt>
                                        </p:tgtEl>
                                        <p:attrNameLst>
                                          <p:attrName>style.visibility</p:attrName>
                                        </p:attrNameLst>
                                      </p:cBhvr>
                                      <p:to>
                                        <p:strVal val="visible"/>
                                      </p:to>
                                    </p:set>
                                    <p:animEffect transition="in" filter="fade">
                                      <p:cBhvr>
                                        <p:cTn id="48" dur="1000"/>
                                        <p:tgtEl>
                                          <p:spTgt spid="10">
                                            <p:txEl>
                                              <p:pRg st="8" end="8"/>
                                            </p:txEl>
                                          </p:spTgt>
                                        </p:tgtEl>
                                      </p:cBhvr>
                                    </p:animEffect>
                                    <p:anim calcmode="lin" valueType="num">
                                      <p:cBhvr>
                                        <p:cTn id="49" dur="1000" fill="hold"/>
                                        <p:tgtEl>
                                          <p:spTgt spid="10">
                                            <p:txEl>
                                              <p:pRg st="8" end="8"/>
                                            </p:txEl>
                                          </p:spTgt>
                                        </p:tgtEl>
                                        <p:attrNameLst>
                                          <p:attrName>ppt_x</p:attrName>
                                        </p:attrNameLst>
                                      </p:cBhvr>
                                      <p:tavLst>
                                        <p:tav tm="0">
                                          <p:val>
                                            <p:strVal val="#ppt_x"/>
                                          </p:val>
                                        </p:tav>
                                        <p:tav tm="100000">
                                          <p:val>
                                            <p:strVal val="#ppt_x"/>
                                          </p:val>
                                        </p:tav>
                                      </p:tavLst>
                                    </p:anim>
                                    <p:anim calcmode="lin" valueType="num">
                                      <p:cBhvr>
                                        <p:cTn id="50" dur="1000" fill="hold"/>
                                        <p:tgtEl>
                                          <p:spTgt spid="10">
                                            <p:txEl>
                                              <p:pRg st="8" end="8"/>
                                            </p:txEl>
                                          </p:spTgt>
                                        </p:tgtEl>
                                        <p:attrNameLst>
                                          <p:attrName>ppt_y</p:attrName>
                                        </p:attrNameLst>
                                      </p:cBhvr>
                                      <p:tavLst>
                                        <p:tav tm="0">
                                          <p:val>
                                            <p:strVal val="#ppt_y+.1"/>
                                          </p:val>
                                        </p:tav>
                                        <p:tav tm="100000">
                                          <p:val>
                                            <p:strVal val="#ppt_y"/>
                                          </p:val>
                                        </p:tav>
                                      </p:tavLst>
                                    </p:anim>
                                  </p:childTnLst>
                                </p:cTn>
                              </p:par>
                              <p:par>
                                <p:cTn id="51" presetID="42" presetClass="entr" presetSubtype="0" fill="hold" nodeType="withEffect">
                                  <p:stCondLst>
                                    <p:cond delay="0"/>
                                  </p:stCondLst>
                                  <p:childTnLst>
                                    <p:set>
                                      <p:cBhvr>
                                        <p:cTn id="52" dur="1" fill="hold">
                                          <p:stCondLst>
                                            <p:cond delay="0"/>
                                          </p:stCondLst>
                                        </p:cTn>
                                        <p:tgtEl>
                                          <p:spTgt spid="10">
                                            <p:txEl>
                                              <p:pRg st="9" end="9"/>
                                            </p:txEl>
                                          </p:spTgt>
                                        </p:tgtEl>
                                        <p:attrNameLst>
                                          <p:attrName>style.visibility</p:attrName>
                                        </p:attrNameLst>
                                      </p:cBhvr>
                                      <p:to>
                                        <p:strVal val="visible"/>
                                      </p:to>
                                    </p:set>
                                    <p:animEffect transition="in" filter="fade">
                                      <p:cBhvr>
                                        <p:cTn id="53" dur="1000"/>
                                        <p:tgtEl>
                                          <p:spTgt spid="10">
                                            <p:txEl>
                                              <p:pRg st="9" end="9"/>
                                            </p:txEl>
                                          </p:spTgt>
                                        </p:tgtEl>
                                      </p:cBhvr>
                                    </p:animEffect>
                                    <p:anim calcmode="lin" valueType="num">
                                      <p:cBhvr>
                                        <p:cTn id="54" dur="1000" fill="hold"/>
                                        <p:tgtEl>
                                          <p:spTgt spid="10">
                                            <p:txEl>
                                              <p:pRg st="9" end="9"/>
                                            </p:txEl>
                                          </p:spTgt>
                                        </p:tgtEl>
                                        <p:attrNameLst>
                                          <p:attrName>ppt_x</p:attrName>
                                        </p:attrNameLst>
                                      </p:cBhvr>
                                      <p:tavLst>
                                        <p:tav tm="0">
                                          <p:val>
                                            <p:strVal val="#ppt_x"/>
                                          </p:val>
                                        </p:tav>
                                        <p:tav tm="100000">
                                          <p:val>
                                            <p:strVal val="#ppt_x"/>
                                          </p:val>
                                        </p:tav>
                                      </p:tavLst>
                                    </p:anim>
                                    <p:anim calcmode="lin" valueType="num">
                                      <p:cBhvr>
                                        <p:cTn id="55" dur="1000" fill="hold"/>
                                        <p:tgtEl>
                                          <p:spTgt spid="10">
                                            <p:txEl>
                                              <p:pRg st="9" end="9"/>
                                            </p:txEl>
                                          </p:spTgt>
                                        </p:tgtEl>
                                        <p:attrNameLst>
                                          <p:attrName>ppt_y</p:attrName>
                                        </p:attrNameLst>
                                      </p:cBhvr>
                                      <p:tavLst>
                                        <p:tav tm="0">
                                          <p:val>
                                            <p:strVal val="#ppt_y+.1"/>
                                          </p:val>
                                        </p:tav>
                                        <p:tav tm="100000">
                                          <p:val>
                                            <p:strVal val="#ppt_y"/>
                                          </p:val>
                                        </p:tav>
                                      </p:tavLst>
                                    </p:anim>
                                  </p:childTnLst>
                                </p:cTn>
                              </p:par>
                              <p:par>
                                <p:cTn id="56" presetID="42" presetClass="entr" presetSubtype="0" fill="hold" nodeType="withEffect">
                                  <p:stCondLst>
                                    <p:cond delay="0"/>
                                  </p:stCondLst>
                                  <p:childTnLst>
                                    <p:set>
                                      <p:cBhvr>
                                        <p:cTn id="57" dur="1" fill="hold">
                                          <p:stCondLst>
                                            <p:cond delay="0"/>
                                          </p:stCondLst>
                                        </p:cTn>
                                        <p:tgtEl>
                                          <p:spTgt spid="10">
                                            <p:txEl>
                                              <p:pRg st="10" end="10"/>
                                            </p:txEl>
                                          </p:spTgt>
                                        </p:tgtEl>
                                        <p:attrNameLst>
                                          <p:attrName>style.visibility</p:attrName>
                                        </p:attrNameLst>
                                      </p:cBhvr>
                                      <p:to>
                                        <p:strVal val="visible"/>
                                      </p:to>
                                    </p:set>
                                    <p:animEffect transition="in" filter="fade">
                                      <p:cBhvr>
                                        <p:cTn id="58" dur="1000"/>
                                        <p:tgtEl>
                                          <p:spTgt spid="10">
                                            <p:txEl>
                                              <p:pRg st="10" end="10"/>
                                            </p:txEl>
                                          </p:spTgt>
                                        </p:tgtEl>
                                      </p:cBhvr>
                                    </p:animEffect>
                                    <p:anim calcmode="lin" valueType="num">
                                      <p:cBhvr>
                                        <p:cTn id="59" dur="1000" fill="hold"/>
                                        <p:tgtEl>
                                          <p:spTgt spid="10">
                                            <p:txEl>
                                              <p:pRg st="10" end="10"/>
                                            </p:txEl>
                                          </p:spTgt>
                                        </p:tgtEl>
                                        <p:attrNameLst>
                                          <p:attrName>ppt_x</p:attrName>
                                        </p:attrNameLst>
                                      </p:cBhvr>
                                      <p:tavLst>
                                        <p:tav tm="0">
                                          <p:val>
                                            <p:strVal val="#ppt_x"/>
                                          </p:val>
                                        </p:tav>
                                        <p:tav tm="100000">
                                          <p:val>
                                            <p:strVal val="#ppt_x"/>
                                          </p:val>
                                        </p:tav>
                                      </p:tavLst>
                                    </p:anim>
                                    <p:anim calcmode="lin" valueType="num">
                                      <p:cBhvr>
                                        <p:cTn id="60" dur="1000" fill="hold"/>
                                        <p:tgtEl>
                                          <p:spTgt spid="10">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3"/>
          </p:nvPr>
        </p:nvSpPr>
        <p:spPr/>
        <p:txBody>
          <a:bodyPr/>
          <a:lstStyle/>
          <a:p>
            <a:endParaRPr lang="en-US"/>
          </a:p>
        </p:txBody>
      </p:sp>
      <p:sp>
        <p:nvSpPr>
          <p:cNvPr id="8" name="Title 7"/>
          <p:cNvSpPr>
            <a:spLocks noGrp="1"/>
          </p:cNvSpPr>
          <p:nvPr>
            <p:ph type="title"/>
          </p:nvPr>
        </p:nvSpPr>
        <p:spPr/>
        <p:txBody>
          <a:bodyPr/>
          <a:lstStyle/>
          <a:p>
            <a:r>
              <a:rPr lang="en-US" dirty="0" smtClean="0"/>
              <a:t>Tactics</a:t>
            </a:r>
            <a:endParaRPr lang="en-US" dirty="0"/>
          </a:p>
        </p:txBody>
      </p:sp>
      <p:sp>
        <p:nvSpPr>
          <p:cNvPr id="9" name="Text Placeholder 8"/>
          <p:cNvSpPr>
            <a:spLocks noGrp="1"/>
          </p:cNvSpPr>
          <p:nvPr>
            <p:ph type="body" sz="quarter" idx="14"/>
          </p:nvPr>
        </p:nvSpPr>
        <p:spPr>
          <a:xfrm>
            <a:off x="628650" y="1026958"/>
            <a:ext cx="7886700" cy="4170535"/>
          </a:xfrm>
        </p:spPr>
        <p:txBody>
          <a:bodyPr/>
          <a:lstStyle/>
          <a:p>
            <a:pPr marL="0" indent="0">
              <a:buNone/>
            </a:pPr>
            <a:r>
              <a:rPr lang="en-US" dirty="0" smtClean="0"/>
              <a:t>Self-generated messages:</a:t>
            </a:r>
          </a:p>
          <a:p>
            <a:pPr lvl="1"/>
            <a:r>
              <a:rPr lang="en-US" dirty="0" smtClean="0"/>
              <a:t>Internal: emails, memos, letters, newsletter, etc. </a:t>
            </a:r>
          </a:p>
          <a:p>
            <a:pPr lvl="1"/>
            <a:r>
              <a:rPr lang="en-US" dirty="0" smtClean="0"/>
              <a:t>External: newsletter, brochures, annual report, flyers, direct mail, website, social media, press releases, etc. </a:t>
            </a:r>
          </a:p>
          <a:p>
            <a:pPr marL="0" indent="0">
              <a:buNone/>
            </a:pPr>
            <a:endParaRPr lang="en-US" sz="800" dirty="0"/>
          </a:p>
          <a:p>
            <a:pPr marL="0" indent="0">
              <a:buNone/>
            </a:pPr>
            <a:r>
              <a:rPr lang="en-US" dirty="0" smtClean="0"/>
              <a:t>Strategic partnerships: </a:t>
            </a:r>
          </a:p>
          <a:p>
            <a:pPr lvl="1"/>
            <a:r>
              <a:rPr lang="en-US" dirty="0" smtClean="0"/>
              <a:t>With local/national business, with other nonprofits, with local/state government, with international organizations, etc.</a:t>
            </a:r>
          </a:p>
          <a:p>
            <a:pPr marL="0" indent="0">
              <a:buNone/>
            </a:pPr>
            <a:endParaRPr lang="en-US" sz="800" dirty="0" smtClean="0"/>
          </a:p>
          <a:p>
            <a:pPr marL="0" indent="0">
              <a:buNone/>
            </a:pPr>
            <a:r>
              <a:rPr lang="en-US" dirty="0" smtClean="0"/>
              <a:t>Programs and Events:</a:t>
            </a:r>
          </a:p>
          <a:p>
            <a:pPr lvl="1"/>
            <a:r>
              <a:rPr lang="en-US" dirty="0" smtClean="0"/>
              <a:t>Educational programs, workshops, seminars, receptions, sponsorships, </a:t>
            </a:r>
            <a:r>
              <a:rPr lang="en-US" dirty="0"/>
              <a:t>cultural events, community events, </a:t>
            </a:r>
            <a:r>
              <a:rPr lang="en-US" dirty="0" smtClean="0"/>
              <a:t>exhibits, festivals, etc.</a:t>
            </a:r>
          </a:p>
          <a:p>
            <a:pPr marL="0" indent="0">
              <a:buNone/>
            </a:pPr>
            <a:endParaRPr lang="en-US" sz="800" dirty="0"/>
          </a:p>
          <a:p>
            <a:pPr marL="0" indent="0">
              <a:buNone/>
            </a:pPr>
            <a:r>
              <a:rPr lang="en-US" dirty="0" smtClean="0"/>
              <a:t>Media relations and Paid Media: </a:t>
            </a:r>
          </a:p>
          <a:p>
            <a:pPr lvl="1"/>
            <a:r>
              <a:rPr lang="en-US" dirty="0" smtClean="0"/>
              <a:t>Local/State print, radio, TV</a:t>
            </a:r>
          </a:p>
        </p:txBody>
      </p:sp>
    </p:spTree>
    <p:extLst>
      <p:ext uri="{BB962C8B-B14F-4D97-AF65-F5344CB8AC3E}">
        <p14:creationId xmlns:p14="http://schemas.microsoft.com/office/powerpoint/2010/main" val="2190560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1000"/>
                                        <p:tgtEl>
                                          <p:spTgt spid="9">
                                            <p:txEl>
                                              <p:pRg st="0" end="0"/>
                                            </p:txEl>
                                          </p:spTgt>
                                        </p:tgtEl>
                                      </p:cBhvr>
                                    </p:animEffect>
                                    <p:anim calcmode="lin" valueType="num">
                                      <p:cBhvr>
                                        <p:cTn id="8"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1000"/>
                                        <p:tgtEl>
                                          <p:spTgt spid="9">
                                            <p:txEl>
                                              <p:pRg st="1" end="1"/>
                                            </p:txEl>
                                          </p:spTgt>
                                        </p:tgtEl>
                                      </p:cBhvr>
                                    </p:animEffect>
                                    <p:anim calcmode="lin" valueType="num">
                                      <p:cBhvr>
                                        <p:cTn id="13"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9">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fade">
                                      <p:cBhvr>
                                        <p:cTn id="17" dur="1000"/>
                                        <p:tgtEl>
                                          <p:spTgt spid="9">
                                            <p:txEl>
                                              <p:pRg st="2" end="2"/>
                                            </p:txEl>
                                          </p:spTgt>
                                        </p:tgtEl>
                                      </p:cBhvr>
                                    </p:animEffect>
                                    <p:anim calcmode="lin" valueType="num">
                                      <p:cBhvr>
                                        <p:cTn id="18"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9">
                                            <p:txEl>
                                              <p:pRg st="4" end="4"/>
                                            </p:txEl>
                                          </p:spTgt>
                                        </p:tgtEl>
                                        <p:attrNameLst>
                                          <p:attrName>style.visibility</p:attrName>
                                        </p:attrNameLst>
                                      </p:cBhvr>
                                      <p:to>
                                        <p:strVal val="visible"/>
                                      </p:to>
                                    </p:set>
                                    <p:animEffect transition="in" filter="fade">
                                      <p:cBhvr>
                                        <p:cTn id="24" dur="1000"/>
                                        <p:tgtEl>
                                          <p:spTgt spid="9">
                                            <p:txEl>
                                              <p:pRg st="4" end="4"/>
                                            </p:txEl>
                                          </p:spTgt>
                                        </p:tgtEl>
                                      </p:cBhvr>
                                    </p:animEffect>
                                    <p:anim calcmode="lin" valueType="num">
                                      <p:cBhvr>
                                        <p:cTn id="25"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9">
                                            <p:txEl>
                                              <p:pRg st="4" end="4"/>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9">
                                            <p:txEl>
                                              <p:pRg st="5" end="5"/>
                                            </p:txEl>
                                          </p:spTgt>
                                        </p:tgtEl>
                                        <p:attrNameLst>
                                          <p:attrName>style.visibility</p:attrName>
                                        </p:attrNameLst>
                                      </p:cBhvr>
                                      <p:to>
                                        <p:strVal val="visible"/>
                                      </p:to>
                                    </p:set>
                                    <p:animEffect transition="in" filter="fade">
                                      <p:cBhvr>
                                        <p:cTn id="29" dur="1000"/>
                                        <p:tgtEl>
                                          <p:spTgt spid="9">
                                            <p:txEl>
                                              <p:pRg st="5" end="5"/>
                                            </p:txEl>
                                          </p:spTgt>
                                        </p:tgtEl>
                                      </p:cBhvr>
                                    </p:animEffect>
                                    <p:anim calcmode="lin" valueType="num">
                                      <p:cBhvr>
                                        <p:cTn id="30" dur="1000" fill="hold"/>
                                        <p:tgtEl>
                                          <p:spTgt spid="9">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9">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9">
                                            <p:txEl>
                                              <p:pRg st="7" end="7"/>
                                            </p:txEl>
                                          </p:spTgt>
                                        </p:tgtEl>
                                        <p:attrNameLst>
                                          <p:attrName>style.visibility</p:attrName>
                                        </p:attrNameLst>
                                      </p:cBhvr>
                                      <p:to>
                                        <p:strVal val="visible"/>
                                      </p:to>
                                    </p:set>
                                    <p:animEffect transition="in" filter="fade">
                                      <p:cBhvr>
                                        <p:cTn id="36" dur="1000"/>
                                        <p:tgtEl>
                                          <p:spTgt spid="9">
                                            <p:txEl>
                                              <p:pRg st="7" end="7"/>
                                            </p:txEl>
                                          </p:spTgt>
                                        </p:tgtEl>
                                      </p:cBhvr>
                                    </p:animEffect>
                                    <p:anim calcmode="lin" valueType="num">
                                      <p:cBhvr>
                                        <p:cTn id="37" dur="1000" fill="hold"/>
                                        <p:tgtEl>
                                          <p:spTgt spid="9">
                                            <p:txEl>
                                              <p:pRg st="7" end="7"/>
                                            </p:txEl>
                                          </p:spTgt>
                                        </p:tgtEl>
                                        <p:attrNameLst>
                                          <p:attrName>ppt_x</p:attrName>
                                        </p:attrNameLst>
                                      </p:cBhvr>
                                      <p:tavLst>
                                        <p:tav tm="0">
                                          <p:val>
                                            <p:strVal val="#ppt_x"/>
                                          </p:val>
                                        </p:tav>
                                        <p:tav tm="100000">
                                          <p:val>
                                            <p:strVal val="#ppt_x"/>
                                          </p:val>
                                        </p:tav>
                                      </p:tavLst>
                                    </p:anim>
                                    <p:anim calcmode="lin" valueType="num">
                                      <p:cBhvr>
                                        <p:cTn id="38" dur="1000" fill="hold"/>
                                        <p:tgtEl>
                                          <p:spTgt spid="9">
                                            <p:txEl>
                                              <p:pRg st="7" end="7"/>
                                            </p:txEl>
                                          </p:spTgt>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9">
                                            <p:txEl>
                                              <p:pRg st="8" end="8"/>
                                            </p:txEl>
                                          </p:spTgt>
                                        </p:tgtEl>
                                        <p:attrNameLst>
                                          <p:attrName>style.visibility</p:attrName>
                                        </p:attrNameLst>
                                      </p:cBhvr>
                                      <p:to>
                                        <p:strVal val="visible"/>
                                      </p:to>
                                    </p:set>
                                    <p:animEffect transition="in" filter="fade">
                                      <p:cBhvr>
                                        <p:cTn id="41" dur="1000"/>
                                        <p:tgtEl>
                                          <p:spTgt spid="9">
                                            <p:txEl>
                                              <p:pRg st="8" end="8"/>
                                            </p:txEl>
                                          </p:spTgt>
                                        </p:tgtEl>
                                      </p:cBhvr>
                                    </p:animEffect>
                                    <p:anim calcmode="lin" valueType="num">
                                      <p:cBhvr>
                                        <p:cTn id="42" dur="1000" fill="hold"/>
                                        <p:tgtEl>
                                          <p:spTgt spid="9">
                                            <p:txEl>
                                              <p:pRg st="8" end="8"/>
                                            </p:txEl>
                                          </p:spTgt>
                                        </p:tgtEl>
                                        <p:attrNameLst>
                                          <p:attrName>ppt_x</p:attrName>
                                        </p:attrNameLst>
                                      </p:cBhvr>
                                      <p:tavLst>
                                        <p:tav tm="0">
                                          <p:val>
                                            <p:strVal val="#ppt_x"/>
                                          </p:val>
                                        </p:tav>
                                        <p:tav tm="100000">
                                          <p:val>
                                            <p:strVal val="#ppt_x"/>
                                          </p:val>
                                        </p:tav>
                                      </p:tavLst>
                                    </p:anim>
                                    <p:anim calcmode="lin" valueType="num">
                                      <p:cBhvr>
                                        <p:cTn id="43" dur="1000" fill="hold"/>
                                        <p:tgtEl>
                                          <p:spTgt spid="9">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nodeType="clickEffect">
                                  <p:stCondLst>
                                    <p:cond delay="0"/>
                                  </p:stCondLst>
                                  <p:childTnLst>
                                    <p:set>
                                      <p:cBhvr>
                                        <p:cTn id="47" dur="1" fill="hold">
                                          <p:stCondLst>
                                            <p:cond delay="0"/>
                                          </p:stCondLst>
                                        </p:cTn>
                                        <p:tgtEl>
                                          <p:spTgt spid="9">
                                            <p:txEl>
                                              <p:pRg st="10" end="10"/>
                                            </p:txEl>
                                          </p:spTgt>
                                        </p:tgtEl>
                                        <p:attrNameLst>
                                          <p:attrName>style.visibility</p:attrName>
                                        </p:attrNameLst>
                                      </p:cBhvr>
                                      <p:to>
                                        <p:strVal val="visible"/>
                                      </p:to>
                                    </p:set>
                                    <p:animEffect transition="in" filter="fade">
                                      <p:cBhvr>
                                        <p:cTn id="48" dur="1000"/>
                                        <p:tgtEl>
                                          <p:spTgt spid="9">
                                            <p:txEl>
                                              <p:pRg st="10" end="10"/>
                                            </p:txEl>
                                          </p:spTgt>
                                        </p:tgtEl>
                                      </p:cBhvr>
                                    </p:animEffect>
                                    <p:anim calcmode="lin" valueType="num">
                                      <p:cBhvr>
                                        <p:cTn id="49" dur="1000" fill="hold"/>
                                        <p:tgtEl>
                                          <p:spTgt spid="9">
                                            <p:txEl>
                                              <p:pRg st="10" end="10"/>
                                            </p:txEl>
                                          </p:spTgt>
                                        </p:tgtEl>
                                        <p:attrNameLst>
                                          <p:attrName>ppt_x</p:attrName>
                                        </p:attrNameLst>
                                      </p:cBhvr>
                                      <p:tavLst>
                                        <p:tav tm="0">
                                          <p:val>
                                            <p:strVal val="#ppt_x"/>
                                          </p:val>
                                        </p:tav>
                                        <p:tav tm="100000">
                                          <p:val>
                                            <p:strVal val="#ppt_x"/>
                                          </p:val>
                                        </p:tav>
                                      </p:tavLst>
                                    </p:anim>
                                    <p:anim calcmode="lin" valueType="num">
                                      <p:cBhvr>
                                        <p:cTn id="50" dur="1000" fill="hold"/>
                                        <p:tgtEl>
                                          <p:spTgt spid="9">
                                            <p:txEl>
                                              <p:pRg st="10" end="10"/>
                                            </p:txEl>
                                          </p:spTgt>
                                        </p:tgtEl>
                                        <p:attrNameLst>
                                          <p:attrName>ppt_y</p:attrName>
                                        </p:attrNameLst>
                                      </p:cBhvr>
                                      <p:tavLst>
                                        <p:tav tm="0">
                                          <p:val>
                                            <p:strVal val="#ppt_y+.1"/>
                                          </p:val>
                                        </p:tav>
                                        <p:tav tm="100000">
                                          <p:val>
                                            <p:strVal val="#ppt_y"/>
                                          </p:val>
                                        </p:tav>
                                      </p:tavLst>
                                    </p:anim>
                                  </p:childTnLst>
                                </p:cTn>
                              </p:par>
                              <p:par>
                                <p:cTn id="51" presetID="42" presetClass="entr" presetSubtype="0" fill="hold" nodeType="withEffect">
                                  <p:stCondLst>
                                    <p:cond delay="0"/>
                                  </p:stCondLst>
                                  <p:childTnLst>
                                    <p:set>
                                      <p:cBhvr>
                                        <p:cTn id="52" dur="1" fill="hold">
                                          <p:stCondLst>
                                            <p:cond delay="0"/>
                                          </p:stCondLst>
                                        </p:cTn>
                                        <p:tgtEl>
                                          <p:spTgt spid="9">
                                            <p:txEl>
                                              <p:pRg st="11" end="11"/>
                                            </p:txEl>
                                          </p:spTgt>
                                        </p:tgtEl>
                                        <p:attrNameLst>
                                          <p:attrName>style.visibility</p:attrName>
                                        </p:attrNameLst>
                                      </p:cBhvr>
                                      <p:to>
                                        <p:strVal val="visible"/>
                                      </p:to>
                                    </p:set>
                                    <p:animEffect transition="in" filter="fade">
                                      <p:cBhvr>
                                        <p:cTn id="53" dur="1000"/>
                                        <p:tgtEl>
                                          <p:spTgt spid="9">
                                            <p:txEl>
                                              <p:pRg st="11" end="11"/>
                                            </p:txEl>
                                          </p:spTgt>
                                        </p:tgtEl>
                                      </p:cBhvr>
                                    </p:animEffect>
                                    <p:anim calcmode="lin" valueType="num">
                                      <p:cBhvr>
                                        <p:cTn id="54" dur="1000" fill="hold"/>
                                        <p:tgtEl>
                                          <p:spTgt spid="9">
                                            <p:txEl>
                                              <p:pRg st="11" end="11"/>
                                            </p:txEl>
                                          </p:spTgt>
                                        </p:tgtEl>
                                        <p:attrNameLst>
                                          <p:attrName>ppt_x</p:attrName>
                                        </p:attrNameLst>
                                      </p:cBhvr>
                                      <p:tavLst>
                                        <p:tav tm="0">
                                          <p:val>
                                            <p:strVal val="#ppt_x"/>
                                          </p:val>
                                        </p:tav>
                                        <p:tav tm="100000">
                                          <p:val>
                                            <p:strVal val="#ppt_x"/>
                                          </p:val>
                                        </p:tav>
                                      </p:tavLst>
                                    </p:anim>
                                    <p:anim calcmode="lin" valueType="num">
                                      <p:cBhvr>
                                        <p:cTn id="55" dur="1000" fill="hold"/>
                                        <p:tgtEl>
                                          <p:spTgt spid="9">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8C39167-6F39-654C-8BBA-82140E387941}"/>
              </a:ext>
            </a:extLst>
          </p:cNvPr>
          <p:cNvSpPr>
            <a:spLocks noGrp="1"/>
          </p:cNvSpPr>
          <p:nvPr>
            <p:ph type="body" sz="quarter" idx="13"/>
          </p:nvPr>
        </p:nvSpPr>
        <p:spPr/>
        <p:txBody>
          <a:bodyPr/>
          <a:lstStyle/>
          <a:p>
            <a:r>
              <a:rPr lang="en-US" dirty="0"/>
              <a:t>Section 2: Formation of Literature  </a:t>
            </a:r>
          </a:p>
        </p:txBody>
      </p:sp>
      <p:sp>
        <p:nvSpPr>
          <p:cNvPr id="5" name="Text Placeholder 4"/>
          <p:cNvSpPr>
            <a:spLocks noGrp="1"/>
          </p:cNvSpPr>
          <p:nvPr>
            <p:ph type="body" sz="quarter" idx="14"/>
          </p:nvPr>
        </p:nvSpPr>
        <p:spPr>
          <a:xfrm>
            <a:off x="628650" y="1103795"/>
            <a:ext cx="7886700" cy="4039705"/>
          </a:xfrm>
        </p:spPr>
        <p:txBody>
          <a:bodyPr/>
          <a:lstStyle/>
          <a:p>
            <a:pPr marL="0" indent="0">
              <a:buNone/>
            </a:pPr>
            <a:r>
              <a:rPr lang="en-US" dirty="0" smtClean="0"/>
              <a:t>Strategic Partnerships </a:t>
            </a:r>
          </a:p>
          <a:p>
            <a:pPr marL="0" indent="0">
              <a:buNone/>
            </a:pPr>
            <a:endParaRPr lang="en-US" dirty="0"/>
          </a:p>
          <a:p>
            <a:pPr marL="0" indent="0">
              <a:buNone/>
            </a:pPr>
            <a:r>
              <a:rPr lang="en-US" dirty="0" smtClean="0"/>
              <a:t>Develop a clear partnership agreement</a:t>
            </a:r>
          </a:p>
          <a:p>
            <a:pPr lvl="1"/>
            <a:r>
              <a:rPr lang="en-US" dirty="0" smtClean="0"/>
              <a:t>Who takes the lead</a:t>
            </a:r>
          </a:p>
          <a:p>
            <a:pPr lvl="1"/>
            <a:r>
              <a:rPr lang="en-US" dirty="0" smtClean="0"/>
              <a:t>Single point of contact</a:t>
            </a:r>
          </a:p>
          <a:p>
            <a:pPr lvl="1"/>
            <a:r>
              <a:rPr lang="en-US" dirty="0" smtClean="0"/>
              <a:t>Specificity of communal actions</a:t>
            </a:r>
          </a:p>
          <a:p>
            <a:pPr lvl="1"/>
            <a:r>
              <a:rPr lang="en-US" dirty="0" smtClean="0"/>
              <a:t> What items does everyone have input on?</a:t>
            </a:r>
          </a:p>
          <a:p>
            <a:endParaRPr lang="en-US" dirty="0" smtClean="0"/>
          </a:p>
          <a:p>
            <a:pPr marL="0" indent="0">
              <a:buNone/>
            </a:pPr>
            <a:r>
              <a:rPr lang="en-US" dirty="0" smtClean="0"/>
              <a:t>Reach congruency – alignment – in vision and mission of the partnership </a:t>
            </a:r>
          </a:p>
          <a:p>
            <a:pPr marL="0" indent="0">
              <a:buNone/>
            </a:pPr>
            <a:endParaRPr lang="en-US" dirty="0" smtClean="0"/>
          </a:p>
          <a:p>
            <a:pPr marL="0" indent="0">
              <a:buNone/>
            </a:pPr>
            <a:r>
              <a:rPr lang="en-US" dirty="0" smtClean="0"/>
              <a:t>Joint press release </a:t>
            </a:r>
          </a:p>
          <a:p>
            <a:pPr marL="0" indent="0">
              <a:buNone/>
            </a:pPr>
            <a:endParaRPr lang="en-US" dirty="0"/>
          </a:p>
          <a:p>
            <a:pPr marL="0" indent="0">
              <a:buNone/>
            </a:pPr>
            <a:r>
              <a:rPr lang="en-US" dirty="0" smtClean="0"/>
              <a:t>Be careful of sharing internal data, distribution list, etc.</a:t>
            </a:r>
            <a:endParaRPr lang="en-US" dirty="0"/>
          </a:p>
        </p:txBody>
      </p:sp>
      <p:sp>
        <p:nvSpPr>
          <p:cNvPr id="6" name="Title 5"/>
          <p:cNvSpPr>
            <a:spLocks noGrp="1"/>
          </p:cNvSpPr>
          <p:nvPr>
            <p:ph type="title"/>
          </p:nvPr>
        </p:nvSpPr>
        <p:spPr/>
        <p:txBody>
          <a:bodyPr/>
          <a:lstStyle/>
          <a:p>
            <a:r>
              <a:rPr lang="en-US" dirty="0" smtClean="0"/>
              <a:t>Tactics: Examples</a:t>
            </a:r>
            <a:endParaRPr lang="en-US" dirty="0"/>
          </a:p>
        </p:txBody>
      </p:sp>
    </p:spTree>
    <p:extLst>
      <p:ext uri="{BB962C8B-B14F-4D97-AF65-F5344CB8AC3E}">
        <p14:creationId xmlns:p14="http://schemas.microsoft.com/office/powerpoint/2010/main" val="308816531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p:txBody>
          <a:bodyPr/>
          <a:lstStyle/>
          <a:p>
            <a:endParaRPr lang="en-US"/>
          </a:p>
        </p:txBody>
      </p:sp>
      <p:sp>
        <p:nvSpPr>
          <p:cNvPr id="6" name="Title 5"/>
          <p:cNvSpPr>
            <a:spLocks noGrp="1"/>
          </p:cNvSpPr>
          <p:nvPr>
            <p:ph type="title"/>
          </p:nvPr>
        </p:nvSpPr>
        <p:spPr/>
        <p:txBody>
          <a:bodyPr/>
          <a:lstStyle/>
          <a:p>
            <a:r>
              <a:rPr lang="en-US" dirty="0" smtClean="0"/>
              <a:t>Tactics</a:t>
            </a:r>
            <a:r>
              <a:rPr lang="en-US" dirty="0"/>
              <a:t>: </a:t>
            </a:r>
            <a:r>
              <a:rPr lang="en-US" dirty="0" smtClean="0"/>
              <a:t>more examples</a:t>
            </a:r>
            <a:endParaRPr lang="en-US" dirty="0"/>
          </a:p>
        </p:txBody>
      </p:sp>
      <p:sp>
        <p:nvSpPr>
          <p:cNvPr id="7" name="Text Placeholder 6"/>
          <p:cNvSpPr>
            <a:spLocks noGrp="1"/>
          </p:cNvSpPr>
          <p:nvPr>
            <p:ph type="body" sz="quarter" idx="14"/>
          </p:nvPr>
        </p:nvSpPr>
        <p:spPr>
          <a:xfrm>
            <a:off x="628650" y="1293644"/>
            <a:ext cx="7886700" cy="3671548"/>
          </a:xfrm>
        </p:spPr>
        <p:txBody>
          <a:bodyPr/>
          <a:lstStyle/>
          <a:p>
            <a:r>
              <a:rPr lang="en-US" dirty="0" smtClean="0"/>
              <a:t>Website</a:t>
            </a:r>
          </a:p>
          <a:p>
            <a:pPr marL="628650" lvl="1" indent="-285750">
              <a:buFont typeface="Arial" panose="020B0604020202020204" pitchFamily="34" charset="0"/>
              <a:buChar char="•"/>
            </a:pPr>
            <a:r>
              <a:rPr lang="en-US" sz="1600" dirty="0" smtClean="0"/>
              <a:t>Ease of interface: contact information, </a:t>
            </a:r>
            <a:r>
              <a:rPr lang="en-US" sz="1600" dirty="0" smtClean="0"/>
              <a:t>pictures, smiling </a:t>
            </a:r>
            <a:r>
              <a:rPr lang="en-US" sz="1600" dirty="0" smtClean="0"/>
              <a:t>people, etc.</a:t>
            </a:r>
          </a:p>
          <a:p>
            <a:pPr marL="628650" lvl="1" indent="-285750">
              <a:buFont typeface="Arial" panose="020B0604020202020204" pitchFamily="34" charset="0"/>
              <a:buChar char="•"/>
            </a:pPr>
            <a:r>
              <a:rPr lang="en-US" sz="1600" dirty="0" smtClean="0"/>
              <a:t>Share your mission and build awareness</a:t>
            </a:r>
          </a:p>
          <a:p>
            <a:pPr marL="628650" lvl="1" indent="-285750">
              <a:buFont typeface="Arial" panose="020B0604020202020204" pitchFamily="34" charset="0"/>
              <a:buChar char="•"/>
            </a:pPr>
            <a:r>
              <a:rPr lang="en-US" sz="1600" dirty="0" smtClean="0"/>
              <a:t>Tell your story, acting as </a:t>
            </a:r>
            <a:r>
              <a:rPr lang="en-US" sz="1600" dirty="0"/>
              <a:t>ambassadors to the community, educate people. etc.</a:t>
            </a:r>
          </a:p>
          <a:p>
            <a:pPr marL="628650" lvl="1" indent="-285750">
              <a:buFont typeface="Arial" panose="020B0604020202020204" pitchFamily="34" charset="0"/>
              <a:buChar char="•"/>
            </a:pPr>
            <a:r>
              <a:rPr lang="en-US" sz="1600" dirty="0" smtClean="0"/>
              <a:t>Establish your credibility</a:t>
            </a:r>
          </a:p>
          <a:p>
            <a:pPr marL="628650" lvl="1" indent="-285750">
              <a:buFont typeface="Arial" panose="020B0604020202020204" pitchFamily="34" charset="0"/>
              <a:buChar char="•"/>
            </a:pPr>
            <a:endParaRPr lang="en-US" sz="1600" dirty="0" smtClean="0"/>
          </a:p>
          <a:p>
            <a:r>
              <a:rPr lang="en-US" dirty="0" smtClean="0"/>
              <a:t>Social media</a:t>
            </a:r>
          </a:p>
          <a:p>
            <a:pPr marL="628650" lvl="1" indent="-285750">
              <a:buFont typeface="Arial" panose="020B0604020202020204" pitchFamily="34" charset="0"/>
              <a:buChar char="•"/>
            </a:pPr>
            <a:r>
              <a:rPr lang="en-US" sz="1600" dirty="0" smtClean="0"/>
              <a:t>Have a personality</a:t>
            </a:r>
          </a:p>
          <a:p>
            <a:pPr marL="628650" lvl="1" indent="-285750">
              <a:buFont typeface="Arial" panose="020B0604020202020204" pitchFamily="34" charset="0"/>
              <a:buChar char="•"/>
            </a:pPr>
            <a:r>
              <a:rPr lang="en-US" sz="1600" dirty="0" smtClean="0"/>
              <a:t>Add value</a:t>
            </a:r>
          </a:p>
          <a:p>
            <a:pPr marL="628650" lvl="1" indent="-285750">
              <a:buFont typeface="Arial" panose="020B0604020202020204" pitchFamily="34" charset="0"/>
              <a:buChar char="•"/>
            </a:pPr>
            <a:r>
              <a:rPr lang="en-US" sz="1600" dirty="0" smtClean="0"/>
              <a:t>Use your networks</a:t>
            </a:r>
          </a:p>
          <a:p>
            <a:pPr marL="628650" lvl="1" indent="-285750">
              <a:buFont typeface="Arial" panose="020B0604020202020204" pitchFamily="34" charset="0"/>
              <a:buChar char="•"/>
            </a:pPr>
            <a:r>
              <a:rPr lang="en-US" sz="1600" dirty="0" smtClean="0"/>
              <a:t>Set up a plan: audience, objectives, strategy, messages</a:t>
            </a:r>
            <a:endParaRPr lang="en-US" sz="1600" dirty="0"/>
          </a:p>
        </p:txBody>
      </p:sp>
    </p:spTree>
    <p:extLst>
      <p:ext uri="{BB962C8B-B14F-4D97-AF65-F5344CB8AC3E}">
        <p14:creationId xmlns:p14="http://schemas.microsoft.com/office/powerpoint/2010/main" val="1078562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1000"/>
                                        <p:tgtEl>
                                          <p:spTgt spid="7">
                                            <p:txEl>
                                              <p:pRg st="1" end="1"/>
                                            </p:txEl>
                                          </p:spTgt>
                                        </p:tgtEl>
                                      </p:cBhvr>
                                    </p:animEffect>
                                    <p:anim calcmode="lin" valueType="num">
                                      <p:cBhvr>
                                        <p:cTn id="13"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1000"/>
                                        <p:tgtEl>
                                          <p:spTgt spid="7">
                                            <p:txEl>
                                              <p:pRg st="2" end="2"/>
                                            </p:txEl>
                                          </p:spTgt>
                                        </p:tgtEl>
                                      </p:cBhvr>
                                    </p:animEffect>
                                    <p:anim calcmode="lin" valueType="num">
                                      <p:cBhvr>
                                        <p:cTn id="18"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1000"/>
                                        <p:tgtEl>
                                          <p:spTgt spid="7">
                                            <p:txEl>
                                              <p:pRg st="3" end="3"/>
                                            </p:txEl>
                                          </p:spTgt>
                                        </p:tgtEl>
                                      </p:cBhvr>
                                    </p:animEffect>
                                    <p:anim calcmode="lin" valueType="num">
                                      <p:cBhvr>
                                        <p:cTn id="23"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7">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1000"/>
                                        <p:tgtEl>
                                          <p:spTgt spid="7">
                                            <p:txEl>
                                              <p:pRg st="4" end="4"/>
                                            </p:txEl>
                                          </p:spTgt>
                                        </p:tgtEl>
                                      </p:cBhvr>
                                    </p:animEffect>
                                    <p:anim calcmode="lin" valueType="num">
                                      <p:cBhvr>
                                        <p:cTn id="28"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7">
                                            <p:txEl>
                                              <p:pRg st="6" end="6"/>
                                            </p:txEl>
                                          </p:spTgt>
                                        </p:tgtEl>
                                        <p:attrNameLst>
                                          <p:attrName>style.visibility</p:attrName>
                                        </p:attrNameLst>
                                      </p:cBhvr>
                                      <p:to>
                                        <p:strVal val="visible"/>
                                      </p:to>
                                    </p:set>
                                    <p:animEffect transition="in" filter="fade">
                                      <p:cBhvr>
                                        <p:cTn id="34" dur="1000"/>
                                        <p:tgtEl>
                                          <p:spTgt spid="7">
                                            <p:txEl>
                                              <p:pRg st="6" end="6"/>
                                            </p:txEl>
                                          </p:spTgt>
                                        </p:tgtEl>
                                      </p:cBhvr>
                                    </p:animEffect>
                                    <p:anim calcmode="lin" valueType="num">
                                      <p:cBhvr>
                                        <p:cTn id="35"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6" end="6"/>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7">
                                            <p:txEl>
                                              <p:pRg st="7" end="7"/>
                                            </p:txEl>
                                          </p:spTgt>
                                        </p:tgtEl>
                                        <p:attrNameLst>
                                          <p:attrName>style.visibility</p:attrName>
                                        </p:attrNameLst>
                                      </p:cBhvr>
                                      <p:to>
                                        <p:strVal val="visible"/>
                                      </p:to>
                                    </p:set>
                                    <p:animEffect transition="in" filter="fade">
                                      <p:cBhvr>
                                        <p:cTn id="39" dur="1000"/>
                                        <p:tgtEl>
                                          <p:spTgt spid="7">
                                            <p:txEl>
                                              <p:pRg st="7" end="7"/>
                                            </p:txEl>
                                          </p:spTgt>
                                        </p:tgtEl>
                                      </p:cBhvr>
                                    </p:animEffect>
                                    <p:anim calcmode="lin" valueType="num">
                                      <p:cBhvr>
                                        <p:cTn id="40"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41" dur="1000" fill="hold"/>
                                        <p:tgtEl>
                                          <p:spTgt spid="7">
                                            <p:txEl>
                                              <p:pRg st="7" end="7"/>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7">
                                            <p:txEl>
                                              <p:pRg st="8" end="8"/>
                                            </p:txEl>
                                          </p:spTgt>
                                        </p:tgtEl>
                                        <p:attrNameLst>
                                          <p:attrName>style.visibility</p:attrName>
                                        </p:attrNameLst>
                                      </p:cBhvr>
                                      <p:to>
                                        <p:strVal val="visible"/>
                                      </p:to>
                                    </p:set>
                                    <p:animEffect transition="in" filter="fade">
                                      <p:cBhvr>
                                        <p:cTn id="44" dur="1000"/>
                                        <p:tgtEl>
                                          <p:spTgt spid="7">
                                            <p:txEl>
                                              <p:pRg st="8" end="8"/>
                                            </p:txEl>
                                          </p:spTgt>
                                        </p:tgtEl>
                                      </p:cBhvr>
                                    </p:animEffect>
                                    <p:anim calcmode="lin" valueType="num">
                                      <p:cBhvr>
                                        <p:cTn id="45"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46" dur="1000" fill="hold"/>
                                        <p:tgtEl>
                                          <p:spTgt spid="7">
                                            <p:txEl>
                                              <p:pRg st="8" end="8"/>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7">
                                            <p:txEl>
                                              <p:pRg st="9" end="9"/>
                                            </p:txEl>
                                          </p:spTgt>
                                        </p:tgtEl>
                                        <p:attrNameLst>
                                          <p:attrName>style.visibility</p:attrName>
                                        </p:attrNameLst>
                                      </p:cBhvr>
                                      <p:to>
                                        <p:strVal val="visible"/>
                                      </p:to>
                                    </p:set>
                                    <p:animEffect transition="in" filter="fade">
                                      <p:cBhvr>
                                        <p:cTn id="49" dur="1000"/>
                                        <p:tgtEl>
                                          <p:spTgt spid="7">
                                            <p:txEl>
                                              <p:pRg st="9" end="9"/>
                                            </p:txEl>
                                          </p:spTgt>
                                        </p:tgtEl>
                                      </p:cBhvr>
                                    </p:animEffect>
                                    <p:anim calcmode="lin" valueType="num">
                                      <p:cBhvr>
                                        <p:cTn id="50"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9" end="9"/>
                                            </p:txEl>
                                          </p:spTgt>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7">
                                            <p:txEl>
                                              <p:pRg st="10" end="10"/>
                                            </p:txEl>
                                          </p:spTgt>
                                        </p:tgtEl>
                                        <p:attrNameLst>
                                          <p:attrName>style.visibility</p:attrName>
                                        </p:attrNameLst>
                                      </p:cBhvr>
                                      <p:to>
                                        <p:strVal val="visible"/>
                                      </p:to>
                                    </p:set>
                                    <p:animEffect transition="in" filter="fade">
                                      <p:cBhvr>
                                        <p:cTn id="54" dur="1000"/>
                                        <p:tgtEl>
                                          <p:spTgt spid="7">
                                            <p:txEl>
                                              <p:pRg st="10" end="10"/>
                                            </p:txEl>
                                          </p:spTgt>
                                        </p:tgtEl>
                                      </p:cBhvr>
                                    </p:animEffect>
                                    <p:anim calcmode="lin" valueType="num">
                                      <p:cBhvr>
                                        <p:cTn id="55"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56" dur="1000" fill="hold"/>
                                        <p:tgtEl>
                                          <p:spTgt spid="7">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3"/>
          </p:nvPr>
        </p:nvSpPr>
        <p:spPr/>
        <p:txBody>
          <a:bodyPr/>
          <a:lstStyle/>
          <a:p>
            <a:endParaRPr lang="en-US"/>
          </a:p>
        </p:txBody>
      </p:sp>
      <p:sp>
        <p:nvSpPr>
          <p:cNvPr id="6" name="Title 5"/>
          <p:cNvSpPr>
            <a:spLocks noGrp="1"/>
          </p:cNvSpPr>
          <p:nvPr>
            <p:ph type="title"/>
          </p:nvPr>
        </p:nvSpPr>
        <p:spPr/>
        <p:txBody>
          <a:bodyPr/>
          <a:lstStyle/>
          <a:p>
            <a:r>
              <a:rPr lang="en-US" dirty="0" smtClean="0"/>
              <a:t>Tactics: more examples</a:t>
            </a:r>
            <a:endParaRPr lang="en-US" dirty="0"/>
          </a:p>
        </p:txBody>
      </p:sp>
      <p:sp>
        <p:nvSpPr>
          <p:cNvPr id="7" name="Text Placeholder 6"/>
          <p:cNvSpPr>
            <a:spLocks noGrp="1"/>
          </p:cNvSpPr>
          <p:nvPr>
            <p:ph type="body" sz="quarter" idx="14"/>
          </p:nvPr>
        </p:nvSpPr>
        <p:spPr>
          <a:xfrm>
            <a:off x="628650" y="1304963"/>
            <a:ext cx="8350758" cy="3916261"/>
          </a:xfrm>
        </p:spPr>
        <p:txBody>
          <a:bodyPr/>
          <a:lstStyle/>
          <a:p>
            <a:pPr marL="0" indent="0">
              <a:buNone/>
            </a:pPr>
            <a:r>
              <a:rPr lang="en-US" dirty="0" smtClean="0"/>
              <a:t>E-Newsletter</a:t>
            </a:r>
          </a:p>
          <a:p>
            <a:pPr lvl="1"/>
            <a:r>
              <a:rPr lang="en-US" dirty="0" smtClean="0"/>
              <a:t>The subject line: make me want to open it</a:t>
            </a:r>
          </a:p>
          <a:p>
            <a:pPr lvl="1"/>
            <a:r>
              <a:rPr lang="en-US" dirty="0" smtClean="0"/>
              <a:t>The content: short articles, clickable to your website, based on members survey The look: easy to click through, pictures</a:t>
            </a:r>
          </a:p>
          <a:p>
            <a:pPr lvl="1"/>
            <a:r>
              <a:rPr lang="en-US" dirty="0" smtClean="0"/>
              <a:t>The frequency: twice a month</a:t>
            </a:r>
          </a:p>
          <a:p>
            <a:pPr marL="0" indent="0">
              <a:buNone/>
            </a:pPr>
            <a:endParaRPr lang="en-US" dirty="0" smtClean="0"/>
          </a:p>
          <a:p>
            <a:pPr marL="0" indent="0">
              <a:buNone/>
            </a:pPr>
            <a:r>
              <a:rPr lang="en-US" dirty="0" smtClean="0"/>
              <a:t>Integrate </a:t>
            </a:r>
          </a:p>
          <a:p>
            <a:pPr lvl="1"/>
            <a:r>
              <a:rPr lang="en-US" dirty="0" smtClean="0"/>
              <a:t>Step 1: members survey, what is the right message for the right audience?</a:t>
            </a:r>
          </a:p>
          <a:p>
            <a:pPr lvl="1"/>
            <a:r>
              <a:rPr lang="en-US" dirty="0" smtClean="0"/>
              <a:t>Step 2: deliver your message in the way your audience would like to receive it.</a:t>
            </a:r>
          </a:p>
          <a:p>
            <a:pPr lvl="2"/>
            <a:r>
              <a:rPr lang="en-US" dirty="0" smtClean="0"/>
              <a:t>Links, QR codes on printed material</a:t>
            </a:r>
          </a:p>
          <a:p>
            <a:pPr lvl="2"/>
            <a:r>
              <a:rPr lang="en-US" dirty="0" smtClean="0"/>
              <a:t>Links to website / FB from e-news</a:t>
            </a:r>
          </a:p>
          <a:p>
            <a:pPr lvl="2"/>
            <a:r>
              <a:rPr lang="en-US" dirty="0" smtClean="0"/>
              <a:t>Sign ups for e-news on website, printed material, direct mail</a:t>
            </a:r>
          </a:p>
          <a:p>
            <a:pPr lvl="2"/>
            <a:endParaRPr lang="en-US" dirty="0"/>
          </a:p>
          <a:p>
            <a:pPr marL="0" indent="0">
              <a:buNone/>
            </a:pPr>
            <a:endParaRPr lang="en-US" dirty="0" smtClean="0"/>
          </a:p>
          <a:p>
            <a:pPr marL="0" indent="0">
              <a:buNone/>
            </a:pPr>
            <a:endParaRPr lang="en-US" dirty="0" smtClean="0"/>
          </a:p>
          <a:p>
            <a:endParaRPr lang="en-US" dirty="0"/>
          </a:p>
        </p:txBody>
      </p:sp>
    </p:spTree>
    <p:extLst>
      <p:ext uri="{BB962C8B-B14F-4D97-AF65-F5344CB8AC3E}">
        <p14:creationId xmlns:p14="http://schemas.microsoft.com/office/powerpoint/2010/main" val="1615495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1000"/>
                                        <p:tgtEl>
                                          <p:spTgt spid="7">
                                            <p:txEl>
                                              <p:pRg st="1" end="1"/>
                                            </p:txEl>
                                          </p:spTgt>
                                        </p:tgtEl>
                                      </p:cBhvr>
                                    </p:animEffect>
                                    <p:anim calcmode="lin" valueType="num">
                                      <p:cBhvr>
                                        <p:cTn id="13"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1000"/>
                                        <p:tgtEl>
                                          <p:spTgt spid="7">
                                            <p:txEl>
                                              <p:pRg st="2" end="2"/>
                                            </p:txEl>
                                          </p:spTgt>
                                        </p:tgtEl>
                                      </p:cBhvr>
                                    </p:animEffect>
                                    <p:anim calcmode="lin" valueType="num">
                                      <p:cBhvr>
                                        <p:cTn id="18"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1000"/>
                                        <p:tgtEl>
                                          <p:spTgt spid="7">
                                            <p:txEl>
                                              <p:pRg st="3" end="3"/>
                                            </p:txEl>
                                          </p:spTgt>
                                        </p:tgtEl>
                                      </p:cBhvr>
                                    </p:animEffect>
                                    <p:anim calcmode="lin" valueType="num">
                                      <p:cBhvr>
                                        <p:cTn id="23"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7">
                                            <p:txEl>
                                              <p:pRg st="5" end="5"/>
                                            </p:txEl>
                                          </p:spTgt>
                                        </p:tgtEl>
                                        <p:attrNameLst>
                                          <p:attrName>style.visibility</p:attrName>
                                        </p:attrNameLst>
                                      </p:cBhvr>
                                      <p:to>
                                        <p:strVal val="visible"/>
                                      </p:to>
                                    </p:set>
                                    <p:animEffect transition="in" filter="fade">
                                      <p:cBhvr>
                                        <p:cTn id="29" dur="1000"/>
                                        <p:tgtEl>
                                          <p:spTgt spid="7">
                                            <p:txEl>
                                              <p:pRg st="5" end="5"/>
                                            </p:txEl>
                                          </p:spTgt>
                                        </p:tgtEl>
                                      </p:cBhvr>
                                    </p:animEffect>
                                    <p:anim calcmode="lin" valueType="num">
                                      <p:cBhvr>
                                        <p:cTn id="3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5" end="5"/>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7">
                                            <p:txEl>
                                              <p:pRg st="6" end="6"/>
                                            </p:txEl>
                                          </p:spTgt>
                                        </p:tgtEl>
                                        <p:attrNameLst>
                                          <p:attrName>style.visibility</p:attrName>
                                        </p:attrNameLst>
                                      </p:cBhvr>
                                      <p:to>
                                        <p:strVal val="visible"/>
                                      </p:to>
                                    </p:set>
                                    <p:animEffect transition="in" filter="fade">
                                      <p:cBhvr>
                                        <p:cTn id="34" dur="1000"/>
                                        <p:tgtEl>
                                          <p:spTgt spid="7">
                                            <p:txEl>
                                              <p:pRg st="6" end="6"/>
                                            </p:txEl>
                                          </p:spTgt>
                                        </p:tgtEl>
                                      </p:cBhvr>
                                    </p:animEffect>
                                    <p:anim calcmode="lin" valueType="num">
                                      <p:cBhvr>
                                        <p:cTn id="35"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6" end="6"/>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7">
                                            <p:txEl>
                                              <p:pRg st="7" end="7"/>
                                            </p:txEl>
                                          </p:spTgt>
                                        </p:tgtEl>
                                        <p:attrNameLst>
                                          <p:attrName>style.visibility</p:attrName>
                                        </p:attrNameLst>
                                      </p:cBhvr>
                                      <p:to>
                                        <p:strVal val="visible"/>
                                      </p:to>
                                    </p:set>
                                    <p:animEffect transition="in" filter="fade">
                                      <p:cBhvr>
                                        <p:cTn id="39" dur="1000"/>
                                        <p:tgtEl>
                                          <p:spTgt spid="7">
                                            <p:txEl>
                                              <p:pRg st="7" end="7"/>
                                            </p:txEl>
                                          </p:spTgt>
                                        </p:tgtEl>
                                      </p:cBhvr>
                                    </p:animEffect>
                                    <p:anim calcmode="lin" valueType="num">
                                      <p:cBhvr>
                                        <p:cTn id="40"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41" dur="1000" fill="hold"/>
                                        <p:tgtEl>
                                          <p:spTgt spid="7">
                                            <p:txEl>
                                              <p:pRg st="7" end="7"/>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7">
                                            <p:txEl>
                                              <p:pRg st="8" end="8"/>
                                            </p:txEl>
                                          </p:spTgt>
                                        </p:tgtEl>
                                        <p:attrNameLst>
                                          <p:attrName>style.visibility</p:attrName>
                                        </p:attrNameLst>
                                      </p:cBhvr>
                                      <p:to>
                                        <p:strVal val="visible"/>
                                      </p:to>
                                    </p:set>
                                    <p:animEffect transition="in" filter="fade">
                                      <p:cBhvr>
                                        <p:cTn id="44" dur="1000"/>
                                        <p:tgtEl>
                                          <p:spTgt spid="7">
                                            <p:txEl>
                                              <p:pRg st="8" end="8"/>
                                            </p:txEl>
                                          </p:spTgt>
                                        </p:tgtEl>
                                      </p:cBhvr>
                                    </p:animEffect>
                                    <p:anim calcmode="lin" valueType="num">
                                      <p:cBhvr>
                                        <p:cTn id="45"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46" dur="1000" fill="hold"/>
                                        <p:tgtEl>
                                          <p:spTgt spid="7">
                                            <p:txEl>
                                              <p:pRg st="8" end="8"/>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7">
                                            <p:txEl>
                                              <p:pRg st="9" end="9"/>
                                            </p:txEl>
                                          </p:spTgt>
                                        </p:tgtEl>
                                        <p:attrNameLst>
                                          <p:attrName>style.visibility</p:attrName>
                                        </p:attrNameLst>
                                      </p:cBhvr>
                                      <p:to>
                                        <p:strVal val="visible"/>
                                      </p:to>
                                    </p:set>
                                    <p:animEffect transition="in" filter="fade">
                                      <p:cBhvr>
                                        <p:cTn id="49" dur="1000"/>
                                        <p:tgtEl>
                                          <p:spTgt spid="7">
                                            <p:txEl>
                                              <p:pRg st="9" end="9"/>
                                            </p:txEl>
                                          </p:spTgt>
                                        </p:tgtEl>
                                      </p:cBhvr>
                                    </p:animEffect>
                                    <p:anim calcmode="lin" valueType="num">
                                      <p:cBhvr>
                                        <p:cTn id="50"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9" end="9"/>
                                            </p:txEl>
                                          </p:spTgt>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7">
                                            <p:txEl>
                                              <p:pRg st="10" end="10"/>
                                            </p:txEl>
                                          </p:spTgt>
                                        </p:tgtEl>
                                        <p:attrNameLst>
                                          <p:attrName>style.visibility</p:attrName>
                                        </p:attrNameLst>
                                      </p:cBhvr>
                                      <p:to>
                                        <p:strVal val="visible"/>
                                      </p:to>
                                    </p:set>
                                    <p:animEffect transition="in" filter="fade">
                                      <p:cBhvr>
                                        <p:cTn id="54" dur="1000"/>
                                        <p:tgtEl>
                                          <p:spTgt spid="7">
                                            <p:txEl>
                                              <p:pRg st="10" end="10"/>
                                            </p:txEl>
                                          </p:spTgt>
                                        </p:tgtEl>
                                      </p:cBhvr>
                                    </p:animEffect>
                                    <p:anim calcmode="lin" valueType="num">
                                      <p:cBhvr>
                                        <p:cTn id="55"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56" dur="1000" fill="hold"/>
                                        <p:tgtEl>
                                          <p:spTgt spid="7">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3"/>
          </p:nvPr>
        </p:nvSpPr>
        <p:spPr/>
        <p:txBody>
          <a:bodyPr/>
          <a:lstStyle/>
          <a:p>
            <a:endParaRPr lang="en-US"/>
          </a:p>
        </p:txBody>
      </p:sp>
      <p:sp>
        <p:nvSpPr>
          <p:cNvPr id="6" name="Title 5"/>
          <p:cNvSpPr>
            <a:spLocks noGrp="1"/>
          </p:cNvSpPr>
          <p:nvPr>
            <p:ph type="title"/>
          </p:nvPr>
        </p:nvSpPr>
        <p:spPr/>
        <p:txBody>
          <a:bodyPr/>
          <a:lstStyle/>
          <a:p>
            <a:r>
              <a:rPr lang="en-US" dirty="0"/>
              <a:t>Integration of research in communication tactics</a:t>
            </a:r>
            <a:br>
              <a:rPr lang="en-US" dirty="0"/>
            </a:br>
            <a:endParaRPr lang="en-US" dirty="0"/>
          </a:p>
        </p:txBody>
      </p:sp>
      <p:sp>
        <p:nvSpPr>
          <p:cNvPr id="7" name="Text Placeholder 6"/>
          <p:cNvSpPr>
            <a:spLocks noGrp="1"/>
          </p:cNvSpPr>
          <p:nvPr>
            <p:ph type="body" sz="quarter" idx="14"/>
          </p:nvPr>
        </p:nvSpPr>
        <p:spPr/>
        <p:txBody>
          <a:bodyPr/>
          <a:lstStyle/>
          <a:p>
            <a:pPr marL="0" indent="0">
              <a:buNone/>
            </a:pPr>
            <a:r>
              <a:rPr lang="en-US" dirty="0" smtClean="0"/>
              <a:t>Members </a:t>
            </a:r>
            <a:r>
              <a:rPr lang="en-US" dirty="0"/>
              <a:t>survey: </a:t>
            </a:r>
            <a:endParaRPr lang="en-US" dirty="0" smtClean="0"/>
          </a:p>
          <a:p>
            <a:pPr marL="0" indent="0">
              <a:buNone/>
            </a:pPr>
            <a:endParaRPr lang="en-US" dirty="0"/>
          </a:p>
          <a:p>
            <a:r>
              <a:rPr lang="en-US" dirty="0"/>
              <a:t>“Where do you get your information about cultural events, community events, diaspora, etc.?” </a:t>
            </a:r>
          </a:p>
          <a:p>
            <a:r>
              <a:rPr lang="en-US" dirty="0"/>
              <a:t>“How do you prefer to get the information about …?”</a:t>
            </a:r>
          </a:p>
          <a:p>
            <a:r>
              <a:rPr lang="en-US" dirty="0"/>
              <a:t>“Is there information you would like to receive that you believe is not reaching you?”</a:t>
            </a:r>
          </a:p>
          <a:p>
            <a:r>
              <a:rPr lang="en-US" dirty="0"/>
              <a:t>“Are you satisfied with the amount of information you receive about…?”</a:t>
            </a:r>
          </a:p>
          <a:p>
            <a:r>
              <a:rPr lang="en-US" dirty="0"/>
              <a:t>“Do you feel a sense of community among members?”</a:t>
            </a:r>
          </a:p>
          <a:p>
            <a:r>
              <a:rPr lang="en-US" dirty="0"/>
              <a:t>“Do other people ask you about our community?”</a:t>
            </a:r>
          </a:p>
          <a:p>
            <a:endParaRPr lang="en-US" dirty="0"/>
          </a:p>
        </p:txBody>
      </p:sp>
    </p:spTree>
    <p:extLst>
      <p:ext uri="{BB962C8B-B14F-4D97-AF65-F5344CB8AC3E}">
        <p14:creationId xmlns:p14="http://schemas.microsoft.com/office/powerpoint/2010/main" val="319319574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4"/>
          </p:nvPr>
        </p:nvSpPr>
        <p:spPr>
          <a:xfrm>
            <a:off x="628650" y="1293644"/>
            <a:ext cx="7886700" cy="4147036"/>
          </a:xfrm>
        </p:spPr>
        <p:txBody>
          <a:bodyPr/>
          <a:lstStyle/>
          <a:p>
            <a:pPr marL="285750" indent="-285750">
              <a:buFont typeface="Arial" panose="020B0604020202020204" pitchFamily="34" charset="0"/>
              <a:buChar char="•"/>
            </a:pPr>
            <a:r>
              <a:rPr lang="en-US" dirty="0"/>
              <a:t>Set a </a:t>
            </a:r>
            <a:r>
              <a:rPr lang="en-US" dirty="0" smtClean="0"/>
              <a:t>budget</a:t>
            </a:r>
          </a:p>
          <a:p>
            <a:pPr marL="685800" lvl="1" indent="-342900">
              <a:buFont typeface="Arial" panose="020B0604020202020204" pitchFamily="34" charset="0"/>
              <a:buChar char="•"/>
            </a:pPr>
            <a:r>
              <a:rPr lang="en-US" sz="1600" dirty="0" smtClean="0"/>
              <a:t>Materials, printing, postage, software, travel, consulting, etc.</a:t>
            </a:r>
          </a:p>
          <a:p>
            <a:pPr lvl="1"/>
            <a:endParaRPr lang="en-US" sz="800" dirty="0" smtClean="0"/>
          </a:p>
          <a:p>
            <a:pPr marL="285750" indent="-285750">
              <a:buFont typeface="Arial" panose="020B0604020202020204" pitchFamily="34" charset="0"/>
              <a:buChar char="•"/>
            </a:pPr>
            <a:r>
              <a:rPr lang="en-US" dirty="0" smtClean="0"/>
              <a:t>Establish a timeline</a:t>
            </a:r>
          </a:p>
          <a:p>
            <a:endParaRPr lang="en-US" sz="800" dirty="0" smtClean="0"/>
          </a:p>
          <a:p>
            <a:pPr marL="285750" indent="-285750">
              <a:buFont typeface="Arial" panose="020B0604020202020204" pitchFamily="34" charset="0"/>
              <a:buChar char="•"/>
            </a:pPr>
            <a:r>
              <a:rPr lang="en-US" dirty="0" smtClean="0"/>
              <a:t>Create a team: </a:t>
            </a:r>
          </a:p>
          <a:p>
            <a:pPr marL="628650" lvl="1" indent="-285750">
              <a:buFont typeface="Arial" panose="020B0604020202020204" pitchFamily="34" charset="0"/>
              <a:buChar char="•"/>
            </a:pPr>
            <a:r>
              <a:rPr lang="en-US" sz="1600" dirty="0" smtClean="0"/>
              <a:t>Establish who oversees and approves</a:t>
            </a:r>
          </a:p>
          <a:p>
            <a:pPr marL="628650" lvl="1" indent="-285750">
              <a:buFont typeface="Arial" panose="020B0604020202020204" pitchFamily="34" charset="0"/>
              <a:buChar char="•"/>
            </a:pPr>
            <a:r>
              <a:rPr lang="en-US" sz="1600" dirty="0" smtClean="0"/>
              <a:t>Assign roles and responsibilities</a:t>
            </a:r>
          </a:p>
          <a:p>
            <a:pPr marL="628650" lvl="1" indent="-285750">
              <a:buFont typeface="Arial" panose="020B0604020202020204" pitchFamily="34" charset="0"/>
              <a:buChar char="•"/>
            </a:pPr>
            <a:r>
              <a:rPr lang="en-US" sz="1600" dirty="0" smtClean="0"/>
              <a:t>Interns &amp; volunteers</a:t>
            </a:r>
          </a:p>
          <a:p>
            <a:pPr marL="628650" lvl="1" indent="-285750">
              <a:buFont typeface="Arial" panose="020B0604020202020204" pitchFamily="34" charset="0"/>
              <a:buChar char="•"/>
            </a:pPr>
            <a:endParaRPr lang="en-US" sz="800" dirty="0" smtClean="0"/>
          </a:p>
          <a:p>
            <a:pPr marL="285750" indent="-285750">
              <a:buFont typeface="Arial" panose="020B0604020202020204" pitchFamily="34" charset="0"/>
              <a:buChar char="•"/>
            </a:pPr>
            <a:r>
              <a:rPr lang="en-US" dirty="0" smtClean="0"/>
              <a:t>Hire a public relations agency / consultant</a:t>
            </a:r>
            <a:endParaRPr lang="en-US" dirty="0"/>
          </a:p>
        </p:txBody>
      </p:sp>
      <p:sp>
        <p:nvSpPr>
          <p:cNvPr id="4" name="Text Placeholder 3"/>
          <p:cNvSpPr>
            <a:spLocks noGrp="1"/>
          </p:cNvSpPr>
          <p:nvPr>
            <p:ph type="body" sz="quarter" idx="13"/>
          </p:nvPr>
        </p:nvSpPr>
        <p:spPr/>
        <p:txBody>
          <a:bodyPr/>
          <a:lstStyle/>
          <a:p>
            <a:endParaRPr lang="en-US"/>
          </a:p>
        </p:txBody>
      </p:sp>
      <p:sp>
        <p:nvSpPr>
          <p:cNvPr id="5" name="Title 4"/>
          <p:cNvSpPr>
            <a:spLocks noGrp="1"/>
          </p:cNvSpPr>
          <p:nvPr>
            <p:ph type="title"/>
          </p:nvPr>
        </p:nvSpPr>
        <p:spPr/>
        <p:txBody>
          <a:bodyPr/>
          <a:lstStyle/>
          <a:p>
            <a:r>
              <a:rPr lang="en-US" dirty="0" smtClean="0"/>
              <a:t>Implementation</a:t>
            </a:r>
            <a:endParaRPr lang="en-US" dirty="0"/>
          </a:p>
        </p:txBody>
      </p:sp>
    </p:spTree>
    <p:extLst>
      <p:ext uri="{BB962C8B-B14F-4D97-AF65-F5344CB8AC3E}">
        <p14:creationId xmlns:p14="http://schemas.microsoft.com/office/powerpoint/2010/main" val="62999708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Evaluation </a:t>
            </a:r>
            <a:endParaRPr lang="en-US" dirty="0"/>
          </a:p>
        </p:txBody>
      </p:sp>
      <p:sp>
        <p:nvSpPr>
          <p:cNvPr id="6" name="Text Placeholder 5"/>
          <p:cNvSpPr>
            <a:spLocks noGrp="1"/>
          </p:cNvSpPr>
          <p:nvPr>
            <p:ph type="body" sz="quarter" idx="14"/>
          </p:nvPr>
        </p:nvSpPr>
        <p:spPr>
          <a:xfrm>
            <a:off x="628650" y="1055900"/>
            <a:ext cx="8369046" cy="4201900"/>
          </a:xfrm>
        </p:spPr>
        <p:txBody>
          <a:bodyPr/>
          <a:lstStyle/>
          <a:p>
            <a:r>
              <a:rPr lang="en-US" dirty="0" smtClean="0"/>
              <a:t>Research and Evaluation are the same except that… </a:t>
            </a:r>
          </a:p>
          <a:p>
            <a:pPr marL="628650" lvl="1" indent="-285750">
              <a:buFont typeface="Arial" panose="020B0604020202020204" pitchFamily="34" charset="0"/>
              <a:buChar char="•"/>
            </a:pPr>
            <a:r>
              <a:rPr lang="en-US" sz="1600" dirty="0" smtClean="0"/>
              <a:t>Research takes place before a campaign. Establishes benchmarks. </a:t>
            </a:r>
          </a:p>
          <a:p>
            <a:pPr marL="628650" lvl="1" indent="-285750">
              <a:buFont typeface="Arial" panose="020B0604020202020204" pitchFamily="34" charset="0"/>
              <a:buChar char="•"/>
            </a:pPr>
            <a:r>
              <a:rPr lang="en-US" sz="1600" dirty="0" smtClean="0"/>
              <a:t>Evaluation takes place after the campaign. Helps refine your approach. </a:t>
            </a:r>
          </a:p>
          <a:p>
            <a:endParaRPr lang="en-US" sz="800" dirty="0"/>
          </a:p>
          <a:p>
            <a:r>
              <a:rPr lang="en-US" dirty="0" smtClean="0"/>
              <a:t>Quantitative: </a:t>
            </a:r>
          </a:p>
          <a:p>
            <a:pPr marL="628650" lvl="1" indent="-285750">
              <a:buFont typeface="Arial" panose="020B0604020202020204" pitchFamily="34" charset="0"/>
              <a:buChar char="•"/>
            </a:pPr>
            <a:r>
              <a:rPr lang="en-US" sz="1600" dirty="0" smtClean="0"/>
              <a:t>Google analytics, click-</a:t>
            </a:r>
            <a:r>
              <a:rPr lang="en-US" sz="1600" dirty="0" err="1" smtClean="0"/>
              <a:t>thrus</a:t>
            </a:r>
            <a:r>
              <a:rPr lang="en-US" sz="1600" dirty="0" smtClean="0"/>
              <a:t> &amp; opens, social media feedback, etc.</a:t>
            </a:r>
          </a:p>
          <a:p>
            <a:pPr marL="628650" lvl="1" indent="-285750">
              <a:buFont typeface="Arial" panose="020B0604020202020204" pitchFamily="34" charset="0"/>
              <a:buChar char="•"/>
            </a:pPr>
            <a:r>
              <a:rPr lang="en-US" sz="1600" dirty="0" smtClean="0"/>
              <a:t>Readership: e-newsletter sign ups, print publications, etc. </a:t>
            </a:r>
          </a:p>
          <a:p>
            <a:pPr marL="628650" lvl="1" indent="-285750">
              <a:buFont typeface="Arial" panose="020B0604020202020204" pitchFamily="34" charset="0"/>
              <a:buChar char="•"/>
            </a:pPr>
            <a:r>
              <a:rPr lang="en-US" sz="1600" dirty="0" smtClean="0"/>
              <a:t>Events: head count, etc.</a:t>
            </a:r>
          </a:p>
          <a:p>
            <a:pPr marL="628650" lvl="1" indent="-285750">
              <a:buFont typeface="Arial" panose="020B0604020202020204" pitchFamily="34" charset="0"/>
              <a:buChar char="•"/>
            </a:pPr>
            <a:r>
              <a:rPr lang="en-US" sz="1600" dirty="0" smtClean="0"/>
              <a:t>Membership count</a:t>
            </a:r>
          </a:p>
          <a:p>
            <a:pPr marL="628650" lvl="1" indent="-285750">
              <a:buFont typeface="Arial" panose="020B0604020202020204" pitchFamily="34" charset="0"/>
              <a:buChar char="•"/>
            </a:pPr>
            <a:r>
              <a:rPr lang="en-US" sz="1600" dirty="0" smtClean="0"/>
              <a:t>Surveys </a:t>
            </a:r>
          </a:p>
          <a:p>
            <a:endParaRPr lang="en-US" sz="800" dirty="0"/>
          </a:p>
          <a:p>
            <a:r>
              <a:rPr lang="en-US" dirty="0" smtClean="0"/>
              <a:t>Qualitative: </a:t>
            </a:r>
          </a:p>
          <a:p>
            <a:pPr marL="628650" lvl="1" indent="-285750">
              <a:buFont typeface="Arial" panose="020B0604020202020204" pitchFamily="34" charset="0"/>
              <a:buChar char="•"/>
            </a:pPr>
            <a:r>
              <a:rPr lang="en-US" sz="1600" dirty="0" smtClean="0"/>
              <a:t>What messages worked?</a:t>
            </a:r>
          </a:p>
          <a:p>
            <a:pPr marL="628650" lvl="1" indent="-285750">
              <a:buFont typeface="Arial" panose="020B0604020202020204" pitchFamily="34" charset="0"/>
              <a:buChar char="•"/>
            </a:pPr>
            <a:r>
              <a:rPr lang="en-US" sz="1600" dirty="0" smtClean="0"/>
              <a:t>Are there new audiences? </a:t>
            </a:r>
          </a:p>
          <a:p>
            <a:pPr marL="628650" lvl="1" indent="-285750">
              <a:buFont typeface="Arial" panose="020B0604020202020204" pitchFamily="34" charset="0"/>
              <a:buChar char="•"/>
            </a:pPr>
            <a:r>
              <a:rPr lang="en-US" sz="1600" dirty="0" smtClean="0"/>
              <a:t>What is working and what needs to change?</a:t>
            </a:r>
          </a:p>
          <a:p>
            <a:endParaRPr lang="en-US" dirty="0" smtClean="0"/>
          </a:p>
          <a:p>
            <a:endParaRPr lang="en-US" dirty="0"/>
          </a:p>
        </p:txBody>
      </p:sp>
      <p:sp>
        <p:nvSpPr>
          <p:cNvPr id="7" name="Text Placeholder 6"/>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3568559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1000"/>
                                        <p:tgtEl>
                                          <p:spTgt spid="6">
                                            <p:txEl>
                                              <p:pRg st="1" end="1"/>
                                            </p:txEl>
                                          </p:spTgt>
                                        </p:tgtEl>
                                      </p:cBhvr>
                                    </p:animEffect>
                                    <p:anim calcmode="lin" valueType="num">
                                      <p:cBhvr>
                                        <p:cTn id="13"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1000"/>
                                        <p:tgtEl>
                                          <p:spTgt spid="6">
                                            <p:txEl>
                                              <p:pRg st="2" end="2"/>
                                            </p:txEl>
                                          </p:spTgt>
                                        </p:tgtEl>
                                      </p:cBhvr>
                                    </p:animEffect>
                                    <p:anim calcmode="lin" valueType="num">
                                      <p:cBhvr>
                                        <p:cTn id="18"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6">
                                            <p:txEl>
                                              <p:pRg st="4" end="4"/>
                                            </p:txEl>
                                          </p:spTgt>
                                        </p:tgtEl>
                                        <p:attrNameLst>
                                          <p:attrName>style.visibility</p:attrName>
                                        </p:attrNameLst>
                                      </p:cBhvr>
                                      <p:to>
                                        <p:strVal val="visible"/>
                                      </p:to>
                                    </p:set>
                                    <p:animEffect transition="in" filter="fade">
                                      <p:cBhvr>
                                        <p:cTn id="24" dur="1000"/>
                                        <p:tgtEl>
                                          <p:spTgt spid="6">
                                            <p:txEl>
                                              <p:pRg st="4" end="4"/>
                                            </p:txEl>
                                          </p:spTgt>
                                        </p:tgtEl>
                                      </p:cBhvr>
                                    </p:animEffect>
                                    <p:anim calcmode="lin" valueType="num">
                                      <p:cBhvr>
                                        <p:cTn id="25"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6">
                                            <p:txEl>
                                              <p:pRg st="4" end="4"/>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6">
                                            <p:txEl>
                                              <p:pRg st="5" end="5"/>
                                            </p:txEl>
                                          </p:spTgt>
                                        </p:tgtEl>
                                        <p:attrNameLst>
                                          <p:attrName>style.visibility</p:attrName>
                                        </p:attrNameLst>
                                      </p:cBhvr>
                                      <p:to>
                                        <p:strVal val="visible"/>
                                      </p:to>
                                    </p:set>
                                    <p:animEffect transition="in" filter="fade">
                                      <p:cBhvr>
                                        <p:cTn id="29" dur="1000"/>
                                        <p:tgtEl>
                                          <p:spTgt spid="6">
                                            <p:txEl>
                                              <p:pRg st="5" end="5"/>
                                            </p:txEl>
                                          </p:spTgt>
                                        </p:tgtEl>
                                      </p:cBhvr>
                                    </p:animEffect>
                                    <p:anim calcmode="lin" valueType="num">
                                      <p:cBhvr>
                                        <p:cTn id="30"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6">
                                            <p:txEl>
                                              <p:pRg st="5" end="5"/>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6">
                                            <p:txEl>
                                              <p:pRg st="6" end="6"/>
                                            </p:txEl>
                                          </p:spTgt>
                                        </p:tgtEl>
                                        <p:attrNameLst>
                                          <p:attrName>style.visibility</p:attrName>
                                        </p:attrNameLst>
                                      </p:cBhvr>
                                      <p:to>
                                        <p:strVal val="visible"/>
                                      </p:to>
                                    </p:set>
                                    <p:animEffect transition="in" filter="fade">
                                      <p:cBhvr>
                                        <p:cTn id="34" dur="1000"/>
                                        <p:tgtEl>
                                          <p:spTgt spid="6">
                                            <p:txEl>
                                              <p:pRg st="6" end="6"/>
                                            </p:txEl>
                                          </p:spTgt>
                                        </p:tgtEl>
                                      </p:cBhvr>
                                    </p:animEffect>
                                    <p:anim calcmode="lin" valueType="num">
                                      <p:cBhvr>
                                        <p:cTn id="35"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6">
                                            <p:txEl>
                                              <p:pRg st="6" end="6"/>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6">
                                            <p:txEl>
                                              <p:pRg st="7" end="7"/>
                                            </p:txEl>
                                          </p:spTgt>
                                        </p:tgtEl>
                                        <p:attrNameLst>
                                          <p:attrName>style.visibility</p:attrName>
                                        </p:attrNameLst>
                                      </p:cBhvr>
                                      <p:to>
                                        <p:strVal val="visible"/>
                                      </p:to>
                                    </p:set>
                                    <p:animEffect transition="in" filter="fade">
                                      <p:cBhvr>
                                        <p:cTn id="39" dur="1000"/>
                                        <p:tgtEl>
                                          <p:spTgt spid="6">
                                            <p:txEl>
                                              <p:pRg st="7" end="7"/>
                                            </p:txEl>
                                          </p:spTgt>
                                        </p:tgtEl>
                                      </p:cBhvr>
                                    </p:animEffect>
                                    <p:anim calcmode="lin" valueType="num">
                                      <p:cBhvr>
                                        <p:cTn id="40" dur="1000" fill="hold"/>
                                        <p:tgtEl>
                                          <p:spTgt spid="6">
                                            <p:txEl>
                                              <p:pRg st="7" end="7"/>
                                            </p:txEl>
                                          </p:spTgt>
                                        </p:tgtEl>
                                        <p:attrNameLst>
                                          <p:attrName>ppt_x</p:attrName>
                                        </p:attrNameLst>
                                      </p:cBhvr>
                                      <p:tavLst>
                                        <p:tav tm="0">
                                          <p:val>
                                            <p:strVal val="#ppt_x"/>
                                          </p:val>
                                        </p:tav>
                                        <p:tav tm="100000">
                                          <p:val>
                                            <p:strVal val="#ppt_x"/>
                                          </p:val>
                                        </p:tav>
                                      </p:tavLst>
                                    </p:anim>
                                    <p:anim calcmode="lin" valueType="num">
                                      <p:cBhvr>
                                        <p:cTn id="41" dur="1000" fill="hold"/>
                                        <p:tgtEl>
                                          <p:spTgt spid="6">
                                            <p:txEl>
                                              <p:pRg st="7" end="7"/>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6">
                                            <p:txEl>
                                              <p:pRg st="8" end="8"/>
                                            </p:txEl>
                                          </p:spTgt>
                                        </p:tgtEl>
                                        <p:attrNameLst>
                                          <p:attrName>style.visibility</p:attrName>
                                        </p:attrNameLst>
                                      </p:cBhvr>
                                      <p:to>
                                        <p:strVal val="visible"/>
                                      </p:to>
                                    </p:set>
                                    <p:animEffect transition="in" filter="fade">
                                      <p:cBhvr>
                                        <p:cTn id="44" dur="1000"/>
                                        <p:tgtEl>
                                          <p:spTgt spid="6">
                                            <p:txEl>
                                              <p:pRg st="8" end="8"/>
                                            </p:txEl>
                                          </p:spTgt>
                                        </p:tgtEl>
                                      </p:cBhvr>
                                    </p:animEffect>
                                    <p:anim calcmode="lin" valueType="num">
                                      <p:cBhvr>
                                        <p:cTn id="45" dur="1000" fill="hold"/>
                                        <p:tgtEl>
                                          <p:spTgt spid="6">
                                            <p:txEl>
                                              <p:pRg st="8" end="8"/>
                                            </p:txEl>
                                          </p:spTgt>
                                        </p:tgtEl>
                                        <p:attrNameLst>
                                          <p:attrName>ppt_x</p:attrName>
                                        </p:attrNameLst>
                                      </p:cBhvr>
                                      <p:tavLst>
                                        <p:tav tm="0">
                                          <p:val>
                                            <p:strVal val="#ppt_x"/>
                                          </p:val>
                                        </p:tav>
                                        <p:tav tm="100000">
                                          <p:val>
                                            <p:strVal val="#ppt_x"/>
                                          </p:val>
                                        </p:tav>
                                      </p:tavLst>
                                    </p:anim>
                                    <p:anim calcmode="lin" valueType="num">
                                      <p:cBhvr>
                                        <p:cTn id="46" dur="1000" fill="hold"/>
                                        <p:tgtEl>
                                          <p:spTgt spid="6">
                                            <p:txEl>
                                              <p:pRg st="8" end="8"/>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6">
                                            <p:txEl>
                                              <p:pRg st="9" end="9"/>
                                            </p:txEl>
                                          </p:spTgt>
                                        </p:tgtEl>
                                        <p:attrNameLst>
                                          <p:attrName>style.visibility</p:attrName>
                                        </p:attrNameLst>
                                      </p:cBhvr>
                                      <p:to>
                                        <p:strVal val="visible"/>
                                      </p:to>
                                    </p:set>
                                    <p:animEffect transition="in" filter="fade">
                                      <p:cBhvr>
                                        <p:cTn id="49" dur="1000"/>
                                        <p:tgtEl>
                                          <p:spTgt spid="6">
                                            <p:txEl>
                                              <p:pRg st="9" end="9"/>
                                            </p:txEl>
                                          </p:spTgt>
                                        </p:tgtEl>
                                      </p:cBhvr>
                                    </p:animEffect>
                                    <p:anim calcmode="lin" valueType="num">
                                      <p:cBhvr>
                                        <p:cTn id="50" dur="1000" fill="hold"/>
                                        <p:tgtEl>
                                          <p:spTgt spid="6">
                                            <p:txEl>
                                              <p:pRg st="9" end="9"/>
                                            </p:txEl>
                                          </p:spTgt>
                                        </p:tgtEl>
                                        <p:attrNameLst>
                                          <p:attrName>ppt_x</p:attrName>
                                        </p:attrNameLst>
                                      </p:cBhvr>
                                      <p:tavLst>
                                        <p:tav tm="0">
                                          <p:val>
                                            <p:strVal val="#ppt_x"/>
                                          </p:val>
                                        </p:tav>
                                        <p:tav tm="100000">
                                          <p:val>
                                            <p:strVal val="#ppt_x"/>
                                          </p:val>
                                        </p:tav>
                                      </p:tavLst>
                                    </p:anim>
                                    <p:anim calcmode="lin" valueType="num">
                                      <p:cBhvr>
                                        <p:cTn id="51" dur="1000" fill="hold"/>
                                        <p:tgtEl>
                                          <p:spTgt spid="6">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6">
                                            <p:txEl>
                                              <p:pRg st="11" end="11"/>
                                            </p:txEl>
                                          </p:spTgt>
                                        </p:tgtEl>
                                        <p:attrNameLst>
                                          <p:attrName>style.visibility</p:attrName>
                                        </p:attrNameLst>
                                      </p:cBhvr>
                                      <p:to>
                                        <p:strVal val="visible"/>
                                      </p:to>
                                    </p:set>
                                    <p:animEffect transition="in" filter="fade">
                                      <p:cBhvr>
                                        <p:cTn id="56" dur="1000"/>
                                        <p:tgtEl>
                                          <p:spTgt spid="6">
                                            <p:txEl>
                                              <p:pRg st="11" end="11"/>
                                            </p:txEl>
                                          </p:spTgt>
                                        </p:tgtEl>
                                      </p:cBhvr>
                                    </p:animEffect>
                                    <p:anim calcmode="lin" valueType="num">
                                      <p:cBhvr>
                                        <p:cTn id="57" dur="1000" fill="hold"/>
                                        <p:tgtEl>
                                          <p:spTgt spid="6">
                                            <p:txEl>
                                              <p:pRg st="11" end="11"/>
                                            </p:txEl>
                                          </p:spTgt>
                                        </p:tgtEl>
                                        <p:attrNameLst>
                                          <p:attrName>ppt_x</p:attrName>
                                        </p:attrNameLst>
                                      </p:cBhvr>
                                      <p:tavLst>
                                        <p:tav tm="0">
                                          <p:val>
                                            <p:strVal val="#ppt_x"/>
                                          </p:val>
                                        </p:tav>
                                        <p:tav tm="100000">
                                          <p:val>
                                            <p:strVal val="#ppt_x"/>
                                          </p:val>
                                        </p:tav>
                                      </p:tavLst>
                                    </p:anim>
                                    <p:anim calcmode="lin" valueType="num">
                                      <p:cBhvr>
                                        <p:cTn id="58" dur="1000" fill="hold"/>
                                        <p:tgtEl>
                                          <p:spTgt spid="6">
                                            <p:txEl>
                                              <p:pRg st="11" end="11"/>
                                            </p:txEl>
                                          </p:spTgt>
                                        </p:tgtEl>
                                        <p:attrNameLst>
                                          <p:attrName>ppt_y</p:attrName>
                                        </p:attrNameLst>
                                      </p:cBhvr>
                                      <p:tavLst>
                                        <p:tav tm="0">
                                          <p:val>
                                            <p:strVal val="#ppt_y+.1"/>
                                          </p:val>
                                        </p:tav>
                                        <p:tav tm="100000">
                                          <p:val>
                                            <p:strVal val="#ppt_y"/>
                                          </p:val>
                                        </p:tav>
                                      </p:tavLst>
                                    </p:anim>
                                  </p:childTnLst>
                                </p:cTn>
                              </p:par>
                              <p:par>
                                <p:cTn id="59" presetID="42" presetClass="entr" presetSubtype="0" fill="hold" nodeType="withEffect">
                                  <p:stCondLst>
                                    <p:cond delay="0"/>
                                  </p:stCondLst>
                                  <p:childTnLst>
                                    <p:set>
                                      <p:cBhvr>
                                        <p:cTn id="60" dur="1" fill="hold">
                                          <p:stCondLst>
                                            <p:cond delay="0"/>
                                          </p:stCondLst>
                                        </p:cTn>
                                        <p:tgtEl>
                                          <p:spTgt spid="6">
                                            <p:txEl>
                                              <p:pRg st="12" end="12"/>
                                            </p:txEl>
                                          </p:spTgt>
                                        </p:tgtEl>
                                        <p:attrNameLst>
                                          <p:attrName>style.visibility</p:attrName>
                                        </p:attrNameLst>
                                      </p:cBhvr>
                                      <p:to>
                                        <p:strVal val="visible"/>
                                      </p:to>
                                    </p:set>
                                    <p:animEffect transition="in" filter="fade">
                                      <p:cBhvr>
                                        <p:cTn id="61" dur="1000"/>
                                        <p:tgtEl>
                                          <p:spTgt spid="6">
                                            <p:txEl>
                                              <p:pRg st="12" end="12"/>
                                            </p:txEl>
                                          </p:spTgt>
                                        </p:tgtEl>
                                      </p:cBhvr>
                                    </p:animEffect>
                                    <p:anim calcmode="lin" valueType="num">
                                      <p:cBhvr>
                                        <p:cTn id="62" dur="1000" fill="hold"/>
                                        <p:tgtEl>
                                          <p:spTgt spid="6">
                                            <p:txEl>
                                              <p:pRg st="12" end="12"/>
                                            </p:txEl>
                                          </p:spTgt>
                                        </p:tgtEl>
                                        <p:attrNameLst>
                                          <p:attrName>ppt_x</p:attrName>
                                        </p:attrNameLst>
                                      </p:cBhvr>
                                      <p:tavLst>
                                        <p:tav tm="0">
                                          <p:val>
                                            <p:strVal val="#ppt_x"/>
                                          </p:val>
                                        </p:tav>
                                        <p:tav tm="100000">
                                          <p:val>
                                            <p:strVal val="#ppt_x"/>
                                          </p:val>
                                        </p:tav>
                                      </p:tavLst>
                                    </p:anim>
                                    <p:anim calcmode="lin" valueType="num">
                                      <p:cBhvr>
                                        <p:cTn id="63" dur="1000" fill="hold"/>
                                        <p:tgtEl>
                                          <p:spTgt spid="6">
                                            <p:txEl>
                                              <p:pRg st="12" end="12"/>
                                            </p:txEl>
                                          </p:spTgt>
                                        </p:tgtEl>
                                        <p:attrNameLst>
                                          <p:attrName>ppt_y</p:attrName>
                                        </p:attrNameLst>
                                      </p:cBhvr>
                                      <p:tavLst>
                                        <p:tav tm="0">
                                          <p:val>
                                            <p:strVal val="#ppt_y+.1"/>
                                          </p:val>
                                        </p:tav>
                                        <p:tav tm="100000">
                                          <p:val>
                                            <p:strVal val="#ppt_y"/>
                                          </p:val>
                                        </p:tav>
                                      </p:tavLst>
                                    </p:anim>
                                  </p:childTnLst>
                                </p:cTn>
                              </p:par>
                              <p:par>
                                <p:cTn id="64" presetID="42" presetClass="entr" presetSubtype="0" fill="hold" nodeType="withEffect">
                                  <p:stCondLst>
                                    <p:cond delay="0"/>
                                  </p:stCondLst>
                                  <p:childTnLst>
                                    <p:set>
                                      <p:cBhvr>
                                        <p:cTn id="65" dur="1" fill="hold">
                                          <p:stCondLst>
                                            <p:cond delay="0"/>
                                          </p:stCondLst>
                                        </p:cTn>
                                        <p:tgtEl>
                                          <p:spTgt spid="6">
                                            <p:txEl>
                                              <p:pRg st="13" end="13"/>
                                            </p:txEl>
                                          </p:spTgt>
                                        </p:tgtEl>
                                        <p:attrNameLst>
                                          <p:attrName>style.visibility</p:attrName>
                                        </p:attrNameLst>
                                      </p:cBhvr>
                                      <p:to>
                                        <p:strVal val="visible"/>
                                      </p:to>
                                    </p:set>
                                    <p:animEffect transition="in" filter="fade">
                                      <p:cBhvr>
                                        <p:cTn id="66" dur="1000"/>
                                        <p:tgtEl>
                                          <p:spTgt spid="6">
                                            <p:txEl>
                                              <p:pRg st="13" end="13"/>
                                            </p:txEl>
                                          </p:spTgt>
                                        </p:tgtEl>
                                      </p:cBhvr>
                                    </p:animEffect>
                                    <p:anim calcmode="lin" valueType="num">
                                      <p:cBhvr>
                                        <p:cTn id="67" dur="1000" fill="hold"/>
                                        <p:tgtEl>
                                          <p:spTgt spid="6">
                                            <p:txEl>
                                              <p:pRg st="13" end="13"/>
                                            </p:txEl>
                                          </p:spTgt>
                                        </p:tgtEl>
                                        <p:attrNameLst>
                                          <p:attrName>ppt_x</p:attrName>
                                        </p:attrNameLst>
                                      </p:cBhvr>
                                      <p:tavLst>
                                        <p:tav tm="0">
                                          <p:val>
                                            <p:strVal val="#ppt_x"/>
                                          </p:val>
                                        </p:tav>
                                        <p:tav tm="100000">
                                          <p:val>
                                            <p:strVal val="#ppt_x"/>
                                          </p:val>
                                        </p:tav>
                                      </p:tavLst>
                                    </p:anim>
                                    <p:anim calcmode="lin" valueType="num">
                                      <p:cBhvr>
                                        <p:cTn id="68" dur="1000" fill="hold"/>
                                        <p:tgtEl>
                                          <p:spTgt spid="6">
                                            <p:txEl>
                                              <p:pRg st="13" end="13"/>
                                            </p:txEl>
                                          </p:spTgt>
                                        </p:tgtEl>
                                        <p:attrNameLst>
                                          <p:attrName>ppt_y</p:attrName>
                                        </p:attrNameLst>
                                      </p:cBhvr>
                                      <p:tavLst>
                                        <p:tav tm="0">
                                          <p:val>
                                            <p:strVal val="#ppt_y+.1"/>
                                          </p:val>
                                        </p:tav>
                                        <p:tav tm="100000">
                                          <p:val>
                                            <p:strVal val="#ppt_y"/>
                                          </p:val>
                                        </p:tav>
                                      </p:tavLst>
                                    </p:anim>
                                  </p:childTnLst>
                                </p:cTn>
                              </p:par>
                              <p:par>
                                <p:cTn id="69" presetID="42" presetClass="entr" presetSubtype="0" fill="hold" nodeType="withEffect">
                                  <p:stCondLst>
                                    <p:cond delay="0"/>
                                  </p:stCondLst>
                                  <p:childTnLst>
                                    <p:set>
                                      <p:cBhvr>
                                        <p:cTn id="70" dur="1" fill="hold">
                                          <p:stCondLst>
                                            <p:cond delay="0"/>
                                          </p:stCondLst>
                                        </p:cTn>
                                        <p:tgtEl>
                                          <p:spTgt spid="6">
                                            <p:txEl>
                                              <p:pRg st="14" end="14"/>
                                            </p:txEl>
                                          </p:spTgt>
                                        </p:tgtEl>
                                        <p:attrNameLst>
                                          <p:attrName>style.visibility</p:attrName>
                                        </p:attrNameLst>
                                      </p:cBhvr>
                                      <p:to>
                                        <p:strVal val="visible"/>
                                      </p:to>
                                    </p:set>
                                    <p:animEffect transition="in" filter="fade">
                                      <p:cBhvr>
                                        <p:cTn id="71" dur="1000"/>
                                        <p:tgtEl>
                                          <p:spTgt spid="6">
                                            <p:txEl>
                                              <p:pRg st="14" end="14"/>
                                            </p:txEl>
                                          </p:spTgt>
                                        </p:tgtEl>
                                      </p:cBhvr>
                                    </p:animEffect>
                                    <p:anim calcmode="lin" valueType="num">
                                      <p:cBhvr>
                                        <p:cTn id="72" dur="1000" fill="hold"/>
                                        <p:tgtEl>
                                          <p:spTgt spid="6">
                                            <p:txEl>
                                              <p:pRg st="14" end="14"/>
                                            </p:txEl>
                                          </p:spTgt>
                                        </p:tgtEl>
                                        <p:attrNameLst>
                                          <p:attrName>ppt_x</p:attrName>
                                        </p:attrNameLst>
                                      </p:cBhvr>
                                      <p:tavLst>
                                        <p:tav tm="0">
                                          <p:val>
                                            <p:strVal val="#ppt_x"/>
                                          </p:val>
                                        </p:tav>
                                        <p:tav tm="100000">
                                          <p:val>
                                            <p:strVal val="#ppt_x"/>
                                          </p:val>
                                        </p:tav>
                                      </p:tavLst>
                                    </p:anim>
                                    <p:anim calcmode="lin" valueType="num">
                                      <p:cBhvr>
                                        <p:cTn id="73" dur="1000" fill="hold"/>
                                        <p:tgtEl>
                                          <p:spTgt spid="6">
                                            <p:txEl>
                                              <p:pRg st="14" end="1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4"/>
          </p:nvPr>
        </p:nvSpPr>
        <p:spPr>
          <a:xfrm>
            <a:off x="628650" y="1293644"/>
            <a:ext cx="7886700" cy="3506956"/>
          </a:xfrm>
        </p:spPr>
        <p:txBody>
          <a:bodyPr/>
          <a:lstStyle/>
          <a:p>
            <a:r>
              <a:rPr lang="en-US" dirty="0"/>
              <a:t>In strategic </a:t>
            </a:r>
            <a:r>
              <a:rPr lang="en-US" dirty="0" smtClean="0"/>
              <a:t>communication …</a:t>
            </a:r>
          </a:p>
          <a:p>
            <a:endParaRPr lang="en-US" dirty="0"/>
          </a:p>
          <a:p>
            <a:pPr marL="285750" indent="-285750">
              <a:buFont typeface="Arial" panose="020B0604020202020204" pitchFamily="34" charset="0"/>
              <a:buChar char="•"/>
            </a:pPr>
            <a:r>
              <a:rPr lang="en-US" dirty="0" smtClean="0"/>
              <a:t>Message</a:t>
            </a:r>
            <a:r>
              <a:rPr lang="en-US" dirty="0"/>
              <a:t> </a:t>
            </a:r>
            <a:r>
              <a:rPr lang="en-US" dirty="0" smtClean="0"/>
              <a:t>development </a:t>
            </a:r>
            <a:r>
              <a:rPr lang="en-US" dirty="0"/>
              <a:t>requires high levels of planning and research. </a:t>
            </a:r>
            <a:endParaRPr lang="en-US" dirty="0" smtClean="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smtClean="0"/>
              <a:t>Messages are </a:t>
            </a:r>
            <a:r>
              <a:rPr lang="en-US" dirty="0"/>
              <a:t>created with a specific audience in </a:t>
            </a:r>
            <a:r>
              <a:rPr lang="en-US" dirty="0" smtClean="0"/>
              <a:t>mind.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smtClean="0"/>
              <a:t>Messages </a:t>
            </a:r>
            <a:r>
              <a:rPr lang="en-US" dirty="0"/>
              <a:t>help to position an organization’s communication goals with its </a:t>
            </a:r>
            <a:r>
              <a:rPr lang="en-US" dirty="0" smtClean="0"/>
              <a:t>structural goals.</a:t>
            </a:r>
          </a:p>
          <a:p>
            <a:pPr marL="285750" indent="-285750">
              <a:buFont typeface="Arial" panose="020B0604020202020204" pitchFamily="34" charset="0"/>
              <a:buChar char="•"/>
            </a:pPr>
            <a:endParaRPr lang="en-US" dirty="0" smtClean="0"/>
          </a:p>
          <a:p>
            <a:pPr marL="285750" indent="-285750">
              <a:buFont typeface="Arial" panose="020B0604020202020204" pitchFamily="34" charset="0"/>
              <a:buChar char="•"/>
            </a:pPr>
            <a:r>
              <a:rPr lang="en-US" dirty="0"/>
              <a:t>T</a:t>
            </a:r>
            <a:r>
              <a:rPr lang="en-US" dirty="0" smtClean="0"/>
              <a:t>he </a:t>
            </a:r>
            <a:r>
              <a:rPr lang="en-US" dirty="0"/>
              <a:t>role of strategic communications is to help organizations understand how to effectively deliver their message to key audiences.</a:t>
            </a:r>
          </a:p>
        </p:txBody>
      </p:sp>
      <p:sp>
        <p:nvSpPr>
          <p:cNvPr id="4" name="Text Placeholder 3"/>
          <p:cNvSpPr>
            <a:spLocks noGrp="1"/>
          </p:cNvSpPr>
          <p:nvPr>
            <p:ph type="body" sz="quarter" idx="13"/>
          </p:nvPr>
        </p:nvSpPr>
        <p:spPr/>
        <p:txBody>
          <a:bodyPr/>
          <a:lstStyle/>
          <a:p>
            <a:endParaRPr lang="en-US"/>
          </a:p>
        </p:txBody>
      </p:sp>
      <p:sp>
        <p:nvSpPr>
          <p:cNvPr id="5" name="Title 4"/>
          <p:cNvSpPr>
            <a:spLocks noGrp="1"/>
          </p:cNvSpPr>
          <p:nvPr>
            <p:ph type="title"/>
          </p:nvPr>
        </p:nvSpPr>
        <p:spPr/>
        <p:txBody>
          <a:bodyPr/>
          <a:lstStyle/>
          <a:p>
            <a:r>
              <a:rPr lang="en-US" dirty="0" smtClean="0"/>
              <a:t>What did we </a:t>
            </a:r>
            <a:r>
              <a:rPr lang="en-US" smtClean="0"/>
              <a:t>learn today?</a:t>
            </a:r>
            <a:endParaRPr lang="en-US" dirty="0"/>
          </a:p>
        </p:txBody>
      </p:sp>
    </p:spTree>
    <p:extLst>
      <p:ext uri="{BB962C8B-B14F-4D97-AF65-F5344CB8AC3E}">
        <p14:creationId xmlns:p14="http://schemas.microsoft.com/office/powerpoint/2010/main" val="1558685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1000"/>
                                        <p:tgtEl>
                                          <p:spTgt spid="2">
                                            <p:txEl>
                                              <p:pRg st="2" end="2"/>
                                            </p:txEl>
                                          </p:spTgt>
                                        </p:tgtEl>
                                      </p:cBhvr>
                                    </p:animEffect>
                                    <p:anim calcmode="lin" valueType="num">
                                      <p:cBhvr>
                                        <p:cTn id="8"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4" end="4"/>
                                            </p:txEl>
                                          </p:spTgt>
                                        </p:tgtEl>
                                        <p:attrNameLst>
                                          <p:attrName>style.visibility</p:attrName>
                                        </p:attrNameLst>
                                      </p:cBhvr>
                                      <p:to>
                                        <p:strVal val="visible"/>
                                      </p:to>
                                    </p:set>
                                    <p:animEffect transition="in" filter="fade">
                                      <p:cBhvr>
                                        <p:cTn id="14" dur="1000"/>
                                        <p:tgtEl>
                                          <p:spTgt spid="2">
                                            <p:txEl>
                                              <p:pRg st="4" end="4"/>
                                            </p:txEl>
                                          </p:spTgt>
                                        </p:tgtEl>
                                      </p:cBhvr>
                                    </p:animEffect>
                                    <p:anim calcmode="lin" valueType="num">
                                      <p:cBhvr>
                                        <p:cTn id="15"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xEl>
                                              <p:pRg st="6" end="6"/>
                                            </p:txEl>
                                          </p:spTgt>
                                        </p:tgtEl>
                                        <p:attrNameLst>
                                          <p:attrName>style.visibility</p:attrName>
                                        </p:attrNameLst>
                                      </p:cBhvr>
                                      <p:to>
                                        <p:strVal val="visible"/>
                                      </p:to>
                                    </p:set>
                                    <p:animEffect transition="in" filter="fade">
                                      <p:cBhvr>
                                        <p:cTn id="21" dur="1000"/>
                                        <p:tgtEl>
                                          <p:spTgt spid="2">
                                            <p:txEl>
                                              <p:pRg st="6" end="6"/>
                                            </p:txEl>
                                          </p:spTgt>
                                        </p:tgtEl>
                                      </p:cBhvr>
                                    </p:animEffect>
                                    <p:anim calcmode="lin" valueType="num">
                                      <p:cBhvr>
                                        <p:cTn id="22"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
                                            <p:txEl>
                                              <p:pRg st="8" end="8"/>
                                            </p:txEl>
                                          </p:spTgt>
                                        </p:tgtEl>
                                        <p:attrNameLst>
                                          <p:attrName>style.visibility</p:attrName>
                                        </p:attrNameLst>
                                      </p:cBhvr>
                                      <p:to>
                                        <p:strVal val="visible"/>
                                      </p:to>
                                    </p:set>
                                    <p:animEffect transition="in" filter="fade">
                                      <p:cBhvr>
                                        <p:cTn id="28" dur="1000"/>
                                        <p:tgtEl>
                                          <p:spTgt spid="2">
                                            <p:txEl>
                                              <p:pRg st="8" end="8"/>
                                            </p:txEl>
                                          </p:spTgt>
                                        </p:tgtEl>
                                      </p:cBhvr>
                                    </p:animEffect>
                                    <p:anim calcmode="lin" valueType="num">
                                      <p:cBhvr>
                                        <p:cTn id="29"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QUINNIPIAC Theme">
      <a:dk1>
        <a:srgbClr val="002144"/>
      </a:dk1>
      <a:lt1>
        <a:srgbClr val="FFFFFF"/>
      </a:lt1>
      <a:dk2>
        <a:srgbClr val="0D2240"/>
      </a:dk2>
      <a:lt2>
        <a:srgbClr val="FFFFFF"/>
      </a:lt2>
      <a:accent1>
        <a:srgbClr val="418EDE"/>
      </a:accent1>
      <a:accent2>
        <a:srgbClr val="FA6B2D"/>
      </a:accent2>
      <a:accent3>
        <a:srgbClr val="008242"/>
      </a:accent3>
      <a:accent4>
        <a:srgbClr val="00A0C7"/>
      </a:accent4>
      <a:accent5>
        <a:srgbClr val="6E288A"/>
      </a:accent5>
      <a:accent6>
        <a:srgbClr val="C61886"/>
      </a:accent6>
      <a:hlink>
        <a:srgbClr val="418EDE"/>
      </a:hlink>
      <a:folHlink>
        <a:srgbClr val="D2D2D2"/>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7169</TotalTime>
  <Words>1277</Words>
  <Application>Microsoft Office PowerPoint</Application>
  <PresentationFormat>On-screen Show (16:9)</PresentationFormat>
  <Paragraphs>224</Paragraphs>
  <Slides>19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Arial</vt:lpstr>
      <vt:lpstr>Arial Bold</vt:lpstr>
      <vt:lpstr>Arial Regular</vt:lpstr>
      <vt:lpstr>Atlas Grotesk</vt:lpstr>
      <vt:lpstr>Portrait Q</vt:lpstr>
      <vt:lpstr>Portrait Q Regular</vt:lpstr>
      <vt:lpstr>Times New Roman Regular</vt:lpstr>
      <vt:lpstr>Office Theme</vt:lpstr>
      <vt:lpstr>Strategic Communication </vt:lpstr>
      <vt:lpstr>What we’ll discuss today   Public Relations / Strategic Communication   Strategic Communication Planning  </vt:lpstr>
      <vt:lpstr>What is ….</vt:lpstr>
      <vt:lpstr>Public relations encompasses the following:            </vt:lpstr>
      <vt:lpstr>What is…</vt:lpstr>
      <vt:lpstr>What is…</vt:lpstr>
      <vt:lpstr>Strategic Communication Planning</vt:lpstr>
      <vt:lpstr>The Plan</vt:lpstr>
      <vt:lpstr>Publics</vt:lpstr>
      <vt:lpstr>Goals and Objectives </vt:lpstr>
      <vt:lpstr>Strategies</vt:lpstr>
      <vt:lpstr>Tactics</vt:lpstr>
      <vt:lpstr>Tactics: Examples</vt:lpstr>
      <vt:lpstr>Tactics: more examples</vt:lpstr>
      <vt:lpstr>Tactics: more examples</vt:lpstr>
      <vt:lpstr>Integration of research in communication tactics </vt:lpstr>
      <vt:lpstr>Implementation</vt:lpstr>
      <vt:lpstr>Evaluation </vt:lpstr>
      <vt:lpstr>What did we learn today?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Vanc, Antoaneta M. Prof.</cp:lastModifiedBy>
  <cp:revision>296</cp:revision>
  <cp:lastPrinted>2018-12-21T16:16:11Z</cp:lastPrinted>
  <dcterms:created xsi:type="dcterms:W3CDTF">2017-05-23T20:13:54Z</dcterms:created>
  <dcterms:modified xsi:type="dcterms:W3CDTF">2021-05-28T18:50:53Z</dcterms:modified>
</cp:coreProperties>
</file>